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0" r:id="rId1"/>
  </p:sldMasterIdLst>
  <p:notesMasterIdLst>
    <p:notesMasterId r:id="rId28"/>
  </p:notesMasterIdLst>
  <p:sldIdLst>
    <p:sldId id="256" r:id="rId2"/>
    <p:sldId id="258" r:id="rId3"/>
    <p:sldId id="259" r:id="rId4"/>
    <p:sldId id="260" r:id="rId5"/>
    <p:sldId id="308" r:id="rId6"/>
    <p:sldId id="352" r:id="rId7"/>
    <p:sldId id="309" r:id="rId8"/>
    <p:sldId id="261" r:id="rId9"/>
    <p:sldId id="265" r:id="rId10"/>
    <p:sldId id="315" r:id="rId11"/>
    <p:sldId id="357" r:id="rId12"/>
    <p:sldId id="358" r:id="rId13"/>
    <p:sldId id="354" r:id="rId14"/>
    <p:sldId id="311" r:id="rId15"/>
    <p:sldId id="272" r:id="rId16"/>
    <p:sldId id="288" r:id="rId17"/>
    <p:sldId id="312" r:id="rId18"/>
    <p:sldId id="316" r:id="rId19"/>
    <p:sldId id="277" r:id="rId20"/>
    <p:sldId id="314" r:id="rId21"/>
    <p:sldId id="313" r:id="rId22"/>
    <p:sldId id="317" r:id="rId23"/>
    <p:sldId id="263" r:id="rId24"/>
    <p:sldId id="359" r:id="rId25"/>
    <p:sldId id="264" r:id="rId26"/>
    <p:sldId id="287" r:id="rId27"/>
  </p:sldIdLst>
  <p:sldSz cx="9144000" cy="5143500" type="screen16x9"/>
  <p:notesSz cx="6858000" cy="9144000"/>
  <p:embeddedFontLst>
    <p:embeddedFont>
      <p:font typeface="Anek Devanagari" panose="020B0604020202020204" charset="0"/>
      <p:regular r:id="rId29"/>
      <p:bold r:id="rId30"/>
    </p:embeddedFont>
    <p:embeddedFont>
      <p:font typeface="Anek Devanagari SemiBold" panose="020B0604020202020204" charset="0"/>
      <p:regular r:id="rId31"/>
      <p:bold r:id="rId32"/>
    </p:embeddedFont>
    <p:embeddedFont>
      <p:font typeface="Catamaran" panose="020B0604020202020204" charset="0"/>
      <p:regular r:id="rId33"/>
      <p:bold r:id="rId34"/>
    </p:embeddedFont>
    <p:embeddedFont>
      <p:font typeface="Open Sans" panose="020B0606030504020204" pitchFamily="34" charset="0"/>
      <p:regular r:id="rId35"/>
      <p:bold r:id="rId36"/>
      <p:italic r:id="rId37"/>
      <p:bold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D5EB59E-7F8A-453B-8DEE-95F6A84E5CEF}">
  <a:tblStyle styleId="{1D5EB59E-7F8A-453B-8DEE-95F6A84E5CEF}"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9933" autoAdjust="0"/>
  </p:normalViewPr>
  <p:slideViewPr>
    <p:cSldViewPr snapToGrid="0">
      <p:cViewPr varScale="1">
        <p:scale>
          <a:sx n="91" d="100"/>
          <a:sy n="91" d="100"/>
        </p:scale>
        <p:origin x="581"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font" Target="fonts/font6.fntdata"/><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font" Target="fonts/font7.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font" Target="fonts/font10.fntdata"/></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A5C47BE-0465-4141-BD0D-197FEC976C0F}" type="doc">
      <dgm:prSet loTypeId="urn:microsoft.com/office/officeart/2005/8/layout/rings+Icon" loCatId="officeonline" qsTypeId="urn:microsoft.com/office/officeart/2005/8/quickstyle/simple1" qsCatId="simple" csTypeId="urn:microsoft.com/office/officeart/2005/8/colors/accent1_2" csCatId="accent1" phldr="1"/>
      <dgm:spPr/>
    </dgm:pt>
    <dgm:pt modelId="{F308A2C1-C9E4-4CC0-9E6D-3792B0644F55}">
      <dgm:prSet phldrT="[Text]"/>
      <dgm:spPr/>
      <dgm:t>
        <a:bodyPr/>
        <a:lstStyle/>
        <a:p>
          <a:pPr>
            <a:buFont typeface="Arial" panose="020B0604020202020204" pitchFamily="34" charset="0"/>
            <a:buChar char="•"/>
          </a:pPr>
          <a:r>
            <a:rPr lang="en-US" dirty="0"/>
            <a:t>Raspberry Pi</a:t>
          </a:r>
        </a:p>
      </dgm:t>
    </dgm:pt>
    <dgm:pt modelId="{89773B40-09DE-44E2-8D89-18DC5663A87C}" type="parTrans" cxnId="{B9E40526-F484-4041-97AF-C7406BC273E1}">
      <dgm:prSet/>
      <dgm:spPr/>
      <dgm:t>
        <a:bodyPr/>
        <a:lstStyle/>
        <a:p>
          <a:endParaRPr lang="en-US"/>
        </a:p>
      </dgm:t>
    </dgm:pt>
    <dgm:pt modelId="{F56E9B23-F4E4-46B3-B54A-C65E22FCF42C}" type="sibTrans" cxnId="{B9E40526-F484-4041-97AF-C7406BC273E1}">
      <dgm:prSet/>
      <dgm:spPr/>
      <dgm:t>
        <a:bodyPr/>
        <a:lstStyle/>
        <a:p>
          <a:endParaRPr lang="en-US"/>
        </a:p>
      </dgm:t>
    </dgm:pt>
    <dgm:pt modelId="{8F9D39C5-BA0C-4DE0-8C64-FCE3C9BDF5E2}">
      <dgm:prSet/>
      <dgm:spPr/>
      <dgm:t>
        <a:bodyPr/>
        <a:lstStyle/>
        <a:p>
          <a:r>
            <a:rPr lang="en-US"/>
            <a:t>Adafruit Web Dashboard</a:t>
          </a:r>
          <a:endParaRPr lang="en-US" dirty="0"/>
        </a:p>
      </dgm:t>
    </dgm:pt>
    <dgm:pt modelId="{1B2749A5-827B-4C10-83A1-048A8C4EDB40}" type="parTrans" cxnId="{AAD4E469-F8A3-4A9A-A6FA-7BE7016A6CE2}">
      <dgm:prSet/>
      <dgm:spPr/>
      <dgm:t>
        <a:bodyPr/>
        <a:lstStyle/>
        <a:p>
          <a:endParaRPr lang="en-US"/>
        </a:p>
      </dgm:t>
    </dgm:pt>
    <dgm:pt modelId="{B968A931-F75D-4A7B-A359-EE445F3DCC5E}" type="sibTrans" cxnId="{AAD4E469-F8A3-4A9A-A6FA-7BE7016A6CE2}">
      <dgm:prSet/>
      <dgm:spPr/>
      <dgm:t>
        <a:bodyPr/>
        <a:lstStyle/>
        <a:p>
          <a:endParaRPr lang="en-US"/>
        </a:p>
      </dgm:t>
    </dgm:pt>
    <dgm:pt modelId="{9DE7EF67-699E-4D06-BABD-1AEE224598DE}">
      <dgm:prSet/>
      <dgm:spPr/>
      <dgm:t>
        <a:bodyPr/>
        <a:lstStyle/>
        <a:p>
          <a:r>
            <a:rPr lang="en-US"/>
            <a:t>Blynk Mobile App</a:t>
          </a:r>
          <a:endParaRPr lang="en-US" dirty="0"/>
        </a:p>
      </dgm:t>
    </dgm:pt>
    <dgm:pt modelId="{22D9FE15-4900-44D7-842B-0395B81E884F}" type="parTrans" cxnId="{EDE4026A-31CA-4BB0-8334-C960F8620079}">
      <dgm:prSet/>
      <dgm:spPr/>
      <dgm:t>
        <a:bodyPr/>
        <a:lstStyle/>
        <a:p>
          <a:endParaRPr lang="en-US"/>
        </a:p>
      </dgm:t>
    </dgm:pt>
    <dgm:pt modelId="{1C9A0141-83E4-4C16-A077-C0AAE759AC8F}" type="sibTrans" cxnId="{EDE4026A-31CA-4BB0-8334-C960F8620079}">
      <dgm:prSet/>
      <dgm:spPr/>
      <dgm:t>
        <a:bodyPr/>
        <a:lstStyle/>
        <a:p>
          <a:endParaRPr lang="en-US"/>
        </a:p>
      </dgm:t>
    </dgm:pt>
    <dgm:pt modelId="{BBE7E917-E2DF-4CCB-8086-C567C242B110}" type="pres">
      <dgm:prSet presAssocID="{1A5C47BE-0465-4141-BD0D-197FEC976C0F}" presName="Name0" presStyleCnt="0">
        <dgm:presLayoutVars>
          <dgm:chMax val="7"/>
          <dgm:dir/>
          <dgm:resizeHandles val="exact"/>
        </dgm:presLayoutVars>
      </dgm:prSet>
      <dgm:spPr/>
    </dgm:pt>
    <dgm:pt modelId="{3EDA9B92-035F-427B-86B9-0C65EF566FA4}" type="pres">
      <dgm:prSet presAssocID="{1A5C47BE-0465-4141-BD0D-197FEC976C0F}" presName="ellipse1" presStyleLbl="vennNode1" presStyleIdx="0" presStyleCnt="3">
        <dgm:presLayoutVars>
          <dgm:bulletEnabled val="1"/>
        </dgm:presLayoutVars>
      </dgm:prSet>
      <dgm:spPr/>
    </dgm:pt>
    <dgm:pt modelId="{A9371F5F-591D-4968-9E52-F0DE991A7005}" type="pres">
      <dgm:prSet presAssocID="{1A5C47BE-0465-4141-BD0D-197FEC976C0F}" presName="ellipse2" presStyleLbl="vennNode1" presStyleIdx="1" presStyleCnt="3">
        <dgm:presLayoutVars>
          <dgm:bulletEnabled val="1"/>
        </dgm:presLayoutVars>
      </dgm:prSet>
      <dgm:spPr/>
    </dgm:pt>
    <dgm:pt modelId="{0697E9B6-A559-4A8F-8845-73745167930C}" type="pres">
      <dgm:prSet presAssocID="{1A5C47BE-0465-4141-BD0D-197FEC976C0F}" presName="ellipse3" presStyleLbl="vennNode1" presStyleIdx="2" presStyleCnt="3">
        <dgm:presLayoutVars>
          <dgm:bulletEnabled val="1"/>
        </dgm:presLayoutVars>
      </dgm:prSet>
      <dgm:spPr/>
    </dgm:pt>
  </dgm:ptLst>
  <dgm:cxnLst>
    <dgm:cxn modelId="{3015E211-39C6-4FBC-BDF9-A3B5DE567B01}" type="presOf" srcId="{8F9D39C5-BA0C-4DE0-8C64-FCE3C9BDF5E2}" destId="{A9371F5F-591D-4968-9E52-F0DE991A7005}" srcOrd="0" destOrd="0" presId="urn:microsoft.com/office/officeart/2005/8/layout/rings+Icon"/>
    <dgm:cxn modelId="{B9E40526-F484-4041-97AF-C7406BC273E1}" srcId="{1A5C47BE-0465-4141-BD0D-197FEC976C0F}" destId="{F308A2C1-C9E4-4CC0-9E6D-3792B0644F55}" srcOrd="0" destOrd="0" parTransId="{89773B40-09DE-44E2-8D89-18DC5663A87C}" sibTransId="{F56E9B23-F4E4-46B3-B54A-C65E22FCF42C}"/>
    <dgm:cxn modelId="{AAD4E469-F8A3-4A9A-A6FA-7BE7016A6CE2}" srcId="{1A5C47BE-0465-4141-BD0D-197FEC976C0F}" destId="{8F9D39C5-BA0C-4DE0-8C64-FCE3C9BDF5E2}" srcOrd="1" destOrd="0" parTransId="{1B2749A5-827B-4C10-83A1-048A8C4EDB40}" sibTransId="{B968A931-F75D-4A7B-A359-EE445F3DCC5E}"/>
    <dgm:cxn modelId="{EDE4026A-31CA-4BB0-8334-C960F8620079}" srcId="{1A5C47BE-0465-4141-BD0D-197FEC976C0F}" destId="{9DE7EF67-699E-4D06-BABD-1AEE224598DE}" srcOrd="2" destOrd="0" parTransId="{22D9FE15-4900-44D7-842B-0395B81E884F}" sibTransId="{1C9A0141-83E4-4C16-A077-C0AAE759AC8F}"/>
    <dgm:cxn modelId="{C3D86174-18C9-4D05-9CD2-73FB18EA25EE}" type="presOf" srcId="{9DE7EF67-699E-4D06-BABD-1AEE224598DE}" destId="{0697E9B6-A559-4A8F-8845-73745167930C}" srcOrd="0" destOrd="0" presId="urn:microsoft.com/office/officeart/2005/8/layout/rings+Icon"/>
    <dgm:cxn modelId="{1EAF39C1-6E22-4667-8D82-9405018936A9}" type="presOf" srcId="{1A5C47BE-0465-4141-BD0D-197FEC976C0F}" destId="{BBE7E917-E2DF-4CCB-8086-C567C242B110}" srcOrd="0" destOrd="0" presId="urn:microsoft.com/office/officeart/2005/8/layout/rings+Icon"/>
    <dgm:cxn modelId="{CD951ECA-E425-4A94-AD00-2B970E22C830}" type="presOf" srcId="{F308A2C1-C9E4-4CC0-9E6D-3792B0644F55}" destId="{3EDA9B92-035F-427B-86B9-0C65EF566FA4}" srcOrd="0" destOrd="0" presId="urn:microsoft.com/office/officeart/2005/8/layout/rings+Icon"/>
    <dgm:cxn modelId="{DEF819E7-1C50-4977-9000-A6EA962428DF}" type="presParOf" srcId="{BBE7E917-E2DF-4CCB-8086-C567C242B110}" destId="{3EDA9B92-035F-427B-86B9-0C65EF566FA4}" srcOrd="0" destOrd="0" presId="urn:microsoft.com/office/officeart/2005/8/layout/rings+Icon"/>
    <dgm:cxn modelId="{10F19791-3360-40B4-9FF8-07F73B6701BA}" type="presParOf" srcId="{BBE7E917-E2DF-4CCB-8086-C567C242B110}" destId="{A9371F5F-591D-4968-9E52-F0DE991A7005}" srcOrd="1" destOrd="0" presId="urn:microsoft.com/office/officeart/2005/8/layout/rings+Icon"/>
    <dgm:cxn modelId="{11CE05F7-CC1F-439E-A100-C57118685CDF}" type="presParOf" srcId="{BBE7E917-E2DF-4CCB-8086-C567C242B110}" destId="{0697E9B6-A559-4A8F-8845-73745167930C}" srcOrd="2" destOrd="0" presId="urn:microsoft.com/office/officeart/2005/8/layout/rings+Icon"/>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A5C47BE-0465-4141-BD0D-197FEC976C0F}" type="doc">
      <dgm:prSet loTypeId="urn:microsoft.com/office/officeart/2005/8/layout/rings+Icon" loCatId="officeonline" qsTypeId="urn:microsoft.com/office/officeart/2005/8/quickstyle/simple1" qsCatId="simple" csTypeId="urn:microsoft.com/office/officeart/2005/8/colors/accent1_2" csCatId="accent1" phldr="1"/>
      <dgm:spPr/>
    </dgm:pt>
    <dgm:pt modelId="{F308A2C1-C9E4-4CC0-9E6D-3792B0644F55}">
      <dgm:prSet phldrT="[Text]"/>
      <dgm:spPr/>
      <dgm:t>
        <a:bodyPr/>
        <a:lstStyle/>
        <a:p>
          <a:pPr>
            <a:buFont typeface="Arial" panose="020B0604020202020204" pitchFamily="34" charset="0"/>
            <a:buChar char="•"/>
          </a:pPr>
          <a:r>
            <a:rPr lang="en-US" dirty="0"/>
            <a:t>Raspberry Pi</a:t>
          </a:r>
        </a:p>
      </dgm:t>
    </dgm:pt>
    <dgm:pt modelId="{89773B40-09DE-44E2-8D89-18DC5663A87C}" type="parTrans" cxnId="{B9E40526-F484-4041-97AF-C7406BC273E1}">
      <dgm:prSet/>
      <dgm:spPr/>
      <dgm:t>
        <a:bodyPr/>
        <a:lstStyle/>
        <a:p>
          <a:endParaRPr lang="en-US"/>
        </a:p>
      </dgm:t>
    </dgm:pt>
    <dgm:pt modelId="{F56E9B23-F4E4-46B3-B54A-C65E22FCF42C}" type="sibTrans" cxnId="{B9E40526-F484-4041-97AF-C7406BC273E1}">
      <dgm:prSet/>
      <dgm:spPr/>
      <dgm:t>
        <a:bodyPr/>
        <a:lstStyle/>
        <a:p>
          <a:endParaRPr lang="en-US"/>
        </a:p>
      </dgm:t>
    </dgm:pt>
    <dgm:pt modelId="{8F9D39C5-BA0C-4DE0-8C64-FCE3C9BDF5E2}">
      <dgm:prSet/>
      <dgm:spPr/>
      <dgm:t>
        <a:bodyPr/>
        <a:lstStyle/>
        <a:p>
          <a:r>
            <a:rPr lang="en-US"/>
            <a:t>Adafruit Web Dashboard</a:t>
          </a:r>
          <a:endParaRPr lang="en-US" dirty="0"/>
        </a:p>
      </dgm:t>
    </dgm:pt>
    <dgm:pt modelId="{1B2749A5-827B-4C10-83A1-048A8C4EDB40}" type="parTrans" cxnId="{AAD4E469-F8A3-4A9A-A6FA-7BE7016A6CE2}">
      <dgm:prSet/>
      <dgm:spPr/>
      <dgm:t>
        <a:bodyPr/>
        <a:lstStyle/>
        <a:p>
          <a:endParaRPr lang="en-US"/>
        </a:p>
      </dgm:t>
    </dgm:pt>
    <dgm:pt modelId="{B968A931-F75D-4A7B-A359-EE445F3DCC5E}" type="sibTrans" cxnId="{AAD4E469-F8A3-4A9A-A6FA-7BE7016A6CE2}">
      <dgm:prSet/>
      <dgm:spPr/>
      <dgm:t>
        <a:bodyPr/>
        <a:lstStyle/>
        <a:p>
          <a:endParaRPr lang="en-US"/>
        </a:p>
      </dgm:t>
    </dgm:pt>
    <dgm:pt modelId="{9DE7EF67-699E-4D06-BABD-1AEE224598DE}">
      <dgm:prSet/>
      <dgm:spPr/>
      <dgm:t>
        <a:bodyPr/>
        <a:lstStyle/>
        <a:p>
          <a:r>
            <a:rPr lang="en-US"/>
            <a:t>Blynk Mobile App</a:t>
          </a:r>
          <a:endParaRPr lang="en-US" dirty="0"/>
        </a:p>
      </dgm:t>
    </dgm:pt>
    <dgm:pt modelId="{22D9FE15-4900-44D7-842B-0395B81E884F}" type="parTrans" cxnId="{EDE4026A-31CA-4BB0-8334-C960F8620079}">
      <dgm:prSet/>
      <dgm:spPr/>
      <dgm:t>
        <a:bodyPr/>
        <a:lstStyle/>
        <a:p>
          <a:endParaRPr lang="en-US"/>
        </a:p>
      </dgm:t>
    </dgm:pt>
    <dgm:pt modelId="{1C9A0141-83E4-4C16-A077-C0AAE759AC8F}" type="sibTrans" cxnId="{EDE4026A-31CA-4BB0-8334-C960F8620079}">
      <dgm:prSet/>
      <dgm:spPr/>
      <dgm:t>
        <a:bodyPr/>
        <a:lstStyle/>
        <a:p>
          <a:endParaRPr lang="en-US"/>
        </a:p>
      </dgm:t>
    </dgm:pt>
    <dgm:pt modelId="{BBE7E917-E2DF-4CCB-8086-C567C242B110}" type="pres">
      <dgm:prSet presAssocID="{1A5C47BE-0465-4141-BD0D-197FEC976C0F}" presName="Name0" presStyleCnt="0">
        <dgm:presLayoutVars>
          <dgm:chMax val="7"/>
          <dgm:dir/>
          <dgm:resizeHandles val="exact"/>
        </dgm:presLayoutVars>
      </dgm:prSet>
      <dgm:spPr/>
    </dgm:pt>
    <dgm:pt modelId="{3EDA9B92-035F-427B-86B9-0C65EF566FA4}" type="pres">
      <dgm:prSet presAssocID="{1A5C47BE-0465-4141-BD0D-197FEC976C0F}" presName="ellipse1" presStyleLbl="vennNode1" presStyleIdx="0" presStyleCnt="3">
        <dgm:presLayoutVars>
          <dgm:bulletEnabled val="1"/>
        </dgm:presLayoutVars>
      </dgm:prSet>
      <dgm:spPr/>
    </dgm:pt>
    <dgm:pt modelId="{A9371F5F-591D-4968-9E52-F0DE991A7005}" type="pres">
      <dgm:prSet presAssocID="{1A5C47BE-0465-4141-BD0D-197FEC976C0F}" presName="ellipse2" presStyleLbl="vennNode1" presStyleIdx="1" presStyleCnt="3">
        <dgm:presLayoutVars>
          <dgm:bulletEnabled val="1"/>
        </dgm:presLayoutVars>
      </dgm:prSet>
      <dgm:spPr/>
    </dgm:pt>
    <dgm:pt modelId="{0697E9B6-A559-4A8F-8845-73745167930C}" type="pres">
      <dgm:prSet presAssocID="{1A5C47BE-0465-4141-BD0D-197FEC976C0F}" presName="ellipse3" presStyleLbl="vennNode1" presStyleIdx="2" presStyleCnt="3">
        <dgm:presLayoutVars>
          <dgm:bulletEnabled val="1"/>
        </dgm:presLayoutVars>
      </dgm:prSet>
      <dgm:spPr/>
    </dgm:pt>
  </dgm:ptLst>
  <dgm:cxnLst>
    <dgm:cxn modelId="{3015E211-39C6-4FBC-BDF9-A3B5DE567B01}" type="presOf" srcId="{8F9D39C5-BA0C-4DE0-8C64-FCE3C9BDF5E2}" destId="{A9371F5F-591D-4968-9E52-F0DE991A7005}" srcOrd="0" destOrd="0" presId="urn:microsoft.com/office/officeart/2005/8/layout/rings+Icon"/>
    <dgm:cxn modelId="{B9E40526-F484-4041-97AF-C7406BC273E1}" srcId="{1A5C47BE-0465-4141-BD0D-197FEC976C0F}" destId="{F308A2C1-C9E4-4CC0-9E6D-3792B0644F55}" srcOrd="0" destOrd="0" parTransId="{89773B40-09DE-44E2-8D89-18DC5663A87C}" sibTransId="{F56E9B23-F4E4-46B3-B54A-C65E22FCF42C}"/>
    <dgm:cxn modelId="{AAD4E469-F8A3-4A9A-A6FA-7BE7016A6CE2}" srcId="{1A5C47BE-0465-4141-BD0D-197FEC976C0F}" destId="{8F9D39C5-BA0C-4DE0-8C64-FCE3C9BDF5E2}" srcOrd="1" destOrd="0" parTransId="{1B2749A5-827B-4C10-83A1-048A8C4EDB40}" sibTransId="{B968A931-F75D-4A7B-A359-EE445F3DCC5E}"/>
    <dgm:cxn modelId="{EDE4026A-31CA-4BB0-8334-C960F8620079}" srcId="{1A5C47BE-0465-4141-BD0D-197FEC976C0F}" destId="{9DE7EF67-699E-4D06-BABD-1AEE224598DE}" srcOrd="2" destOrd="0" parTransId="{22D9FE15-4900-44D7-842B-0395B81E884F}" sibTransId="{1C9A0141-83E4-4C16-A077-C0AAE759AC8F}"/>
    <dgm:cxn modelId="{C3D86174-18C9-4D05-9CD2-73FB18EA25EE}" type="presOf" srcId="{9DE7EF67-699E-4D06-BABD-1AEE224598DE}" destId="{0697E9B6-A559-4A8F-8845-73745167930C}" srcOrd="0" destOrd="0" presId="urn:microsoft.com/office/officeart/2005/8/layout/rings+Icon"/>
    <dgm:cxn modelId="{1EAF39C1-6E22-4667-8D82-9405018936A9}" type="presOf" srcId="{1A5C47BE-0465-4141-BD0D-197FEC976C0F}" destId="{BBE7E917-E2DF-4CCB-8086-C567C242B110}" srcOrd="0" destOrd="0" presId="urn:microsoft.com/office/officeart/2005/8/layout/rings+Icon"/>
    <dgm:cxn modelId="{CD951ECA-E425-4A94-AD00-2B970E22C830}" type="presOf" srcId="{F308A2C1-C9E4-4CC0-9E6D-3792B0644F55}" destId="{3EDA9B92-035F-427B-86B9-0C65EF566FA4}" srcOrd="0" destOrd="0" presId="urn:microsoft.com/office/officeart/2005/8/layout/rings+Icon"/>
    <dgm:cxn modelId="{DEF819E7-1C50-4977-9000-A6EA962428DF}" type="presParOf" srcId="{BBE7E917-E2DF-4CCB-8086-C567C242B110}" destId="{3EDA9B92-035F-427B-86B9-0C65EF566FA4}" srcOrd="0" destOrd="0" presId="urn:microsoft.com/office/officeart/2005/8/layout/rings+Icon"/>
    <dgm:cxn modelId="{10F19791-3360-40B4-9FF8-07F73B6701BA}" type="presParOf" srcId="{BBE7E917-E2DF-4CCB-8086-C567C242B110}" destId="{A9371F5F-591D-4968-9E52-F0DE991A7005}" srcOrd="1" destOrd="0" presId="urn:microsoft.com/office/officeart/2005/8/layout/rings+Icon"/>
    <dgm:cxn modelId="{11CE05F7-CC1F-439E-A100-C57118685CDF}" type="presParOf" srcId="{BBE7E917-E2DF-4CCB-8086-C567C242B110}" destId="{0697E9B6-A559-4A8F-8845-73745167930C}" srcOrd="2" destOrd="0" presId="urn:microsoft.com/office/officeart/2005/8/layout/rings+Icon"/>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A5C47BE-0465-4141-BD0D-197FEC976C0F}" type="doc">
      <dgm:prSet loTypeId="urn:microsoft.com/office/officeart/2005/8/layout/rings+Icon" loCatId="officeonline" qsTypeId="urn:microsoft.com/office/officeart/2005/8/quickstyle/simple1" qsCatId="simple" csTypeId="urn:microsoft.com/office/officeart/2005/8/colors/accent1_2" csCatId="accent1" phldr="1"/>
      <dgm:spPr/>
    </dgm:pt>
    <dgm:pt modelId="{F308A2C1-C9E4-4CC0-9E6D-3792B0644F55}">
      <dgm:prSet phldrT="[Text]"/>
      <dgm:spPr/>
      <dgm:t>
        <a:bodyPr/>
        <a:lstStyle/>
        <a:p>
          <a:pPr>
            <a:buFont typeface="Arial" panose="020B0604020202020204" pitchFamily="34" charset="0"/>
            <a:buChar char="•"/>
          </a:pPr>
          <a:r>
            <a:rPr lang="en-US" dirty="0"/>
            <a:t>Raspberry Pi</a:t>
          </a:r>
        </a:p>
      </dgm:t>
    </dgm:pt>
    <dgm:pt modelId="{89773B40-09DE-44E2-8D89-18DC5663A87C}" type="parTrans" cxnId="{B9E40526-F484-4041-97AF-C7406BC273E1}">
      <dgm:prSet/>
      <dgm:spPr/>
      <dgm:t>
        <a:bodyPr/>
        <a:lstStyle/>
        <a:p>
          <a:endParaRPr lang="en-US"/>
        </a:p>
      </dgm:t>
    </dgm:pt>
    <dgm:pt modelId="{F56E9B23-F4E4-46B3-B54A-C65E22FCF42C}" type="sibTrans" cxnId="{B9E40526-F484-4041-97AF-C7406BC273E1}">
      <dgm:prSet/>
      <dgm:spPr/>
      <dgm:t>
        <a:bodyPr/>
        <a:lstStyle/>
        <a:p>
          <a:endParaRPr lang="en-US"/>
        </a:p>
      </dgm:t>
    </dgm:pt>
    <dgm:pt modelId="{8F9D39C5-BA0C-4DE0-8C64-FCE3C9BDF5E2}">
      <dgm:prSet/>
      <dgm:spPr/>
      <dgm:t>
        <a:bodyPr/>
        <a:lstStyle/>
        <a:p>
          <a:r>
            <a:rPr lang="en-US"/>
            <a:t>Adafruit Web Dashboard</a:t>
          </a:r>
          <a:endParaRPr lang="en-US" dirty="0"/>
        </a:p>
      </dgm:t>
    </dgm:pt>
    <dgm:pt modelId="{1B2749A5-827B-4C10-83A1-048A8C4EDB40}" type="parTrans" cxnId="{AAD4E469-F8A3-4A9A-A6FA-7BE7016A6CE2}">
      <dgm:prSet/>
      <dgm:spPr/>
      <dgm:t>
        <a:bodyPr/>
        <a:lstStyle/>
        <a:p>
          <a:endParaRPr lang="en-US"/>
        </a:p>
      </dgm:t>
    </dgm:pt>
    <dgm:pt modelId="{B968A931-F75D-4A7B-A359-EE445F3DCC5E}" type="sibTrans" cxnId="{AAD4E469-F8A3-4A9A-A6FA-7BE7016A6CE2}">
      <dgm:prSet/>
      <dgm:spPr/>
      <dgm:t>
        <a:bodyPr/>
        <a:lstStyle/>
        <a:p>
          <a:endParaRPr lang="en-US"/>
        </a:p>
      </dgm:t>
    </dgm:pt>
    <dgm:pt modelId="{9DE7EF67-699E-4D06-BABD-1AEE224598DE}">
      <dgm:prSet/>
      <dgm:spPr/>
      <dgm:t>
        <a:bodyPr/>
        <a:lstStyle/>
        <a:p>
          <a:r>
            <a:rPr lang="en-US"/>
            <a:t>Blynk Mobile App</a:t>
          </a:r>
          <a:endParaRPr lang="en-US" dirty="0"/>
        </a:p>
      </dgm:t>
    </dgm:pt>
    <dgm:pt modelId="{22D9FE15-4900-44D7-842B-0395B81E884F}" type="parTrans" cxnId="{EDE4026A-31CA-4BB0-8334-C960F8620079}">
      <dgm:prSet/>
      <dgm:spPr/>
      <dgm:t>
        <a:bodyPr/>
        <a:lstStyle/>
        <a:p>
          <a:endParaRPr lang="en-US"/>
        </a:p>
      </dgm:t>
    </dgm:pt>
    <dgm:pt modelId="{1C9A0141-83E4-4C16-A077-C0AAE759AC8F}" type="sibTrans" cxnId="{EDE4026A-31CA-4BB0-8334-C960F8620079}">
      <dgm:prSet/>
      <dgm:spPr/>
      <dgm:t>
        <a:bodyPr/>
        <a:lstStyle/>
        <a:p>
          <a:endParaRPr lang="en-US"/>
        </a:p>
      </dgm:t>
    </dgm:pt>
    <dgm:pt modelId="{BBE7E917-E2DF-4CCB-8086-C567C242B110}" type="pres">
      <dgm:prSet presAssocID="{1A5C47BE-0465-4141-BD0D-197FEC976C0F}" presName="Name0" presStyleCnt="0">
        <dgm:presLayoutVars>
          <dgm:chMax val="7"/>
          <dgm:dir/>
          <dgm:resizeHandles val="exact"/>
        </dgm:presLayoutVars>
      </dgm:prSet>
      <dgm:spPr/>
    </dgm:pt>
    <dgm:pt modelId="{3EDA9B92-035F-427B-86B9-0C65EF566FA4}" type="pres">
      <dgm:prSet presAssocID="{1A5C47BE-0465-4141-BD0D-197FEC976C0F}" presName="ellipse1" presStyleLbl="vennNode1" presStyleIdx="0" presStyleCnt="3">
        <dgm:presLayoutVars>
          <dgm:bulletEnabled val="1"/>
        </dgm:presLayoutVars>
      </dgm:prSet>
      <dgm:spPr/>
    </dgm:pt>
    <dgm:pt modelId="{A9371F5F-591D-4968-9E52-F0DE991A7005}" type="pres">
      <dgm:prSet presAssocID="{1A5C47BE-0465-4141-BD0D-197FEC976C0F}" presName="ellipse2" presStyleLbl="vennNode1" presStyleIdx="1" presStyleCnt="3">
        <dgm:presLayoutVars>
          <dgm:bulletEnabled val="1"/>
        </dgm:presLayoutVars>
      </dgm:prSet>
      <dgm:spPr/>
    </dgm:pt>
    <dgm:pt modelId="{0697E9B6-A559-4A8F-8845-73745167930C}" type="pres">
      <dgm:prSet presAssocID="{1A5C47BE-0465-4141-BD0D-197FEC976C0F}" presName="ellipse3" presStyleLbl="vennNode1" presStyleIdx="2" presStyleCnt="3">
        <dgm:presLayoutVars>
          <dgm:bulletEnabled val="1"/>
        </dgm:presLayoutVars>
      </dgm:prSet>
      <dgm:spPr/>
    </dgm:pt>
  </dgm:ptLst>
  <dgm:cxnLst>
    <dgm:cxn modelId="{3015E211-39C6-4FBC-BDF9-A3B5DE567B01}" type="presOf" srcId="{8F9D39C5-BA0C-4DE0-8C64-FCE3C9BDF5E2}" destId="{A9371F5F-591D-4968-9E52-F0DE991A7005}" srcOrd="0" destOrd="0" presId="urn:microsoft.com/office/officeart/2005/8/layout/rings+Icon"/>
    <dgm:cxn modelId="{B9E40526-F484-4041-97AF-C7406BC273E1}" srcId="{1A5C47BE-0465-4141-BD0D-197FEC976C0F}" destId="{F308A2C1-C9E4-4CC0-9E6D-3792B0644F55}" srcOrd="0" destOrd="0" parTransId="{89773B40-09DE-44E2-8D89-18DC5663A87C}" sibTransId="{F56E9B23-F4E4-46B3-B54A-C65E22FCF42C}"/>
    <dgm:cxn modelId="{AAD4E469-F8A3-4A9A-A6FA-7BE7016A6CE2}" srcId="{1A5C47BE-0465-4141-BD0D-197FEC976C0F}" destId="{8F9D39C5-BA0C-4DE0-8C64-FCE3C9BDF5E2}" srcOrd="1" destOrd="0" parTransId="{1B2749A5-827B-4C10-83A1-048A8C4EDB40}" sibTransId="{B968A931-F75D-4A7B-A359-EE445F3DCC5E}"/>
    <dgm:cxn modelId="{EDE4026A-31CA-4BB0-8334-C960F8620079}" srcId="{1A5C47BE-0465-4141-BD0D-197FEC976C0F}" destId="{9DE7EF67-699E-4D06-BABD-1AEE224598DE}" srcOrd="2" destOrd="0" parTransId="{22D9FE15-4900-44D7-842B-0395B81E884F}" sibTransId="{1C9A0141-83E4-4C16-A077-C0AAE759AC8F}"/>
    <dgm:cxn modelId="{C3D86174-18C9-4D05-9CD2-73FB18EA25EE}" type="presOf" srcId="{9DE7EF67-699E-4D06-BABD-1AEE224598DE}" destId="{0697E9B6-A559-4A8F-8845-73745167930C}" srcOrd="0" destOrd="0" presId="urn:microsoft.com/office/officeart/2005/8/layout/rings+Icon"/>
    <dgm:cxn modelId="{1EAF39C1-6E22-4667-8D82-9405018936A9}" type="presOf" srcId="{1A5C47BE-0465-4141-BD0D-197FEC976C0F}" destId="{BBE7E917-E2DF-4CCB-8086-C567C242B110}" srcOrd="0" destOrd="0" presId="urn:microsoft.com/office/officeart/2005/8/layout/rings+Icon"/>
    <dgm:cxn modelId="{CD951ECA-E425-4A94-AD00-2B970E22C830}" type="presOf" srcId="{F308A2C1-C9E4-4CC0-9E6D-3792B0644F55}" destId="{3EDA9B92-035F-427B-86B9-0C65EF566FA4}" srcOrd="0" destOrd="0" presId="urn:microsoft.com/office/officeart/2005/8/layout/rings+Icon"/>
    <dgm:cxn modelId="{DEF819E7-1C50-4977-9000-A6EA962428DF}" type="presParOf" srcId="{BBE7E917-E2DF-4CCB-8086-C567C242B110}" destId="{3EDA9B92-035F-427B-86B9-0C65EF566FA4}" srcOrd="0" destOrd="0" presId="urn:microsoft.com/office/officeart/2005/8/layout/rings+Icon"/>
    <dgm:cxn modelId="{10F19791-3360-40B4-9FF8-07F73B6701BA}" type="presParOf" srcId="{BBE7E917-E2DF-4CCB-8086-C567C242B110}" destId="{A9371F5F-591D-4968-9E52-F0DE991A7005}" srcOrd="1" destOrd="0" presId="urn:microsoft.com/office/officeart/2005/8/layout/rings+Icon"/>
    <dgm:cxn modelId="{11CE05F7-CC1F-439E-A100-C57118685CDF}" type="presParOf" srcId="{BBE7E917-E2DF-4CCB-8086-C567C242B110}" destId="{0697E9B6-A559-4A8F-8845-73745167930C}" srcOrd="2" destOrd="0" presId="urn:microsoft.com/office/officeart/2005/8/layout/rings+Icon"/>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0DED9C3-717C-4A6D-8555-1CDDA93D0349}" type="doc">
      <dgm:prSet loTypeId="urn:microsoft.com/office/officeart/2005/8/layout/lProcess2" loCatId="relationship" qsTypeId="urn:microsoft.com/office/officeart/2005/8/quickstyle/simple3" qsCatId="simple" csTypeId="urn:microsoft.com/office/officeart/2005/8/colors/accent2_1" csCatId="accent2" phldr="1"/>
      <dgm:spPr/>
      <dgm:t>
        <a:bodyPr/>
        <a:lstStyle/>
        <a:p>
          <a:endParaRPr lang="en-US"/>
        </a:p>
      </dgm:t>
    </dgm:pt>
    <dgm:pt modelId="{B5D2488C-1715-4702-BE81-F73D33F7F733}">
      <dgm:prSet phldrT="[Text]"/>
      <dgm:spPr/>
      <dgm:t>
        <a:bodyPr/>
        <a:lstStyle/>
        <a:p>
          <a:r>
            <a:rPr lang="en-US" sz="1800" b="0" dirty="0">
              <a:latin typeface="Catamaran" panose="020B0604020202020204" charset="0"/>
              <a:cs typeface="Catamaran" panose="020B0604020202020204" charset="0"/>
            </a:rPr>
            <a:t>Operational Modes</a:t>
          </a:r>
          <a:endParaRPr lang="en-US" b="0" dirty="0">
            <a:latin typeface="Catamaran" panose="020B0604020202020204" charset="0"/>
            <a:cs typeface="Catamaran" panose="020B0604020202020204" charset="0"/>
          </a:endParaRPr>
        </a:p>
      </dgm:t>
    </dgm:pt>
    <dgm:pt modelId="{DBC7AFD0-6778-4F3A-AB8F-3F75AC2CB866}" type="parTrans" cxnId="{7AD0F681-D403-45A4-A2E6-F9DED40FBE89}">
      <dgm:prSet/>
      <dgm:spPr/>
      <dgm:t>
        <a:bodyPr/>
        <a:lstStyle/>
        <a:p>
          <a:endParaRPr lang="en-US" b="0">
            <a:latin typeface="Catamaran" panose="020B0604020202020204" charset="0"/>
            <a:cs typeface="Catamaran" panose="020B0604020202020204" charset="0"/>
          </a:endParaRPr>
        </a:p>
      </dgm:t>
    </dgm:pt>
    <dgm:pt modelId="{E2F3F428-79E4-4335-BE83-0EC002CD8E6D}" type="sibTrans" cxnId="{7AD0F681-D403-45A4-A2E6-F9DED40FBE89}">
      <dgm:prSet/>
      <dgm:spPr/>
      <dgm:t>
        <a:bodyPr/>
        <a:lstStyle/>
        <a:p>
          <a:endParaRPr lang="en-US" b="0">
            <a:latin typeface="Catamaran" panose="020B0604020202020204" charset="0"/>
            <a:cs typeface="Catamaran" panose="020B0604020202020204" charset="0"/>
          </a:endParaRPr>
        </a:p>
      </dgm:t>
    </dgm:pt>
    <dgm:pt modelId="{3BE98149-2176-4CA0-9700-0E10AE0CA863}">
      <dgm:prSet phldrT="[Text]"/>
      <dgm:spPr/>
      <dgm:t>
        <a:bodyPr/>
        <a:lstStyle/>
        <a:p>
          <a:pPr>
            <a:buFont typeface="Arial" panose="020B0604020202020204" pitchFamily="34" charset="0"/>
            <a:buChar char="•"/>
          </a:pPr>
          <a:r>
            <a:rPr lang="en-US" b="0" dirty="0">
              <a:latin typeface="Catamaran" panose="020B0604020202020204" charset="0"/>
              <a:cs typeface="Catamaran" panose="020B0604020202020204" charset="0"/>
            </a:rPr>
            <a:t>Automatic Mode</a:t>
          </a:r>
        </a:p>
      </dgm:t>
    </dgm:pt>
    <dgm:pt modelId="{223F6BE5-5FBD-4E08-A97D-9E74FE17D789}" type="parTrans" cxnId="{31854E73-0899-4F09-BDB7-8D1088FCE970}">
      <dgm:prSet/>
      <dgm:spPr/>
      <dgm:t>
        <a:bodyPr/>
        <a:lstStyle/>
        <a:p>
          <a:endParaRPr lang="en-US" b="0">
            <a:latin typeface="Catamaran" panose="020B0604020202020204" charset="0"/>
            <a:cs typeface="Catamaran" panose="020B0604020202020204" charset="0"/>
          </a:endParaRPr>
        </a:p>
      </dgm:t>
    </dgm:pt>
    <dgm:pt modelId="{6B71D6C8-074D-47D4-B21D-4269B53D9FD2}" type="sibTrans" cxnId="{31854E73-0899-4F09-BDB7-8D1088FCE970}">
      <dgm:prSet/>
      <dgm:spPr/>
      <dgm:t>
        <a:bodyPr/>
        <a:lstStyle/>
        <a:p>
          <a:endParaRPr lang="en-US" b="0">
            <a:latin typeface="Catamaran" panose="020B0604020202020204" charset="0"/>
            <a:cs typeface="Catamaran" panose="020B0604020202020204" charset="0"/>
          </a:endParaRPr>
        </a:p>
      </dgm:t>
    </dgm:pt>
    <dgm:pt modelId="{DC87FB62-36F2-41F6-8DD7-953E1D97B364}">
      <dgm:prSet phldrT="[Text]"/>
      <dgm:spPr/>
      <dgm:t>
        <a:bodyPr/>
        <a:lstStyle/>
        <a:p>
          <a:pPr>
            <a:buFont typeface="Arial" panose="020B0604020202020204" pitchFamily="34" charset="0"/>
            <a:buChar char="•"/>
          </a:pPr>
          <a:r>
            <a:rPr lang="en-US" b="0" dirty="0">
              <a:latin typeface="Catamaran" panose="020B0604020202020204" charset="0"/>
              <a:cs typeface="Catamaran" panose="020B0604020202020204" charset="0"/>
            </a:rPr>
            <a:t>Manual Mode</a:t>
          </a:r>
        </a:p>
      </dgm:t>
    </dgm:pt>
    <dgm:pt modelId="{C4F90D8F-CD89-43B7-9CD5-7F28A6B35580}" type="parTrans" cxnId="{97666A58-56E3-4B9D-90D8-3BA17DFFDB55}">
      <dgm:prSet/>
      <dgm:spPr/>
      <dgm:t>
        <a:bodyPr/>
        <a:lstStyle/>
        <a:p>
          <a:endParaRPr lang="en-US" b="0">
            <a:latin typeface="Catamaran" panose="020B0604020202020204" charset="0"/>
            <a:cs typeface="Catamaran" panose="020B0604020202020204" charset="0"/>
          </a:endParaRPr>
        </a:p>
      </dgm:t>
    </dgm:pt>
    <dgm:pt modelId="{065E9983-FC07-4E35-9103-5AE5DD4A504F}" type="sibTrans" cxnId="{97666A58-56E3-4B9D-90D8-3BA17DFFDB55}">
      <dgm:prSet/>
      <dgm:spPr/>
      <dgm:t>
        <a:bodyPr/>
        <a:lstStyle/>
        <a:p>
          <a:endParaRPr lang="en-US" b="0">
            <a:latin typeface="Catamaran" panose="020B0604020202020204" charset="0"/>
            <a:cs typeface="Catamaran" panose="020B0604020202020204" charset="0"/>
          </a:endParaRPr>
        </a:p>
      </dgm:t>
    </dgm:pt>
    <dgm:pt modelId="{B18DA5D5-F04E-46EE-97DF-56B256AAB87A}">
      <dgm:prSet phldrT="[Text]"/>
      <dgm:spPr/>
      <dgm:t>
        <a:bodyPr/>
        <a:lstStyle/>
        <a:p>
          <a:r>
            <a:rPr lang="en-US" b="0" i="0" dirty="0">
              <a:latin typeface="Catamaran" panose="020B0604020202020204" charset="0"/>
              <a:cs typeface="Catamaran" panose="020B0604020202020204" charset="0"/>
            </a:rPr>
            <a:t>Adafruit Dashboard Features</a:t>
          </a:r>
          <a:endParaRPr lang="en-US" b="0" dirty="0">
            <a:latin typeface="Catamaran" panose="020B0604020202020204" charset="0"/>
            <a:cs typeface="Catamaran" panose="020B0604020202020204" charset="0"/>
          </a:endParaRPr>
        </a:p>
      </dgm:t>
    </dgm:pt>
    <dgm:pt modelId="{1571507E-BEDA-4832-A112-F2DA35F1F355}" type="parTrans" cxnId="{E244975C-A535-4701-AC8D-F0F0093BFAB9}">
      <dgm:prSet/>
      <dgm:spPr/>
      <dgm:t>
        <a:bodyPr/>
        <a:lstStyle/>
        <a:p>
          <a:endParaRPr lang="en-US" b="0">
            <a:latin typeface="Catamaran" panose="020B0604020202020204" charset="0"/>
            <a:cs typeface="Catamaran" panose="020B0604020202020204" charset="0"/>
          </a:endParaRPr>
        </a:p>
      </dgm:t>
    </dgm:pt>
    <dgm:pt modelId="{311694C3-3F35-41D6-86C0-EC8E88F0ADE5}" type="sibTrans" cxnId="{E244975C-A535-4701-AC8D-F0F0093BFAB9}">
      <dgm:prSet/>
      <dgm:spPr/>
      <dgm:t>
        <a:bodyPr/>
        <a:lstStyle/>
        <a:p>
          <a:endParaRPr lang="en-US" b="0">
            <a:latin typeface="Catamaran" panose="020B0604020202020204" charset="0"/>
            <a:cs typeface="Catamaran" panose="020B0604020202020204" charset="0"/>
          </a:endParaRPr>
        </a:p>
      </dgm:t>
    </dgm:pt>
    <dgm:pt modelId="{267725F3-4447-470B-9F34-992A8D17C26D}">
      <dgm:prSet phldrT="[Text]"/>
      <dgm:spPr/>
      <dgm:t>
        <a:bodyPr/>
        <a:lstStyle/>
        <a:p>
          <a:pPr>
            <a:buFont typeface="Arial" panose="020B0604020202020204" pitchFamily="34" charset="0"/>
            <a:buChar char="•"/>
          </a:pPr>
          <a:r>
            <a:rPr lang="en-US" b="0" i="0" dirty="0">
              <a:latin typeface="Catamaran" panose="020B0604020202020204" charset="0"/>
              <a:cs typeface="Catamaran" panose="020B0604020202020204" charset="0"/>
            </a:rPr>
            <a:t>Operation Mode and  Pump Status Indicator.</a:t>
          </a:r>
          <a:endParaRPr lang="en-US" b="0" dirty="0">
            <a:latin typeface="Catamaran" panose="020B0604020202020204" charset="0"/>
            <a:cs typeface="Catamaran" panose="020B0604020202020204" charset="0"/>
          </a:endParaRPr>
        </a:p>
      </dgm:t>
    </dgm:pt>
    <dgm:pt modelId="{FF1D28AB-BEFA-4A4A-AE07-57340EB979C5}" type="parTrans" cxnId="{0B3DF9DE-4502-49C2-BB66-5518A9D428B3}">
      <dgm:prSet/>
      <dgm:spPr/>
      <dgm:t>
        <a:bodyPr/>
        <a:lstStyle/>
        <a:p>
          <a:endParaRPr lang="en-US" b="0">
            <a:latin typeface="Catamaran" panose="020B0604020202020204" charset="0"/>
            <a:cs typeface="Catamaran" panose="020B0604020202020204" charset="0"/>
          </a:endParaRPr>
        </a:p>
      </dgm:t>
    </dgm:pt>
    <dgm:pt modelId="{662218E9-1BC3-430F-A404-C186E37C43F6}" type="sibTrans" cxnId="{0B3DF9DE-4502-49C2-BB66-5518A9D428B3}">
      <dgm:prSet/>
      <dgm:spPr/>
      <dgm:t>
        <a:bodyPr/>
        <a:lstStyle/>
        <a:p>
          <a:endParaRPr lang="en-US" b="0">
            <a:latin typeface="Catamaran" panose="020B0604020202020204" charset="0"/>
            <a:cs typeface="Catamaran" panose="020B0604020202020204" charset="0"/>
          </a:endParaRPr>
        </a:p>
      </dgm:t>
    </dgm:pt>
    <dgm:pt modelId="{570B0A42-EB82-4911-B599-0E782BEB0720}">
      <dgm:prSet/>
      <dgm:spPr/>
      <dgm:t>
        <a:bodyPr/>
        <a:lstStyle/>
        <a:p>
          <a:pPr>
            <a:buFont typeface="Arial" panose="020B0604020202020204" pitchFamily="34" charset="0"/>
            <a:buChar char="•"/>
          </a:pPr>
          <a:r>
            <a:rPr lang="en-US" b="0" i="0" dirty="0">
              <a:latin typeface="Catamaran" panose="020B0604020202020204" charset="0"/>
              <a:cs typeface="Catamaran" panose="020B0604020202020204" charset="0"/>
            </a:rPr>
            <a:t>Humidity and soil moisture levels.</a:t>
          </a:r>
        </a:p>
      </dgm:t>
    </dgm:pt>
    <dgm:pt modelId="{DBFB8FFC-2BC7-4719-B71C-C0D8E8D73AE3}" type="parTrans" cxnId="{2F3D3582-4034-4AA5-97C2-AD95C8B27861}">
      <dgm:prSet/>
      <dgm:spPr/>
      <dgm:t>
        <a:bodyPr/>
        <a:lstStyle/>
        <a:p>
          <a:endParaRPr lang="en-US" b="0">
            <a:latin typeface="Catamaran" panose="020B0604020202020204" charset="0"/>
            <a:cs typeface="Catamaran" panose="020B0604020202020204" charset="0"/>
          </a:endParaRPr>
        </a:p>
      </dgm:t>
    </dgm:pt>
    <dgm:pt modelId="{44A3CBBC-E8BC-4C01-88CD-400BFC7B2EF4}" type="sibTrans" cxnId="{2F3D3582-4034-4AA5-97C2-AD95C8B27861}">
      <dgm:prSet/>
      <dgm:spPr/>
      <dgm:t>
        <a:bodyPr/>
        <a:lstStyle/>
        <a:p>
          <a:endParaRPr lang="en-US" b="0">
            <a:latin typeface="Catamaran" panose="020B0604020202020204" charset="0"/>
            <a:cs typeface="Catamaran" panose="020B0604020202020204" charset="0"/>
          </a:endParaRPr>
        </a:p>
      </dgm:t>
    </dgm:pt>
    <dgm:pt modelId="{7BB54D7C-F106-4513-9B49-0FDFA109EA7E}">
      <dgm:prSet/>
      <dgm:spPr/>
      <dgm:t>
        <a:bodyPr/>
        <a:lstStyle/>
        <a:p>
          <a:pPr>
            <a:buFont typeface="Arial" panose="020B0604020202020204" pitchFamily="34" charset="0"/>
            <a:buChar char="•"/>
          </a:pPr>
          <a:r>
            <a:rPr lang="en-US" b="0" i="0" dirty="0">
              <a:latin typeface="Catamaran" panose="020B0604020202020204" charset="0"/>
              <a:cs typeface="Catamaran" panose="020B0604020202020204" charset="0"/>
            </a:rPr>
            <a:t>System Temperature Indicator</a:t>
          </a:r>
        </a:p>
      </dgm:t>
    </dgm:pt>
    <dgm:pt modelId="{394DC484-88F6-4633-A36F-187B4E71CBF1}" type="parTrans" cxnId="{EF766528-6F94-4DA6-8BED-E6DA2F1F80DB}">
      <dgm:prSet/>
      <dgm:spPr/>
      <dgm:t>
        <a:bodyPr/>
        <a:lstStyle/>
        <a:p>
          <a:endParaRPr lang="en-US" b="0">
            <a:latin typeface="Catamaran" panose="020B0604020202020204" charset="0"/>
            <a:cs typeface="Catamaran" panose="020B0604020202020204" charset="0"/>
          </a:endParaRPr>
        </a:p>
      </dgm:t>
    </dgm:pt>
    <dgm:pt modelId="{1502FFA2-BABC-48F0-84B6-70D90BF68DC2}" type="sibTrans" cxnId="{EF766528-6F94-4DA6-8BED-E6DA2F1F80DB}">
      <dgm:prSet/>
      <dgm:spPr/>
      <dgm:t>
        <a:bodyPr/>
        <a:lstStyle/>
        <a:p>
          <a:endParaRPr lang="en-US" b="0">
            <a:latin typeface="Catamaran" panose="020B0604020202020204" charset="0"/>
            <a:cs typeface="Catamaran" panose="020B0604020202020204" charset="0"/>
          </a:endParaRPr>
        </a:p>
      </dgm:t>
    </dgm:pt>
    <dgm:pt modelId="{3F7DCF83-63DF-43B1-81D4-0FCBE6B24D9B}">
      <dgm:prSet/>
      <dgm:spPr/>
      <dgm:t>
        <a:bodyPr/>
        <a:lstStyle/>
        <a:p>
          <a:pPr>
            <a:buFont typeface="Arial" panose="020B0604020202020204" pitchFamily="34" charset="0"/>
            <a:buChar char="•"/>
          </a:pPr>
          <a:r>
            <a:rPr lang="en-US" b="0" i="0" dirty="0">
              <a:latin typeface="Catamaran" panose="020B0604020202020204" charset="0"/>
              <a:cs typeface="Catamaran" panose="020B0604020202020204" charset="0"/>
            </a:rPr>
            <a:t>Battery Level Indicator</a:t>
          </a:r>
        </a:p>
      </dgm:t>
    </dgm:pt>
    <dgm:pt modelId="{EA548674-15B1-417B-AB77-C06E887EC7A7}" type="parTrans" cxnId="{72AFC3A7-5897-4A7E-9AC0-70A81F9E520D}">
      <dgm:prSet/>
      <dgm:spPr/>
      <dgm:t>
        <a:bodyPr/>
        <a:lstStyle/>
        <a:p>
          <a:endParaRPr lang="en-US" b="0">
            <a:latin typeface="Catamaran" panose="020B0604020202020204" charset="0"/>
            <a:cs typeface="Catamaran" panose="020B0604020202020204" charset="0"/>
          </a:endParaRPr>
        </a:p>
      </dgm:t>
    </dgm:pt>
    <dgm:pt modelId="{4A473D82-B86A-4E69-8E42-2087DDB85EC2}" type="sibTrans" cxnId="{72AFC3A7-5897-4A7E-9AC0-70A81F9E520D}">
      <dgm:prSet/>
      <dgm:spPr/>
      <dgm:t>
        <a:bodyPr/>
        <a:lstStyle/>
        <a:p>
          <a:endParaRPr lang="en-US" b="0">
            <a:latin typeface="Catamaran" panose="020B0604020202020204" charset="0"/>
            <a:cs typeface="Catamaran" panose="020B0604020202020204" charset="0"/>
          </a:endParaRPr>
        </a:p>
      </dgm:t>
    </dgm:pt>
    <dgm:pt modelId="{81557B06-6114-4093-B91E-8AF44D67B079}">
      <dgm:prSet phldrT="[Text]"/>
      <dgm:spPr/>
      <dgm:t>
        <a:bodyPr/>
        <a:lstStyle/>
        <a:p>
          <a:pPr>
            <a:buFont typeface="Arial" panose="020B0604020202020204" pitchFamily="34" charset="0"/>
            <a:buChar char="•"/>
          </a:pPr>
          <a:r>
            <a:rPr lang="en-US" b="0" i="0" dirty="0">
              <a:latin typeface="Catamaran" panose="020B0604020202020204" charset="0"/>
              <a:cs typeface="Catamaran" panose="020B0604020202020204" charset="0"/>
            </a:rPr>
            <a:t>Temperature Gauge</a:t>
          </a:r>
          <a:endParaRPr lang="en-US" b="0" dirty="0">
            <a:latin typeface="Catamaran" panose="020B0604020202020204" charset="0"/>
            <a:cs typeface="Catamaran" panose="020B0604020202020204" charset="0"/>
          </a:endParaRPr>
        </a:p>
      </dgm:t>
    </dgm:pt>
    <dgm:pt modelId="{D334844D-FC98-4869-8785-6B7A49E49033}" type="parTrans" cxnId="{902864E6-43CE-4231-812A-657F897F0AF9}">
      <dgm:prSet/>
      <dgm:spPr/>
      <dgm:t>
        <a:bodyPr/>
        <a:lstStyle/>
        <a:p>
          <a:endParaRPr lang="en-US" b="0">
            <a:latin typeface="Catamaran" panose="020B0604020202020204" charset="0"/>
            <a:cs typeface="Catamaran" panose="020B0604020202020204" charset="0"/>
          </a:endParaRPr>
        </a:p>
      </dgm:t>
    </dgm:pt>
    <dgm:pt modelId="{92627125-1F1A-4D00-AEF5-9E0C13B354B4}" type="sibTrans" cxnId="{902864E6-43CE-4231-812A-657F897F0AF9}">
      <dgm:prSet/>
      <dgm:spPr/>
      <dgm:t>
        <a:bodyPr/>
        <a:lstStyle/>
        <a:p>
          <a:endParaRPr lang="en-US" b="0">
            <a:latin typeface="Catamaran" panose="020B0604020202020204" charset="0"/>
            <a:cs typeface="Catamaran" panose="020B0604020202020204" charset="0"/>
          </a:endParaRPr>
        </a:p>
      </dgm:t>
    </dgm:pt>
    <dgm:pt modelId="{539CFC94-35DF-40E1-9183-BCC6A1B3B21A}" type="pres">
      <dgm:prSet presAssocID="{30DED9C3-717C-4A6D-8555-1CDDA93D0349}" presName="theList" presStyleCnt="0">
        <dgm:presLayoutVars>
          <dgm:dir/>
          <dgm:animLvl val="lvl"/>
          <dgm:resizeHandles val="exact"/>
        </dgm:presLayoutVars>
      </dgm:prSet>
      <dgm:spPr/>
    </dgm:pt>
    <dgm:pt modelId="{21526CE0-E92D-4A37-8A06-FB81157A26BE}" type="pres">
      <dgm:prSet presAssocID="{B5D2488C-1715-4702-BE81-F73D33F7F733}" presName="compNode" presStyleCnt="0"/>
      <dgm:spPr/>
    </dgm:pt>
    <dgm:pt modelId="{458AC777-6962-45CF-9CC7-86ADF4F7D92C}" type="pres">
      <dgm:prSet presAssocID="{B5D2488C-1715-4702-BE81-F73D33F7F733}" presName="aNode" presStyleLbl="bgShp" presStyleIdx="0" presStyleCnt="2"/>
      <dgm:spPr/>
    </dgm:pt>
    <dgm:pt modelId="{7AB88E7A-A8BD-45B5-8153-187601F1D77E}" type="pres">
      <dgm:prSet presAssocID="{B5D2488C-1715-4702-BE81-F73D33F7F733}" presName="textNode" presStyleLbl="bgShp" presStyleIdx="0" presStyleCnt="2"/>
      <dgm:spPr/>
    </dgm:pt>
    <dgm:pt modelId="{B6DFBAE7-4F3B-427E-86E4-46033EEF7145}" type="pres">
      <dgm:prSet presAssocID="{B5D2488C-1715-4702-BE81-F73D33F7F733}" presName="compChildNode" presStyleCnt="0"/>
      <dgm:spPr/>
    </dgm:pt>
    <dgm:pt modelId="{79A4A7A1-A3C7-4BE4-ABDA-2B4E149C1BC3}" type="pres">
      <dgm:prSet presAssocID="{B5D2488C-1715-4702-BE81-F73D33F7F733}" presName="theInnerList" presStyleCnt="0"/>
      <dgm:spPr/>
    </dgm:pt>
    <dgm:pt modelId="{44DC7909-BBAB-41A2-A0C1-A617239B5C98}" type="pres">
      <dgm:prSet presAssocID="{3BE98149-2176-4CA0-9700-0E10AE0CA863}" presName="childNode" presStyleLbl="node1" presStyleIdx="0" presStyleCnt="7">
        <dgm:presLayoutVars>
          <dgm:bulletEnabled val="1"/>
        </dgm:presLayoutVars>
      </dgm:prSet>
      <dgm:spPr/>
    </dgm:pt>
    <dgm:pt modelId="{E1D24FE6-9949-4FDE-ACE3-96C031A35EEA}" type="pres">
      <dgm:prSet presAssocID="{3BE98149-2176-4CA0-9700-0E10AE0CA863}" presName="aSpace2" presStyleCnt="0"/>
      <dgm:spPr/>
    </dgm:pt>
    <dgm:pt modelId="{23BF9644-21DE-4280-8B6E-F2818A6C7F21}" type="pres">
      <dgm:prSet presAssocID="{DC87FB62-36F2-41F6-8DD7-953E1D97B364}" presName="childNode" presStyleLbl="node1" presStyleIdx="1" presStyleCnt="7">
        <dgm:presLayoutVars>
          <dgm:bulletEnabled val="1"/>
        </dgm:presLayoutVars>
      </dgm:prSet>
      <dgm:spPr/>
    </dgm:pt>
    <dgm:pt modelId="{3C627286-5BAE-44FC-8BFE-31A43A05829A}" type="pres">
      <dgm:prSet presAssocID="{B5D2488C-1715-4702-BE81-F73D33F7F733}" presName="aSpace" presStyleCnt="0"/>
      <dgm:spPr/>
    </dgm:pt>
    <dgm:pt modelId="{F5E880E6-BAEE-491A-A709-CC9DF22315CB}" type="pres">
      <dgm:prSet presAssocID="{B18DA5D5-F04E-46EE-97DF-56B256AAB87A}" presName="compNode" presStyleCnt="0"/>
      <dgm:spPr/>
    </dgm:pt>
    <dgm:pt modelId="{C22AFAAE-1672-4809-B3A6-FB53B9187FB8}" type="pres">
      <dgm:prSet presAssocID="{B18DA5D5-F04E-46EE-97DF-56B256AAB87A}" presName="aNode" presStyleLbl="bgShp" presStyleIdx="1" presStyleCnt="2"/>
      <dgm:spPr/>
    </dgm:pt>
    <dgm:pt modelId="{D6463387-1A1F-4D8C-84C6-205B05A596FC}" type="pres">
      <dgm:prSet presAssocID="{B18DA5D5-F04E-46EE-97DF-56B256AAB87A}" presName="textNode" presStyleLbl="bgShp" presStyleIdx="1" presStyleCnt="2"/>
      <dgm:spPr/>
    </dgm:pt>
    <dgm:pt modelId="{CC4BF656-D954-4418-8A3D-05D2268D7EF8}" type="pres">
      <dgm:prSet presAssocID="{B18DA5D5-F04E-46EE-97DF-56B256AAB87A}" presName="compChildNode" presStyleCnt="0"/>
      <dgm:spPr/>
    </dgm:pt>
    <dgm:pt modelId="{2FD874A7-1DB6-4409-B403-97B3E476FAF6}" type="pres">
      <dgm:prSet presAssocID="{B18DA5D5-F04E-46EE-97DF-56B256AAB87A}" presName="theInnerList" presStyleCnt="0"/>
      <dgm:spPr/>
    </dgm:pt>
    <dgm:pt modelId="{AB19E65A-12DC-4D9E-9F47-6E82BE5D3320}" type="pres">
      <dgm:prSet presAssocID="{267725F3-4447-470B-9F34-992A8D17C26D}" presName="childNode" presStyleLbl="node1" presStyleIdx="2" presStyleCnt="7">
        <dgm:presLayoutVars>
          <dgm:bulletEnabled val="1"/>
        </dgm:presLayoutVars>
      </dgm:prSet>
      <dgm:spPr/>
    </dgm:pt>
    <dgm:pt modelId="{14D4AE21-6998-4743-A862-F597D200C33E}" type="pres">
      <dgm:prSet presAssocID="{267725F3-4447-470B-9F34-992A8D17C26D}" presName="aSpace2" presStyleCnt="0"/>
      <dgm:spPr/>
    </dgm:pt>
    <dgm:pt modelId="{D33FDF89-629B-4FB2-B696-019EC8B22668}" type="pres">
      <dgm:prSet presAssocID="{81557B06-6114-4093-B91E-8AF44D67B079}" presName="childNode" presStyleLbl="node1" presStyleIdx="3" presStyleCnt="7">
        <dgm:presLayoutVars>
          <dgm:bulletEnabled val="1"/>
        </dgm:presLayoutVars>
      </dgm:prSet>
      <dgm:spPr/>
    </dgm:pt>
    <dgm:pt modelId="{9D8E5634-912C-4BE9-8609-2809D8A64E52}" type="pres">
      <dgm:prSet presAssocID="{81557B06-6114-4093-B91E-8AF44D67B079}" presName="aSpace2" presStyleCnt="0"/>
      <dgm:spPr/>
    </dgm:pt>
    <dgm:pt modelId="{CF8B20A6-A822-4595-80AA-EB01C6A06BE9}" type="pres">
      <dgm:prSet presAssocID="{570B0A42-EB82-4911-B599-0E782BEB0720}" presName="childNode" presStyleLbl="node1" presStyleIdx="4" presStyleCnt="7">
        <dgm:presLayoutVars>
          <dgm:bulletEnabled val="1"/>
        </dgm:presLayoutVars>
      </dgm:prSet>
      <dgm:spPr/>
    </dgm:pt>
    <dgm:pt modelId="{C916706C-25B8-4B82-A206-3BF08C6EBECB}" type="pres">
      <dgm:prSet presAssocID="{570B0A42-EB82-4911-B599-0E782BEB0720}" presName="aSpace2" presStyleCnt="0"/>
      <dgm:spPr/>
    </dgm:pt>
    <dgm:pt modelId="{0B37ED59-1FB0-41A4-8B25-0EB510274FFA}" type="pres">
      <dgm:prSet presAssocID="{7BB54D7C-F106-4513-9B49-0FDFA109EA7E}" presName="childNode" presStyleLbl="node1" presStyleIdx="5" presStyleCnt="7">
        <dgm:presLayoutVars>
          <dgm:bulletEnabled val="1"/>
        </dgm:presLayoutVars>
      </dgm:prSet>
      <dgm:spPr/>
    </dgm:pt>
    <dgm:pt modelId="{5DD6BFB7-2654-4019-ACCF-F99DCADC8150}" type="pres">
      <dgm:prSet presAssocID="{7BB54D7C-F106-4513-9B49-0FDFA109EA7E}" presName="aSpace2" presStyleCnt="0"/>
      <dgm:spPr/>
    </dgm:pt>
    <dgm:pt modelId="{AA5F55D4-394A-469A-B41A-9297F0CB33E6}" type="pres">
      <dgm:prSet presAssocID="{3F7DCF83-63DF-43B1-81D4-0FCBE6B24D9B}" presName="childNode" presStyleLbl="node1" presStyleIdx="6" presStyleCnt="7">
        <dgm:presLayoutVars>
          <dgm:bulletEnabled val="1"/>
        </dgm:presLayoutVars>
      </dgm:prSet>
      <dgm:spPr/>
    </dgm:pt>
  </dgm:ptLst>
  <dgm:cxnLst>
    <dgm:cxn modelId="{10ED1C00-6545-4A90-8249-B0C707A583A1}" type="presOf" srcId="{267725F3-4447-470B-9F34-992A8D17C26D}" destId="{AB19E65A-12DC-4D9E-9F47-6E82BE5D3320}" srcOrd="0" destOrd="0" presId="urn:microsoft.com/office/officeart/2005/8/layout/lProcess2"/>
    <dgm:cxn modelId="{8CFFCF05-58C7-41B5-BE97-CFEAFE0AD710}" type="presOf" srcId="{B18DA5D5-F04E-46EE-97DF-56B256AAB87A}" destId="{D6463387-1A1F-4D8C-84C6-205B05A596FC}" srcOrd="1" destOrd="0" presId="urn:microsoft.com/office/officeart/2005/8/layout/lProcess2"/>
    <dgm:cxn modelId="{9CDB651E-9C55-478D-9606-8CE9A448AA85}" type="presOf" srcId="{B5D2488C-1715-4702-BE81-F73D33F7F733}" destId="{458AC777-6962-45CF-9CC7-86ADF4F7D92C}" srcOrd="0" destOrd="0" presId="urn:microsoft.com/office/officeart/2005/8/layout/lProcess2"/>
    <dgm:cxn modelId="{EF766528-6F94-4DA6-8BED-E6DA2F1F80DB}" srcId="{B18DA5D5-F04E-46EE-97DF-56B256AAB87A}" destId="{7BB54D7C-F106-4513-9B49-0FDFA109EA7E}" srcOrd="3" destOrd="0" parTransId="{394DC484-88F6-4633-A36F-187B4E71CBF1}" sibTransId="{1502FFA2-BABC-48F0-84B6-70D90BF68DC2}"/>
    <dgm:cxn modelId="{E244975C-A535-4701-AC8D-F0F0093BFAB9}" srcId="{30DED9C3-717C-4A6D-8555-1CDDA93D0349}" destId="{B18DA5D5-F04E-46EE-97DF-56B256AAB87A}" srcOrd="1" destOrd="0" parTransId="{1571507E-BEDA-4832-A112-F2DA35F1F355}" sibTransId="{311694C3-3F35-41D6-86C0-EC8E88F0ADE5}"/>
    <dgm:cxn modelId="{1BBFBE46-6427-433B-93C6-EB74E7CD6F70}" type="presOf" srcId="{B18DA5D5-F04E-46EE-97DF-56B256AAB87A}" destId="{C22AFAAE-1672-4809-B3A6-FB53B9187FB8}" srcOrd="0" destOrd="0" presId="urn:microsoft.com/office/officeart/2005/8/layout/lProcess2"/>
    <dgm:cxn modelId="{AD77D267-E10A-4EA7-BB3C-A341F3DE05FB}" type="presOf" srcId="{B5D2488C-1715-4702-BE81-F73D33F7F733}" destId="{7AB88E7A-A8BD-45B5-8153-187601F1D77E}" srcOrd="1" destOrd="0" presId="urn:microsoft.com/office/officeart/2005/8/layout/lProcess2"/>
    <dgm:cxn modelId="{D2F3BC4A-663E-45AD-83E2-4C71D7A8C0D5}" type="presOf" srcId="{3BE98149-2176-4CA0-9700-0E10AE0CA863}" destId="{44DC7909-BBAB-41A2-A0C1-A617239B5C98}" srcOrd="0" destOrd="0" presId="urn:microsoft.com/office/officeart/2005/8/layout/lProcess2"/>
    <dgm:cxn modelId="{3CF5524D-D9FE-4620-BBAF-6CD68CCCB5C6}" type="presOf" srcId="{7BB54D7C-F106-4513-9B49-0FDFA109EA7E}" destId="{0B37ED59-1FB0-41A4-8B25-0EB510274FFA}" srcOrd="0" destOrd="0" presId="urn:microsoft.com/office/officeart/2005/8/layout/lProcess2"/>
    <dgm:cxn modelId="{6332626F-3C02-4EB8-B668-BD4C9A453028}" type="presOf" srcId="{DC87FB62-36F2-41F6-8DD7-953E1D97B364}" destId="{23BF9644-21DE-4280-8B6E-F2818A6C7F21}" srcOrd="0" destOrd="0" presId="urn:microsoft.com/office/officeart/2005/8/layout/lProcess2"/>
    <dgm:cxn modelId="{6DE13571-470E-44F3-B4E5-DE0EAD3E09CB}" type="presOf" srcId="{30DED9C3-717C-4A6D-8555-1CDDA93D0349}" destId="{539CFC94-35DF-40E1-9183-BCC6A1B3B21A}" srcOrd="0" destOrd="0" presId="urn:microsoft.com/office/officeart/2005/8/layout/lProcess2"/>
    <dgm:cxn modelId="{31854E73-0899-4F09-BDB7-8D1088FCE970}" srcId="{B5D2488C-1715-4702-BE81-F73D33F7F733}" destId="{3BE98149-2176-4CA0-9700-0E10AE0CA863}" srcOrd="0" destOrd="0" parTransId="{223F6BE5-5FBD-4E08-A97D-9E74FE17D789}" sibTransId="{6B71D6C8-074D-47D4-B21D-4269B53D9FD2}"/>
    <dgm:cxn modelId="{97666A58-56E3-4B9D-90D8-3BA17DFFDB55}" srcId="{B5D2488C-1715-4702-BE81-F73D33F7F733}" destId="{DC87FB62-36F2-41F6-8DD7-953E1D97B364}" srcOrd="1" destOrd="0" parTransId="{C4F90D8F-CD89-43B7-9CD5-7F28A6B35580}" sibTransId="{065E9983-FC07-4E35-9103-5AE5DD4A504F}"/>
    <dgm:cxn modelId="{7AD0F681-D403-45A4-A2E6-F9DED40FBE89}" srcId="{30DED9C3-717C-4A6D-8555-1CDDA93D0349}" destId="{B5D2488C-1715-4702-BE81-F73D33F7F733}" srcOrd="0" destOrd="0" parTransId="{DBC7AFD0-6778-4F3A-AB8F-3F75AC2CB866}" sibTransId="{E2F3F428-79E4-4335-BE83-0EC002CD8E6D}"/>
    <dgm:cxn modelId="{2F3D3582-4034-4AA5-97C2-AD95C8B27861}" srcId="{B18DA5D5-F04E-46EE-97DF-56B256AAB87A}" destId="{570B0A42-EB82-4911-B599-0E782BEB0720}" srcOrd="2" destOrd="0" parTransId="{DBFB8FFC-2BC7-4719-B71C-C0D8E8D73AE3}" sibTransId="{44A3CBBC-E8BC-4C01-88CD-400BFC7B2EF4}"/>
    <dgm:cxn modelId="{72AFC3A7-5897-4A7E-9AC0-70A81F9E520D}" srcId="{B18DA5D5-F04E-46EE-97DF-56B256AAB87A}" destId="{3F7DCF83-63DF-43B1-81D4-0FCBE6B24D9B}" srcOrd="4" destOrd="0" parTransId="{EA548674-15B1-417B-AB77-C06E887EC7A7}" sibTransId="{4A473D82-B86A-4E69-8E42-2087DDB85EC2}"/>
    <dgm:cxn modelId="{527BD8D0-C5E7-4594-9491-26243EB5693D}" type="presOf" srcId="{570B0A42-EB82-4911-B599-0E782BEB0720}" destId="{CF8B20A6-A822-4595-80AA-EB01C6A06BE9}" srcOrd="0" destOrd="0" presId="urn:microsoft.com/office/officeart/2005/8/layout/lProcess2"/>
    <dgm:cxn modelId="{0B3DF9DE-4502-49C2-BB66-5518A9D428B3}" srcId="{B18DA5D5-F04E-46EE-97DF-56B256AAB87A}" destId="{267725F3-4447-470B-9F34-992A8D17C26D}" srcOrd="0" destOrd="0" parTransId="{FF1D28AB-BEFA-4A4A-AE07-57340EB979C5}" sibTransId="{662218E9-1BC3-430F-A404-C186E37C43F6}"/>
    <dgm:cxn modelId="{BE4EC6E1-3C59-499F-BF4E-02D98B32248F}" type="presOf" srcId="{81557B06-6114-4093-B91E-8AF44D67B079}" destId="{D33FDF89-629B-4FB2-B696-019EC8B22668}" srcOrd="0" destOrd="0" presId="urn:microsoft.com/office/officeart/2005/8/layout/lProcess2"/>
    <dgm:cxn modelId="{902864E6-43CE-4231-812A-657F897F0AF9}" srcId="{B18DA5D5-F04E-46EE-97DF-56B256AAB87A}" destId="{81557B06-6114-4093-B91E-8AF44D67B079}" srcOrd="1" destOrd="0" parTransId="{D334844D-FC98-4869-8785-6B7A49E49033}" sibTransId="{92627125-1F1A-4D00-AEF5-9E0C13B354B4}"/>
    <dgm:cxn modelId="{E60D37FC-099F-4D36-9411-2241AE140D89}" type="presOf" srcId="{3F7DCF83-63DF-43B1-81D4-0FCBE6B24D9B}" destId="{AA5F55D4-394A-469A-B41A-9297F0CB33E6}" srcOrd="0" destOrd="0" presId="urn:microsoft.com/office/officeart/2005/8/layout/lProcess2"/>
    <dgm:cxn modelId="{A0A52527-7002-4C12-AB7A-FED40B77695E}" type="presParOf" srcId="{539CFC94-35DF-40E1-9183-BCC6A1B3B21A}" destId="{21526CE0-E92D-4A37-8A06-FB81157A26BE}" srcOrd="0" destOrd="0" presId="urn:microsoft.com/office/officeart/2005/8/layout/lProcess2"/>
    <dgm:cxn modelId="{EE0B203D-337D-42E2-A273-D5FE7B88BB51}" type="presParOf" srcId="{21526CE0-E92D-4A37-8A06-FB81157A26BE}" destId="{458AC777-6962-45CF-9CC7-86ADF4F7D92C}" srcOrd="0" destOrd="0" presId="urn:microsoft.com/office/officeart/2005/8/layout/lProcess2"/>
    <dgm:cxn modelId="{65C31EA3-BEC1-4D43-88A8-5BA7113ADB66}" type="presParOf" srcId="{21526CE0-E92D-4A37-8A06-FB81157A26BE}" destId="{7AB88E7A-A8BD-45B5-8153-187601F1D77E}" srcOrd="1" destOrd="0" presId="urn:microsoft.com/office/officeart/2005/8/layout/lProcess2"/>
    <dgm:cxn modelId="{F757A66B-A2F7-4162-BCE6-6F9E3975848C}" type="presParOf" srcId="{21526CE0-E92D-4A37-8A06-FB81157A26BE}" destId="{B6DFBAE7-4F3B-427E-86E4-46033EEF7145}" srcOrd="2" destOrd="0" presId="urn:microsoft.com/office/officeart/2005/8/layout/lProcess2"/>
    <dgm:cxn modelId="{63C77132-C0A2-4336-A72A-0E0DBF28DC4C}" type="presParOf" srcId="{B6DFBAE7-4F3B-427E-86E4-46033EEF7145}" destId="{79A4A7A1-A3C7-4BE4-ABDA-2B4E149C1BC3}" srcOrd="0" destOrd="0" presId="urn:microsoft.com/office/officeart/2005/8/layout/lProcess2"/>
    <dgm:cxn modelId="{4EB83C39-D74B-4F9F-BCC8-365984DC2F6A}" type="presParOf" srcId="{79A4A7A1-A3C7-4BE4-ABDA-2B4E149C1BC3}" destId="{44DC7909-BBAB-41A2-A0C1-A617239B5C98}" srcOrd="0" destOrd="0" presId="urn:microsoft.com/office/officeart/2005/8/layout/lProcess2"/>
    <dgm:cxn modelId="{9266B7EC-DB4E-43D5-B5FA-3422E44C1F45}" type="presParOf" srcId="{79A4A7A1-A3C7-4BE4-ABDA-2B4E149C1BC3}" destId="{E1D24FE6-9949-4FDE-ACE3-96C031A35EEA}" srcOrd="1" destOrd="0" presId="urn:microsoft.com/office/officeart/2005/8/layout/lProcess2"/>
    <dgm:cxn modelId="{895B3467-282E-45B0-8297-B1F248A4A772}" type="presParOf" srcId="{79A4A7A1-A3C7-4BE4-ABDA-2B4E149C1BC3}" destId="{23BF9644-21DE-4280-8B6E-F2818A6C7F21}" srcOrd="2" destOrd="0" presId="urn:microsoft.com/office/officeart/2005/8/layout/lProcess2"/>
    <dgm:cxn modelId="{B643757F-2AF0-419D-A627-EADAF7D2D572}" type="presParOf" srcId="{539CFC94-35DF-40E1-9183-BCC6A1B3B21A}" destId="{3C627286-5BAE-44FC-8BFE-31A43A05829A}" srcOrd="1" destOrd="0" presId="urn:microsoft.com/office/officeart/2005/8/layout/lProcess2"/>
    <dgm:cxn modelId="{894D355A-5F68-42D9-8A9E-152DFEC7ADDD}" type="presParOf" srcId="{539CFC94-35DF-40E1-9183-BCC6A1B3B21A}" destId="{F5E880E6-BAEE-491A-A709-CC9DF22315CB}" srcOrd="2" destOrd="0" presId="urn:microsoft.com/office/officeart/2005/8/layout/lProcess2"/>
    <dgm:cxn modelId="{EE886D1C-EF52-4A74-9F53-2F1DFEE288A3}" type="presParOf" srcId="{F5E880E6-BAEE-491A-A709-CC9DF22315CB}" destId="{C22AFAAE-1672-4809-B3A6-FB53B9187FB8}" srcOrd="0" destOrd="0" presId="urn:microsoft.com/office/officeart/2005/8/layout/lProcess2"/>
    <dgm:cxn modelId="{3A0BC681-30DA-4664-B09C-5CA56B202A6D}" type="presParOf" srcId="{F5E880E6-BAEE-491A-A709-CC9DF22315CB}" destId="{D6463387-1A1F-4D8C-84C6-205B05A596FC}" srcOrd="1" destOrd="0" presId="urn:microsoft.com/office/officeart/2005/8/layout/lProcess2"/>
    <dgm:cxn modelId="{44DE1428-0B51-4926-892D-DE37EBD44801}" type="presParOf" srcId="{F5E880E6-BAEE-491A-A709-CC9DF22315CB}" destId="{CC4BF656-D954-4418-8A3D-05D2268D7EF8}" srcOrd="2" destOrd="0" presId="urn:microsoft.com/office/officeart/2005/8/layout/lProcess2"/>
    <dgm:cxn modelId="{DCDA3DFD-6F69-4B78-8524-861AB3B2ED82}" type="presParOf" srcId="{CC4BF656-D954-4418-8A3D-05D2268D7EF8}" destId="{2FD874A7-1DB6-4409-B403-97B3E476FAF6}" srcOrd="0" destOrd="0" presId="urn:microsoft.com/office/officeart/2005/8/layout/lProcess2"/>
    <dgm:cxn modelId="{A25913FC-B852-457D-A6EB-C3CD12A9B4C2}" type="presParOf" srcId="{2FD874A7-1DB6-4409-B403-97B3E476FAF6}" destId="{AB19E65A-12DC-4D9E-9F47-6E82BE5D3320}" srcOrd="0" destOrd="0" presId="urn:microsoft.com/office/officeart/2005/8/layout/lProcess2"/>
    <dgm:cxn modelId="{D2D66AD5-5723-4533-A03F-2B9EBEFEE43D}" type="presParOf" srcId="{2FD874A7-1DB6-4409-B403-97B3E476FAF6}" destId="{14D4AE21-6998-4743-A862-F597D200C33E}" srcOrd="1" destOrd="0" presId="urn:microsoft.com/office/officeart/2005/8/layout/lProcess2"/>
    <dgm:cxn modelId="{53FF2722-5079-4645-BED0-8BB45E822BAF}" type="presParOf" srcId="{2FD874A7-1DB6-4409-B403-97B3E476FAF6}" destId="{D33FDF89-629B-4FB2-B696-019EC8B22668}" srcOrd="2" destOrd="0" presId="urn:microsoft.com/office/officeart/2005/8/layout/lProcess2"/>
    <dgm:cxn modelId="{69FD6125-FBB1-42A0-B2CD-ADA2C62D237D}" type="presParOf" srcId="{2FD874A7-1DB6-4409-B403-97B3E476FAF6}" destId="{9D8E5634-912C-4BE9-8609-2809D8A64E52}" srcOrd="3" destOrd="0" presId="urn:microsoft.com/office/officeart/2005/8/layout/lProcess2"/>
    <dgm:cxn modelId="{4DEB88DB-7224-4046-85E6-9809179E0D0A}" type="presParOf" srcId="{2FD874A7-1DB6-4409-B403-97B3E476FAF6}" destId="{CF8B20A6-A822-4595-80AA-EB01C6A06BE9}" srcOrd="4" destOrd="0" presId="urn:microsoft.com/office/officeart/2005/8/layout/lProcess2"/>
    <dgm:cxn modelId="{26924F89-12D0-4435-9D66-2CFEB31C7DE2}" type="presParOf" srcId="{2FD874A7-1DB6-4409-B403-97B3E476FAF6}" destId="{C916706C-25B8-4B82-A206-3BF08C6EBECB}" srcOrd="5" destOrd="0" presId="urn:microsoft.com/office/officeart/2005/8/layout/lProcess2"/>
    <dgm:cxn modelId="{907B385E-C120-48F7-8926-54DB0AFCDEB6}" type="presParOf" srcId="{2FD874A7-1DB6-4409-B403-97B3E476FAF6}" destId="{0B37ED59-1FB0-41A4-8B25-0EB510274FFA}" srcOrd="6" destOrd="0" presId="urn:microsoft.com/office/officeart/2005/8/layout/lProcess2"/>
    <dgm:cxn modelId="{448C530E-9C09-4B86-B6A4-383D906A4F9E}" type="presParOf" srcId="{2FD874A7-1DB6-4409-B403-97B3E476FAF6}" destId="{5DD6BFB7-2654-4019-ACCF-F99DCADC8150}" srcOrd="7" destOrd="0" presId="urn:microsoft.com/office/officeart/2005/8/layout/lProcess2"/>
    <dgm:cxn modelId="{1B129110-9551-4D4B-A782-71E9059BD19C}" type="presParOf" srcId="{2FD874A7-1DB6-4409-B403-97B3E476FAF6}" destId="{AA5F55D4-394A-469A-B41A-9297F0CB33E6}" srcOrd="8" destOrd="0" presId="urn:microsoft.com/office/officeart/2005/8/layout/lProcess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A5C47BE-0465-4141-BD0D-197FEC976C0F}" type="doc">
      <dgm:prSet loTypeId="urn:microsoft.com/office/officeart/2005/8/layout/rings+Icon" loCatId="officeonline" qsTypeId="urn:microsoft.com/office/officeart/2005/8/quickstyle/simple1" qsCatId="simple" csTypeId="urn:microsoft.com/office/officeart/2005/8/colors/accent1_2" csCatId="accent1" phldr="1"/>
      <dgm:spPr/>
    </dgm:pt>
    <dgm:pt modelId="{F308A2C1-C9E4-4CC0-9E6D-3792B0644F55}">
      <dgm:prSet phldrT="[Text]"/>
      <dgm:spPr/>
      <dgm:t>
        <a:bodyPr/>
        <a:lstStyle/>
        <a:p>
          <a:pPr>
            <a:buFont typeface="Arial" panose="020B0604020202020204" pitchFamily="34" charset="0"/>
            <a:buChar char="•"/>
          </a:pPr>
          <a:r>
            <a:rPr lang="en-US" dirty="0"/>
            <a:t>Raspberry Pi</a:t>
          </a:r>
        </a:p>
      </dgm:t>
    </dgm:pt>
    <dgm:pt modelId="{89773B40-09DE-44E2-8D89-18DC5663A87C}" type="parTrans" cxnId="{B9E40526-F484-4041-97AF-C7406BC273E1}">
      <dgm:prSet/>
      <dgm:spPr/>
      <dgm:t>
        <a:bodyPr/>
        <a:lstStyle/>
        <a:p>
          <a:endParaRPr lang="en-US"/>
        </a:p>
      </dgm:t>
    </dgm:pt>
    <dgm:pt modelId="{F56E9B23-F4E4-46B3-B54A-C65E22FCF42C}" type="sibTrans" cxnId="{B9E40526-F484-4041-97AF-C7406BC273E1}">
      <dgm:prSet/>
      <dgm:spPr/>
      <dgm:t>
        <a:bodyPr/>
        <a:lstStyle/>
        <a:p>
          <a:endParaRPr lang="en-US"/>
        </a:p>
      </dgm:t>
    </dgm:pt>
    <dgm:pt modelId="{8F9D39C5-BA0C-4DE0-8C64-FCE3C9BDF5E2}">
      <dgm:prSet/>
      <dgm:spPr/>
      <dgm:t>
        <a:bodyPr/>
        <a:lstStyle/>
        <a:p>
          <a:r>
            <a:rPr lang="en-US"/>
            <a:t>Adafruit Web Dashboard</a:t>
          </a:r>
          <a:endParaRPr lang="en-US" dirty="0"/>
        </a:p>
      </dgm:t>
    </dgm:pt>
    <dgm:pt modelId="{1B2749A5-827B-4C10-83A1-048A8C4EDB40}" type="parTrans" cxnId="{AAD4E469-F8A3-4A9A-A6FA-7BE7016A6CE2}">
      <dgm:prSet/>
      <dgm:spPr/>
      <dgm:t>
        <a:bodyPr/>
        <a:lstStyle/>
        <a:p>
          <a:endParaRPr lang="en-US"/>
        </a:p>
      </dgm:t>
    </dgm:pt>
    <dgm:pt modelId="{B968A931-F75D-4A7B-A359-EE445F3DCC5E}" type="sibTrans" cxnId="{AAD4E469-F8A3-4A9A-A6FA-7BE7016A6CE2}">
      <dgm:prSet/>
      <dgm:spPr/>
      <dgm:t>
        <a:bodyPr/>
        <a:lstStyle/>
        <a:p>
          <a:endParaRPr lang="en-US"/>
        </a:p>
      </dgm:t>
    </dgm:pt>
    <dgm:pt modelId="{9DE7EF67-699E-4D06-BABD-1AEE224598DE}">
      <dgm:prSet/>
      <dgm:spPr/>
      <dgm:t>
        <a:bodyPr/>
        <a:lstStyle/>
        <a:p>
          <a:r>
            <a:rPr lang="en-US"/>
            <a:t>Blynk Mobile App</a:t>
          </a:r>
          <a:endParaRPr lang="en-US" dirty="0"/>
        </a:p>
      </dgm:t>
    </dgm:pt>
    <dgm:pt modelId="{22D9FE15-4900-44D7-842B-0395B81E884F}" type="parTrans" cxnId="{EDE4026A-31CA-4BB0-8334-C960F8620079}">
      <dgm:prSet/>
      <dgm:spPr/>
      <dgm:t>
        <a:bodyPr/>
        <a:lstStyle/>
        <a:p>
          <a:endParaRPr lang="en-US"/>
        </a:p>
      </dgm:t>
    </dgm:pt>
    <dgm:pt modelId="{1C9A0141-83E4-4C16-A077-C0AAE759AC8F}" type="sibTrans" cxnId="{EDE4026A-31CA-4BB0-8334-C960F8620079}">
      <dgm:prSet/>
      <dgm:spPr/>
      <dgm:t>
        <a:bodyPr/>
        <a:lstStyle/>
        <a:p>
          <a:endParaRPr lang="en-US"/>
        </a:p>
      </dgm:t>
    </dgm:pt>
    <dgm:pt modelId="{BBE7E917-E2DF-4CCB-8086-C567C242B110}" type="pres">
      <dgm:prSet presAssocID="{1A5C47BE-0465-4141-BD0D-197FEC976C0F}" presName="Name0" presStyleCnt="0">
        <dgm:presLayoutVars>
          <dgm:chMax val="7"/>
          <dgm:dir/>
          <dgm:resizeHandles val="exact"/>
        </dgm:presLayoutVars>
      </dgm:prSet>
      <dgm:spPr/>
    </dgm:pt>
    <dgm:pt modelId="{3EDA9B92-035F-427B-86B9-0C65EF566FA4}" type="pres">
      <dgm:prSet presAssocID="{1A5C47BE-0465-4141-BD0D-197FEC976C0F}" presName="ellipse1" presStyleLbl="vennNode1" presStyleIdx="0" presStyleCnt="3">
        <dgm:presLayoutVars>
          <dgm:bulletEnabled val="1"/>
        </dgm:presLayoutVars>
      </dgm:prSet>
      <dgm:spPr/>
    </dgm:pt>
    <dgm:pt modelId="{A9371F5F-591D-4968-9E52-F0DE991A7005}" type="pres">
      <dgm:prSet presAssocID="{1A5C47BE-0465-4141-BD0D-197FEC976C0F}" presName="ellipse2" presStyleLbl="vennNode1" presStyleIdx="1" presStyleCnt="3">
        <dgm:presLayoutVars>
          <dgm:bulletEnabled val="1"/>
        </dgm:presLayoutVars>
      </dgm:prSet>
      <dgm:spPr/>
    </dgm:pt>
    <dgm:pt modelId="{0697E9B6-A559-4A8F-8845-73745167930C}" type="pres">
      <dgm:prSet presAssocID="{1A5C47BE-0465-4141-BD0D-197FEC976C0F}" presName="ellipse3" presStyleLbl="vennNode1" presStyleIdx="2" presStyleCnt="3">
        <dgm:presLayoutVars>
          <dgm:bulletEnabled val="1"/>
        </dgm:presLayoutVars>
      </dgm:prSet>
      <dgm:spPr/>
    </dgm:pt>
  </dgm:ptLst>
  <dgm:cxnLst>
    <dgm:cxn modelId="{3015E211-39C6-4FBC-BDF9-A3B5DE567B01}" type="presOf" srcId="{8F9D39C5-BA0C-4DE0-8C64-FCE3C9BDF5E2}" destId="{A9371F5F-591D-4968-9E52-F0DE991A7005}" srcOrd="0" destOrd="0" presId="urn:microsoft.com/office/officeart/2005/8/layout/rings+Icon"/>
    <dgm:cxn modelId="{B9E40526-F484-4041-97AF-C7406BC273E1}" srcId="{1A5C47BE-0465-4141-BD0D-197FEC976C0F}" destId="{F308A2C1-C9E4-4CC0-9E6D-3792B0644F55}" srcOrd="0" destOrd="0" parTransId="{89773B40-09DE-44E2-8D89-18DC5663A87C}" sibTransId="{F56E9B23-F4E4-46B3-B54A-C65E22FCF42C}"/>
    <dgm:cxn modelId="{AAD4E469-F8A3-4A9A-A6FA-7BE7016A6CE2}" srcId="{1A5C47BE-0465-4141-BD0D-197FEC976C0F}" destId="{8F9D39C5-BA0C-4DE0-8C64-FCE3C9BDF5E2}" srcOrd="1" destOrd="0" parTransId="{1B2749A5-827B-4C10-83A1-048A8C4EDB40}" sibTransId="{B968A931-F75D-4A7B-A359-EE445F3DCC5E}"/>
    <dgm:cxn modelId="{EDE4026A-31CA-4BB0-8334-C960F8620079}" srcId="{1A5C47BE-0465-4141-BD0D-197FEC976C0F}" destId="{9DE7EF67-699E-4D06-BABD-1AEE224598DE}" srcOrd="2" destOrd="0" parTransId="{22D9FE15-4900-44D7-842B-0395B81E884F}" sibTransId="{1C9A0141-83E4-4C16-A077-C0AAE759AC8F}"/>
    <dgm:cxn modelId="{C3D86174-18C9-4D05-9CD2-73FB18EA25EE}" type="presOf" srcId="{9DE7EF67-699E-4D06-BABD-1AEE224598DE}" destId="{0697E9B6-A559-4A8F-8845-73745167930C}" srcOrd="0" destOrd="0" presId="urn:microsoft.com/office/officeart/2005/8/layout/rings+Icon"/>
    <dgm:cxn modelId="{1EAF39C1-6E22-4667-8D82-9405018936A9}" type="presOf" srcId="{1A5C47BE-0465-4141-BD0D-197FEC976C0F}" destId="{BBE7E917-E2DF-4CCB-8086-C567C242B110}" srcOrd="0" destOrd="0" presId="urn:microsoft.com/office/officeart/2005/8/layout/rings+Icon"/>
    <dgm:cxn modelId="{CD951ECA-E425-4A94-AD00-2B970E22C830}" type="presOf" srcId="{F308A2C1-C9E4-4CC0-9E6D-3792B0644F55}" destId="{3EDA9B92-035F-427B-86B9-0C65EF566FA4}" srcOrd="0" destOrd="0" presId="urn:microsoft.com/office/officeart/2005/8/layout/rings+Icon"/>
    <dgm:cxn modelId="{DEF819E7-1C50-4977-9000-A6EA962428DF}" type="presParOf" srcId="{BBE7E917-E2DF-4CCB-8086-C567C242B110}" destId="{3EDA9B92-035F-427B-86B9-0C65EF566FA4}" srcOrd="0" destOrd="0" presId="urn:microsoft.com/office/officeart/2005/8/layout/rings+Icon"/>
    <dgm:cxn modelId="{10F19791-3360-40B4-9FF8-07F73B6701BA}" type="presParOf" srcId="{BBE7E917-E2DF-4CCB-8086-C567C242B110}" destId="{A9371F5F-591D-4968-9E52-F0DE991A7005}" srcOrd="1" destOrd="0" presId="urn:microsoft.com/office/officeart/2005/8/layout/rings+Icon"/>
    <dgm:cxn modelId="{11CE05F7-CC1F-439E-A100-C57118685CDF}" type="presParOf" srcId="{BBE7E917-E2DF-4CCB-8086-C567C242B110}" destId="{0697E9B6-A559-4A8F-8845-73745167930C}" srcOrd="2" destOrd="0" presId="urn:microsoft.com/office/officeart/2005/8/layout/rings+Icon"/>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0DED9C3-717C-4A6D-8555-1CDDA93D0349}" type="doc">
      <dgm:prSet loTypeId="urn:microsoft.com/office/officeart/2005/8/layout/lProcess2" loCatId="relationship" qsTypeId="urn:microsoft.com/office/officeart/2005/8/quickstyle/simple3" qsCatId="simple" csTypeId="urn:microsoft.com/office/officeart/2005/8/colors/accent2_1" csCatId="accent2" phldr="1"/>
      <dgm:spPr/>
      <dgm:t>
        <a:bodyPr/>
        <a:lstStyle/>
        <a:p>
          <a:endParaRPr lang="en-US"/>
        </a:p>
      </dgm:t>
    </dgm:pt>
    <dgm:pt modelId="{B5D2488C-1715-4702-BE81-F73D33F7F733}">
      <dgm:prSet phldrT="[Text]"/>
      <dgm:spPr/>
      <dgm:t>
        <a:bodyPr/>
        <a:lstStyle/>
        <a:p>
          <a:r>
            <a:rPr lang="en-US" sz="1800" b="0" dirty="0">
              <a:latin typeface="Catamaran" panose="020B0604020202020204" charset="0"/>
              <a:cs typeface="Catamaran" panose="020B0604020202020204" charset="0"/>
            </a:rPr>
            <a:t>Operational Modes</a:t>
          </a:r>
          <a:endParaRPr lang="en-US" b="0" dirty="0">
            <a:latin typeface="Catamaran" panose="020B0604020202020204" charset="0"/>
            <a:cs typeface="Catamaran" panose="020B0604020202020204" charset="0"/>
          </a:endParaRPr>
        </a:p>
      </dgm:t>
    </dgm:pt>
    <dgm:pt modelId="{DBC7AFD0-6778-4F3A-AB8F-3F75AC2CB866}" type="parTrans" cxnId="{7AD0F681-D403-45A4-A2E6-F9DED40FBE89}">
      <dgm:prSet/>
      <dgm:spPr/>
      <dgm:t>
        <a:bodyPr/>
        <a:lstStyle/>
        <a:p>
          <a:endParaRPr lang="en-US" b="0">
            <a:latin typeface="Catamaran" panose="020B0604020202020204" charset="0"/>
            <a:cs typeface="Catamaran" panose="020B0604020202020204" charset="0"/>
          </a:endParaRPr>
        </a:p>
      </dgm:t>
    </dgm:pt>
    <dgm:pt modelId="{E2F3F428-79E4-4335-BE83-0EC002CD8E6D}" type="sibTrans" cxnId="{7AD0F681-D403-45A4-A2E6-F9DED40FBE89}">
      <dgm:prSet/>
      <dgm:spPr/>
      <dgm:t>
        <a:bodyPr/>
        <a:lstStyle/>
        <a:p>
          <a:endParaRPr lang="en-US" b="0">
            <a:latin typeface="Catamaran" panose="020B0604020202020204" charset="0"/>
            <a:cs typeface="Catamaran" panose="020B0604020202020204" charset="0"/>
          </a:endParaRPr>
        </a:p>
      </dgm:t>
    </dgm:pt>
    <dgm:pt modelId="{3BE98149-2176-4CA0-9700-0E10AE0CA863}">
      <dgm:prSet phldrT="[Text]"/>
      <dgm:spPr/>
      <dgm:t>
        <a:bodyPr/>
        <a:lstStyle/>
        <a:p>
          <a:pPr>
            <a:buFont typeface="Arial" panose="020B0604020202020204" pitchFamily="34" charset="0"/>
            <a:buChar char="•"/>
          </a:pPr>
          <a:r>
            <a:rPr lang="en-US" b="0" dirty="0">
              <a:latin typeface="Catamaran" panose="020B0604020202020204" charset="0"/>
              <a:cs typeface="Catamaran" panose="020B0604020202020204" charset="0"/>
            </a:rPr>
            <a:t>Automatic Mode</a:t>
          </a:r>
        </a:p>
      </dgm:t>
    </dgm:pt>
    <dgm:pt modelId="{223F6BE5-5FBD-4E08-A97D-9E74FE17D789}" type="parTrans" cxnId="{31854E73-0899-4F09-BDB7-8D1088FCE970}">
      <dgm:prSet/>
      <dgm:spPr/>
      <dgm:t>
        <a:bodyPr/>
        <a:lstStyle/>
        <a:p>
          <a:endParaRPr lang="en-US" b="0">
            <a:latin typeface="Catamaran" panose="020B0604020202020204" charset="0"/>
            <a:cs typeface="Catamaran" panose="020B0604020202020204" charset="0"/>
          </a:endParaRPr>
        </a:p>
      </dgm:t>
    </dgm:pt>
    <dgm:pt modelId="{6B71D6C8-074D-47D4-B21D-4269B53D9FD2}" type="sibTrans" cxnId="{31854E73-0899-4F09-BDB7-8D1088FCE970}">
      <dgm:prSet/>
      <dgm:spPr/>
      <dgm:t>
        <a:bodyPr/>
        <a:lstStyle/>
        <a:p>
          <a:endParaRPr lang="en-US" b="0">
            <a:latin typeface="Catamaran" panose="020B0604020202020204" charset="0"/>
            <a:cs typeface="Catamaran" panose="020B0604020202020204" charset="0"/>
          </a:endParaRPr>
        </a:p>
      </dgm:t>
    </dgm:pt>
    <dgm:pt modelId="{DC87FB62-36F2-41F6-8DD7-953E1D97B364}">
      <dgm:prSet phldrT="[Text]"/>
      <dgm:spPr/>
      <dgm:t>
        <a:bodyPr/>
        <a:lstStyle/>
        <a:p>
          <a:pPr>
            <a:buFont typeface="Arial" panose="020B0604020202020204" pitchFamily="34" charset="0"/>
            <a:buChar char="•"/>
          </a:pPr>
          <a:r>
            <a:rPr lang="en-US" b="0" dirty="0">
              <a:latin typeface="Catamaran" panose="020B0604020202020204" charset="0"/>
              <a:cs typeface="Catamaran" panose="020B0604020202020204" charset="0"/>
            </a:rPr>
            <a:t>Manual Mode</a:t>
          </a:r>
        </a:p>
      </dgm:t>
    </dgm:pt>
    <dgm:pt modelId="{C4F90D8F-CD89-43B7-9CD5-7F28A6B35580}" type="parTrans" cxnId="{97666A58-56E3-4B9D-90D8-3BA17DFFDB55}">
      <dgm:prSet/>
      <dgm:spPr/>
      <dgm:t>
        <a:bodyPr/>
        <a:lstStyle/>
        <a:p>
          <a:endParaRPr lang="en-US" b="0">
            <a:latin typeface="Catamaran" panose="020B0604020202020204" charset="0"/>
            <a:cs typeface="Catamaran" panose="020B0604020202020204" charset="0"/>
          </a:endParaRPr>
        </a:p>
      </dgm:t>
    </dgm:pt>
    <dgm:pt modelId="{065E9983-FC07-4E35-9103-5AE5DD4A504F}" type="sibTrans" cxnId="{97666A58-56E3-4B9D-90D8-3BA17DFFDB55}">
      <dgm:prSet/>
      <dgm:spPr/>
      <dgm:t>
        <a:bodyPr/>
        <a:lstStyle/>
        <a:p>
          <a:endParaRPr lang="en-US" b="0">
            <a:latin typeface="Catamaran" panose="020B0604020202020204" charset="0"/>
            <a:cs typeface="Catamaran" panose="020B0604020202020204" charset="0"/>
          </a:endParaRPr>
        </a:p>
      </dgm:t>
    </dgm:pt>
    <dgm:pt modelId="{B18DA5D5-F04E-46EE-97DF-56B256AAB87A}">
      <dgm:prSet phldrT="[Text]"/>
      <dgm:spPr/>
      <dgm:t>
        <a:bodyPr/>
        <a:lstStyle/>
        <a:p>
          <a:r>
            <a:rPr lang="en-US" b="0" i="0" dirty="0">
              <a:latin typeface="Catamaran" panose="020B0604020202020204" charset="0"/>
              <a:cs typeface="Catamaran" panose="020B0604020202020204" charset="0"/>
            </a:rPr>
            <a:t>Adafruit Dashboard Features</a:t>
          </a:r>
          <a:endParaRPr lang="en-US" b="0" dirty="0">
            <a:latin typeface="Catamaran" panose="020B0604020202020204" charset="0"/>
            <a:cs typeface="Catamaran" panose="020B0604020202020204" charset="0"/>
          </a:endParaRPr>
        </a:p>
      </dgm:t>
    </dgm:pt>
    <dgm:pt modelId="{1571507E-BEDA-4832-A112-F2DA35F1F355}" type="parTrans" cxnId="{E244975C-A535-4701-AC8D-F0F0093BFAB9}">
      <dgm:prSet/>
      <dgm:spPr/>
      <dgm:t>
        <a:bodyPr/>
        <a:lstStyle/>
        <a:p>
          <a:endParaRPr lang="en-US" b="0">
            <a:latin typeface="Catamaran" panose="020B0604020202020204" charset="0"/>
            <a:cs typeface="Catamaran" panose="020B0604020202020204" charset="0"/>
          </a:endParaRPr>
        </a:p>
      </dgm:t>
    </dgm:pt>
    <dgm:pt modelId="{311694C3-3F35-41D6-86C0-EC8E88F0ADE5}" type="sibTrans" cxnId="{E244975C-A535-4701-AC8D-F0F0093BFAB9}">
      <dgm:prSet/>
      <dgm:spPr/>
      <dgm:t>
        <a:bodyPr/>
        <a:lstStyle/>
        <a:p>
          <a:endParaRPr lang="en-US" b="0">
            <a:latin typeface="Catamaran" panose="020B0604020202020204" charset="0"/>
            <a:cs typeface="Catamaran" panose="020B0604020202020204" charset="0"/>
          </a:endParaRPr>
        </a:p>
      </dgm:t>
    </dgm:pt>
    <dgm:pt modelId="{267725F3-4447-470B-9F34-992A8D17C26D}">
      <dgm:prSet phldrT="[Text]"/>
      <dgm:spPr/>
      <dgm:t>
        <a:bodyPr/>
        <a:lstStyle/>
        <a:p>
          <a:pPr>
            <a:buFont typeface="Arial" panose="020B0604020202020204" pitchFamily="34" charset="0"/>
            <a:buChar char="•"/>
          </a:pPr>
          <a:r>
            <a:rPr lang="en-US" b="0" i="0" dirty="0">
              <a:latin typeface="Catamaran" panose="020B0604020202020204" charset="0"/>
              <a:cs typeface="Catamaran" panose="020B0604020202020204" charset="0"/>
            </a:rPr>
            <a:t>Operation Mode and  Pump Status Indicator.</a:t>
          </a:r>
          <a:endParaRPr lang="en-US" b="0" dirty="0">
            <a:latin typeface="Catamaran" panose="020B0604020202020204" charset="0"/>
            <a:cs typeface="Catamaran" panose="020B0604020202020204" charset="0"/>
          </a:endParaRPr>
        </a:p>
      </dgm:t>
    </dgm:pt>
    <dgm:pt modelId="{FF1D28AB-BEFA-4A4A-AE07-57340EB979C5}" type="parTrans" cxnId="{0B3DF9DE-4502-49C2-BB66-5518A9D428B3}">
      <dgm:prSet/>
      <dgm:spPr/>
      <dgm:t>
        <a:bodyPr/>
        <a:lstStyle/>
        <a:p>
          <a:endParaRPr lang="en-US" b="0">
            <a:latin typeface="Catamaran" panose="020B0604020202020204" charset="0"/>
            <a:cs typeface="Catamaran" panose="020B0604020202020204" charset="0"/>
          </a:endParaRPr>
        </a:p>
      </dgm:t>
    </dgm:pt>
    <dgm:pt modelId="{662218E9-1BC3-430F-A404-C186E37C43F6}" type="sibTrans" cxnId="{0B3DF9DE-4502-49C2-BB66-5518A9D428B3}">
      <dgm:prSet/>
      <dgm:spPr/>
      <dgm:t>
        <a:bodyPr/>
        <a:lstStyle/>
        <a:p>
          <a:endParaRPr lang="en-US" b="0">
            <a:latin typeface="Catamaran" panose="020B0604020202020204" charset="0"/>
            <a:cs typeface="Catamaran" panose="020B0604020202020204" charset="0"/>
          </a:endParaRPr>
        </a:p>
      </dgm:t>
    </dgm:pt>
    <dgm:pt modelId="{570B0A42-EB82-4911-B599-0E782BEB0720}">
      <dgm:prSet/>
      <dgm:spPr/>
      <dgm:t>
        <a:bodyPr/>
        <a:lstStyle/>
        <a:p>
          <a:pPr>
            <a:buFont typeface="Arial" panose="020B0604020202020204" pitchFamily="34" charset="0"/>
            <a:buChar char="•"/>
          </a:pPr>
          <a:r>
            <a:rPr lang="en-US" b="0" i="0" dirty="0">
              <a:latin typeface="Catamaran" panose="020B0604020202020204" charset="0"/>
              <a:cs typeface="Catamaran" panose="020B0604020202020204" charset="0"/>
            </a:rPr>
            <a:t>Humidity and soil moisture levels.</a:t>
          </a:r>
        </a:p>
      </dgm:t>
    </dgm:pt>
    <dgm:pt modelId="{DBFB8FFC-2BC7-4719-B71C-C0D8E8D73AE3}" type="parTrans" cxnId="{2F3D3582-4034-4AA5-97C2-AD95C8B27861}">
      <dgm:prSet/>
      <dgm:spPr/>
      <dgm:t>
        <a:bodyPr/>
        <a:lstStyle/>
        <a:p>
          <a:endParaRPr lang="en-US" b="0">
            <a:latin typeface="Catamaran" panose="020B0604020202020204" charset="0"/>
            <a:cs typeface="Catamaran" panose="020B0604020202020204" charset="0"/>
          </a:endParaRPr>
        </a:p>
      </dgm:t>
    </dgm:pt>
    <dgm:pt modelId="{44A3CBBC-E8BC-4C01-88CD-400BFC7B2EF4}" type="sibTrans" cxnId="{2F3D3582-4034-4AA5-97C2-AD95C8B27861}">
      <dgm:prSet/>
      <dgm:spPr/>
      <dgm:t>
        <a:bodyPr/>
        <a:lstStyle/>
        <a:p>
          <a:endParaRPr lang="en-US" b="0">
            <a:latin typeface="Catamaran" panose="020B0604020202020204" charset="0"/>
            <a:cs typeface="Catamaran" panose="020B0604020202020204" charset="0"/>
          </a:endParaRPr>
        </a:p>
      </dgm:t>
    </dgm:pt>
    <dgm:pt modelId="{7BB54D7C-F106-4513-9B49-0FDFA109EA7E}">
      <dgm:prSet/>
      <dgm:spPr/>
      <dgm:t>
        <a:bodyPr/>
        <a:lstStyle/>
        <a:p>
          <a:pPr>
            <a:buFont typeface="Arial" panose="020B0604020202020204" pitchFamily="34" charset="0"/>
            <a:buChar char="•"/>
          </a:pPr>
          <a:r>
            <a:rPr lang="en-US" b="0" i="0" dirty="0">
              <a:latin typeface="Catamaran" panose="020B0604020202020204" charset="0"/>
              <a:cs typeface="Catamaran" panose="020B0604020202020204" charset="0"/>
            </a:rPr>
            <a:t>System Temperature Indicator</a:t>
          </a:r>
        </a:p>
      </dgm:t>
    </dgm:pt>
    <dgm:pt modelId="{394DC484-88F6-4633-A36F-187B4E71CBF1}" type="parTrans" cxnId="{EF766528-6F94-4DA6-8BED-E6DA2F1F80DB}">
      <dgm:prSet/>
      <dgm:spPr/>
      <dgm:t>
        <a:bodyPr/>
        <a:lstStyle/>
        <a:p>
          <a:endParaRPr lang="en-US" b="0">
            <a:latin typeface="Catamaran" panose="020B0604020202020204" charset="0"/>
            <a:cs typeface="Catamaran" panose="020B0604020202020204" charset="0"/>
          </a:endParaRPr>
        </a:p>
      </dgm:t>
    </dgm:pt>
    <dgm:pt modelId="{1502FFA2-BABC-48F0-84B6-70D90BF68DC2}" type="sibTrans" cxnId="{EF766528-6F94-4DA6-8BED-E6DA2F1F80DB}">
      <dgm:prSet/>
      <dgm:spPr/>
      <dgm:t>
        <a:bodyPr/>
        <a:lstStyle/>
        <a:p>
          <a:endParaRPr lang="en-US" b="0">
            <a:latin typeface="Catamaran" panose="020B0604020202020204" charset="0"/>
            <a:cs typeface="Catamaran" panose="020B0604020202020204" charset="0"/>
          </a:endParaRPr>
        </a:p>
      </dgm:t>
    </dgm:pt>
    <dgm:pt modelId="{3F7DCF83-63DF-43B1-81D4-0FCBE6B24D9B}">
      <dgm:prSet/>
      <dgm:spPr/>
      <dgm:t>
        <a:bodyPr/>
        <a:lstStyle/>
        <a:p>
          <a:pPr>
            <a:buFont typeface="Arial" panose="020B0604020202020204" pitchFamily="34" charset="0"/>
            <a:buChar char="•"/>
          </a:pPr>
          <a:r>
            <a:rPr lang="en-US" b="0" i="0" dirty="0">
              <a:latin typeface="Catamaran" panose="020B0604020202020204" charset="0"/>
              <a:cs typeface="Catamaran" panose="020B0604020202020204" charset="0"/>
            </a:rPr>
            <a:t>Battery Level Indicator</a:t>
          </a:r>
        </a:p>
      </dgm:t>
    </dgm:pt>
    <dgm:pt modelId="{EA548674-15B1-417B-AB77-C06E887EC7A7}" type="parTrans" cxnId="{72AFC3A7-5897-4A7E-9AC0-70A81F9E520D}">
      <dgm:prSet/>
      <dgm:spPr/>
      <dgm:t>
        <a:bodyPr/>
        <a:lstStyle/>
        <a:p>
          <a:endParaRPr lang="en-US" b="0">
            <a:latin typeface="Catamaran" panose="020B0604020202020204" charset="0"/>
            <a:cs typeface="Catamaran" panose="020B0604020202020204" charset="0"/>
          </a:endParaRPr>
        </a:p>
      </dgm:t>
    </dgm:pt>
    <dgm:pt modelId="{4A473D82-B86A-4E69-8E42-2087DDB85EC2}" type="sibTrans" cxnId="{72AFC3A7-5897-4A7E-9AC0-70A81F9E520D}">
      <dgm:prSet/>
      <dgm:spPr/>
      <dgm:t>
        <a:bodyPr/>
        <a:lstStyle/>
        <a:p>
          <a:endParaRPr lang="en-US" b="0">
            <a:latin typeface="Catamaran" panose="020B0604020202020204" charset="0"/>
            <a:cs typeface="Catamaran" panose="020B0604020202020204" charset="0"/>
          </a:endParaRPr>
        </a:p>
      </dgm:t>
    </dgm:pt>
    <dgm:pt modelId="{81557B06-6114-4093-B91E-8AF44D67B079}">
      <dgm:prSet phldrT="[Text]"/>
      <dgm:spPr/>
      <dgm:t>
        <a:bodyPr/>
        <a:lstStyle/>
        <a:p>
          <a:pPr>
            <a:buFont typeface="Arial" panose="020B0604020202020204" pitchFamily="34" charset="0"/>
            <a:buChar char="•"/>
          </a:pPr>
          <a:r>
            <a:rPr lang="en-US" b="0" i="0" dirty="0">
              <a:latin typeface="Catamaran" panose="020B0604020202020204" charset="0"/>
              <a:cs typeface="Catamaran" panose="020B0604020202020204" charset="0"/>
            </a:rPr>
            <a:t>Temperature Gauge</a:t>
          </a:r>
          <a:endParaRPr lang="en-US" b="0" dirty="0">
            <a:latin typeface="Catamaran" panose="020B0604020202020204" charset="0"/>
            <a:cs typeface="Catamaran" panose="020B0604020202020204" charset="0"/>
          </a:endParaRPr>
        </a:p>
      </dgm:t>
    </dgm:pt>
    <dgm:pt modelId="{D334844D-FC98-4869-8785-6B7A49E49033}" type="parTrans" cxnId="{902864E6-43CE-4231-812A-657F897F0AF9}">
      <dgm:prSet/>
      <dgm:spPr/>
      <dgm:t>
        <a:bodyPr/>
        <a:lstStyle/>
        <a:p>
          <a:endParaRPr lang="en-US" b="0">
            <a:latin typeface="Catamaran" panose="020B0604020202020204" charset="0"/>
            <a:cs typeface="Catamaran" panose="020B0604020202020204" charset="0"/>
          </a:endParaRPr>
        </a:p>
      </dgm:t>
    </dgm:pt>
    <dgm:pt modelId="{92627125-1F1A-4D00-AEF5-9E0C13B354B4}" type="sibTrans" cxnId="{902864E6-43CE-4231-812A-657F897F0AF9}">
      <dgm:prSet/>
      <dgm:spPr/>
      <dgm:t>
        <a:bodyPr/>
        <a:lstStyle/>
        <a:p>
          <a:endParaRPr lang="en-US" b="0">
            <a:latin typeface="Catamaran" panose="020B0604020202020204" charset="0"/>
            <a:cs typeface="Catamaran" panose="020B0604020202020204" charset="0"/>
          </a:endParaRPr>
        </a:p>
      </dgm:t>
    </dgm:pt>
    <dgm:pt modelId="{539CFC94-35DF-40E1-9183-BCC6A1B3B21A}" type="pres">
      <dgm:prSet presAssocID="{30DED9C3-717C-4A6D-8555-1CDDA93D0349}" presName="theList" presStyleCnt="0">
        <dgm:presLayoutVars>
          <dgm:dir/>
          <dgm:animLvl val="lvl"/>
          <dgm:resizeHandles val="exact"/>
        </dgm:presLayoutVars>
      </dgm:prSet>
      <dgm:spPr/>
    </dgm:pt>
    <dgm:pt modelId="{21526CE0-E92D-4A37-8A06-FB81157A26BE}" type="pres">
      <dgm:prSet presAssocID="{B5D2488C-1715-4702-BE81-F73D33F7F733}" presName="compNode" presStyleCnt="0"/>
      <dgm:spPr/>
    </dgm:pt>
    <dgm:pt modelId="{458AC777-6962-45CF-9CC7-86ADF4F7D92C}" type="pres">
      <dgm:prSet presAssocID="{B5D2488C-1715-4702-BE81-F73D33F7F733}" presName="aNode" presStyleLbl="bgShp" presStyleIdx="0" presStyleCnt="2"/>
      <dgm:spPr/>
    </dgm:pt>
    <dgm:pt modelId="{7AB88E7A-A8BD-45B5-8153-187601F1D77E}" type="pres">
      <dgm:prSet presAssocID="{B5D2488C-1715-4702-BE81-F73D33F7F733}" presName="textNode" presStyleLbl="bgShp" presStyleIdx="0" presStyleCnt="2"/>
      <dgm:spPr/>
    </dgm:pt>
    <dgm:pt modelId="{B6DFBAE7-4F3B-427E-86E4-46033EEF7145}" type="pres">
      <dgm:prSet presAssocID="{B5D2488C-1715-4702-BE81-F73D33F7F733}" presName="compChildNode" presStyleCnt="0"/>
      <dgm:spPr/>
    </dgm:pt>
    <dgm:pt modelId="{79A4A7A1-A3C7-4BE4-ABDA-2B4E149C1BC3}" type="pres">
      <dgm:prSet presAssocID="{B5D2488C-1715-4702-BE81-F73D33F7F733}" presName="theInnerList" presStyleCnt="0"/>
      <dgm:spPr/>
    </dgm:pt>
    <dgm:pt modelId="{44DC7909-BBAB-41A2-A0C1-A617239B5C98}" type="pres">
      <dgm:prSet presAssocID="{3BE98149-2176-4CA0-9700-0E10AE0CA863}" presName="childNode" presStyleLbl="node1" presStyleIdx="0" presStyleCnt="7">
        <dgm:presLayoutVars>
          <dgm:bulletEnabled val="1"/>
        </dgm:presLayoutVars>
      </dgm:prSet>
      <dgm:spPr/>
    </dgm:pt>
    <dgm:pt modelId="{E1D24FE6-9949-4FDE-ACE3-96C031A35EEA}" type="pres">
      <dgm:prSet presAssocID="{3BE98149-2176-4CA0-9700-0E10AE0CA863}" presName="aSpace2" presStyleCnt="0"/>
      <dgm:spPr/>
    </dgm:pt>
    <dgm:pt modelId="{23BF9644-21DE-4280-8B6E-F2818A6C7F21}" type="pres">
      <dgm:prSet presAssocID="{DC87FB62-36F2-41F6-8DD7-953E1D97B364}" presName="childNode" presStyleLbl="node1" presStyleIdx="1" presStyleCnt="7">
        <dgm:presLayoutVars>
          <dgm:bulletEnabled val="1"/>
        </dgm:presLayoutVars>
      </dgm:prSet>
      <dgm:spPr/>
    </dgm:pt>
    <dgm:pt modelId="{3C627286-5BAE-44FC-8BFE-31A43A05829A}" type="pres">
      <dgm:prSet presAssocID="{B5D2488C-1715-4702-BE81-F73D33F7F733}" presName="aSpace" presStyleCnt="0"/>
      <dgm:spPr/>
    </dgm:pt>
    <dgm:pt modelId="{F5E880E6-BAEE-491A-A709-CC9DF22315CB}" type="pres">
      <dgm:prSet presAssocID="{B18DA5D5-F04E-46EE-97DF-56B256AAB87A}" presName="compNode" presStyleCnt="0"/>
      <dgm:spPr/>
    </dgm:pt>
    <dgm:pt modelId="{C22AFAAE-1672-4809-B3A6-FB53B9187FB8}" type="pres">
      <dgm:prSet presAssocID="{B18DA5D5-F04E-46EE-97DF-56B256AAB87A}" presName="aNode" presStyleLbl="bgShp" presStyleIdx="1" presStyleCnt="2"/>
      <dgm:spPr/>
    </dgm:pt>
    <dgm:pt modelId="{D6463387-1A1F-4D8C-84C6-205B05A596FC}" type="pres">
      <dgm:prSet presAssocID="{B18DA5D5-F04E-46EE-97DF-56B256AAB87A}" presName="textNode" presStyleLbl="bgShp" presStyleIdx="1" presStyleCnt="2"/>
      <dgm:spPr/>
    </dgm:pt>
    <dgm:pt modelId="{CC4BF656-D954-4418-8A3D-05D2268D7EF8}" type="pres">
      <dgm:prSet presAssocID="{B18DA5D5-F04E-46EE-97DF-56B256AAB87A}" presName="compChildNode" presStyleCnt="0"/>
      <dgm:spPr/>
    </dgm:pt>
    <dgm:pt modelId="{2FD874A7-1DB6-4409-B403-97B3E476FAF6}" type="pres">
      <dgm:prSet presAssocID="{B18DA5D5-F04E-46EE-97DF-56B256AAB87A}" presName="theInnerList" presStyleCnt="0"/>
      <dgm:spPr/>
    </dgm:pt>
    <dgm:pt modelId="{AB19E65A-12DC-4D9E-9F47-6E82BE5D3320}" type="pres">
      <dgm:prSet presAssocID="{267725F3-4447-470B-9F34-992A8D17C26D}" presName="childNode" presStyleLbl="node1" presStyleIdx="2" presStyleCnt="7">
        <dgm:presLayoutVars>
          <dgm:bulletEnabled val="1"/>
        </dgm:presLayoutVars>
      </dgm:prSet>
      <dgm:spPr/>
    </dgm:pt>
    <dgm:pt modelId="{14D4AE21-6998-4743-A862-F597D200C33E}" type="pres">
      <dgm:prSet presAssocID="{267725F3-4447-470B-9F34-992A8D17C26D}" presName="aSpace2" presStyleCnt="0"/>
      <dgm:spPr/>
    </dgm:pt>
    <dgm:pt modelId="{D33FDF89-629B-4FB2-B696-019EC8B22668}" type="pres">
      <dgm:prSet presAssocID="{81557B06-6114-4093-B91E-8AF44D67B079}" presName="childNode" presStyleLbl="node1" presStyleIdx="3" presStyleCnt="7">
        <dgm:presLayoutVars>
          <dgm:bulletEnabled val="1"/>
        </dgm:presLayoutVars>
      </dgm:prSet>
      <dgm:spPr/>
    </dgm:pt>
    <dgm:pt modelId="{9D8E5634-912C-4BE9-8609-2809D8A64E52}" type="pres">
      <dgm:prSet presAssocID="{81557B06-6114-4093-B91E-8AF44D67B079}" presName="aSpace2" presStyleCnt="0"/>
      <dgm:spPr/>
    </dgm:pt>
    <dgm:pt modelId="{CF8B20A6-A822-4595-80AA-EB01C6A06BE9}" type="pres">
      <dgm:prSet presAssocID="{570B0A42-EB82-4911-B599-0E782BEB0720}" presName="childNode" presStyleLbl="node1" presStyleIdx="4" presStyleCnt="7">
        <dgm:presLayoutVars>
          <dgm:bulletEnabled val="1"/>
        </dgm:presLayoutVars>
      </dgm:prSet>
      <dgm:spPr/>
    </dgm:pt>
    <dgm:pt modelId="{C916706C-25B8-4B82-A206-3BF08C6EBECB}" type="pres">
      <dgm:prSet presAssocID="{570B0A42-EB82-4911-B599-0E782BEB0720}" presName="aSpace2" presStyleCnt="0"/>
      <dgm:spPr/>
    </dgm:pt>
    <dgm:pt modelId="{0B37ED59-1FB0-41A4-8B25-0EB510274FFA}" type="pres">
      <dgm:prSet presAssocID="{7BB54D7C-F106-4513-9B49-0FDFA109EA7E}" presName="childNode" presStyleLbl="node1" presStyleIdx="5" presStyleCnt="7">
        <dgm:presLayoutVars>
          <dgm:bulletEnabled val="1"/>
        </dgm:presLayoutVars>
      </dgm:prSet>
      <dgm:spPr/>
    </dgm:pt>
    <dgm:pt modelId="{5DD6BFB7-2654-4019-ACCF-F99DCADC8150}" type="pres">
      <dgm:prSet presAssocID="{7BB54D7C-F106-4513-9B49-0FDFA109EA7E}" presName="aSpace2" presStyleCnt="0"/>
      <dgm:spPr/>
    </dgm:pt>
    <dgm:pt modelId="{AA5F55D4-394A-469A-B41A-9297F0CB33E6}" type="pres">
      <dgm:prSet presAssocID="{3F7DCF83-63DF-43B1-81D4-0FCBE6B24D9B}" presName="childNode" presStyleLbl="node1" presStyleIdx="6" presStyleCnt="7">
        <dgm:presLayoutVars>
          <dgm:bulletEnabled val="1"/>
        </dgm:presLayoutVars>
      </dgm:prSet>
      <dgm:spPr/>
    </dgm:pt>
  </dgm:ptLst>
  <dgm:cxnLst>
    <dgm:cxn modelId="{10ED1C00-6545-4A90-8249-B0C707A583A1}" type="presOf" srcId="{267725F3-4447-470B-9F34-992A8D17C26D}" destId="{AB19E65A-12DC-4D9E-9F47-6E82BE5D3320}" srcOrd="0" destOrd="0" presId="urn:microsoft.com/office/officeart/2005/8/layout/lProcess2"/>
    <dgm:cxn modelId="{8CFFCF05-58C7-41B5-BE97-CFEAFE0AD710}" type="presOf" srcId="{B18DA5D5-F04E-46EE-97DF-56B256AAB87A}" destId="{D6463387-1A1F-4D8C-84C6-205B05A596FC}" srcOrd="1" destOrd="0" presId="urn:microsoft.com/office/officeart/2005/8/layout/lProcess2"/>
    <dgm:cxn modelId="{9CDB651E-9C55-478D-9606-8CE9A448AA85}" type="presOf" srcId="{B5D2488C-1715-4702-BE81-F73D33F7F733}" destId="{458AC777-6962-45CF-9CC7-86ADF4F7D92C}" srcOrd="0" destOrd="0" presId="urn:microsoft.com/office/officeart/2005/8/layout/lProcess2"/>
    <dgm:cxn modelId="{EF766528-6F94-4DA6-8BED-E6DA2F1F80DB}" srcId="{B18DA5D5-F04E-46EE-97DF-56B256AAB87A}" destId="{7BB54D7C-F106-4513-9B49-0FDFA109EA7E}" srcOrd="3" destOrd="0" parTransId="{394DC484-88F6-4633-A36F-187B4E71CBF1}" sibTransId="{1502FFA2-BABC-48F0-84B6-70D90BF68DC2}"/>
    <dgm:cxn modelId="{E244975C-A535-4701-AC8D-F0F0093BFAB9}" srcId="{30DED9C3-717C-4A6D-8555-1CDDA93D0349}" destId="{B18DA5D5-F04E-46EE-97DF-56B256AAB87A}" srcOrd="1" destOrd="0" parTransId="{1571507E-BEDA-4832-A112-F2DA35F1F355}" sibTransId="{311694C3-3F35-41D6-86C0-EC8E88F0ADE5}"/>
    <dgm:cxn modelId="{1BBFBE46-6427-433B-93C6-EB74E7CD6F70}" type="presOf" srcId="{B18DA5D5-F04E-46EE-97DF-56B256AAB87A}" destId="{C22AFAAE-1672-4809-B3A6-FB53B9187FB8}" srcOrd="0" destOrd="0" presId="urn:microsoft.com/office/officeart/2005/8/layout/lProcess2"/>
    <dgm:cxn modelId="{AD77D267-E10A-4EA7-BB3C-A341F3DE05FB}" type="presOf" srcId="{B5D2488C-1715-4702-BE81-F73D33F7F733}" destId="{7AB88E7A-A8BD-45B5-8153-187601F1D77E}" srcOrd="1" destOrd="0" presId="urn:microsoft.com/office/officeart/2005/8/layout/lProcess2"/>
    <dgm:cxn modelId="{D2F3BC4A-663E-45AD-83E2-4C71D7A8C0D5}" type="presOf" srcId="{3BE98149-2176-4CA0-9700-0E10AE0CA863}" destId="{44DC7909-BBAB-41A2-A0C1-A617239B5C98}" srcOrd="0" destOrd="0" presId="urn:microsoft.com/office/officeart/2005/8/layout/lProcess2"/>
    <dgm:cxn modelId="{3CF5524D-D9FE-4620-BBAF-6CD68CCCB5C6}" type="presOf" srcId="{7BB54D7C-F106-4513-9B49-0FDFA109EA7E}" destId="{0B37ED59-1FB0-41A4-8B25-0EB510274FFA}" srcOrd="0" destOrd="0" presId="urn:microsoft.com/office/officeart/2005/8/layout/lProcess2"/>
    <dgm:cxn modelId="{6332626F-3C02-4EB8-B668-BD4C9A453028}" type="presOf" srcId="{DC87FB62-36F2-41F6-8DD7-953E1D97B364}" destId="{23BF9644-21DE-4280-8B6E-F2818A6C7F21}" srcOrd="0" destOrd="0" presId="urn:microsoft.com/office/officeart/2005/8/layout/lProcess2"/>
    <dgm:cxn modelId="{6DE13571-470E-44F3-B4E5-DE0EAD3E09CB}" type="presOf" srcId="{30DED9C3-717C-4A6D-8555-1CDDA93D0349}" destId="{539CFC94-35DF-40E1-9183-BCC6A1B3B21A}" srcOrd="0" destOrd="0" presId="urn:microsoft.com/office/officeart/2005/8/layout/lProcess2"/>
    <dgm:cxn modelId="{31854E73-0899-4F09-BDB7-8D1088FCE970}" srcId="{B5D2488C-1715-4702-BE81-F73D33F7F733}" destId="{3BE98149-2176-4CA0-9700-0E10AE0CA863}" srcOrd="0" destOrd="0" parTransId="{223F6BE5-5FBD-4E08-A97D-9E74FE17D789}" sibTransId="{6B71D6C8-074D-47D4-B21D-4269B53D9FD2}"/>
    <dgm:cxn modelId="{97666A58-56E3-4B9D-90D8-3BA17DFFDB55}" srcId="{B5D2488C-1715-4702-BE81-F73D33F7F733}" destId="{DC87FB62-36F2-41F6-8DD7-953E1D97B364}" srcOrd="1" destOrd="0" parTransId="{C4F90D8F-CD89-43B7-9CD5-7F28A6B35580}" sibTransId="{065E9983-FC07-4E35-9103-5AE5DD4A504F}"/>
    <dgm:cxn modelId="{7AD0F681-D403-45A4-A2E6-F9DED40FBE89}" srcId="{30DED9C3-717C-4A6D-8555-1CDDA93D0349}" destId="{B5D2488C-1715-4702-BE81-F73D33F7F733}" srcOrd="0" destOrd="0" parTransId="{DBC7AFD0-6778-4F3A-AB8F-3F75AC2CB866}" sibTransId="{E2F3F428-79E4-4335-BE83-0EC002CD8E6D}"/>
    <dgm:cxn modelId="{2F3D3582-4034-4AA5-97C2-AD95C8B27861}" srcId="{B18DA5D5-F04E-46EE-97DF-56B256AAB87A}" destId="{570B0A42-EB82-4911-B599-0E782BEB0720}" srcOrd="2" destOrd="0" parTransId="{DBFB8FFC-2BC7-4719-B71C-C0D8E8D73AE3}" sibTransId="{44A3CBBC-E8BC-4C01-88CD-400BFC7B2EF4}"/>
    <dgm:cxn modelId="{72AFC3A7-5897-4A7E-9AC0-70A81F9E520D}" srcId="{B18DA5D5-F04E-46EE-97DF-56B256AAB87A}" destId="{3F7DCF83-63DF-43B1-81D4-0FCBE6B24D9B}" srcOrd="4" destOrd="0" parTransId="{EA548674-15B1-417B-AB77-C06E887EC7A7}" sibTransId="{4A473D82-B86A-4E69-8E42-2087DDB85EC2}"/>
    <dgm:cxn modelId="{527BD8D0-C5E7-4594-9491-26243EB5693D}" type="presOf" srcId="{570B0A42-EB82-4911-B599-0E782BEB0720}" destId="{CF8B20A6-A822-4595-80AA-EB01C6A06BE9}" srcOrd="0" destOrd="0" presId="urn:microsoft.com/office/officeart/2005/8/layout/lProcess2"/>
    <dgm:cxn modelId="{0B3DF9DE-4502-49C2-BB66-5518A9D428B3}" srcId="{B18DA5D5-F04E-46EE-97DF-56B256AAB87A}" destId="{267725F3-4447-470B-9F34-992A8D17C26D}" srcOrd="0" destOrd="0" parTransId="{FF1D28AB-BEFA-4A4A-AE07-57340EB979C5}" sibTransId="{662218E9-1BC3-430F-A404-C186E37C43F6}"/>
    <dgm:cxn modelId="{BE4EC6E1-3C59-499F-BF4E-02D98B32248F}" type="presOf" srcId="{81557B06-6114-4093-B91E-8AF44D67B079}" destId="{D33FDF89-629B-4FB2-B696-019EC8B22668}" srcOrd="0" destOrd="0" presId="urn:microsoft.com/office/officeart/2005/8/layout/lProcess2"/>
    <dgm:cxn modelId="{902864E6-43CE-4231-812A-657F897F0AF9}" srcId="{B18DA5D5-F04E-46EE-97DF-56B256AAB87A}" destId="{81557B06-6114-4093-B91E-8AF44D67B079}" srcOrd="1" destOrd="0" parTransId="{D334844D-FC98-4869-8785-6B7A49E49033}" sibTransId="{92627125-1F1A-4D00-AEF5-9E0C13B354B4}"/>
    <dgm:cxn modelId="{E60D37FC-099F-4D36-9411-2241AE140D89}" type="presOf" srcId="{3F7DCF83-63DF-43B1-81D4-0FCBE6B24D9B}" destId="{AA5F55D4-394A-469A-B41A-9297F0CB33E6}" srcOrd="0" destOrd="0" presId="urn:microsoft.com/office/officeart/2005/8/layout/lProcess2"/>
    <dgm:cxn modelId="{A0A52527-7002-4C12-AB7A-FED40B77695E}" type="presParOf" srcId="{539CFC94-35DF-40E1-9183-BCC6A1B3B21A}" destId="{21526CE0-E92D-4A37-8A06-FB81157A26BE}" srcOrd="0" destOrd="0" presId="urn:microsoft.com/office/officeart/2005/8/layout/lProcess2"/>
    <dgm:cxn modelId="{EE0B203D-337D-42E2-A273-D5FE7B88BB51}" type="presParOf" srcId="{21526CE0-E92D-4A37-8A06-FB81157A26BE}" destId="{458AC777-6962-45CF-9CC7-86ADF4F7D92C}" srcOrd="0" destOrd="0" presId="urn:microsoft.com/office/officeart/2005/8/layout/lProcess2"/>
    <dgm:cxn modelId="{65C31EA3-BEC1-4D43-88A8-5BA7113ADB66}" type="presParOf" srcId="{21526CE0-E92D-4A37-8A06-FB81157A26BE}" destId="{7AB88E7A-A8BD-45B5-8153-187601F1D77E}" srcOrd="1" destOrd="0" presId="urn:microsoft.com/office/officeart/2005/8/layout/lProcess2"/>
    <dgm:cxn modelId="{F757A66B-A2F7-4162-BCE6-6F9E3975848C}" type="presParOf" srcId="{21526CE0-E92D-4A37-8A06-FB81157A26BE}" destId="{B6DFBAE7-4F3B-427E-86E4-46033EEF7145}" srcOrd="2" destOrd="0" presId="urn:microsoft.com/office/officeart/2005/8/layout/lProcess2"/>
    <dgm:cxn modelId="{63C77132-C0A2-4336-A72A-0E0DBF28DC4C}" type="presParOf" srcId="{B6DFBAE7-4F3B-427E-86E4-46033EEF7145}" destId="{79A4A7A1-A3C7-4BE4-ABDA-2B4E149C1BC3}" srcOrd="0" destOrd="0" presId="urn:microsoft.com/office/officeart/2005/8/layout/lProcess2"/>
    <dgm:cxn modelId="{4EB83C39-D74B-4F9F-BCC8-365984DC2F6A}" type="presParOf" srcId="{79A4A7A1-A3C7-4BE4-ABDA-2B4E149C1BC3}" destId="{44DC7909-BBAB-41A2-A0C1-A617239B5C98}" srcOrd="0" destOrd="0" presId="urn:microsoft.com/office/officeart/2005/8/layout/lProcess2"/>
    <dgm:cxn modelId="{9266B7EC-DB4E-43D5-B5FA-3422E44C1F45}" type="presParOf" srcId="{79A4A7A1-A3C7-4BE4-ABDA-2B4E149C1BC3}" destId="{E1D24FE6-9949-4FDE-ACE3-96C031A35EEA}" srcOrd="1" destOrd="0" presId="urn:microsoft.com/office/officeart/2005/8/layout/lProcess2"/>
    <dgm:cxn modelId="{895B3467-282E-45B0-8297-B1F248A4A772}" type="presParOf" srcId="{79A4A7A1-A3C7-4BE4-ABDA-2B4E149C1BC3}" destId="{23BF9644-21DE-4280-8B6E-F2818A6C7F21}" srcOrd="2" destOrd="0" presId="urn:microsoft.com/office/officeart/2005/8/layout/lProcess2"/>
    <dgm:cxn modelId="{B643757F-2AF0-419D-A627-EADAF7D2D572}" type="presParOf" srcId="{539CFC94-35DF-40E1-9183-BCC6A1B3B21A}" destId="{3C627286-5BAE-44FC-8BFE-31A43A05829A}" srcOrd="1" destOrd="0" presId="urn:microsoft.com/office/officeart/2005/8/layout/lProcess2"/>
    <dgm:cxn modelId="{894D355A-5F68-42D9-8A9E-152DFEC7ADDD}" type="presParOf" srcId="{539CFC94-35DF-40E1-9183-BCC6A1B3B21A}" destId="{F5E880E6-BAEE-491A-A709-CC9DF22315CB}" srcOrd="2" destOrd="0" presId="urn:microsoft.com/office/officeart/2005/8/layout/lProcess2"/>
    <dgm:cxn modelId="{EE886D1C-EF52-4A74-9F53-2F1DFEE288A3}" type="presParOf" srcId="{F5E880E6-BAEE-491A-A709-CC9DF22315CB}" destId="{C22AFAAE-1672-4809-B3A6-FB53B9187FB8}" srcOrd="0" destOrd="0" presId="urn:microsoft.com/office/officeart/2005/8/layout/lProcess2"/>
    <dgm:cxn modelId="{3A0BC681-30DA-4664-B09C-5CA56B202A6D}" type="presParOf" srcId="{F5E880E6-BAEE-491A-A709-CC9DF22315CB}" destId="{D6463387-1A1F-4D8C-84C6-205B05A596FC}" srcOrd="1" destOrd="0" presId="urn:microsoft.com/office/officeart/2005/8/layout/lProcess2"/>
    <dgm:cxn modelId="{44DE1428-0B51-4926-892D-DE37EBD44801}" type="presParOf" srcId="{F5E880E6-BAEE-491A-A709-CC9DF22315CB}" destId="{CC4BF656-D954-4418-8A3D-05D2268D7EF8}" srcOrd="2" destOrd="0" presId="urn:microsoft.com/office/officeart/2005/8/layout/lProcess2"/>
    <dgm:cxn modelId="{DCDA3DFD-6F69-4B78-8524-861AB3B2ED82}" type="presParOf" srcId="{CC4BF656-D954-4418-8A3D-05D2268D7EF8}" destId="{2FD874A7-1DB6-4409-B403-97B3E476FAF6}" srcOrd="0" destOrd="0" presId="urn:microsoft.com/office/officeart/2005/8/layout/lProcess2"/>
    <dgm:cxn modelId="{A25913FC-B852-457D-A6EB-C3CD12A9B4C2}" type="presParOf" srcId="{2FD874A7-1DB6-4409-B403-97B3E476FAF6}" destId="{AB19E65A-12DC-4D9E-9F47-6E82BE5D3320}" srcOrd="0" destOrd="0" presId="urn:microsoft.com/office/officeart/2005/8/layout/lProcess2"/>
    <dgm:cxn modelId="{D2D66AD5-5723-4533-A03F-2B9EBEFEE43D}" type="presParOf" srcId="{2FD874A7-1DB6-4409-B403-97B3E476FAF6}" destId="{14D4AE21-6998-4743-A862-F597D200C33E}" srcOrd="1" destOrd="0" presId="urn:microsoft.com/office/officeart/2005/8/layout/lProcess2"/>
    <dgm:cxn modelId="{53FF2722-5079-4645-BED0-8BB45E822BAF}" type="presParOf" srcId="{2FD874A7-1DB6-4409-B403-97B3E476FAF6}" destId="{D33FDF89-629B-4FB2-B696-019EC8B22668}" srcOrd="2" destOrd="0" presId="urn:microsoft.com/office/officeart/2005/8/layout/lProcess2"/>
    <dgm:cxn modelId="{69FD6125-FBB1-42A0-B2CD-ADA2C62D237D}" type="presParOf" srcId="{2FD874A7-1DB6-4409-B403-97B3E476FAF6}" destId="{9D8E5634-912C-4BE9-8609-2809D8A64E52}" srcOrd="3" destOrd="0" presId="urn:microsoft.com/office/officeart/2005/8/layout/lProcess2"/>
    <dgm:cxn modelId="{4DEB88DB-7224-4046-85E6-9809179E0D0A}" type="presParOf" srcId="{2FD874A7-1DB6-4409-B403-97B3E476FAF6}" destId="{CF8B20A6-A822-4595-80AA-EB01C6A06BE9}" srcOrd="4" destOrd="0" presId="urn:microsoft.com/office/officeart/2005/8/layout/lProcess2"/>
    <dgm:cxn modelId="{26924F89-12D0-4435-9D66-2CFEB31C7DE2}" type="presParOf" srcId="{2FD874A7-1DB6-4409-B403-97B3E476FAF6}" destId="{C916706C-25B8-4B82-A206-3BF08C6EBECB}" srcOrd="5" destOrd="0" presId="urn:microsoft.com/office/officeart/2005/8/layout/lProcess2"/>
    <dgm:cxn modelId="{907B385E-C120-48F7-8926-54DB0AFCDEB6}" type="presParOf" srcId="{2FD874A7-1DB6-4409-B403-97B3E476FAF6}" destId="{0B37ED59-1FB0-41A4-8B25-0EB510274FFA}" srcOrd="6" destOrd="0" presId="urn:microsoft.com/office/officeart/2005/8/layout/lProcess2"/>
    <dgm:cxn modelId="{448C530E-9C09-4B86-B6A4-383D906A4F9E}" type="presParOf" srcId="{2FD874A7-1DB6-4409-B403-97B3E476FAF6}" destId="{5DD6BFB7-2654-4019-ACCF-F99DCADC8150}" srcOrd="7" destOrd="0" presId="urn:microsoft.com/office/officeart/2005/8/layout/lProcess2"/>
    <dgm:cxn modelId="{1B129110-9551-4D4B-A782-71E9059BD19C}" type="presParOf" srcId="{2FD874A7-1DB6-4409-B403-97B3E476FAF6}" destId="{AA5F55D4-394A-469A-B41A-9297F0CB33E6}" srcOrd="8" destOrd="0" presId="urn:microsoft.com/office/officeart/2005/8/layout/lProcess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7C186730-CFEE-41F5-AD28-87D53DE6160B}" type="doc">
      <dgm:prSet loTypeId="urn:microsoft.com/office/officeart/2005/8/layout/bProcess3" loCatId="process" qsTypeId="urn:microsoft.com/office/officeart/2005/8/quickstyle/simple3" qsCatId="simple" csTypeId="urn:microsoft.com/office/officeart/2005/8/colors/accent0_1" csCatId="mainScheme" phldr="1"/>
      <dgm:spPr/>
      <dgm:t>
        <a:bodyPr/>
        <a:lstStyle/>
        <a:p>
          <a:endParaRPr lang="en-US"/>
        </a:p>
      </dgm:t>
    </dgm:pt>
    <dgm:pt modelId="{EB2F9648-A525-4BF3-8704-1268ADAA47B3}">
      <dgm:prSet phldrT="[Text]"/>
      <dgm:spPr/>
      <dgm:t>
        <a:bodyPr/>
        <a:lstStyle/>
        <a:p>
          <a:r>
            <a:rPr lang="en-US" b="1" i="0">
              <a:effectLst/>
              <a:latin typeface="Söhne"/>
            </a:rPr>
            <a:t>Raspberry Pi Zero</a:t>
          </a:r>
          <a:endParaRPr lang="en-US" dirty="0"/>
        </a:p>
      </dgm:t>
    </dgm:pt>
    <dgm:pt modelId="{B55EB356-90D9-4522-BF11-ACCC3F66ABEB}" type="parTrans" cxnId="{8FB692B3-1437-48B7-AC6F-9E353080756B}">
      <dgm:prSet/>
      <dgm:spPr/>
      <dgm:t>
        <a:bodyPr/>
        <a:lstStyle/>
        <a:p>
          <a:endParaRPr lang="en-US"/>
        </a:p>
      </dgm:t>
    </dgm:pt>
    <dgm:pt modelId="{F7CF7083-6797-4C23-9BF8-62E94CD9EE24}" type="sibTrans" cxnId="{8FB692B3-1437-48B7-AC6F-9E353080756B}">
      <dgm:prSet/>
      <dgm:spPr/>
      <dgm:t>
        <a:bodyPr/>
        <a:lstStyle/>
        <a:p>
          <a:endParaRPr lang="en-US"/>
        </a:p>
      </dgm:t>
    </dgm:pt>
    <dgm:pt modelId="{03D381DB-A16A-4ABD-A495-B60C1F1E09D1}">
      <dgm:prSet/>
      <dgm:spPr/>
      <dgm:t>
        <a:bodyPr/>
        <a:lstStyle/>
        <a:p>
          <a:r>
            <a:rPr lang="en-US" b="1" i="0">
              <a:effectLst/>
              <a:latin typeface="Söhne"/>
            </a:rPr>
            <a:t>Battery 12v 10000mAh</a:t>
          </a:r>
          <a:endParaRPr lang="en-US" b="0" i="0" dirty="0">
            <a:effectLst/>
            <a:latin typeface="Söhne"/>
          </a:endParaRPr>
        </a:p>
      </dgm:t>
    </dgm:pt>
    <dgm:pt modelId="{733AD385-FB77-4848-8798-4A79897B7173}" type="parTrans" cxnId="{40B15A10-B1FC-4724-AFB8-C45883D84CE6}">
      <dgm:prSet/>
      <dgm:spPr/>
      <dgm:t>
        <a:bodyPr/>
        <a:lstStyle/>
        <a:p>
          <a:endParaRPr lang="en-US"/>
        </a:p>
      </dgm:t>
    </dgm:pt>
    <dgm:pt modelId="{A8708CD2-5A7B-47EA-A0FB-9D87357451B9}" type="sibTrans" cxnId="{40B15A10-B1FC-4724-AFB8-C45883D84CE6}">
      <dgm:prSet/>
      <dgm:spPr/>
      <dgm:t>
        <a:bodyPr/>
        <a:lstStyle/>
        <a:p>
          <a:endParaRPr lang="en-US"/>
        </a:p>
      </dgm:t>
    </dgm:pt>
    <dgm:pt modelId="{1EC44B04-BD8E-4E82-857C-C70CFCCA4106}">
      <dgm:prSet/>
      <dgm:spPr/>
      <dgm:t>
        <a:bodyPr/>
        <a:lstStyle/>
        <a:p>
          <a:r>
            <a:rPr lang="en-US" b="1" i="0">
              <a:effectLst/>
              <a:latin typeface="Söhne"/>
            </a:rPr>
            <a:t>DS1307 RTC</a:t>
          </a:r>
          <a:endParaRPr lang="en-US" b="0" i="0" dirty="0">
            <a:effectLst/>
            <a:latin typeface="Söhne"/>
          </a:endParaRPr>
        </a:p>
      </dgm:t>
    </dgm:pt>
    <dgm:pt modelId="{EF5101FB-90B5-4F8D-9917-DA6F49640120}" type="parTrans" cxnId="{145689BA-EA10-42D8-AB1A-E3A69D98952A}">
      <dgm:prSet/>
      <dgm:spPr/>
      <dgm:t>
        <a:bodyPr/>
        <a:lstStyle/>
        <a:p>
          <a:endParaRPr lang="en-US"/>
        </a:p>
      </dgm:t>
    </dgm:pt>
    <dgm:pt modelId="{160C04F7-6E9D-49D7-B23A-207D86AD9E84}" type="sibTrans" cxnId="{145689BA-EA10-42D8-AB1A-E3A69D98952A}">
      <dgm:prSet/>
      <dgm:spPr/>
      <dgm:t>
        <a:bodyPr/>
        <a:lstStyle/>
        <a:p>
          <a:endParaRPr lang="en-US"/>
        </a:p>
      </dgm:t>
    </dgm:pt>
    <dgm:pt modelId="{F5F96E56-36C5-4F38-8B3E-A3EDE38A0881}">
      <dgm:prSet/>
      <dgm:spPr/>
      <dgm:t>
        <a:bodyPr/>
        <a:lstStyle/>
        <a:p>
          <a:r>
            <a:rPr lang="en-US" b="1" i="0">
              <a:effectLst/>
              <a:latin typeface="Söhne"/>
            </a:rPr>
            <a:t>DC Step Down Converter</a:t>
          </a:r>
          <a:endParaRPr lang="en-US" b="0" i="0" dirty="0">
            <a:effectLst/>
            <a:latin typeface="Söhne"/>
          </a:endParaRPr>
        </a:p>
      </dgm:t>
    </dgm:pt>
    <dgm:pt modelId="{6C985CA6-B53B-4E36-992E-E04AA9907EEA}" type="parTrans" cxnId="{D10D1B1D-0A31-4B25-BF10-C98C5F1AA0BA}">
      <dgm:prSet/>
      <dgm:spPr/>
      <dgm:t>
        <a:bodyPr/>
        <a:lstStyle/>
        <a:p>
          <a:endParaRPr lang="en-US"/>
        </a:p>
      </dgm:t>
    </dgm:pt>
    <dgm:pt modelId="{1F0AD881-C5A3-4474-A69B-3695C1A320F3}" type="sibTrans" cxnId="{D10D1B1D-0A31-4B25-BF10-C98C5F1AA0BA}">
      <dgm:prSet/>
      <dgm:spPr/>
      <dgm:t>
        <a:bodyPr/>
        <a:lstStyle/>
        <a:p>
          <a:endParaRPr lang="en-US"/>
        </a:p>
      </dgm:t>
    </dgm:pt>
    <dgm:pt modelId="{7A0FF87D-E08C-4D02-8D57-6DD2A2BFC257}">
      <dgm:prSet/>
      <dgm:spPr/>
      <dgm:t>
        <a:bodyPr/>
        <a:lstStyle/>
        <a:p>
          <a:r>
            <a:rPr lang="en-US" b="1" i="0" dirty="0">
              <a:effectLst/>
              <a:latin typeface="Söhne"/>
            </a:rPr>
            <a:t>Waterproof Electrical Box</a:t>
          </a:r>
          <a:endParaRPr lang="en-US" b="0" i="0" dirty="0">
            <a:effectLst/>
            <a:latin typeface="Söhne"/>
          </a:endParaRPr>
        </a:p>
      </dgm:t>
    </dgm:pt>
    <dgm:pt modelId="{25CC2B8A-0349-48E4-B48B-AF22B6310919}" type="parTrans" cxnId="{314EBC10-A993-47B9-9C98-A72C04541E49}">
      <dgm:prSet/>
      <dgm:spPr/>
      <dgm:t>
        <a:bodyPr/>
        <a:lstStyle/>
        <a:p>
          <a:endParaRPr lang="en-US"/>
        </a:p>
      </dgm:t>
    </dgm:pt>
    <dgm:pt modelId="{B44BECB3-FEFC-4071-A76E-26A5C516A2F4}" type="sibTrans" cxnId="{314EBC10-A993-47B9-9C98-A72C04541E49}">
      <dgm:prSet/>
      <dgm:spPr/>
      <dgm:t>
        <a:bodyPr/>
        <a:lstStyle/>
        <a:p>
          <a:endParaRPr lang="en-US"/>
        </a:p>
      </dgm:t>
    </dgm:pt>
    <dgm:pt modelId="{3941809D-A7C2-4936-9188-94A28E4B9255}">
      <dgm:prSet/>
      <dgm:spPr/>
      <dgm:t>
        <a:bodyPr/>
        <a:lstStyle/>
        <a:p>
          <a:r>
            <a:rPr lang="en-US" b="1" i="0">
              <a:effectLst/>
              <a:latin typeface="Söhne"/>
            </a:rPr>
            <a:t>Pump</a:t>
          </a:r>
          <a:endParaRPr lang="en-US" b="0" i="0" dirty="0">
            <a:effectLst/>
            <a:latin typeface="Söhne"/>
          </a:endParaRPr>
        </a:p>
      </dgm:t>
    </dgm:pt>
    <dgm:pt modelId="{9FDA2420-86E4-4E9A-8194-5F3D62612DDA}" type="parTrans" cxnId="{38796E86-C0A0-4C1D-BCC1-C64E1D8B68A8}">
      <dgm:prSet/>
      <dgm:spPr/>
      <dgm:t>
        <a:bodyPr/>
        <a:lstStyle/>
        <a:p>
          <a:endParaRPr lang="en-US"/>
        </a:p>
      </dgm:t>
    </dgm:pt>
    <dgm:pt modelId="{FD8F79C1-191E-44E7-A3BC-AB9C4C6D685D}" type="sibTrans" cxnId="{38796E86-C0A0-4C1D-BCC1-C64E1D8B68A8}">
      <dgm:prSet/>
      <dgm:spPr/>
      <dgm:t>
        <a:bodyPr/>
        <a:lstStyle/>
        <a:p>
          <a:endParaRPr lang="en-US"/>
        </a:p>
      </dgm:t>
    </dgm:pt>
    <dgm:pt modelId="{B7CE184D-7D02-4302-A3B0-131AFE9A22E8}">
      <dgm:prSet/>
      <dgm:spPr/>
      <dgm:t>
        <a:bodyPr/>
        <a:lstStyle/>
        <a:p>
          <a:r>
            <a:rPr lang="en-US" b="1" i="0">
              <a:effectLst/>
              <a:latin typeface="Söhne"/>
            </a:rPr>
            <a:t>Temperature and Humidity Sensor</a:t>
          </a:r>
          <a:endParaRPr lang="en-US" b="0" i="0" dirty="0">
            <a:effectLst/>
            <a:latin typeface="Söhne"/>
          </a:endParaRPr>
        </a:p>
      </dgm:t>
    </dgm:pt>
    <dgm:pt modelId="{7D521F4B-E68B-4B38-8BB7-503B4DF04221}" type="parTrans" cxnId="{624516A7-01D3-4957-A7EE-92C938B82538}">
      <dgm:prSet/>
      <dgm:spPr/>
      <dgm:t>
        <a:bodyPr/>
        <a:lstStyle/>
        <a:p>
          <a:endParaRPr lang="en-US"/>
        </a:p>
      </dgm:t>
    </dgm:pt>
    <dgm:pt modelId="{BB19E820-AB8F-4EC7-82EB-1856B4CE33CD}" type="sibTrans" cxnId="{624516A7-01D3-4957-A7EE-92C938B82538}">
      <dgm:prSet/>
      <dgm:spPr/>
      <dgm:t>
        <a:bodyPr/>
        <a:lstStyle/>
        <a:p>
          <a:endParaRPr lang="en-US"/>
        </a:p>
      </dgm:t>
    </dgm:pt>
    <dgm:pt modelId="{47944DDF-9455-4342-9EC7-B2E48D103654}">
      <dgm:prSet/>
      <dgm:spPr/>
      <dgm:t>
        <a:bodyPr/>
        <a:lstStyle/>
        <a:p>
          <a:r>
            <a:rPr lang="en-US" b="1" i="0">
              <a:effectLst/>
              <a:latin typeface="Söhne"/>
            </a:rPr>
            <a:t>Soil Moisture Sensor</a:t>
          </a:r>
          <a:endParaRPr lang="en-US" b="0" i="0" dirty="0">
            <a:effectLst/>
            <a:latin typeface="Söhne"/>
          </a:endParaRPr>
        </a:p>
      </dgm:t>
    </dgm:pt>
    <dgm:pt modelId="{1A5DA8EA-7184-4E10-94E0-0C1E840473B2}" type="parTrans" cxnId="{7DBA5EA8-57ED-4EE8-9D3E-E7F94F37D39C}">
      <dgm:prSet/>
      <dgm:spPr/>
      <dgm:t>
        <a:bodyPr/>
        <a:lstStyle/>
        <a:p>
          <a:endParaRPr lang="en-US"/>
        </a:p>
      </dgm:t>
    </dgm:pt>
    <dgm:pt modelId="{054F2420-29C8-4294-8BAE-98B6FC3C79E9}" type="sibTrans" cxnId="{7DBA5EA8-57ED-4EE8-9D3E-E7F94F37D39C}">
      <dgm:prSet/>
      <dgm:spPr/>
      <dgm:t>
        <a:bodyPr/>
        <a:lstStyle/>
        <a:p>
          <a:endParaRPr lang="en-US"/>
        </a:p>
      </dgm:t>
    </dgm:pt>
    <dgm:pt modelId="{ECC30B29-207D-45F3-AC47-DF20DDE20989}">
      <dgm:prSet/>
      <dgm:spPr/>
      <dgm:t>
        <a:bodyPr/>
        <a:lstStyle/>
        <a:p>
          <a:r>
            <a:rPr lang="en-US" b="1" i="0">
              <a:effectLst/>
              <a:latin typeface="Söhne"/>
            </a:rPr>
            <a:t>Battery Protection Module</a:t>
          </a:r>
          <a:endParaRPr lang="en-US" b="0" i="0" dirty="0">
            <a:effectLst/>
            <a:latin typeface="Söhne"/>
          </a:endParaRPr>
        </a:p>
      </dgm:t>
    </dgm:pt>
    <dgm:pt modelId="{3F0EA383-07F5-476B-B1EE-7FA94AC2744B}" type="parTrans" cxnId="{476FE228-D1C7-4795-BA32-57CEB8A15CD3}">
      <dgm:prSet/>
      <dgm:spPr/>
      <dgm:t>
        <a:bodyPr/>
        <a:lstStyle/>
        <a:p>
          <a:endParaRPr lang="en-US"/>
        </a:p>
      </dgm:t>
    </dgm:pt>
    <dgm:pt modelId="{12095E1C-C448-438E-BF6A-415F6E485749}" type="sibTrans" cxnId="{476FE228-D1C7-4795-BA32-57CEB8A15CD3}">
      <dgm:prSet/>
      <dgm:spPr/>
      <dgm:t>
        <a:bodyPr/>
        <a:lstStyle/>
        <a:p>
          <a:endParaRPr lang="en-US"/>
        </a:p>
      </dgm:t>
    </dgm:pt>
    <dgm:pt modelId="{A37BB64B-ACFF-4062-8291-61981B7A518C}">
      <dgm:prSet/>
      <dgm:spPr/>
      <dgm:t>
        <a:bodyPr/>
        <a:lstStyle/>
        <a:p>
          <a:r>
            <a:rPr lang="en-US" b="1" i="0">
              <a:effectLst/>
              <a:latin typeface="Söhne"/>
            </a:rPr>
            <a:t>Relay Module (12V-10A) 1Channel</a:t>
          </a:r>
          <a:endParaRPr lang="en-US" b="0" i="0" dirty="0">
            <a:effectLst/>
            <a:latin typeface="Söhne"/>
          </a:endParaRPr>
        </a:p>
      </dgm:t>
    </dgm:pt>
    <dgm:pt modelId="{D65643D5-D773-4454-A018-716611E0D933}" type="parTrans" cxnId="{FF0C01F0-E8E6-4E76-8C48-2CDEA2EC7304}">
      <dgm:prSet/>
      <dgm:spPr/>
      <dgm:t>
        <a:bodyPr/>
        <a:lstStyle/>
        <a:p>
          <a:endParaRPr lang="en-US"/>
        </a:p>
      </dgm:t>
    </dgm:pt>
    <dgm:pt modelId="{C3238EE5-C72D-49DB-958D-1FEEA6962BC8}" type="sibTrans" cxnId="{FF0C01F0-E8E6-4E76-8C48-2CDEA2EC7304}">
      <dgm:prSet/>
      <dgm:spPr/>
      <dgm:t>
        <a:bodyPr/>
        <a:lstStyle/>
        <a:p>
          <a:endParaRPr lang="en-US"/>
        </a:p>
      </dgm:t>
    </dgm:pt>
    <dgm:pt modelId="{81708DBB-9258-4DFD-8F66-859B0880DBFB}">
      <dgm:prSet/>
      <dgm:spPr/>
      <dgm:t>
        <a:bodyPr/>
        <a:lstStyle/>
        <a:p>
          <a:r>
            <a:rPr lang="en-US" b="1" i="0">
              <a:effectLst/>
              <a:latin typeface="Söhne"/>
            </a:rPr>
            <a:t>Voltage and Current Sensor Module</a:t>
          </a:r>
          <a:endParaRPr lang="en-US" b="0" i="0" dirty="0">
            <a:effectLst/>
            <a:latin typeface="Söhne"/>
          </a:endParaRPr>
        </a:p>
      </dgm:t>
    </dgm:pt>
    <dgm:pt modelId="{F938A366-A666-4F31-805D-DC83B2776910}" type="parTrans" cxnId="{8AF84B16-6D34-4E7E-9B46-3DB62A3EB5F5}">
      <dgm:prSet/>
      <dgm:spPr/>
      <dgm:t>
        <a:bodyPr/>
        <a:lstStyle/>
        <a:p>
          <a:endParaRPr lang="en-US"/>
        </a:p>
      </dgm:t>
    </dgm:pt>
    <dgm:pt modelId="{60BAA765-9591-4B37-9E95-D98288C7E348}" type="sibTrans" cxnId="{8AF84B16-6D34-4E7E-9B46-3DB62A3EB5F5}">
      <dgm:prSet/>
      <dgm:spPr/>
      <dgm:t>
        <a:bodyPr/>
        <a:lstStyle/>
        <a:p>
          <a:endParaRPr lang="en-US"/>
        </a:p>
      </dgm:t>
    </dgm:pt>
    <dgm:pt modelId="{A4BCCFA4-ABFB-467C-8ED7-1185CA67369B}">
      <dgm:prSet/>
      <dgm:spPr/>
      <dgm:t>
        <a:bodyPr/>
        <a:lstStyle/>
        <a:p>
          <a:r>
            <a:rPr lang="en-US" b="1" i="0">
              <a:effectLst/>
              <a:latin typeface="Söhne"/>
            </a:rPr>
            <a:t>Battery Level Indicator Module 1S-8S (General Version)</a:t>
          </a:r>
          <a:endParaRPr lang="en-US" b="0" i="0" dirty="0">
            <a:effectLst/>
            <a:latin typeface="Söhne"/>
          </a:endParaRPr>
        </a:p>
      </dgm:t>
    </dgm:pt>
    <dgm:pt modelId="{4F4A25E7-38F3-41A2-B7F2-3A8F3A239C2E}" type="parTrans" cxnId="{5C148772-1125-49A5-BA71-DAF92CFBBA7A}">
      <dgm:prSet/>
      <dgm:spPr/>
      <dgm:t>
        <a:bodyPr/>
        <a:lstStyle/>
        <a:p>
          <a:endParaRPr lang="en-US"/>
        </a:p>
      </dgm:t>
    </dgm:pt>
    <dgm:pt modelId="{795B8158-EF72-4A37-8394-6AE0B8294EF4}" type="sibTrans" cxnId="{5C148772-1125-49A5-BA71-DAF92CFBBA7A}">
      <dgm:prSet/>
      <dgm:spPr/>
      <dgm:t>
        <a:bodyPr/>
        <a:lstStyle/>
        <a:p>
          <a:endParaRPr lang="en-US"/>
        </a:p>
      </dgm:t>
    </dgm:pt>
    <dgm:pt modelId="{C147B5C1-A8F1-4F74-A563-6E1AC933C1FA}" type="pres">
      <dgm:prSet presAssocID="{7C186730-CFEE-41F5-AD28-87D53DE6160B}" presName="Name0" presStyleCnt="0">
        <dgm:presLayoutVars>
          <dgm:dir/>
          <dgm:resizeHandles val="exact"/>
        </dgm:presLayoutVars>
      </dgm:prSet>
      <dgm:spPr/>
    </dgm:pt>
    <dgm:pt modelId="{85A658BF-8A47-4BA2-B9B7-CAE752F9E4C7}" type="pres">
      <dgm:prSet presAssocID="{EB2F9648-A525-4BF3-8704-1268ADAA47B3}" presName="node" presStyleLbl="node1" presStyleIdx="0" presStyleCnt="12">
        <dgm:presLayoutVars>
          <dgm:bulletEnabled val="1"/>
        </dgm:presLayoutVars>
      </dgm:prSet>
      <dgm:spPr/>
    </dgm:pt>
    <dgm:pt modelId="{C9C93D7A-FFD1-4616-B859-99297D11A2E8}" type="pres">
      <dgm:prSet presAssocID="{F7CF7083-6797-4C23-9BF8-62E94CD9EE24}" presName="sibTrans" presStyleLbl="sibTrans1D1" presStyleIdx="0" presStyleCnt="11"/>
      <dgm:spPr/>
    </dgm:pt>
    <dgm:pt modelId="{E5444E6A-FE40-4750-B826-EB11869A6730}" type="pres">
      <dgm:prSet presAssocID="{F7CF7083-6797-4C23-9BF8-62E94CD9EE24}" presName="connectorText" presStyleLbl="sibTrans1D1" presStyleIdx="0" presStyleCnt="11"/>
      <dgm:spPr/>
    </dgm:pt>
    <dgm:pt modelId="{1FA01152-0D11-42A3-8070-0D9C72395396}" type="pres">
      <dgm:prSet presAssocID="{03D381DB-A16A-4ABD-A495-B60C1F1E09D1}" presName="node" presStyleLbl="node1" presStyleIdx="1" presStyleCnt="12">
        <dgm:presLayoutVars>
          <dgm:bulletEnabled val="1"/>
        </dgm:presLayoutVars>
      </dgm:prSet>
      <dgm:spPr/>
    </dgm:pt>
    <dgm:pt modelId="{E4D41E5A-70C1-4223-AFFE-E77FA2BCB435}" type="pres">
      <dgm:prSet presAssocID="{A8708CD2-5A7B-47EA-A0FB-9D87357451B9}" presName="sibTrans" presStyleLbl="sibTrans1D1" presStyleIdx="1" presStyleCnt="11"/>
      <dgm:spPr/>
    </dgm:pt>
    <dgm:pt modelId="{2ABF178E-F782-43FF-A611-5CF21EB90E30}" type="pres">
      <dgm:prSet presAssocID="{A8708CD2-5A7B-47EA-A0FB-9D87357451B9}" presName="connectorText" presStyleLbl="sibTrans1D1" presStyleIdx="1" presStyleCnt="11"/>
      <dgm:spPr/>
    </dgm:pt>
    <dgm:pt modelId="{21783B71-6927-42BA-94F7-D48FD30E6008}" type="pres">
      <dgm:prSet presAssocID="{1EC44B04-BD8E-4E82-857C-C70CFCCA4106}" presName="node" presStyleLbl="node1" presStyleIdx="2" presStyleCnt="12">
        <dgm:presLayoutVars>
          <dgm:bulletEnabled val="1"/>
        </dgm:presLayoutVars>
      </dgm:prSet>
      <dgm:spPr/>
    </dgm:pt>
    <dgm:pt modelId="{FD124B30-0AAA-4A27-83AB-590AA8DD23DF}" type="pres">
      <dgm:prSet presAssocID="{160C04F7-6E9D-49D7-B23A-207D86AD9E84}" presName="sibTrans" presStyleLbl="sibTrans1D1" presStyleIdx="2" presStyleCnt="11"/>
      <dgm:spPr/>
    </dgm:pt>
    <dgm:pt modelId="{69614C59-B145-4770-93F6-8AC643370AAA}" type="pres">
      <dgm:prSet presAssocID="{160C04F7-6E9D-49D7-B23A-207D86AD9E84}" presName="connectorText" presStyleLbl="sibTrans1D1" presStyleIdx="2" presStyleCnt="11"/>
      <dgm:spPr/>
    </dgm:pt>
    <dgm:pt modelId="{C5B69543-C313-42A6-9881-15D75E1EEB0E}" type="pres">
      <dgm:prSet presAssocID="{ECC30B29-207D-45F3-AC47-DF20DDE20989}" presName="node" presStyleLbl="node1" presStyleIdx="3" presStyleCnt="12">
        <dgm:presLayoutVars>
          <dgm:bulletEnabled val="1"/>
        </dgm:presLayoutVars>
      </dgm:prSet>
      <dgm:spPr/>
    </dgm:pt>
    <dgm:pt modelId="{2098BC4E-3F25-481E-9E08-F8A91C4885CF}" type="pres">
      <dgm:prSet presAssocID="{12095E1C-C448-438E-BF6A-415F6E485749}" presName="sibTrans" presStyleLbl="sibTrans1D1" presStyleIdx="3" presStyleCnt="11"/>
      <dgm:spPr/>
    </dgm:pt>
    <dgm:pt modelId="{30EE8B2C-D0B9-42FF-807F-805DB07EC878}" type="pres">
      <dgm:prSet presAssocID="{12095E1C-C448-438E-BF6A-415F6E485749}" presName="connectorText" presStyleLbl="sibTrans1D1" presStyleIdx="3" presStyleCnt="11"/>
      <dgm:spPr/>
    </dgm:pt>
    <dgm:pt modelId="{AFE984BF-9828-4C24-B98A-B4AA25757773}" type="pres">
      <dgm:prSet presAssocID="{F5F96E56-36C5-4F38-8B3E-A3EDE38A0881}" presName="node" presStyleLbl="node1" presStyleIdx="4" presStyleCnt="12">
        <dgm:presLayoutVars>
          <dgm:bulletEnabled val="1"/>
        </dgm:presLayoutVars>
      </dgm:prSet>
      <dgm:spPr/>
    </dgm:pt>
    <dgm:pt modelId="{70C13945-A54D-45C5-9FBB-86045B852D14}" type="pres">
      <dgm:prSet presAssocID="{1F0AD881-C5A3-4474-A69B-3695C1A320F3}" presName="sibTrans" presStyleLbl="sibTrans1D1" presStyleIdx="4" presStyleCnt="11"/>
      <dgm:spPr/>
    </dgm:pt>
    <dgm:pt modelId="{66500F11-DFA5-4AAC-9074-7A34976FE8C8}" type="pres">
      <dgm:prSet presAssocID="{1F0AD881-C5A3-4474-A69B-3695C1A320F3}" presName="connectorText" presStyleLbl="sibTrans1D1" presStyleIdx="4" presStyleCnt="11"/>
      <dgm:spPr/>
    </dgm:pt>
    <dgm:pt modelId="{F626849B-8F77-456C-8498-F0546308912D}" type="pres">
      <dgm:prSet presAssocID="{A37BB64B-ACFF-4062-8291-61981B7A518C}" presName="node" presStyleLbl="node1" presStyleIdx="5" presStyleCnt="12">
        <dgm:presLayoutVars>
          <dgm:bulletEnabled val="1"/>
        </dgm:presLayoutVars>
      </dgm:prSet>
      <dgm:spPr/>
    </dgm:pt>
    <dgm:pt modelId="{9869A927-6FA8-4754-A068-56C8A845E2E5}" type="pres">
      <dgm:prSet presAssocID="{C3238EE5-C72D-49DB-958D-1FEEA6962BC8}" presName="sibTrans" presStyleLbl="sibTrans1D1" presStyleIdx="5" presStyleCnt="11"/>
      <dgm:spPr/>
    </dgm:pt>
    <dgm:pt modelId="{06A71408-BBD4-4A7A-80FB-B88C597F8D67}" type="pres">
      <dgm:prSet presAssocID="{C3238EE5-C72D-49DB-958D-1FEEA6962BC8}" presName="connectorText" presStyleLbl="sibTrans1D1" presStyleIdx="5" presStyleCnt="11"/>
      <dgm:spPr/>
    </dgm:pt>
    <dgm:pt modelId="{CC0F37F5-7584-4097-9BDC-C53583E14E36}" type="pres">
      <dgm:prSet presAssocID="{81708DBB-9258-4DFD-8F66-859B0880DBFB}" presName="node" presStyleLbl="node1" presStyleIdx="6" presStyleCnt="12">
        <dgm:presLayoutVars>
          <dgm:bulletEnabled val="1"/>
        </dgm:presLayoutVars>
      </dgm:prSet>
      <dgm:spPr/>
    </dgm:pt>
    <dgm:pt modelId="{4E84B878-A2A3-4E5E-8F85-AEBE94C6BA6D}" type="pres">
      <dgm:prSet presAssocID="{60BAA765-9591-4B37-9E95-D98288C7E348}" presName="sibTrans" presStyleLbl="sibTrans1D1" presStyleIdx="6" presStyleCnt="11"/>
      <dgm:spPr/>
    </dgm:pt>
    <dgm:pt modelId="{D02059DB-2728-40FA-9977-5F1F7AB68E43}" type="pres">
      <dgm:prSet presAssocID="{60BAA765-9591-4B37-9E95-D98288C7E348}" presName="connectorText" presStyleLbl="sibTrans1D1" presStyleIdx="6" presStyleCnt="11"/>
      <dgm:spPr/>
    </dgm:pt>
    <dgm:pt modelId="{DC13184E-022F-4389-BD2D-73F872FB5F7A}" type="pres">
      <dgm:prSet presAssocID="{7A0FF87D-E08C-4D02-8D57-6DD2A2BFC257}" presName="node" presStyleLbl="node1" presStyleIdx="7" presStyleCnt="12">
        <dgm:presLayoutVars>
          <dgm:bulletEnabled val="1"/>
        </dgm:presLayoutVars>
      </dgm:prSet>
      <dgm:spPr/>
    </dgm:pt>
    <dgm:pt modelId="{FE214AA5-8D85-4C4B-A33F-5F02BBE692EF}" type="pres">
      <dgm:prSet presAssocID="{B44BECB3-FEFC-4071-A76E-26A5C516A2F4}" presName="sibTrans" presStyleLbl="sibTrans1D1" presStyleIdx="7" presStyleCnt="11"/>
      <dgm:spPr/>
    </dgm:pt>
    <dgm:pt modelId="{2D8BD780-C696-488A-8C0E-49A537D92390}" type="pres">
      <dgm:prSet presAssocID="{B44BECB3-FEFC-4071-A76E-26A5C516A2F4}" presName="connectorText" presStyleLbl="sibTrans1D1" presStyleIdx="7" presStyleCnt="11"/>
      <dgm:spPr/>
    </dgm:pt>
    <dgm:pt modelId="{3C105F2D-3989-4540-821E-6EAACA049729}" type="pres">
      <dgm:prSet presAssocID="{A4BCCFA4-ABFB-467C-8ED7-1185CA67369B}" presName="node" presStyleLbl="node1" presStyleIdx="8" presStyleCnt="12">
        <dgm:presLayoutVars>
          <dgm:bulletEnabled val="1"/>
        </dgm:presLayoutVars>
      </dgm:prSet>
      <dgm:spPr/>
    </dgm:pt>
    <dgm:pt modelId="{1A630906-68C7-42A1-9F5B-B726509496AE}" type="pres">
      <dgm:prSet presAssocID="{795B8158-EF72-4A37-8394-6AE0B8294EF4}" presName="sibTrans" presStyleLbl="sibTrans1D1" presStyleIdx="8" presStyleCnt="11"/>
      <dgm:spPr/>
    </dgm:pt>
    <dgm:pt modelId="{9246CD9E-C202-43C7-A521-4CA236C7F516}" type="pres">
      <dgm:prSet presAssocID="{795B8158-EF72-4A37-8394-6AE0B8294EF4}" presName="connectorText" presStyleLbl="sibTrans1D1" presStyleIdx="8" presStyleCnt="11"/>
      <dgm:spPr/>
    </dgm:pt>
    <dgm:pt modelId="{30456D14-6A96-4499-ADAC-5258955CE9B9}" type="pres">
      <dgm:prSet presAssocID="{3941809D-A7C2-4936-9188-94A28E4B9255}" presName="node" presStyleLbl="node1" presStyleIdx="9" presStyleCnt="12">
        <dgm:presLayoutVars>
          <dgm:bulletEnabled val="1"/>
        </dgm:presLayoutVars>
      </dgm:prSet>
      <dgm:spPr/>
    </dgm:pt>
    <dgm:pt modelId="{A510772F-A4C4-4CA3-9E57-7D5683DD3F70}" type="pres">
      <dgm:prSet presAssocID="{FD8F79C1-191E-44E7-A3BC-AB9C4C6D685D}" presName="sibTrans" presStyleLbl="sibTrans1D1" presStyleIdx="9" presStyleCnt="11"/>
      <dgm:spPr/>
    </dgm:pt>
    <dgm:pt modelId="{C0A25F35-2DD4-44B9-8E20-E61F51B94939}" type="pres">
      <dgm:prSet presAssocID="{FD8F79C1-191E-44E7-A3BC-AB9C4C6D685D}" presName="connectorText" presStyleLbl="sibTrans1D1" presStyleIdx="9" presStyleCnt="11"/>
      <dgm:spPr/>
    </dgm:pt>
    <dgm:pt modelId="{0BC0503C-5249-4B8A-83EF-082E3E4A9792}" type="pres">
      <dgm:prSet presAssocID="{B7CE184D-7D02-4302-A3B0-131AFE9A22E8}" presName="node" presStyleLbl="node1" presStyleIdx="10" presStyleCnt="12">
        <dgm:presLayoutVars>
          <dgm:bulletEnabled val="1"/>
        </dgm:presLayoutVars>
      </dgm:prSet>
      <dgm:spPr/>
    </dgm:pt>
    <dgm:pt modelId="{BB3212AC-F37B-4094-BE12-79088C460E68}" type="pres">
      <dgm:prSet presAssocID="{BB19E820-AB8F-4EC7-82EB-1856B4CE33CD}" presName="sibTrans" presStyleLbl="sibTrans1D1" presStyleIdx="10" presStyleCnt="11"/>
      <dgm:spPr/>
    </dgm:pt>
    <dgm:pt modelId="{FBC534CA-C9D5-4723-B8BA-9810789463E5}" type="pres">
      <dgm:prSet presAssocID="{BB19E820-AB8F-4EC7-82EB-1856B4CE33CD}" presName="connectorText" presStyleLbl="sibTrans1D1" presStyleIdx="10" presStyleCnt="11"/>
      <dgm:spPr/>
    </dgm:pt>
    <dgm:pt modelId="{89555276-2A3C-46D2-A187-38755EFF9096}" type="pres">
      <dgm:prSet presAssocID="{47944DDF-9455-4342-9EC7-B2E48D103654}" presName="node" presStyleLbl="node1" presStyleIdx="11" presStyleCnt="12">
        <dgm:presLayoutVars>
          <dgm:bulletEnabled val="1"/>
        </dgm:presLayoutVars>
      </dgm:prSet>
      <dgm:spPr/>
    </dgm:pt>
  </dgm:ptLst>
  <dgm:cxnLst>
    <dgm:cxn modelId="{23005E01-8DAA-4F87-8A32-78905D27984E}" type="presOf" srcId="{60BAA765-9591-4B37-9E95-D98288C7E348}" destId="{4E84B878-A2A3-4E5E-8F85-AEBE94C6BA6D}" srcOrd="0" destOrd="0" presId="urn:microsoft.com/office/officeart/2005/8/layout/bProcess3"/>
    <dgm:cxn modelId="{40B15A10-B1FC-4724-AFB8-C45883D84CE6}" srcId="{7C186730-CFEE-41F5-AD28-87D53DE6160B}" destId="{03D381DB-A16A-4ABD-A495-B60C1F1E09D1}" srcOrd="1" destOrd="0" parTransId="{733AD385-FB77-4848-8798-4A79897B7173}" sibTransId="{A8708CD2-5A7B-47EA-A0FB-9D87357451B9}"/>
    <dgm:cxn modelId="{B1418210-1A88-4C31-A5F4-371B9695E921}" type="presOf" srcId="{160C04F7-6E9D-49D7-B23A-207D86AD9E84}" destId="{69614C59-B145-4770-93F6-8AC643370AAA}" srcOrd="1" destOrd="0" presId="urn:microsoft.com/office/officeart/2005/8/layout/bProcess3"/>
    <dgm:cxn modelId="{314EBC10-A993-47B9-9C98-A72C04541E49}" srcId="{7C186730-CFEE-41F5-AD28-87D53DE6160B}" destId="{7A0FF87D-E08C-4D02-8D57-6DD2A2BFC257}" srcOrd="7" destOrd="0" parTransId="{25CC2B8A-0349-48E4-B48B-AF22B6310919}" sibTransId="{B44BECB3-FEFC-4071-A76E-26A5C516A2F4}"/>
    <dgm:cxn modelId="{89C7B311-D494-46C0-B11F-13647331BE64}" type="presOf" srcId="{C3238EE5-C72D-49DB-958D-1FEEA6962BC8}" destId="{06A71408-BBD4-4A7A-80FB-B88C597F8D67}" srcOrd="1" destOrd="0" presId="urn:microsoft.com/office/officeart/2005/8/layout/bProcess3"/>
    <dgm:cxn modelId="{8AF84B16-6D34-4E7E-9B46-3DB62A3EB5F5}" srcId="{7C186730-CFEE-41F5-AD28-87D53DE6160B}" destId="{81708DBB-9258-4DFD-8F66-859B0880DBFB}" srcOrd="6" destOrd="0" parTransId="{F938A366-A666-4F31-805D-DC83B2776910}" sibTransId="{60BAA765-9591-4B37-9E95-D98288C7E348}"/>
    <dgm:cxn modelId="{E56A8F1A-5893-4B27-87BE-B5D90FF03671}" type="presOf" srcId="{81708DBB-9258-4DFD-8F66-859B0880DBFB}" destId="{CC0F37F5-7584-4097-9BDC-C53583E14E36}" srcOrd="0" destOrd="0" presId="urn:microsoft.com/office/officeart/2005/8/layout/bProcess3"/>
    <dgm:cxn modelId="{D10D1B1D-0A31-4B25-BF10-C98C5F1AA0BA}" srcId="{7C186730-CFEE-41F5-AD28-87D53DE6160B}" destId="{F5F96E56-36C5-4F38-8B3E-A3EDE38A0881}" srcOrd="4" destOrd="0" parTransId="{6C985CA6-B53B-4E36-992E-E04AA9907EEA}" sibTransId="{1F0AD881-C5A3-4474-A69B-3695C1A320F3}"/>
    <dgm:cxn modelId="{476FE228-D1C7-4795-BA32-57CEB8A15CD3}" srcId="{7C186730-CFEE-41F5-AD28-87D53DE6160B}" destId="{ECC30B29-207D-45F3-AC47-DF20DDE20989}" srcOrd="3" destOrd="0" parTransId="{3F0EA383-07F5-476B-B1EE-7FA94AC2744B}" sibTransId="{12095E1C-C448-438E-BF6A-415F6E485749}"/>
    <dgm:cxn modelId="{56DF7B2B-EB11-4058-B776-CCCD768A2ABB}" type="presOf" srcId="{A8708CD2-5A7B-47EA-A0FB-9D87357451B9}" destId="{2ABF178E-F782-43FF-A611-5CF21EB90E30}" srcOrd="1" destOrd="0" presId="urn:microsoft.com/office/officeart/2005/8/layout/bProcess3"/>
    <dgm:cxn modelId="{74B2B331-BAA6-4982-B443-6533824BF20C}" type="presOf" srcId="{7C186730-CFEE-41F5-AD28-87D53DE6160B}" destId="{C147B5C1-A8F1-4F74-A563-6E1AC933C1FA}" srcOrd="0" destOrd="0" presId="urn:microsoft.com/office/officeart/2005/8/layout/bProcess3"/>
    <dgm:cxn modelId="{FF4E4032-D04A-46F5-9252-E75362B0D8F9}" type="presOf" srcId="{B44BECB3-FEFC-4071-A76E-26A5C516A2F4}" destId="{FE214AA5-8D85-4C4B-A33F-5F02BBE692EF}" srcOrd="0" destOrd="0" presId="urn:microsoft.com/office/officeart/2005/8/layout/bProcess3"/>
    <dgm:cxn modelId="{DC515C3D-3403-4192-8AB2-8548D1350967}" type="presOf" srcId="{12095E1C-C448-438E-BF6A-415F6E485749}" destId="{2098BC4E-3F25-481E-9E08-F8A91C4885CF}" srcOrd="0" destOrd="0" presId="urn:microsoft.com/office/officeart/2005/8/layout/bProcess3"/>
    <dgm:cxn modelId="{C329C33D-F055-4927-8F8B-87D9EBD958C7}" type="presOf" srcId="{03D381DB-A16A-4ABD-A495-B60C1F1E09D1}" destId="{1FA01152-0D11-42A3-8070-0D9C72395396}" srcOrd="0" destOrd="0" presId="urn:microsoft.com/office/officeart/2005/8/layout/bProcess3"/>
    <dgm:cxn modelId="{92A12041-6E74-489B-B24C-A67940275021}" type="presOf" srcId="{C3238EE5-C72D-49DB-958D-1FEEA6962BC8}" destId="{9869A927-6FA8-4754-A068-56C8A845E2E5}" srcOrd="0" destOrd="0" presId="urn:microsoft.com/office/officeart/2005/8/layout/bProcess3"/>
    <dgm:cxn modelId="{BCA9A662-7A06-4787-87F5-4404DEF86AE0}" type="presOf" srcId="{A8708CD2-5A7B-47EA-A0FB-9D87357451B9}" destId="{E4D41E5A-70C1-4223-AFFE-E77FA2BCB435}" srcOrd="0" destOrd="0" presId="urn:microsoft.com/office/officeart/2005/8/layout/bProcess3"/>
    <dgm:cxn modelId="{73784565-566C-4125-9250-C63B92C4362E}" type="presOf" srcId="{795B8158-EF72-4A37-8394-6AE0B8294EF4}" destId="{9246CD9E-C202-43C7-A521-4CA236C7F516}" srcOrd="1" destOrd="0" presId="urn:microsoft.com/office/officeart/2005/8/layout/bProcess3"/>
    <dgm:cxn modelId="{DC1FFE66-0687-4C39-92CC-F7228330AA48}" type="presOf" srcId="{47944DDF-9455-4342-9EC7-B2E48D103654}" destId="{89555276-2A3C-46D2-A187-38755EFF9096}" srcOrd="0" destOrd="0" presId="urn:microsoft.com/office/officeart/2005/8/layout/bProcess3"/>
    <dgm:cxn modelId="{AC5B484F-9C23-46AB-A1F0-8454878A8FE2}" type="presOf" srcId="{ECC30B29-207D-45F3-AC47-DF20DDE20989}" destId="{C5B69543-C313-42A6-9881-15D75E1EEB0E}" srcOrd="0" destOrd="0" presId="urn:microsoft.com/office/officeart/2005/8/layout/bProcess3"/>
    <dgm:cxn modelId="{2945BF6F-AE2D-4A30-ADD7-05ADBD5B2F28}" type="presOf" srcId="{160C04F7-6E9D-49D7-B23A-207D86AD9E84}" destId="{FD124B30-0AAA-4A27-83AB-590AA8DD23DF}" srcOrd="0" destOrd="0" presId="urn:microsoft.com/office/officeart/2005/8/layout/bProcess3"/>
    <dgm:cxn modelId="{5C148772-1125-49A5-BA71-DAF92CFBBA7A}" srcId="{7C186730-CFEE-41F5-AD28-87D53DE6160B}" destId="{A4BCCFA4-ABFB-467C-8ED7-1185CA67369B}" srcOrd="8" destOrd="0" parTransId="{4F4A25E7-38F3-41A2-B7F2-3A8F3A239C2E}" sibTransId="{795B8158-EF72-4A37-8394-6AE0B8294EF4}"/>
    <dgm:cxn modelId="{CC6B1B55-D4C7-47DC-BF81-90D8FFA000F1}" type="presOf" srcId="{F5F96E56-36C5-4F38-8B3E-A3EDE38A0881}" destId="{AFE984BF-9828-4C24-B98A-B4AA25757773}" srcOrd="0" destOrd="0" presId="urn:microsoft.com/office/officeart/2005/8/layout/bProcess3"/>
    <dgm:cxn modelId="{BA3E1E58-6439-4884-BBE5-47D83EF0E731}" type="presOf" srcId="{1F0AD881-C5A3-4474-A69B-3695C1A320F3}" destId="{70C13945-A54D-45C5-9FBB-86045B852D14}" srcOrd="0" destOrd="0" presId="urn:microsoft.com/office/officeart/2005/8/layout/bProcess3"/>
    <dgm:cxn modelId="{00297E58-39DC-4E94-81D2-7E9B3B32C711}" type="presOf" srcId="{3941809D-A7C2-4936-9188-94A28E4B9255}" destId="{30456D14-6A96-4499-ADAC-5258955CE9B9}" srcOrd="0" destOrd="0" presId="urn:microsoft.com/office/officeart/2005/8/layout/bProcess3"/>
    <dgm:cxn modelId="{38796E86-C0A0-4C1D-BCC1-C64E1D8B68A8}" srcId="{7C186730-CFEE-41F5-AD28-87D53DE6160B}" destId="{3941809D-A7C2-4936-9188-94A28E4B9255}" srcOrd="9" destOrd="0" parTransId="{9FDA2420-86E4-4E9A-8194-5F3D62612DDA}" sibTransId="{FD8F79C1-191E-44E7-A3BC-AB9C4C6D685D}"/>
    <dgm:cxn modelId="{C3DA7389-50BB-4A50-9162-65A52223BF42}" type="presOf" srcId="{1F0AD881-C5A3-4474-A69B-3695C1A320F3}" destId="{66500F11-DFA5-4AAC-9074-7A34976FE8C8}" srcOrd="1" destOrd="0" presId="urn:microsoft.com/office/officeart/2005/8/layout/bProcess3"/>
    <dgm:cxn modelId="{C726D692-DD18-49C9-85E0-1D12C4BD7711}" type="presOf" srcId="{BB19E820-AB8F-4EC7-82EB-1856B4CE33CD}" destId="{BB3212AC-F37B-4094-BE12-79088C460E68}" srcOrd="0" destOrd="0" presId="urn:microsoft.com/office/officeart/2005/8/layout/bProcess3"/>
    <dgm:cxn modelId="{FF192293-00F7-4C02-B4F6-C71F1BC92634}" type="presOf" srcId="{60BAA765-9591-4B37-9E95-D98288C7E348}" destId="{D02059DB-2728-40FA-9977-5F1F7AB68E43}" srcOrd="1" destOrd="0" presId="urn:microsoft.com/office/officeart/2005/8/layout/bProcess3"/>
    <dgm:cxn modelId="{7FC80995-C37F-4A6A-AE55-8B58AFF0F040}" type="presOf" srcId="{FD8F79C1-191E-44E7-A3BC-AB9C4C6D685D}" destId="{C0A25F35-2DD4-44B9-8E20-E61F51B94939}" srcOrd="1" destOrd="0" presId="urn:microsoft.com/office/officeart/2005/8/layout/bProcess3"/>
    <dgm:cxn modelId="{4F96069D-24A1-4A27-ADA6-A19BDD3CF56C}" type="presOf" srcId="{7A0FF87D-E08C-4D02-8D57-6DD2A2BFC257}" destId="{DC13184E-022F-4389-BD2D-73F872FB5F7A}" srcOrd="0" destOrd="0" presId="urn:microsoft.com/office/officeart/2005/8/layout/bProcess3"/>
    <dgm:cxn modelId="{624516A7-01D3-4957-A7EE-92C938B82538}" srcId="{7C186730-CFEE-41F5-AD28-87D53DE6160B}" destId="{B7CE184D-7D02-4302-A3B0-131AFE9A22E8}" srcOrd="10" destOrd="0" parTransId="{7D521F4B-E68B-4B38-8BB7-503B4DF04221}" sibTransId="{BB19E820-AB8F-4EC7-82EB-1856B4CE33CD}"/>
    <dgm:cxn modelId="{7DBA5EA8-57ED-4EE8-9D3E-E7F94F37D39C}" srcId="{7C186730-CFEE-41F5-AD28-87D53DE6160B}" destId="{47944DDF-9455-4342-9EC7-B2E48D103654}" srcOrd="11" destOrd="0" parTransId="{1A5DA8EA-7184-4E10-94E0-0C1E840473B2}" sibTransId="{054F2420-29C8-4294-8BAE-98B6FC3C79E9}"/>
    <dgm:cxn modelId="{57EB29AE-2485-47DE-B5C7-2ABDD0A90EF1}" type="presOf" srcId="{1EC44B04-BD8E-4E82-857C-C70CFCCA4106}" destId="{21783B71-6927-42BA-94F7-D48FD30E6008}" srcOrd="0" destOrd="0" presId="urn:microsoft.com/office/officeart/2005/8/layout/bProcess3"/>
    <dgm:cxn modelId="{374BC2B2-4816-432D-AE4E-7C82F4CD2FDC}" type="presOf" srcId="{12095E1C-C448-438E-BF6A-415F6E485749}" destId="{30EE8B2C-D0B9-42FF-807F-805DB07EC878}" srcOrd="1" destOrd="0" presId="urn:microsoft.com/office/officeart/2005/8/layout/bProcess3"/>
    <dgm:cxn modelId="{8FB692B3-1437-48B7-AC6F-9E353080756B}" srcId="{7C186730-CFEE-41F5-AD28-87D53DE6160B}" destId="{EB2F9648-A525-4BF3-8704-1268ADAA47B3}" srcOrd="0" destOrd="0" parTransId="{B55EB356-90D9-4522-BF11-ACCC3F66ABEB}" sibTransId="{F7CF7083-6797-4C23-9BF8-62E94CD9EE24}"/>
    <dgm:cxn modelId="{145689BA-EA10-42D8-AB1A-E3A69D98952A}" srcId="{7C186730-CFEE-41F5-AD28-87D53DE6160B}" destId="{1EC44B04-BD8E-4E82-857C-C70CFCCA4106}" srcOrd="2" destOrd="0" parTransId="{EF5101FB-90B5-4F8D-9917-DA6F49640120}" sibTransId="{160C04F7-6E9D-49D7-B23A-207D86AD9E84}"/>
    <dgm:cxn modelId="{CFF04CC7-F38D-4D67-AAF8-40C646A77ECB}" type="presOf" srcId="{FD8F79C1-191E-44E7-A3BC-AB9C4C6D685D}" destId="{A510772F-A4C4-4CA3-9E57-7D5683DD3F70}" srcOrd="0" destOrd="0" presId="urn:microsoft.com/office/officeart/2005/8/layout/bProcess3"/>
    <dgm:cxn modelId="{EC9D31CE-62FF-4CB6-8E60-CDD266E25A51}" type="presOf" srcId="{795B8158-EF72-4A37-8394-6AE0B8294EF4}" destId="{1A630906-68C7-42A1-9F5B-B726509496AE}" srcOrd="0" destOrd="0" presId="urn:microsoft.com/office/officeart/2005/8/layout/bProcess3"/>
    <dgm:cxn modelId="{440464DA-A3CA-497D-8CEB-5B49A92D7A17}" type="presOf" srcId="{EB2F9648-A525-4BF3-8704-1268ADAA47B3}" destId="{85A658BF-8A47-4BA2-B9B7-CAE752F9E4C7}" srcOrd="0" destOrd="0" presId="urn:microsoft.com/office/officeart/2005/8/layout/bProcess3"/>
    <dgm:cxn modelId="{060129E8-D3FB-400B-9BC4-DBA6BC013765}" type="presOf" srcId="{F7CF7083-6797-4C23-9BF8-62E94CD9EE24}" destId="{E5444E6A-FE40-4750-B826-EB11869A6730}" srcOrd="1" destOrd="0" presId="urn:microsoft.com/office/officeart/2005/8/layout/bProcess3"/>
    <dgm:cxn modelId="{8B7A76EA-633F-4C76-9CB8-BA1E9F19F36E}" type="presOf" srcId="{B7CE184D-7D02-4302-A3B0-131AFE9A22E8}" destId="{0BC0503C-5249-4B8A-83EF-082E3E4A9792}" srcOrd="0" destOrd="0" presId="urn:microsoft.com/office/officeart/2005/8/layout/bProcess3"/>
    <dgm:cxn modelId="{852E22EB-540E-4777-B37B-3E2D3DDE2877}" type="presOf" srcId="{A4BCCFA4-ABFB-467C-8ED7-1185CA67369B}" destId="{3C105F2D-3989-4540-821E-6EAACA049729}" srcOrd="0" destOrd="0" presId="urn:microsoft.com/office/officeart/2005/8/layout/bProcess3"/>
    <dgm:cxn modelId="{1CB5ADEB-5A46-4C8A-8A3B-C33D523A4BE8}" type="presOf" srcId="{B44BECB3-FEFC-4071-A76E-26A5C516A2F4}" destId="{2D8BD780-C696-488A-8C0E-49A537D92390}" srcOrd="1" destOrd="0" presId="urn:microsoft.com/office/officeart/2005/8/layout/bProcess3"/>
    <dgm:cxn modelId="{99D611ED-932B-454F-9C53-3FE8D8F99721}" type="presOf" srcId="{F7CF7083-6797-4C23-9BF8-62E94CD9EE24}" destId="{C9C93D7A-FFD1-4616-B859-99297D11A2E8}" srcOrd="0" destOrd="0" presId="urn:microsoft.com/office/officeart/2005/8/layout/bProcess3"/>
    <dgm:cxn modelId="{6D4D85EE-73D4-4FD8-8FA2-AB325C4408A4}" type="presOf" srcId="{BB19E820-AB8F-4EC7-82EB-1856B4CE33CD}" destId="{FBC534CA-C9D5-4723-B8BA-9810789463E5}" srcOrd="1" destOrd="0" presId="urn:microsoft.com/office/officeart/2005/8/layout/bProcess3"/>
    <dgm:cxn modelId="{FF0C01F0-E8E6-4E76-8C48-2CDEA2EC7304}" srcId="{7C186730-CFEE-41F5-AD28-87D53DE6160B}" destId="{A37BB64B-ACFF-4062-8291-61981B7A518C}" srcOrd="5" destOrd="0" parTransId="{D65643D5-D773-4454-A018-716611E0D933}" sibTransId="{C3238EE5-C72D-49DB-958D-1FEEA6962BC8}"/>
    <dgm:cxn modelId="{2A8421FE-9DA6-49F4-B1B8-B1603F711925}" type="presOf" srcId="{A37BB64B-ACFF-4062-8291-61981B7A518C}" destId="{F626849B-8F77-456C-8498-F0546308912D}" srcOrd="0" destOrd="0" presId="urn:microsoft.com/office/officeart/2005/8/layout/bProcess3"/>
    <dgm:cxn modelId="{31D87796-5874-4116-9D44-604CE751293B}" type="presParOf" srcId="{C147B5C1-A8F1-4F74-A563-6E1AC933C1FA}" destId="{85A658BF-8A47-4BA2-B9B7-CAE752F9E4C7}" srcOrd="0" destOrd="0" presId="urn:microsoft.com/office/officeart/2005/8/layout/bProcess3"/>
    <dgm:cxn modelId="{1076B19B-515A-4128-B7D8-9A30C05E68AB}" type="presParOf" srcId="{C147B5C1-A8F1-4F74-A563-6E1AC933C1FA}" destId="{C9C93D7A-FFD1-4616-B859-99297D11A2E8}" srcOrd="1" destOrd="0" presId="urn:microsoft.com/office/officeart/2005/8/layout/bProcess3"/>
    <dgm:cxn modelId="{0F970F23-F828-423C-8FDD-BBF23335191F}" type="presParOf" srcId="{C9C93D7A-FFD1-4616-B859-99297D11A2E8}" destId="{E5444E6A-FE40-4750-B826-EB11869A6730}" srcOrd="0" destOrd="0" presId="urn:microsoft.com/office/officeart/2005/8/layout/bProcess3"/>
    <dgm:cxn modelId="{32A23636-020F-468F-B4B0-8502D29E777C}" type="presParOf" srcId="{C147B5C1-A8F1-4F74-A563-6E1AC933C1FA}" destId="{1FA01152-0D11-42A3-8070-0D9C72395396}" srcOrd="2" destOrd="0" presId="urn:microsoft.com/office/officeart/2005/8/layout/bProcess3"/>
    <dgm:cxn modelId="{8C5E89C3-48DB-4773-B250-E00AADF5D26B}" type="presParOf" srcId="{C147B5C1-A8F1-4F74-A563-6E1AC933C1FA}" destId="{E4D41E5A-70C1-4223-AFFE-E77FA2BCB435}" srcOrd="3" destOrd="0" presId="urn:microsoft.com/office/officeart/2005/8/layout/bProcess3"/>
    <dgm:cxn modelId="{6E87532F-CFA7-4E5A-AD9A-23C93BCB827D}" type="presParOf" srcId="{E4D41E5A-70C1-4223-AFFE-E77FA2BCB435}" destId="{2ABF178E-F782-43FF-A611-5CF21EB90E30}" srcOrd="0" destOrd="0" presId="urn:microsoft.com/office/officeart/2005/8/layout/bProcess3"/>
    <dgm:cxn modelId="{87A97E2B-4934-4C48-A5A6-43363B393DEF}" type="presParOf" srcId="{C147B5C1-A8F1-4F74-A563-6E1AC933C1FA}" destId="{21783B71-6927-42BA-94F7-D48FD30E6008}" srcOrd="4" destOrd="0" presId="urn:microsoft.com/office/officeart/2005/8/layout/bProcess3"/>
    <dgm:cxn modelId="{B94A2C53-1342-41D7-80A5-E0C66DE03A15}" type="presParOf" srcId="{C147B5C1-A8F1-4F74-A563-6E1AC933C1FA}" destId="{FD124B30-0AAA-4A27-83AB-590AA8DD23DF}" srcOrd="5" destOrd="0" presId="urn:microsoft.com/office/officeart/2005/8/layout/bProcess3"/>
    <dgm:cxn modelId="{5A7E41AA-B9B9-4FF5-A135-051B17A80ED8}" type="presParOf" srcId="{FD124B30-0AAA-4A27-83AB-590AA8DD23DF}" destId="{69614C59-B145-4770-93F6-8AC643370AAA}" srcOrd="0" destOrd="0" presId="urn:microsoft.com/office/officeart/2005/8/layout/bProcess3"/>
    <dgm:cxn modelId="{F0A8148A-45BF-43D5-92F1-299F5DEABA31}" type="presParOf" srcId="{C147B5C1-A8F1-4F74-A563-6E1AC933C1FA}" destId="{C5B69543-C313-42A6-9881-15D75E1EEB0E}" srcOrd="6" destOrd="0" presId="urn:microsoft.com/office/officeart/2005/8/layout/bProcess3"/>
    <dgm:cxn modelId="{023EDD83-DB73-4ADC-8CDB-29CD99FAA3F2}" type="presParOf" srcId="{C147B5C1-A8F1-4F74-A563-6E1AC933C1FA}" destId="{2098BC4E-3F25-481E-9E08-F8A91C4885CF}" srcOrd="7" destOrd="0" presId="urn:microsoft.com/office/officeart/2005/8/layout/bProcess3"/>
    <dgm:cxn modelId="{D900156F-E30D-478F-BA80-76830E4B0B9E}" type="presParOf" srcId="{2098BC4E-3F25-481E-9E08-F8A91C4885CF}" destId="{30EE8B2C-D0B9-42FF-807F-805DB07EC878}" srcOrd="0" destOrd="0" presId="urn:microsoft.com/office/officeart/2005/8/layout/bProcess3"/>
    <dgm:cxn modelId="{E98718B5-D9B7-4DCF-B9EA-1BE1E5AC185C}" type="presParOf" srcId="{C147B5C1-A8F1-4F74-A563-6E1AC933C1FA}" destId="{AFE984BF-9828-4C24-B98A-B4AA25757773}" srcOrd="8" destOrd="0" presId="urn:microsoft.com/office/officeart/2005/8/layout/bProcess3"/>
    <dgm:cxn modelId="{6EB1B48C-0C44-42CF-8002-517748383AD7}" type="presParOf" srcId="{C147B5C1-A8F1-4F74-A563-6E1AC933C1FA}" destId="{70C13945-A54D-45C5-9FBB-86045B852D14}" srcOrd="9" destOrd="0" presId="urn:microsoft.com/office/officeart/2005/8/layout/bProcess3"/>
    <dgm:cxn modelId="{34F01CC1-B740-431B-AD65-38406C768986}" type="presParOf" srcId="{70C13945-A54D-45C5-9FBB-86045B852D14}" destId="{66500F11-DFA5-4AAC-9074-7A34976FE8C8}" srcOrd="0" destOrd="0" presId="urn:microsoft.com/office/officeart/2005/8/layout/bProcess3"/>
    <dgm:cxn modelId="{4D8F82BF-CD2A-4E29-B650-2B5C36E23C40}" type="presParOf" srcId="{C147B5C1-A8F1-4F74-A563-6E1AC933C1FA}" destId="{F626849B-8F77-456C-8498-F0546308912D}" srcOrd="10" destOrd="0" presId="urn:microsoft.com/office/officeart/2005/8/layout/bProcess3"/>
    <dgm:cxn modelId="{D0AD4B94-86F6-4320-9375-7F14EB97F14B}" type="presParOf" srcId="{C147B5C1-A8F1-4F74-A563-6E1AC933C1FA}" destId="{9869A927-6FA8-4754-A068-56C8A845E2E5}" srcOrd="11" destOrd="0" presId="urn:microsoft.com/office/officeart/2005/8/layout/bProcess3"/>
    <dgm:cxn modelId="{C61E91C1-D281-4D7D-AB89-AB2FC82DD266}" type="presParOf" srcId="{9869A927-6FA8-4754-A068-56C8A845E2E5}" destId="{06A71408-BBD4-4A7A-80FB-B88C597F8D67}" srcOrd="0" destOrd="0" presId="urn:microsoft.com/office/officeart/2005/8/layout/bProcess3"/>
    <dgm:cxn modelId="{A4622C36-3752-40A8-AEAD-32EBDA13D38E}" type="presParOf" srcId="{C147B5C1-A8F1-4F74-A563-6E1AC933C1FA}" destId="{CC0F37F5-7584-4097-9BDC-C53583E14E36}" srcOrd="12" destOrd="0" presId="urn:microsoft.com/office/officeart/2005/8/layout/bProcess3"/>
    <dgm:cxn modelId="{2E667219-156E-4AE8-986E-AB952C69ACF1}" type="presParOf" srcId="{C147B5C1-A8F1-4F74-A563-6E1AC933C1FA}" destId="{4E84B878-A2A3-4E5E-8F85-AEBE94C6BA6D}" srcOrd="13" destOrd="0" presId="urn:microsoft.com/office/officeart/2005/8/layout/bProcess3"/>
    <dgm:cxn modelId="{4EC5949B-778E-4A92-8EE6-B3D3DE275B73}" type="presParOf" srcId="{4E84B878-A2A3-4E5E-8F85-AEBE94C6BA6D}" destId="{D02059DB-2728-40FA-9977-5F1F7AB68E43}" srcOrd="0" destOrd="0" presId="urn:microsoft.com/office/officeart/2005/8/layout/bProcess3"/>
    <dgm:cxn modelId="{38257620-A1D5-4E31-9EFF-5806801A788E}" type="presParOf" srcId="{C147B5C1-A8F1-4F74-A563-6E1AC933C1FA}" destId="{DC13184E-022F-4389-BD2D-73F872FB5F7A}" srcOrd="14" destOrd="0" presId="urn:microsoft.com/office/officeart/2005/8/layout/bProcess3"/>
    <dgm:cxn modelId="{2BE5235B-17B5-4D41-8651-8691DA52B06D}" type="presParOf" srcId="{C147B5C1-A8F1-4F74-A563-6E1AC933C1FA}" destId="{FE214AA5-8D85-4C4B-A33F-5F02BBE692EF}" srcOrd="15" destOrd="0" presId="urn:microsoft.com/office/officeart/2005/8/layout/bProcess3"/>
    <dgm:cxn modelId="{0394AEEA-5368-4330-BF84-EF17D915149F}" type="presParOf" srcId="{FE214AA5-8D85-4C4B-A33F-5F02BBE692EF}" destId="{2D8BD780-C696-488A-8C0E-49A537D92390}" srcOrd="0" destOrd="0" presId="urn:microsoft.com/office/officeart/2005/8/layout/bProcess3"/>
    <dgm:cxn modelId="{5A12418B-0459-4E63-BE47-EEE5FBD02130}" type="presParOf" srcId="{C147B5C1-A8F1-4F74-A563-6E1AC933C1FA}" destId="{3C105F2D-3989-4540-821E-6EAACA049729}" srcOrd="16" destOrd="0" presId="urn:microsoft.com/office/officeart/2005/8/layout/bProcess3"/>
    <dgm:cxn modelId="{EC66C530-B43A-4E69-A237-CC7FA3DE3B4F}" type="presParOf" srcId="{C147B5C1-A8F1-4F74-A563-6E1AC933C1FA}" destId="{1A630906-68C7-42A1-9F5B-B726509496AE}" srcOrd="17" destOrd="0" presId="urn:microsoft.com/office/officeart/2005/8/layout/bProcess3"/>
    <dgm:cxn modelId="{E9D75F0B-F6DB-410D-8947-91BD1A6CAD7D}" type="presParOf" srcId="{1A630906-68C7-42A1-9F5B-B726509496AE}" destId="{9246CD9E-C202-43C7-A521-4CA236C7F516}" srcOrd="0" destOrd="0" presId="urn:microsoft.com/office/officeart/2005/8/layout/bProcess3"/>
    <dgm:cxn modelId="{B9F631D4-F3C1-4BE6-8C8B-E17B8B891474}" type="presParOf" srcId="{C147B5C1-A8F1-4F74-A563-6E1AC933C1FA}" destId="{30456D14-6A96-4499-ADAC-5258955CE9B9}" srcOrd="18" destOrd="0" presId="urn:microsoft.com/office/officeart/2005/8/layout/bProcess3"/>
    <dgm:cxn modelId="{E5B20DFA-B0E9-4FB5-8752-2906F1C81A73}" type="presParOf" srcId="{C147B5C1-A8F1-4F74-A563-6E1AC933C1FA}" destId="{A510772F-A4C4-4CA3-9E57-7D5683DD3F70}" srcOrd="19" destOrd="0" presId="urn:microsoft.com/office/officeart/2005/8/layout/bProcess3"/>
    <dgm:cxn modelId="{299D606C-8D29-48BC-8D64-4B542AB2B594}" type="presParOf" srcId="{A510772F-A4C4-4CA3-9E57-7D5683DD3F70}" destId="{C0A25F35-2DD4-44B9-8E20-E61F51B94939}" srcOrd="0" destOrd="0" presId="urn:microsoft.com/office/officeart/2005/8/layout/bProcess3"/>
    <dgm:cxn modelId="{8C18AEBA-E8DD-4069-87B5-8173868DA560}" type="presParOf" srcId="{C147B5C1-A8F1-4F74-A563-6E1AC933C1FA}" destId="{0BC0503C-5249-4B8A-83EF-082E3E4A9792}" srcOrd="20" destOrd="0" presId="urn:microsoft.com/office/officeart/2005/8/layout/bProcess3"/>
    <dgm:cxn modelId="{CC6543EF-1954-4692-9591-0845DFC6088E}" type="presParOf" srcId="{C147B5C1-A8F1-4F74-A563-6E1AC933C1FA}" destId="{BB3212AC-F37B-4094-BE12-79088C460E68}" srcOrd="21" destOrd="0" presId="urn:microsoft.com/office/officeart/2005/8/layout/bProcess3"/>
    <dgm:cxn modelId="{106FC5CF-B811-435D-A164-365D2D9853C1}" type="presParOf" srcId="{BB3212AC-F37B-4094-BE12-79088C460E68}" destId="{FBC534CA-C9D5-4723-B8BA-9810789463E5}" srcOrd="0" destOrd="0" presId="urn:microsoft.com/office/officeart/2005/8/layout/bProcess3"/>
    <dgm:cxn modelId="{76849582-32D8-4419-9496-2D55501BA6C1}" type="presParOf" srcId="{C147B5C1-A8F1-4F74-A563-6E1AC933C1FA}" destId="{89555276-2A3C-46D2-A187-38755EFF9096}" srcOrd="22" destOrd="0" presId="urn:microsoft.com/office/officeart/2005/8/layout/bProcess3"/>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DA9B92-035F-427B-86B9-0C65EF566FA4}">
      <dsp:nvSpPr>
        <dsp:cNvPr id="0" name=""/>
        <dsp:cNvSpPr/>
      </dsp:nvSpPr>
      <dsp:spPr>
        <a:xfrm>
          <a:off x="1007051" y="0"/>
          <a:ext cx="2011967" cy="2011938"/>
        </a:xfrm>
        <a:prstGeom prst="ellipse">
          <a:avLst/>
        </a:prstGeom>
        <a:solidFill>
          <a:schemeClr val="accent1">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Font typeface="Arial" panose="020B0604020202020204" pitchFamily="34" charset="0"/>
            <a:buNone/>
          </a:pPr>
          <a:r>
            <a:rPr lang="en-US" sz="2000" kern="1200" dirty="0"/>
            <a:t>Raspberry Pi</a:t>
          </a:r>
        </a:p>
      </dsp:txBody>
      <dsp:txXfrm>
        <a:off x="1301697" y="294641"/>
        <a:ext cx="1422675" cy="1422656"/>
      </dsp:txXfrm>
    </dsp:sp>
    <dsp:sp modelId="{A9371F5F-591D-4968-9E52-F0DE991A7005}">
      <dsp:nvSpPr>
        <dsp:cNvPr id="0" name=""/>
        <dsp:cNvSpPr/>
      </dsp:nvSpPr>
      <dsp:spPr>
        <a:xfrm>
          <a:off x="2042628" y="1341851"/>
          <a:ext cx="2011967" cy="2011938"/>
        </a:xfrm>
        <a:prstGeom prst="ellipse">
          <a:avLst/>
        </a:prstGeom>
        <a:solidFill>
          <a:schemeClr val="accent1">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Adafruit Web Dashboard</a:t>
          </a:r>
          <a:endParaRPr lang="en-US" sz="2000" kern="1200" dirty="0"/>
        </a:p>
      </dsp:txBody>
      <dsp:txXfrm>
        <a:off x="2337274" y="1636492"/>
        <a:ext cx="1422675" cy="1422656"/>
      </dsp:txXfrm>
    </dsp:sp>
    <dsp:sp modelId="{0697E9B6-A559-4A8F-8845-73745167930C}">
      <dsp:nvSpPr>
        <dsp:cNvPr id="0" name=""/>
        <dsp:cNvSpPr/>
      </dsp:nvSpPr>
      <dsp:spPr>
        <a:xfrm>
          <a:off x="3076981" y="0"/>
          <a:ext cx="2011967" cy="2011938"/>
        </a:xfrm>
        <a:prstGeom prst="ellipse">
          <a:avLst/>
        </a:prstGeom>
        <a:solidFill>
          <a:schemeClr val="accent1">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Blynk Mobile App</a:t>
          </a:r>
          <a:endParaRPr lang="en-US" sz="2000" kern="1200" dirty="0"/>
        </a:p>
      </dsp:txBody>
      <dsp:txXfrm>
        <a:off x="3371627" y="294641"/>
        <a:ext cx="1422675" cy="142265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DA9B92-035F-427B-86B9-0C65EF566FA4}">
      <dsp:nvSpPr>
        <dsp:cNvPr id="0" name=""/>
        <dsp:cNvSpPr/>
      </dsp:nvSpPr>
      <dsp:spPr>
        <a:xfrm>
          <a:off x="1007051" y="0"/>
          <a:ext cx="2011967" cy="2011938"/>
        </a:xfrm>
        <a:prstGeom prst="ellipse">
          <a:avLst/>
        </a:prstGeom>
        <a:solidFill>
          <a:schemeClr val="accent1">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Font typeface="Arial" panose="020B0604020202020204" pitchFamily="34" charset="0"/>
            <a:buNone/>
          </a:pPr>
          <a:r>
            <a:rPr lang="en-US" sz="2000" kern="1200" dirty="0"/>
            <a:t>Raspberry Pi</a:t>
          </a:r>
        </a:p>
      </dsp:txBody>
      <dsp:txXfrm>
        <a:off x="1301697" y="294641"/>
        <a:ext cx="1422675" cy="1422656"/>
      </dsp:txXfrm>
    </dsp:sp>
    <dsp:sp modelId="{A9371F5F-591D-4968-9E52-F0DE991A7005}">
      <dsp:nvSpPr>
        <dsp:cNvPr id="0" name=""/>
        <dsp:cNvSpPr/>
      </dsp:nvSpPr>
      <dsp:spPr>
        <a:xfrm>
          <a:off x="2042628" y="1341851"/>
          <a:ext cx="2011967" cy="2011938"/>
        </a:xfrm>
        <a:prstGeom prst="ellipse">
          <a:avLst/>
        </a:prstGeom>
        <a:solidFill>
          <a:schemeClr val="accent1">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Adafruit Web Dashboard</a:t>
          </a:r>
          <a:endParaRPr lang="en-US" sz="2000" kern="1200" dirty="0"/>
        </a:p>
      </dsp:txBody>
      <dsp:txXfrm>
        <a:off x="2337274" y="1636492"/>
        <a:ext cx="1422675" cy="1422656"/>
      </dsp:txXfrm>
    </dsp:sp>
    <dsp:sp modelId="{0697E9B6-A559-4A8F-8845-73745167930C}">
      <dsp:nvSpPr>
        <dsp:cNvPr id="0" name=""/>
        <dsp:cNvSpPr/>
      </dsp:nvSpPr>
      <dsp:spPr>
        <a:xfrm>
          <a:off x="3076981" y="0"/>
          <a:ext cx="2011967" cy="2011938"/>
        </a:xfrm>
        <a:prstGeom prst="ellipse">
          <a:avLst/>
        </a:prstGeom>
        <a:solidFill>
          <a:schemeClr val="accent1">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Blynk Mobile App</a:t>
          </a:r>
          <a:endParaRPr lang="en-US" sz="2000" kern="1200" dirty="0"/>
        </a:p>
      </dsp:txBody>
      <dsp:txXfrm>
        <a:off x="3371627" y="294641"/>
        <a:ext cx="1422675" cy="142265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DA9B92-035F-427B-86B9-0C65EF566FA4}">
      <dsp:nvSpPr>
        <dsp:cNvPr id="0" name=""/>
        <dsp:cNvSpPr/>
      </dsp:nvSpPr>
      <dsp:spPr>
        <a:xfrm>
          <a:off x="1007051" y="0"/>
          <a:ext cx="2011967" cy="2011938"/>
        </a:xfrm>
        <a:prstGeom prst="ellipse">
          <a:avLst/>
        </a:prstGeom>
        <a:solidFill>
          <a:schemeClr val="accent1">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Font typeface="Arial" panose="020B0604020202020204" pitchFamily="34" charset="0"/>
            <a:buNone/>
          </a:pPr>
          <a:r>
            <a:rPr lang="en-US" sz="2000" kern="1200" dirty="0"/>
            <a:t>Raspberry Pi</a:t>
          </a:r>
        </a:p>
      </dsp:txBody>
      <dsp:txXfrm>
        <a:off x="1301697" y="294641"/>
        <a:ext cx="1422675" cy="1422656"/>
      </dsp:txXfrm>
    </dsp:sp>
    <dsp:sp modelId="{A9371F5F-591D-4968-9E52-F0DE991A7005}">
      <dsp:nvSpPr>
        <dsp:cNvPr id="0" name=""/>
        <dsp:cNvSpPr/>
      </dsp:nvSpPr>
      <dsp:spPr>
        <a:xfrm>
          <a:off x="2042628" y="1341851"/>
          <a:ext cx="2011967" cy="2011938"/>
        </a:xfrm>
        <a:prstGeom prst="ellipse">
          <a:avLst/>
        </a:prstGeom>
        <a:solidFill>
          <a:schemeClr val="accent1">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Adafruit Web Dashboard</a:t>
          </a:r>
          <a:endParaRPr lang="en-US" sz="2000" kern="1200" dirty="0"/>
        </a:p>
      </dsp:txBody>
      <dsp:txXfrm>
        <a:off x="2337274" y="1636492"/>
        <a:ext cx="1422675" cy="1422656"/>
      </dsp:txXfrm>
    </dsp:sp>
    <dsp:sp modelId="{0697E9B6-A559-4A8F-8845-73745167930C}">
      <dsp:nvSpPr>
        <dsp:cNvPr id="0" name=""/>
        <dsp:cNvSpPr/>
      </dsp:nvSpPr>
      <dsp:spPr>
        <a:xfrm>
          <a:off x="3076981" y="0"/>
          <a:ext cx="2011967" cy="2011938"/>
        </a:xfrm>
        <a:prstGeom prst="ellipse">
          <a:avLst/>
        </a:prstGeom>
        <a:solidFill>
          <a:schemeClr val="accent1">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Blynk Mobile App</a:t>
          </a:r>
          <a:endParaRPr lang="en-US" sz="2000" kern="1200" dirty="0"/>
        </a:p>
      </dsp:txBody>
      <dsp:txXfrm>
        <a:off x="3371627" y="294641"/>
        <a:ext cx="1422675" cy="142265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8AC777-6962-45CF-9CC7-86ADF4F7D92C}">
      <dsp:nvSpPr>
        <dsp:cNvPr id="0" name=""/>
        <dsp:cNvSpPr/>
      </dsp:nvSpPr>
      <dsp:spPr>
        <a:xfrm>
          <a:off x="2151" y="0"/>
          <a:ext cx="2069232" cy="4158725"/>
        </a:xfrm>
        <a:prstGeom prst="roundRect">
          <a:avLst>
            <a:gd name="adj" fmla="val 10000"/>
          </a:avLst>
        </a:prstGeom>
        <a:solidFill>
          <a:schemeClr val="accent2">
            <a:tint val="40000"/>
            <a:hueOff val="0"/>
            <a:satOff val="0"/>
            <a:lumOff val="0"/>
            <a:alphaOff val="0"/>
          </a:scheme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b="0" kern="1200" dirty="0">
              <a:latin typeface="Catamaran" panose="020B0604020202020204" charset="0"/>
              <a:cs typeface="Catamaran" panose="020B0604020202020204" charset="0"/>
            </a:rPr>
            <a:t>Operational Modes</a:t>
          </a:r>
        </a:p>
      </dsp:txBody>
      <dsp:txXfrm>
        <a:off x="2151" y="0"/>
        <a:ext cx="2069232" cy="1247617"/>
      </dsp:txXfrm>
    </dsp:sp>
    <dsp:sp modelId="{44DC7909-BBAB-41A2-A0C1-A617239B5C98}">
      <dsp:nvSpPr>
        <dsp:cNvPr id="0" name=""/>
        <dsp:cNvSpPr/>
      </dsp:nvSpPr>
      <dsp:spPr>
        <a:xfrm>
          <a:off x="209074" y="1248835"/>
          <a:ext cx="1655385" cy="1253912"/>
        </a:xfrm>
        <a:prstGeom prst="roundRect">
          <a:avLst>
            <a:gd name="adj" fmla="val 10000"/>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5400" tIns="19050" rIns="25400" bIns="19050" numCol="1" spcCol="1270" anchor="ctr" anchorCtr="0">
          <a:noAutofit/>
        </a:bodyPr>
        <a:lstStyle/>
        <a:p>
          <a:pPr marL="0" lvl="0" indent="0" algn="ctr" defTabSz="444500">
            <a:lnSpc>
              <a:spcPct val="90000"/>
            </a:lnSpc>
            <a:spcBef>
              <a:spcPct val="0"/>
            </a:spcBef>
            <a:spcAft>
              <a:spcPct val="35000"/>
            </a:spcAft>
            <a:buFont typeface="Arial" panose="020B0604020202020204" pitchFamily="34" charset="0"/>
            <a:buNone/>
          </a:pPr>
          <a:r>
            <a:rPr lang="en-US" sz="1000" b="0" kern="1200" dirty="0">
              <a:latin typeface="Catamaran" panose="020B0604020202020204" charset="0"/>
              <a:cs typeface="Catamaran" panose="020B0604020202020204" charset="0"/>
            </a:rPr>
            <a:t>Automatic Mode</a:t>
          </a:r>
        </a:p>
      </dsp:txBody>
      <dsp:txXfrm>
        <a:off x="245800" y="1285561"/>
        <a:ext cx="1581933" cy="1180460"/>
      </dsp:txXfrm>
    </dsp:sp>
    <dsp:sp modelId="{23BF9644-21DE-4280-8B6E-F2818A6C7F21}">
      <dsp:nvSpPr>
        <dsp:cNvPr id="0" name=""/>
        <dsp:cNvSpPr/>
      </dsp:nvSpPr>
      <dsp:spPr>
        <a:xfrm>
          <a:off x="209074" y="2695657"/>
          <a:ext cx="1655385" cy="1253912"/>
        </a:xfrm>
        <a:prstGeom prst="roundRect">
          <a:avLst>
            <a:gd name="adj" fmla="val 10000"/>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5400" tIns="19050" rIns="25400" bIns="19050" numCol="1" spcCol="1270" anchor="ctr" anchorCtr="0">
          <a:noAutofit/>
        </a:bodyPr>
        <a:lstStyle/>
        <a:p>
          <a:pPr marL="0" lvl="0" indent="0" algn="ctr" defTabSz="444500">
            <a:lnSpc>
              <a:spcPct val="90000"/>
            </a:lnSpc>
            <a:spcBef>
              <a:spcPct val="0"/>
            </a:spcBef>
            <a:spcAft>
              <a:spcPct val="35000"/>
            </a:spcAft>
            <a:buFont typeface="Arial" panose="020B0604020202020204" pitchFamily="34" charset="0"/>
            <a:buNone/>
          </a:pPr>
          <a:r>
            <a:rPr lang="en-US" sz="1000" b="0" kern="1200" dirty="0">
              <a:latin typeface="Catamaran" panose="020B0604020202020204" charset="0"/>
              <a:cs typeface="Catamaran" panose="020B0604020202020204" charset="0"/>
            </a:rPr>
            <a:t>Manual Mode</a:t>
          </a:r>
        </a:p>
      </dsp:txBody>
      <dsp:txXfrm>
        <a:off x="245800" y="2732383"/>
        <a:ext cx="1581933" cy="1180460"/>
      </dsp:txXfrm>
    </dsp:sp>
    <dsp:sp modelId="{C22AFAAE-1672-4809-B3A6-FB53B9187FB8}">
      <dsp:nvSpPr>
        <dsp:cNvPr id="0" name=""/>
        <dsp:cNvSpPr/>
      </dsp:nvSpPr>
      <dsp:spPr>
        <a:xfrm>
          <a:off x="2226575" y="0"/>
          <a:ext cx="2069232" cy="4158725"/>
        </a:xfrm>
        <a:prstGeom prst="roundRect">
          <a:avLst>
            <a:gd name="adj" fmla="val 10000"/>
          </a:avLst>
        </a:prstGeom>
        <a:solidFill>
          <a:schemeClr val="accent2">
            <a:tint val="40000"/>
            <a:hueOff val="0"/>
            <a:satOff val="0"/>
            <a:lumOff val="0"/>
            <a:alphaOff val="0"/>
          </a:scheme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b="0" i="0" kern="1200" dirty="0">
              <a:latin typeface="Catamaran" panose="020B0604020202020204" charset="0"/>
              <a:cs typeface="Catamaran" panose="020B0604020202020204" charset="0"/>
            </a:rPr>
            <a:t>Adafruit Dashboard Features</a:t>
          </a:r>
          <a:endParaRPr lang="en-US" sz="1900" b="0" kern="1200" dirty="0">
            <a:latin typeface="Catamaran" panose="020B0604020202020204" charset="0"/>
            <a:cs typeface="Catamaran" panose="020B0604020202020204" charset="0"/>
          </a:endParaRPr>
        </a:p>
      </dsp:txBody>
      <dsp:txXfrm>
        <a:off x="2226575" y="0"/>
        <a:ext cx="2069232" cy="1247617"/>
      </dsp:txXfrm>
    </dsp:sp>
    <dsp:sp modelId="{AB19E65A-12DC-4D9E-9F47-6E82BE5D3320}">
      <dsp:nvSpPr>
        <dsp:cNvPr id="0" name=""/>
        <dsp:cNvSpPr/>
      </dsp:nvSpPr>
      <dsp:spPr>
        <a:xfrm>
          <a:off x="2433498" y="1248404"/>
          <a:ext cx="1655385" cy="481106"/>
        </a:xfrm>
        <a:prstGeom prst="roundRect">
          <a:avLst>
            <a:gd name="adj" fmla="val 10000"/>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5400" tIns="19050" rIns="25400" bIns="19050" numCol="1" spcCol="1270" anchor="ctr" anchorCtr="0">
          <a:noAutofit/>
        </a:bodyPr>
        <a:lstStyle/>
        <a:p>
          <a:pPr marL="0" lvl="0" indent="0" algn="ctr" defTabSz="444500">
            <a:lnSpc>
              <a:spcPct val="90000"/>
            </a:lnSpc>
            <a:spcBef>
              <a:spcPct val="0"/>
            </a:spcBef>
            <a:spcAft>
              <a:spcPct val="35000"/>
            </a:spcAft>
            <a:buFont typeface="Arial" panose="020B0604020202020204" pitchFamily="34" charset="0"/>
            <a:buNone/>
          </a:pPr>
          <a:r>
            <a:rPr lang="en-US" sz="1000" b="0" i="0" kern="1200" dirty="0">
              <a:latin typeface="Catamaran" panose="020B0604020202020204" charset="0"/>
              <a:cs typeface="Catamaran" panose="020B0604020202020204" charset="0"/>
            </a:rPr>
            <a:t>Operation Mode and  Pump Status Indicator.</a:t>
          </a:r>
          <a:endParaRPr lang="en-US" sz="1000" b="0" kern="1200" dirty="0">
            <a:latin typeface="Catamaran" panose="020B0604020202020204" charset="0"/>
            <a:cs typeface="Catamaran" panose="020B0604020202020204" charset="0"/>
          </a:endParaRPr>
        </a:p>
      </dsp:txBody>
      <dsp:txXfrm>
        <a:off x="2447589" y="1262495"/>
        <a:ext cx="1627203" cy="452924"/>
      </dsp:txXfrm>
    </dsp:sp>
    <dsp:sp modelId="{D33FDF89-629B-4FB2-B696-019EC8B22668}">
      <dsp:nvSpPr>
        <dsp:cNvPr id="0" name=""/>
        <dsp:cNvSpPr/>
      </dsp:nvSpPr>
      <dsp:spPr>
        <a:xfrm>
          <a:off x="2433498" y="1803527"/>
          <a:ext cx="1655385" cy="481106"/>
        </a:xfrm>
        <a:prstGeom prst="roundRect">
          <a:avLst>
            <a:gd name="adj" fmla="val 10000"/>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5400" tIns="19050" rIns="25400" bIns="19050" numCol="1" spcCol="1270" anchor="ctr" anchorCtr="0">
          <a:noAutofit/>
        </a:bodyPr>
        <a:lstStyle/>
        <a:p>
          <a:pPr marL="0" lvl="0" indent="0" algn="ctr" defTabSz="444500">
            <a:lnSpc>
              <a:spcPct val="90000"/>
            </a:lnSpc>
            <a:spcBef>
              <a:spcPct val="0"/>
            </a:spcBef>
            <a:spcAft>
              <a:spcPct val="35000"/>
            </a:spcAft>
            <a:buFont typeface="Arial" panose="020B0604020202020204" pitchFamily="34" charset="0"/>
            <a:buNone/>
          </a:pPr>
          <a:r>
            <a:rPr lang="en-US" sz="1000" b="0" i="0" kern="1200" dirty="0">
              <a:latin typeface="Catamaran" panose="020B0604020202020204" charset="0"/>
              <a:cs typeface="Catamaran" panose="020B0604020202020204" charset="0"/>
            </a:rPr>
            <a:t>Temperature Gauge</a:t>
          </a:r>
          <a:endParaRPr lang="en-US" sz="1000" b="0" kern="1200" dirty="0">
            <a:latin typeface="Catamaran" panose="020B0604020202020204" charset="0"/>
            <a:cs typeface="Catamaran" panose="020B0604020202020204" charset="0"/>
          </a:endParaRPr>
        </a:p>
      </dsp:txBody>
      <dsp:txXfrm>
        <a:off x="2447589" y="1817618"/>
        <a:ext cx="1627203" cy="452924"/>
      </dsp:txXfrm>
    </dsp:sp>
    <dsp:sp modelId="{CF8B20A6-A822-4595-80AA-EB01C6A06BE9}">
      <dsp:nvSpPr>
        <dsp:cNvPr id="0" name=""/>
        <dsp:cNvSpPr/>
      </dsp:nvSpPr>
      <dsp:spPr>
        <a:xfrm>
          <a:off x="2433498" y="2358649"/>
          <a:ext cx="1655385" cy="481106"/>
        </a:xfrm>
        <a:prstGeom prst="roundRect">
          <a:avLst>
            <a:gd name="adj" fmla="val 10000"/>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5400" tIns="19050" rIns="25400" bIns="19050" numCol="1" spcCol="1270" anchor="ctr" anchorCtr="0">
          <a:noAutofit/>
        </a:bodyPr>
        <a:lstStyle/>
        <a:p>
          <a:pPr marL="0" lvl="0" indent="0" algn="ctr" defTabSz="444500">
            <a:lnSpc>
              <a:spcPct val="90000"/>
            </a:lnSpc>
            <a:spcBef>
              <a:spcPct val="0"/>
            </a:spcBef>
            <a:spcAft>
              <a:spcPct val="35000"/>
            </a:spcAft>
            <a:buFont typeface="Arial" panose="020B0604020202020204" pitchFamily="34" charset="0"/>
            <a:buNone/>
          </a:pPr>
          <a:r>
            <a:rPr lang="en-US" sz="1000" b="0" i="0" kern="1200" dirty="0">
              <a:latin typeface="Catamaran" panose="020B0604020202020204" charset="0"/>
              <a:cs typeface="Catamaran" panose="020B0604020202020204" charset="0"/>
            </a:rPr>
            <a:t>Humidity and soil moisture levels.</a:t>
          </a:r>
        </a:p>
      </dsp:txBody>
      <dsp:txXfrm>
        <a:off x="2447589" y="2372740"/>
        <a:ext cx="1627203" cy="452924"/>
      </dsp:txXfrm>
    </dsp:sp>
    <dsp:sp modelId="{0B37ED59-1FB0-41A4-8B25-0EB510274FFA}">
      <dsp:nvSpPr>
        <dsp:cNvPr id="0" name=""/>
        <dsp:cNvSpPr/>
      </dsp:nvSpPr>
      <dsp:spPr>
        <a:xfrm>
          <a:off x="2433498" y="2913772"/>
          <a:ext cx="1655385" cy="481106"/>
        </a:xfrm>
        <a:prstGeom prst="roundRect">
          <a:avLst>
            <a:gd name="adj" fmla="val 10000"/>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5400" tIns="19050" rIns="25400" bIns="19050" numCol="1" spcCol="1270" anchor="ctr" anchorCtr="0">
          <a:noAutofit/>
        </a:bodyPr>
        <a:lstStyle/>
        <a:p>
          <a:pPr marL="0" lvl="0" indent="0" algn="ctr" defTabSz="444500">
            <a:lnSpc>
              <a:spcPct val="90000"/>
            </a:lnSpc>
            <a:spcBef>
              <a:spcPct val="0"/>
            </a:spcBef>
            <a:spcAft>
              <a:spcPct val="35000"/>
            </a:spcAft>
            <a:buFont typeface="Arial" panose="020B0604020202020204" pitchFamily="34" charset="0"/>
            <a:buNone/>
          </a:pPr>
          <a:r>
            <a:rPr lang="en-US" sz="1000" b="0" i="0" kern="1200" dirty="0">
              <a:latin typeface="Catamaran" panose="020B0604020202020204" charset="0"/>
              <a:cs typeface="Catamaran" panose="020B0604020202020204" charset="0"/>
            </a:rPr>
            <a:t>System Temperature Indicator</a:t>
          </a:r>
        </a:p>
      </dsp:txBody>
      <dsp:txXfrm>
        <a:off x="2447589" y="2927863"/>
        <a:ext cx="1627203" cy="452924"/>
      </dsp:txXfrm>
    </dsp:sp>
    <dsp:sp modelId="{AA5F55D4-394A-469A-B41A-9297F0CB33E6}">
      <dsp:nvSpPr>
        <dsp:cNvPr id="0" name=""/>
        <dsp:cNvSpPr/>
      </dsp:nvSpPr>
      <dsp:spPr>
        <a:xfrm>
          <a:off x="2433498" y="3468895"/>
          <a:ext cx="1655385" cy="481106"/>
        </a:xfrm>
        <a:prstGeom prst="roundRect">
          <a:avLst>
            <a:gd name="adj" fmla="val 10000"/>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5400" tIns="19050" rIns="25400" bIns="19050" numCol="1" spcCol="1270" anchor="ctr" anchorCtr="0">
          <a:noAutofit/>
        </a:bodyPr>
        <a:lstStyle/>
        <a:p>
          <a:pPr marL="0" lvl="0" indent="0" algn="ctr" defTabSz="444500">
            <a:lnSpc>
              <a:spcPct val="90000"/>
            </a:lnSpc>
            <a:spcBef>
              <a:spcPct val="0"/>
            </a:spcBef>
            <a:spcAft>
              <a:spcPct val="35000"/>
            </a:spcAft>
            <a:buFont typeface="Arial" panose="020B0604020202020204" pitchFamily="34" charset="0"/>
            <a:buNone/>
          </a:pPr>
          <a:r>
            <a:rPr lang="en-US" sz="1000" b="0" i="0" kern="1200" dirty="0">
              <a:latin typeface="Catamaran" panose="020B0604020202020204" charset="0"/>
              <a:cs typeface="Catamaran" panose="020B0604020202020204" charset="0"/>
            </a:rPr>
            <a:t>Battery Level Indicator</a:t>
          </a:r>
        </a:p>
      </dsp:txBody>
      <dsp:txXfrm>
        <a:off x="2447589" y="3482986"/>
        <a:ext cx="1627203" cy="45292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DA9B92-035F-427B-86B9-0C65EF566FA4}">
      <dsp:nvSpPr>
        <dsp:cNvPr id="0" name=""/>
        <dsp:cNvSpPr/>
      </dsp:nvSpPr>
      <dsp:spPr>
        <a:xfrm>
          <a:off x="1007051" y="0"/>
          <a:ext cx="2011967" cy="2011938"/>
        </a:xfrm>
        <a:prstGeom prst="ellipse">
          <a:avLst/>
        </a:prstGeom>
        <a:solidFill>
          <a:schemeClr val="accent1">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Font typeface="Arial" panose="020B0604020202020204" pitchFamily="34" charset="0"/>
            <a:buNone/>
          </a:pPr>
          <a:r>
            <a:rPr lang="en-US" sz="2000" kern="1200" dirty="0"/>
            <a:t>Raspberry Pi</a:t>
          </a:r>
        </a:p>
      </dsp:txBody>
      <dsp:txXfrm>
        <a:off x="1301697" y="294641"/>
        <a:ext cx="1422675" cy="1422656"/>
      </dsp:txXfrm>
    </dsp:sp>
    <dsp:sp modelId="{A9371F5F-591D-4968-9E52-F0DE991A7005}">
      <dsp:nvSpPr>
        <dsp:cNvPr id="0" name=""/>
        <dsp:cNvSpPr/>
      </dsp:nvSpPr>
      <dsp:spPr>
        <a:xfrm>
          <a:off x="2042628" y="1341851"/>
          <a:ext cx="2011967" cy="2011938"/>
        </a:xfrm>
        <a:prstGeom prst="ellipse">
          <a:avLst/>
        </a:prstGeom>
        <a:solidFill>
          <a:schemeClr val="accent1">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Adafruit Web Dashboard</a:t>
          </a:r>
          <a:endParaRPr lang="en-US" sz="2000" kern="1200" dirty="0"/>
        </a:p>
      </dsp:txBody>
      <dsp:txXfrm>
        <a:off x="2337274" y="1636492"/>
        <a:ext cx="1422675" cy="1422656"/>
      </dsp:txXfrm>
    </dsp:sp>
    <dsp:sp modelId="{0697E9B6-A559-4A8F-8845-73745167930C}">
      <dsp:nvSpPr>
        <dsp:cNvPr id="0" name=""/>
        <dsp:cNvSpPr/>
      </dsp:nvSpPr>
      <dsp:spPr>
        <a:xfrm>
          <a:off x="3076981" y="0"/>
          <a:ext cx="2011967" cy="2011938"/>
        </a:xfrm>
        <a:prstGeom prst="ellipse">
          <a:avLst/>
        </a:prstGeom>
        <a:solidFill>
          <a:schemeClr val="accent1">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Blynk Mobile App</a:t>
          </a:r>
          <a:endParaRPr lang="en-US" sz="2000" kern="1200" dirty="0"/>
        </a:p>
      </dsp:txBody>
      <dsp:txXfrm>
        <a:off x="3371627" y="294641"/>
        <a:ext cx="1422675" cy="142265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8AC777-6962-45CF-9CC7-86ADF4F7D92C}">
      <dsp:nvSpPr>
        <dsp:cNvPr id="0" name=""/>
        <dsp:cNvSpPr/>
      </dsp:nvSpPr>
      <dsp:spPr>
        <a:xfrm>
          <a:off x="2151" y="0"/>
          <a:ext cx="2069232" cy="4158725"/>
        </a:xfrm>
        <a:prstGeom prst="roundRect">
          <a:avLst>
            <a:gd name="adj" fmla="val 10000"/>
          </a:avLst>
        </a:prstGeom>
        <a:solidFill>
          <a:schemeClr val="accent2">
            <a:tint val="40000"/>
            <a:hueOff val="0"/>
            <a:satOff val="0"/>
            <a:lumOff val="0"/>
            <a:alphaOff val="0"/>
          </a:scheme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b="0" kern="1200" dirty="0">
              <a:latin typeface="Catamaran" panose="020B0604020202020204" charset="0"/>
              <a:cs typeface="Catamaran" panose="020B0604020202020204" charset="0"/>
            </a:rPr>
            <a:t>Operational Modes</a:t>
          </a:r>
        </a:p>
      </dsp:txBody>
      <dsp:txXfrm>
        <a:off x="2151" y="0"/>
        <a:ext cx="2069232" cy="1247617"/>
      </dsp:txXfrm>
    </dsp:sp>
    <dsp:sp modelId="{44DC7909-BBAB-41A2-A0C1-A617239B5C98}">
      <dsp:nvSpPr>
        <dsp:cNvPr id="0" name=""/>
        <dsp:cNvSpPr/>
      </dsp:nvSpPr>
      <dsp:spPr>
        <a:xfrm>
          <a:off x="209074" y="1248835"/>
          <a:ext cx="1655385" cy="1253912"/>
        </a:xfrm>
        <a:prstGeom prst="roundRect">
          <a:avLst>
            <a:gd name="adj" fmla="val 10000"/>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5400" tIns="19050" rIns="25400" bIns="19050" numCol="1" spcCol="1270" anchor="ctr" anchorCtr="0">
          <a:noAutofit/>
        </a:bodyPr>
        <a:lstStyle/>
        <a:p>
          <a:pPr marL="0" lvl="0" indent="0" algn="ctr" defTabSz="444500">
            <a:lnSpc>
              <a:spcPct val="90000"/>
            </a:lnSpc>
            <a:spcBef>
              <a:spcPct val="0"/>
            </a:spcBef>
            <a:spcAft>
              <a:spcPct val="35000"/>
            </a:spcAft>
            <a:buFont typeface="Arial" panose="020B0604020202020204" pitchFamily="34" charset="0"/>
            <a:buNone/>
          </a:pPr>
          <a:r>
            <a:rPr lang="en-US" sz="1000" b="0" kern="1200" dirty="0">
              <a:latin typeface="Catamaran" panose="020B0604020202020204" charset="0"/>
              <a:cs typeface="Catamaran" panose="020B0604020202020204" charset="0"/>
            </a:rPr>
            <a:t>Automatic Mode</a:t>
          </a:r>
        </a:p>
      </dsp:txBody>
      <dsp:txXfrm>
        <a:off x="245800" y="1285561"/>
        <a:ext cx="1581933" cy="1180460"/>
      </dsp:txXfrm>
    </dsp:sp>
    <dsp:sp modelId="{23BF9644-21DE-4280-8B6E-F2818A6C7F21}">
      <dsp:nvSpPr>
        <dsp:cNvPr id="0" name=""/>
        <dsp:cNvSpPr/>
      </dsp:nvSpPr>
      <dsp:spPr>
        <a:xfrm>
          <a:off x="209074" y="2695657"/>
          <a:ext cx="1655385" cy="1253912"/>
        </a:xfrm>
        <a:prstGeom prst="roundRect">
          <a:avLst>
            <a:gd name="adj" fmla="val 10000"/>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5400" tIns="19050" rIns="25400" bIns="19050" numCol="1" spcCol="1270" anchor="ctr" anchorCtr="0">
          <a:noAutofit/>
        </a:bodyPr>
        <a:lstStyle/>
        <a:p>
          <a:pPr marL="0" lvl="0" indent="0" algn="ctr" defTabSz="444500">
            <a:lnSpc>
              <a:spcPct val="90000"/>
            </a:lnSpc>
            <a:spcBef>
              <a:spcPct val="0"/>
            </a:spcBef>
            <a:spcAft>
              <a:spcPct val="35000"/>
            </a:spcAft>
            <a:buFont typeface="Arial" panose="020B0604020202020204" pitchFamily="34" charset="0"/>
            <a:buNone/>
          </a:pPr>
          <a:r>
            <a:rPr lang="en-US" sz="1000" b="0" kern="1200" dirty="0">
              <a:latin typeface="Catamaran" panose="020B0604020202020204" charset="0"/>
              <a:cs typeface="Catamaran" panose="020B0604020202020204" charset="0"/>
            </a:rPr>
            <a:t>Manual Mode</a:t>
          </a:r>
        </a:p>
      </dsp:txBody>
      <dsp:txXfrm>
        <a:off x="245800" y="2732383"/>
        <a:ext cx="1581933" cy="1180460"/>
      </dsp:txXfrm>
    </dsp:sp>
    <dsp:sp modelId="{C22AFAAE-1672-4809-B3A6-FB53B9187FB8}">
      <dsp:nvSpPr>
        <dsp:cNvPr id="0" name=""/>
        <dsp:cNvSpPr/>
      </dsp:nvSpPr>
      <dsp:spPr>
        <a:xfrm>
          <a:off x="2226575" y="0"/>
          <a:ext cx="2069232" cy="4158725"/>
        </a:xfrm>
        <a:prstGeom prst="roundRect">
          <a:avLst>
            <a:gd name="adj" fmla="val 10000"/>
          </a:avLst>
        </a:prstGeom>
        <a:solidFill>
          <a:schemeClr val="accent2">
            <a:tint val="40000"/>
            <a:hueOff val="0"/>
            <a:satOff val="0"/>
            <a:lumOff val="0"/>
            <a:alphaOff val="0"/>
          </a:scheme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b="0" i="0" kern="1200" dirty="0">
              <a:latin typeface="Catamaran" panose="020B0604020202020204" charset="0"/>
              <a:cs typeface="Catamaran" panose="020B0604020202020204" charset="0"/>
            </a:rPr>
            <a:t>Adafruit Dashboard Features</a:t>
          </a:r>
          <a:endParaRPr lang="en-US" sz="1900" b="0" kern="1200" dirty="0">
            <a:latin typeface="Catamaran" panose="020B0604020202020204" charset="0"/>
            <a:cs typeface="Catamaran" panose="020B0604020202020204" charset="0"/>
          </a:endParaRPr>
        </a:p>
      </dsp:txBody>
      <dsp:txXfrm>
        <a:off x="2226575" y="0"/>
        <a:ext cx="2069232" cy="1247617"/>
      </dsp:txXfrm>
    </dsp:sp>
    <dsp:sp modelId="{AB19E65A-12DC-4D9E-9F47-6E82BE5D3320}">
      <dsp:nvSpPr>
        <dsp:cNvPr id="0" name=""/>
        <dsp:cNvSpPr/>
      </dsp:nvSpPr>
      <dsp:spPr>
        <a:xfrm>
          <a:off x="2433498" y="1248404"/>
          <a:ext cx="1655385" cy="481106"/>
        </a:xfrm>
        <a:prstGeom prst="roundRect">
          <a:avLst>
            <a:gd name="adj" fmla="val 10000"/>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5400" tIns="19050" rIns="25400" bIns="19050" numCol="1" spcCol="1270" anchor="ctr" anchorCtr="0">
          <a:noAutofit/>
        </a:bodyPr>
        <a:lstStyle/>
        <a:p>
          <a:pPr marL="0" lvl="0" indent="0" algn="ctr" defTabSz="444500">
            <a:lnSpc>
              <a:spcPct val="90000"/>
            </a:lnSpc>
            <a:spcBef>
              <a:spcPct val="0"/>
            </a:spcBef>
            <a:spcAft>
              <a:spcPct val="35000"/>
            </a:spcAft>
            <a:buFont typeface="Arial" panose="020B0604020202020204" pitchFamily="34" charset="0"/>
            <a:buNone/>
          </a:pPr>
          <a:r>
            <a:rPr lang="en-US" sz="1000" b="0" i="0" kern="1200" dirty="0">
              <a:latin typeface="Catamaran" panose="020B0604020202020204" charset="0"/>
              <a:cs typeface="Catamaran" panose="020B0604020202020204" charset="0"/>
            </a:rPr>
            <a:t>Operation Mode and  Pump Status Indicator.</a:t>
          </a:r>
          <a:endParaRPr lang="en-US" sz="1000" b="0" kern="1200" dirty="0">
            <a:latin typeface="Catamaran" panose="020B0604020202020204" charset="0"/>
            <a:cs typeface="Catamaran" panose="020B0604020202020204" charset="0"/>
          </a:endParaRPr>
        </a:p>
      </dsp:txBody>
      <dsp:txXfrm>
        <a:off x="2447589" y="1262495"/>
        <a:ext cx="1627203" cy="452924"/>
      </dsp:txXfrm>
    </dsp:sp>
    <dsp:sp modelId="{D33FDF89-629B-4FB2-B696-019EC8B22668}">
      <dsp:nvSpPr>
        <dsp:cNvPr id="0" name=""/>
        <dsp:cNvSpPr/>
      </dsp:nvSpPr>
      <dsp:spPr>
        <a:xfrm>
          <a:off x="2433498" y="1803527"/>
          <a:ext cx="1655385" cy="481106"/>
        </a:xfrm>
        <a:prstGeom prst="roundRect">
          <a:avLst>
            <a:gd name="adj" fmla="val 10000"/>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5400" tIns="19050" rIns="25400" bIns="19050" numCol="1" spcCol="1270" anchor="ctr" anchorCtr="0">
          <a:noAutofit/>
        </a:bodyPr>
        <a:lstStyle/>
        <a:p>
          <a:pPr marL="0" lvl="0" indent="0" algn="ctr" defTabSz="444500">
            <a:lnSpc>
              <a:spcPct val="90000"/>
            </a:lnSpc>
            <a:spcBef>
              <a:spcPct val="0"/>
            </a:spcBef>
            <a:spcAft>
              <a:spcPct val="35000"/>
            </a:spcAft>
            <a:buFont typeface="Arial" panose="020B0604020202020204" pitchFamily="34" charset="0"/>
            <a:buNone/>
          </a:pPr>
          <a:r>
            <a:rPr lang="en-US" sz="1000" b="0" i="0" kern="1200" dirty="0">
              <a:latin typeface="Catamaran" panose="020B0604020202020204" charset="0"/>
              <a:cs typeface="Catamaran" panose="020B0604020202020204" charset="0"/>
            </a:rPr>
            <a:t>Temperature Gauge</a:t>
          </a:r>
          <a:endParaRPr lang="en-US" sz="1000" b="0" kern="1200" dirty="0">
            <a:latin typeface="Catamaran" panose="020B0604020202020204" charset="0"/>
            <a:cs typeface="Catamaran" panose="020B0604020202020204" charset="0"/>
          </a:endParaRPr>
        </a:p>
      </dsp:txBody>
      <dsp:txXfrm>
        <a:off x="2447589" y="1817618"/>
        <a:ext cx="1627203" cy="452924"/>
      </dsp:txXfrm>
    </dsp:sp>
    <dsp:sp modelId="{CF8B20A6-A822-4595-80AA-EB01C6A06BE9}">
      <dsp:nvSpPr>
        <dsp:cNvPr id="0" name=""/>
        <dsp:cNvSpPr/>
      </dsp:nvSpPr>
      <dsp:spPr>
        <a:xfrm>
          <a:off x="2433498" y="2358649"/>
          <a:ext cx="1655385" cy="481106"/>
        </a:xfrm>
        <a:prstGeom prst="roundRect">
          <a:avLst>
            <a:gd name="adj" fmla="val 10000"/>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5400" tIns="19050" rIns="25400" bIns="19050" numCol="1" spcCol="1270" anchor="ctr" anchorCtr="0">
          <a:noAutofit/>
        </a:bodyPr>
        <a:lstStyle/>
        <a:p>
          <a:pPr marL="0" lvl="0" indent="0" algn="ctr" defTabSz="444500">
            <a:lnSpc>
              <a:spcPct val="90000"/>
            </a:lnSpc>
            <a:spcBef>
              <a:spcPct val="0"/>
            </a:spcBef>
            <a:spcAft>
              <a:spcPct val="35000"/>
            </a:spcAft>
            <a:buFont typeface="Arial" panose="020B0604020202020204" pitchFamily="34" charset="0"/>
            <a:buNone/>
          </a:pPr>
          <a:r>
            <a:rPr lang="en-US" sz="1000" b="0" i="0" kern="1200" dirty="0">
              <a:latin typeface="Catamaran" panose="020B0604020202020204" charset="0"/>
              <a:cs typeface="Catamaran" panose="020B0604020202020204" charset="0"/>
            </a:rPr>
            <a:t>Humidity and soil moisture levels.</a:t>
          </a:r>
        </a:p>
      </dsp:txBody>
      <dsp:txXfrm>
        <a:off x="2447589" y="2372740"/>
        <a:ext cx="1627203" cy="452924"/>
      </dsp:txXfrm>
    </dsp:sp>
    <dsp:sp modelId="{0B37ED59-1FB0-41A4-8B25-0EB510274FFA}">
      <dsp:nvSpPr>
        <dsp:cNvPr id="0" name=""/>
        <dsp:cNvSpPr/>
      </dsp:nvSpPr>
      <dsp:spPr>
        <a:xfrm>
          <a:off x="2433498" y="2913772"/>
          <a:ext cx="1655385" cy="481106"/>
        </a:xfrm>
        <a:prstGeom prst="roundRect">
          <a:avLst>
            <a:gd name="adj" fmla="val 10000"/>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5400" tIns="19050" rIns="25400" bIns="19050" numCol="1" spcCol="1270" anchor="ctr" anchorCtr="0">
          <a:noAutofit/>
        </a:bodyPr>
        <a:lstStyle/>
        <a:p>
          <a:pPr marL="0" lvl="0" indent="0" algn="ctr" defTabSz="444500">
            <a:lnSpc>
              <a:spcPct val="90000"/>
            </a:lnSpc>
            <a:spcBef>
              <a:spcPct val="0"/>
            </a:spcBef>
            <a:spcAft>
              <a:spcPct val="35000"/>
            </a:spcAft>
            <a:buFont typeface="Arial" panose="020B0604020202020204" pitchFamily="34" charset="0"/>
            <a:buNone/>
          </a:pPr>
          <a:r>
            <a:rPr lang="en-US" sz="1000" b="0" i="0" kern="1200" dirty="0">
              <a:latin typeface="Catamaran" panose="020B0604020202020204" charset="0"/>
              <a:cs typeface="Catamaran" panose="020B0604020202020204" charset="0"/>
            </a:rPr>
            <a:t>System Temperature Indicator</a:t>
          </a:r>
        </a:p>
      </dsp:txBody>
      <dsp:txXfrm>
        <a:off x="2447589" y="2927863"/>
        <a:ext cx="1627203" cy="452924"/>
      </dsp:txXfrm>
    </dsp:sp>
    <dsp:sp modelId="{AA5F55D4-394A-469A-B41A-9297F0CB33E6}">
      <dsp:nvSpPr>
        <dsp:cNvPr id="0" name=""/>
        <dsp:cNvSpPr/>
      </dsp:nvSpPr>
      <dsp:spPr>
        <a:xfrm>
          <a:off x="2433498" y="3468895"/>
          <a:ext cx="1655385" cy="481106"/>
        </a:xfrm>
        <a:prstGeom prst="roundRect">
          <a:avLst>
            <a:gd name="adj" fmla="val 10000"/>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5400" tIns="19050" rIns="25400" bIns="19050" numCol="1" spcCol="1270" anchor="ctr" anchorCtr="0">
          <a:noAutofit/>
        </a:bodyPr>
        <a:lstStyle/>
        <a:p>
          <a:pPr marL="0" lvl="0" indent="0" algn="ctr" defTabSz="444500">
            <a:lnSpc>
              <a:spcPct val="90000"/>
            </a:lnSpc>
            <a:spcBef>
              <a:spcPct val="0"/>
            </a:spcBef>
            <a:spcAft>
              <a:spcPct val="35000"/>
            </a:spcAft>
            <a:buFont typeface="Arial" panose="020B0604020202020204" pitchFamily="34" charset="0"/>
            <a:buNone/>
          </a:pPr>
          <a:r>
            <a:rPr lang="en-US" sz="1000" b="0" i="0" kern="1200" dirty="0">
              <a:latin typeface="Catamaran" panose="020B0604020202020204" charset="0"/>
              <a:cs typeface="Catamaran" panose="020B0604020202020204" charset="0"/>
            </a:rPr>
            <a:t>Battery Level Indicator</a:t>
          </a:r>
        </a:p>
      </dsp:txBody>
      <dsp:txXfrm>
        <a:off x="2447589" y="3482986"/>
        <a:ext cx="1627203" cy="45292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9C93D7A-FFD1-4616-B859-99297D11A2E8}">
      <dsp:nvSpPr>
        <dsp:cNvPr id="0" name=""/>
        <dsp:cNvSpPr/>
      </dsp:nvSpPr>
      <dsp:spPr>
        <a:xfrm>
          <a:off x="1637957" y="428294"/>
          <a:ext cx="332329" cy="91440"/>
        </a:xfrm>
        <a:custGeom>
          <a:avLst/>
          <a:gdLst/>
          <a:ahLst/>
          <a:cxnLst/>
          <a:rect l="0" t="0" r="0" b="0"/>
          <a:pathLst>
            <a:path>
              <a:moveTo>
                <a:pt x="0" y="45720"/>
              </a:moveTo>
              <a:lnTo>
                <a:pt x="332329" y="45720"/>
              </a:lnTo>
            </a:path>
          </a:pathLst>
        </a:custGeom>
        <a:noFill/>
        <a:ln w="9525" cap="flat" cmpd="sng" algn="ctr">
          <a:solidFill>
            <a:schemeClr val="dk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795048" y="472199"/>
        <a:ext cx="18146" cy="3629"/>
      </dsp:txXfrm>
    </dsp:sp>
    <dsp:sp modelId="{85A658BF-8A47-4BA2-B9B7-CAE752F9E4C7}">
      <dsp:nvSpPr>
        <dsp:cNvPr id="0" name=""/>
        <dsp:cNvSpPr/>
      </dsp:nvSpPr>
      <dsp:spPr>
        <a:xfrm>
          <a:off x="61804" y="628"/>
          <a:ext cx="1577952" cy="946771"/>
        </a:xfrm>
        <a:prstGeom prst="rect">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2456" tIns="92456" rIns="92456" bIns="92456" numCol="1" spcCol="1270" anchor="ctr" anchorCtr="0">
          <a:noAutofit/>
        </a:bodyPr>
        <a:lstStyle/>
        <a:p>
          <a:pPr marL="0" lvl="0" indent="0" algn="ctr" defTabSz="577850">
            <a:lnSpc>
              <a:spcPct val="90000"/>
            </a:lnSpc>
            <a:spcBef>
              <a:spcPct val="0"/>
            </a:spcBef>
            <a:spcAft>
              <a:spcPct val="35000"/>
            </a:spcAft>
            <a:buNone/>
          </a:pPr>
          <a:r>
            <a:rPr lang="en-US" sz="1300" b="1" i="0" kern="1200">
              <a:effectLst/>
              <a:latin typeface="Söhne"/>
            </a:rPr>
            <a:t>Raspberry Pi Zero</a:t>
          </a:r>
          <a:endParaRPr lang="en-US" sz="1300" kern="1200" dirty="0"/>
        </a:p>
      </dsp:txBody>
      <dsp:txXfrm>
        <a:off x="61804" y="628"/>
        <a:ext cx="1577952" cy="946771"/>
      </dsp:txXfrm>
    </dsp:sp>
    <dsp:sp modelId="{E4D41E5A-70C1-4223-AFFE-E77FA2BCB435}">
      <dsp:nvSpPr>
        <dsp:cNvPr id="0" name=""/>
        <dsp:cNvSpPr/>
      </dsp:nvSpPr>
      <dsp:spPr>
        <a:xfrm>
          <a:off x="3578838" y="428294"/>
          <a:ext cx="332329" cy="91440"/>
        </a:xfrm>
        <a:custGeom>
          <a:avLst/>
          <a:gdLst/>
          <a:ahLst/>
          <a:cxnLst/>
          <a:rect l="0" t="0" r="0" b="0"/>
          <a:pathLst>
            <a:path>
              <a:moveTo>
                <a:pt x="0" y="45720"/>
              </a:moveTo>
              <a:lnTo>
                <a:pt x="332329" y="45720"/>
              </a:lnTo>
            </a:path>
          </a:pathLst>
        </a:custGeom>
        <a:noFill/>
        <a:ln w="9525" cap="flat" cmpd="sng" algn="ctr">
          <a:solidFill>
            <a:schemeClr val="dk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35929" y="472199"/>
        <a:ext cx="18146" cy="3629"/>
      </dsp:txXfrm>
    </dsp:sp>
    <dsp:sp modelId="{1FA01152-0D11-42A3-8070-0D9C72395396}">
      <dsp:nvSpPr>
        <dsp:cNvPr id="0" name=""/>
        <dsp:cNvSpPr/>
      </dsp:nvSpPr>
      <dsp:spPr>
        <a:xfrm>
          <a:off x="2002686" y="628"/>
          <a:ext cx="1577952" cy="946771"/>
        </a:xfrm>
        <a:prstGeom prst="rect">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2456" tIns="92456" rIns="92456" bIns="92456" numCol="1" spcCol="1270" anchor="ctr" anchorCtr="0">
          <a:noAutofit/>
        </a:bodyPr>
        <a:lstStyle/>
        <a:p>
          <a:pPr marL="0" lvl="0" indent="0" algn="ctr" defTabSz="577850">
            <a:lnSpc>
              <a:spcPct val="90000"/>
            </a:lnSpc>
            <a:spcBef>
              <a:spcPct val="0"/>
            </a:spcBef>
            <a:spcAft>
              <a:spcPct val="35000"/>
            </a:spcAft>
            <a:buNone/>
          </a:pPr>
          <a:r>
            <a:rPr lang="en-US" sz="1300" b="1" i="0" kern="1200">
              <a:effectLst/>
              <a:latin typeface="Söhne"/>
            </a:rPr>
            <a:t>Battery 12v 10000mAh</a:t>
          </a:r>
          <a:endParaRPr lang="en-US" sz="1300" b="0" i="0" kern="1200" dirty="0">
            <a:effectLst/>
            <a:latin typeface="Söhne"/>
          </a:endParaRPr>
        </a:p>
      </dsp:txBody>
      <dsp:txXfrm>
        <a:off x="2002686" y="628"/>
        <a:ext cx="1577952" cy="946771"/>
      </dsp:txXfrm>
    </dsp:sp>
    <dsp:sp modelId="{FD124B30-0AAA-4A27-83AB-590AA8DD23DF}">
      <dsp:nvSpPr>
        <dsp:cNvPr id="0" name=""/>
        <dsp:cNvSpPr/>
      </dsp:nvSpPr>
      <dsp:spPr>
        <a:xfrm>
          <a:off x="5519719" y="428294"/>
          <a:ext cx="332329" cy="91440"/>
        </a:xfrm>
        <a:custGeom>
          <a:avLst/>
          <a:gdLst/>
          <a:ahLst/>
          <a:cxnLst/>
          <a:rect l="0" t="0" r="0" b="0"/>
          <a:pathLst>
            <a:path>
              <a:moveTo>
                <a:pt x="0" y="45720"/>
              </a:moveTo>
              <a:lnTo>
                <a:pt x="332329" y="45720"/>
              </a:lnTo>
            </a:path>
          </a:pathLst>
        </a:custGeom>
        <a:noFill/>
        <a:ln w="9525" cap="flat" cmpd="sng" algn="ctr">
          <a:solidFill>
            <a:schemeClr val="dk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676811" y="472199"/>
        <a:ext cx="18146" cy="3629"/>
      </dsp:txXfrm>
    </dsp:sp>
    <dsp:sp modelId="{21783B71-6927-42BA-94F7-D48FD30E6008}">
      <dsp:nvSpPr>
        <dsp:cNvPr id="0" name=""/>
        <dsp:cNvSpPr/>
      </dsp:nvSpPr>
      <dsp:spPr>
        <a:xfrm>
          <a:off x="3943567" y="628"/>
          <a:ext cx="1577952" cy="946771"/>
        </a:xfrm>
        <a:prstGeom prst="rect">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2456" tIns="92456" rIns="92456" bIns="92456" numCol="1" spcCol="1270" anchor="ctr" anchorCtr="0">
          <a:noAutofit/>
        </a:bodyPr>
        <a:lstStyle/>
        <a:p>
          <a:pPr marL="0" lvl="0" indent="0" algn="ctr" defTabSz="577850">
            <a:lnSpc>
              <a:spcPct val="90000"/>
            </a:lnSpc>
            <a:spcBef>
              <a:spcPct val="0"/>
            </a:spcBef>
            <a:spcAft>
              <a:spcPct val="35000"/>
            </a:spcAft>
            <a:buNone/>
          </a:pPr>
          <a:r>
            <a:rPr lang="en-US" sz="1300" b="1" i="0" kern="1200">
              <a:effectLst/>
              <a:latin typeface="Söhne"/>
            </a:rPr>
            <a:t>DS1307 RTC</a:t>
          </a:r>
          <a:endParaRPr lang="en-US" sz="1300" b="0" i="0" kern="1200" dirty="0">
            <a:effectLst/>
            <a:latin typeface="Söhne"/>
          </a:endParaRPr>
        </a:p>
      </dsp:txBody>
      <dsp:txXfrm>
        <a:off x="3943567" y="628"/>
        <a:ext cx="1577952" cy="946771"/>
      </dsp:txXfrm>
    </dsp:sp>
    <dsp:sp modelId="{2098BC4E-3F25-481E-9E08-F8A91C4885CF}">
      <dsp:nvSpPr>
        <dsp:cNvPr id="0" name=""/>
        <dsp:cNvSpPr/>
      </dsp:nvSpPr>
      <dsp:spPr>
        <a:xfrm>
          <a:off x="850780" y="945600"/>
          <a:ext cx="5822644" cy="332329"/>
        </a:xfrm>
        <a:custGeom>
          <a:avLst/>
          <a:gdLst/>
          <a:ahLst/>
          <a:cxnLst/>
          <a:rect l="0" t="0" r="0" b="0"/>
          <a:pathLst>
            <a:path>
              <a:moveTo>
                <a:pt x="5822644" y="0"/>
              </a:moveTo>
              <a:lnTo>
                <a:pt x="5822644" y="183264"/>
              </a:lnTo>
              <a:lnTo>
                <a:pt x="0" y="183264"/>
              </a:lnTo>
              <a:lnTo>
                <a:pt x="0" y="332329"/>
              </a:lnTo>
            </a:path>
          </a:pathLst>
        </a:custGeom>
        <a:noFill/>
        <a:ln w="9525" cap="flat" cmpd="sng" algn="ctr">
          <a:solidFill>
            <a:schemeClr val="dk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616254" y="1109950"/>
        <a:ext cx="291697" cy="3629"/>
      </dsp:txXfrm>
    </dsp:sp>
    <dsp:sp modelId="{C5B69543-C313-42A6-9881-15D75E1EEB0E}">
      <dsp:nvSpPr>
        <dsp:cNvPr id="0" name=""/>
        <dsp:cNvSpPr/>
      </dsp:nvSpPr>
      <dsp:spPr>
        <a:xfrm>
          <a:off x="5884448" y="628"/>
          <a:ext cx="1577952" cy="946771"/>
        </a:xfrm>
        <a:prstGeom prst="rect">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2456" tIns="92456" rIns="92456" bIns="92456" numCol="1" spcCol="1270" anchor="ctr" anchorCtr="0">
          <a:noAutofit/>
        </a:bodyPr>
        <a:lstStyle/>
        <a:p>
          <a:pPr marL="0" lvl="0" indent="0" algn="ctr" defTabSz="577850">
            <a:lnSpc>
              <a:spcPct val="90000"/>
            </a:lnSpc>
            <a:spcBef>
              <a:spcPct val="0"/>
            </a:spcBef>
            <a:spcAft>
              <a:spcPct val="35000"/>
            </a:spcAft>
            <a:buNone/>
          </a:pPr>
          <a:r>
            <a:rPr lang="en-US" sz="1300" b="1" i="0" kern="1200">
              <a:effectLst/>
              <a:latin typeface="Söhne"/>
            </a:rPr>
            <a:t>Battery Protection Module</a:t>
          </a:r>
          <a:endParaRPr lang="en-US" sz="1300" b="0" i="0" kern="1200" dirty="0">
            <a:effectLst/>
            <a:latin typeface="Söhne"/>
          </a:endParaRPr>
        </a:p>
      </dsp:txBody>
      <dsp:txXfrm>
        <a:off x="5884448" y="628"/>
        <a:ext cx="1577952" cy="946771"/>
      </dsp:txXfrm>
    </dsp:sp>
    <dsp:sp modelId="{70C13945-A54D-45C5-9FBB-86045B852D14}">
      <dsp:nvSpPr>
        <dsp:cNvPr id="0" name=""/>
        <dsp:cNvSpPr/>
      </dsp:nvSpPr>
      <dsp:spPr>
        <a:xfrm>
          <a:off x="1637957" y="1737995"/>
          <a:ext cx="332329" cy="91440"/>
        </a:xfrm>
        <a:custGeom>
          <a:avLst/>
          <a:gdLst/>
          <a:ahLst/>
          <a:cxnLst/>
          <a:rect l="0" t="0" r="0" b="0"/>
          <a:pathLst>
            <a:path>
              <a:moveTo>
                <a:pt x="0" y="45720"/>
              </a:moveTo>
              <a:lnTo>
                <a:pt x="332329" y="45720"/>
              </a:lnTo>
            </a:path>
          </a:pathLst>
        </a:custGeom>
        <a:noFill/>
        <a:ln w="9525" cap="flat" cmpd="sng" algn="ctr">
          <a:solidFill>
            <a:schemeClr val="dk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795048" y="1781900"/>
        <a:ext cx="18146" cy="3629"/>
      </dsp:txXfrm>
    </dsp:sp>
    <dsp:sp modelId="{AFE984BF-9828-4C24-B98A-B4AA25757773}">
      <dsp:nvSpPr>
        <dsp:cNvPr id="0" name=""/>
        <dsp:cNvSpPr/>
      </dsp:nvSpPr>
      <dsp:spPr>
        <a:xfrm>
          <a:off x="61804" y="1310329"/>
          <a:ext cx="1577952" cy="946771"/>
        </a:xfrm>
        <a:prstGeom prst="rect">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2456" tIns="92456" rIns="92456" bIns="92456" numCol="1" spcCol="1270" anchor="ctr" anchorCtr="0">
          <a:noAutofit/>
        </a:bodyPr>
        <a:lstStyle/>
        <a:p>
          <a:pPr marL="0" lvl="0" indent="0" algn="ctr" defTabSz="577850">
            <a:lnSpc>
              <a:spcPct val="90000"/>
            </a:lnSpc>
            <a:spcBef>
              <a:spcPct val="0"/>
            </a:spcBef>
            <a:spcAft>
              <a:spcPct val="35000"/>
            </a:spcAft>
            <a:buNone/>
          </a:pPr>
          <a:r>
            <a:rPr lang="en-US" sz="1300" b="1" i="0" kern="1200">
              <a:effectLst/>
              <a:latin typeface="Söhne"/>
            </a:rPr>
            <a:t>DC Step Down Converter</a:t>
          </a:r>
          <a:endParaRPr lang="en-US" sz="1300" b="0" i="0" kern="1200" dirty="0">
            <a:effectLst/>
            <a:latin typeface="Söhne"/>
          </a:endParaRPr>
        </a:p>
      </dsp:txBody>
      <dsp:txXfrm>
        <a:off x="61804" y="1310329"/>
        <a:ext cx="1577952" cy="946771"/>
      </dsp:txXfrm>
    </dsp:sp>
    <dsp:sp modelId="{9869A927-6FA8-4754-A068-56C8A845E2E5}">
      <dsp:nvSpPr>
        <dsp:cNvPr id="0" name=""/>
        <dsp:cNvSpPr/>
      </dsp:nvSpPr>
      <dsp:spPr>
        <a:xfrm>
          <a:off x="3578838" y="1737995"/>
          <a:ext cx="332329" cy="91440"/>
        </a:xfrm>
        <a:custGeom>
          <a:avLst/>
          <a:gdLst/>
          <a:ahLst/>
          <a:cxnLst/>
          <a:rect l="0" t="0" r="0" b="0"/>
          <a:pathLst>
            <a:path>
              <a:moveTo>
                <a:pt x="0" y="45720"/>
              </a:moveTo>
              <a:lnTo>
                <a:pt x="332329" y="45720"/>
              </a:lnTo>
            </a:path>
          </a:pathLst>
        </a:custGeom>
        <a:noFill/>
        <a:ln w="9525" cap="flat" cmpd="sng" algn="ctr">
          <a:solidFill>
            <a:schemeClr val="dk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35929" y="1781900"/>
        <a:ext cx="18146" cy="3629"/>
      </dsp:txXfrm>
    </dsp:sp>
    <dsp:sp modelId="{F626849B-8F77-456C-8498-F0546308912D}">
      <dsp:nvSpPr>
        <dsp:cNvPr id="0" name=""/>
        <dsp:cNvSpPr/>
      </dsp:nvSpPr>
      <dsp:spPr>
        <a:xfrm>
          <a:off x="2002686" y="1310329"/>
          <a:ext cx="1577952" cy="946771"/>
        </a:xfrm>
        <a:prstGeom prst="rect">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2456" tIns="92456" rIns="92456" bIns="92456" numCol="1" spcCol="1270" anchor="ctr" anchorCtr="0">
          <a:noAutofit/>
        </a:bodyPr>
        <a:lstStyle/>
        <a:p>
          <a:pPr marL="0" lvl="0" indent="0" algn="ctr" defTabSz="577850">
            <a:lnSpc>
              <a:spcPct val="90000"/>
            </a:lnSpc>
            <a:spcBef>
              <a:spcPct val="0"/>
            </a:spcBef>
            <a:spcAft>
              <a:spcPct val="35000"/>
            </a:spcAft>
            <a:buNone/>
          </a:pPr>
          <a:r>
            <a:rPr lang="en-US" sz="1300" b="1" i="0" kern="1200">
              <a:effectLst/>
              <a:latin typeface="Söhne"/>
            </a:rPr>
            <a:t>Relay Module (12V-10A) 1Channel</a:t>
          </a:r>
          <a:endParaRPr lang="en-US" sz="1300" b="0" i="0" kern="1200" dirty="0">
            <a:effectLst/>
            <a:latin typeface="Söhne"/>
          </a:endParaRPr>
        </a:p>
      </dsp:txBody>
      <dsp:txXfrm>
        <a:off x="2002686" y="1310329"/>
        <a:ext cx="1577952" cy="946771"/>
      </dsp:txXfrm>
    </dsp:sp>
    <dsp:sp modelId="{4E84B878-A2A3-4E5E-8F85-AEBE94C6BA6D}">
      <dsp:nvSpPr>
        <dsp:cNvPr id="0" name=""/>
        <dsp:cNvSpPr/>
      </dsp:nvSpPr>
      <dsp:spPr>
        <a:xfrm>
          <a:off x="5519719" y="1737995"/>
          <a:ext cx="332329" cy="91440"/>
        </a:xfrm>
        <a:custGeom>
          <a:avLst/>
          <a:gdLst/>
          <a:ahLst/>
          <a:cxnLst/>
          <a:rect l="0" t="0" r="0" b="0"/>
          <a:pathLst>
            <a:path>
              <a:moveTo>
                <a:pt x="0" y="45720"/>
              </a:moveTo>
              <a:lnTo>
                <a:pt x="332329" y="45720"/>
              </a:lnTo>
            </a:path>
          </a:pathLst>
        </a:custGeom>
        <a:noFill/>
        <a:ln w="9525" cap="flat" cmpd="sng" algn="ctr">
          <a:solidFill>
            <a:schemeClr val="dk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676811" y="1781900"/>
        <a:ext cx="18146" cy="3629"/>
      </dsp:txXfrm>
    </dsp:sp>
    <dsp:sp modelId="{CC0F37F5-7584-4097-9BDC-C53583E14E36}">
      <dsp:nvSpPr>
        <dsp:cNvPr id="0" name=""/>
        <dsp:cNvSpPr/>
      </dsp:nvSpPr>
      <dsp:spPr>
        <a:xfrm>
          <a:off x="3943567" y="1310329"/>
          <a:ext cx="1577952" cy="946771"/>
        </a:xfrm>
        <a:prstGeom prst="rect">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2456" tIns="92456" rIns="92456" bIns="92456" numCol="1" spcCol="1270" anchor="ctr" anchorCtr="0">
          <a:noAutofit/>
        </a:bodyPr>
        <a:lstStyle/>
        <a:p>
          <a:pPr marL="0" lvl="0" indent="0" algn="ctr" defTabSz="577850">
            <a:lnSpc>
              <a:spcPct val="90000"/>
            </a:lnSpc>
            <a:spcBef>
              <a:spcPct val="0"/>
            </a:spcBef>
            <a:spcAft>
              <a:spcPct val="35000"/>
            </a:spcAft>
            <a:buNone/>
          </a:pPr>
          <a:r>
            <a:rPr lang="en-US" sz="1300" b="1" i="0" kern="1200">
              <a:effectLst/>
              <a:latin typeface="Söhne"/>
            </a:rPr>
            <a:t>Voltage and Current Sensor Module</a:t>
          </a:r>
          <a:endParaRPr lang="en-US" sz="1300" b="0" i="0" kern="1200" dirty="0">
            <a:effectLst/>
            <a:latin typeface="Söhne"/>
          </a:endParaRPr>
        </a:p>
      </dsp:txBody>
      <dsp:txXfrm>
        <a:off x="3943567" y="1310329"/>
        <a:ext cx="1577952" cy="946771"/>
      </dsp:txXfrm>
    </dsp:sp>
    <dsp:sp modelId="{FE214AA5-8D85-4C4B-A33F-5F02BBE692EF}">
      <dsp:nvSpPr>
        <dsp:cNvPr id="0" name=""/>
        <dsp:cNvSpPr/>
      </dsp:nvSpPr>
      <dsp:spPr>
        <a:xfrm>
          <a:off x="850780" y="2255300"/>
          <a:ext cx="5822644" cy="332329"/>
        </a:xfrm>
        <a:custGeom>
          <a:avLst/>
          <a:gdLst/>
          <a:ahLst/>
          <a:cxnLst/>
          <a:rect l="0" t="0" r="0" b="0"/>
          <a:pathLst>
            <a:path>
              <a:moveTo>
                <a:pt x="5822644" y="0"/>
              </a:moveTo>
              <a:lnTo>
                <a:pt x="5822644" y="183264"/>
              </a:lnTo>
              <a:lnTo>
                <a:pt x="0" y="183264"/>
              </a:lnTo>
              <a:lnTo>
                <a:pt x="0" y="332329"/>
              </a:lnTo>
            </a:path>
          </a:pathLst>
        </a:custGeom>
        <a:noFill/>
        <a:ln w="9525" cap="flat" cmpd="sng" algn="ctr">
          <a:solidFill>
            <a:schemeClr val="dk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616254" y="2419650"/>
        <a:ext cx="291697" cy="3629"/>
      </dsp:txXfrm>
    </dsp:sp>
    <dsp:sp modelId="{DC13184E-022F-4389-BD2D-73F872FB5F7A}">
      <dsp:nvSpPr>
        <dsp:cNvPr id="0" name=""/>
        <dsp:cNvSpPr/>
      </dsp:nvSpPr>
      <dsp:spPr>
        <a:xfrm>
          <a:off x="5884448" y="1310329"/>
          <a:ext cx="1577952" cy="946771"/>
        </a:xfrm>
        <a:prstGeom prst="rect">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2456" tIns="92456" rIns="92456" bIns="92456" numCol="1" spcCol="1270" anchor="ctr" anchorCtr="0">
          <a:noAutofit/>
        </a:bodyPr>
        <a:lstStyle/>
        <a:p>
          <a:pPr marL="0" lvl="0" indent="0" algn="ctr" defTabSz="577850">
            <a:lnSpc>
              <a:spcPct val="90000"/>
            </a:lnSpc>
            <a:spcBef>
              <a:spcPct val="0"/>
            </a:spcBef>
            <a:spcAft>
              <a:spcPct val="35000"/>
            </a:spcAft>
            <a:buNone/>
          </a:pPr>
          <a:r>
            <a:rPr lang="en-US" sz="1300" b="1" i="0" kern="1200" dirty="0">
              <a:effectLst/>
              <a:latin typeface="Söhne"/>
            </a:rPr>
            <a:t>Waterproof Electrical Box</a:t>
          </a:r>
          <a:endParaRPr lang="en-US" sz="1300" b="0" i="0" kern="1200" dirty="0">
            <a:effectLst/>
            <a:latin typeface="Söhne"/>
          </a:endParaRPr>
        </a:p>
      </dsp:txBody>
      <dsp:txXfrm>
        <a:off x="5884448" y="1310329"/>
        <a:ext cx="1577952" cy="946771"/>
      </dsp:txXfrm>
    </dsp:sp>
    <dsp:sp modelId="{1A630906-68C7-42A1-9F5B-B726509496AE}">
      <dsp:nvSpPr>
        <dsp:cNvPr id="0" name=""/>
        <dsp:cNvSpPr/>
      </dsp:nvSpPr>
      <dsp:spPr>
        <a:xfrm>
          <a:off x="1637957" y="3047695"/>
          <a:ext cx="332329" cy="91440"/>
        </a:xfrm>
        <a:custGeom>
          <a:avLst/>
          <a:gdLst/>
          <a:ahLst/>
          <a:cxnLst/>
          <a:rect l="0" t="0" r="0" b="0"/>
          <a:pathLst>
            <a:path>
              <a:moveTo>
                <a:pt x="0" y="45720"/>
              </a:moveTo>
              <a:lnTo>
                <a:pt x="332329" y="45720"/>
              </a:lnTo>
            </a:path>
          </a:pathLst>
        </a:custGeom>
        <a:noFill/>
        <a:ln w="9525" cap="flat" cmpd="sng" algn="ctr">
          <a:solidFill>
            <a:schemeClr val="dk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795048" y="3091600"/>
        <a:ext cx="18146" cy="3629"/>
      </dsp:txXfrm>
    </dsp:sp>
    <dsp:sp modelId="{3C105F2D-3989-4540-821E-6EAACA049729}">
      <dsp:nvSpPr>
        <dsp:cNvPr id="0" name=""/>
        <dsp:cNvSpPr/>
      </dsp:nvSpPr>
      <dsp:spPr>
        <a:xfrm>
          <a:off x="61804" y="2620029"/>
          <a:ext cx="1577952" cy="946771"/>
        </a:xfrm>
        <a:prstGeom prst="rect">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2456" tIns="92456" rIns="92456" bIns="92456" numCol="1" spcCol="1270" anchor="ctr" anchorCtr="0">
          <a:noAutofit/>
        </a:bodyPr>
        <a:lstStyle/>
        <a:p>
          <a:pPr marL="0" lvl="0" indent="0" algn="ctr" defTabSz="577850">
            <a:lnSpc>
              <a:spcPct val="90000"/>
            </a:lnSpc>
            <a:spcBef>
              <a:spcPct val="0"/>
            </a:spcBef>
            <a:spcAft>
              <a:spcPct val="35000"/>
            </a:spcAft>
            <a:buNone/>
          </a:pPr>
          <a:r>
            <a:rPr lang="en-US" sz="1300" b="1" i="0" kern="1200">
              <a:effectLst/>
              <a:latin typeface="Söhne"/>
            </a:rPr>
            <a:t>Battery Level Indicator Module 1S-8S (General Version)</a:t>
          </a:r>
          <a:endParaRPr lang="en-US" sz="1300" b="0" i="0" kern="1200" dirty="0">
            <a:effectLst/>
            <a:latin typeface="Söhne"/>
          </a:endParaRPr>
        </a:p>
      </dsp:txBody>
      <dsp:txXfrm>
        <a:off x="61804" y="2620029"/>
        <a:ext cx="1577952" cy="946771"/>
      </dsp:txXfrm>
    </dsp:sp>
    <dsp:sp modelId="{A510772F-A4C4-4CA3-9E57-7D5683DD3F70}">
      <dsp:nvSpPr>
        <dsp:cNvPr id="0" name=""/>
        <dsp:cNvSpPr/>
      </dsp:nvSpPr>
      <dsp:spPr>
        <a:xfrm>
          <a:off x="3578838" y="3047695"/>
          <a:ext cx="332329" cy="91440"/>
        </a:xfrm>
        <a:custGeom>
          <a:avLst/>
          <a:gdLst/>
          <a:ahLst/>
          <a:cxnLst/>
          <a:rect l="0" t="0" r="0" b="0"/>
          <a:pathLst>
            <a:path>
              <a:moveTo>
                <a:pt x="0" y="45720"/>
              </a:moveTo>
              <a:lnTo>
                <a:pt x="332329" y="45720"/>
              </a:lnTo>
            </a:path>
          </a:pathLst>
        </a:custGeom>
        <a:noFill/>
        <a:ln w="9525" cap="flat" cmpd="sng" algn="ctr">
          <a:solidFill>
            <a:schemeClr val="dk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35929" y="3091600"/>
        <a:ext cx="18146" cy="3629"/>
      </dsp:txXfrm>
    </dsp:sp>
    <dsp:sp modelId="{30456D14-6A96-4499-ADAC-5258955CE9B9}">
      <dsp:nvSpPr>
        <dsp:cNvPr id="0" name=""/>
        <dsp:cNvSpPr/>
      </dsp:nvSpPr>
      <dsp:spPr>
        <a:xfrm>
          <a:off x="2002686" y="2620029"/>
          <a:ext cx="1577952" cy="946771"/>
        </a:xfrm>
        <a:prstGeom prst="rect">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2456" tIns="92456" rIns="92456" bIns="92456" numCol="1" spcCol="1270" anchor="ctr" anchorCtr="0">
          <a:noAutofit/>
        </a:bodyPr>
        <a:lstStyle/>
        <a:p>
          <a:pPr marL="0" lvl="0" indent="0" algn="ctr" defTabSz="577850">
            <a:lnSpc>
              <a:spcPct val="90000"/>
            </a:lnSpc>
            <a:spcBef>
              <a:spcPct val="0"/>
            </a:spcBef>
            <a:spcAft>
              <a:spcPct val="35000"/>
            </a:spcAft>
            <a:buNone/>
          </a:pPr>
          <a:r>
            <a:rPr lang="en-US" sz="1300" b="1" i="0" kern="1200">
              <a:effectLst/>
              <a:latin typeface="Söhne"/>
            </a:rPr>
            <a:t>Pump</a:t>
          </a:r>
          <a:endParaRPr lang="en-US" sz="1300" b="0" i="0" kern="1200" dirty="0">
            <a:effectLst/>
            <a:latin typeface="Söhne"/>
          </a:endParaRPr>
        </a:p>
      </dsp:txBody>
      <dsp:txXfrm>
        <a:off x="2002686" y="2620029"/>
        <a:ext cx="1577952" cy="946771"/>
      </dsp:txXfrm>
    </dsp:sp>
    <dsp:sp modelId="{BB3212AC-F37B-4094-BE12-79088C460E68}">
      <dsp:nvSpPr>
        <dsp:cNvPr id="0" name=""/>
        <dsp:cNvSpPr/>
      </dsp:nvSpPr>
      <dsp:spPr>
        <a:xfrm>
          <a:off x="5519719" y="3047695"/>
          <a:ext cx="332329" cy="91440"/>
        </a:xfrm>
        <a:custGeom>
          <a:avLst/>
          <a:gdLst/>
          <a:ahLst/>
          <a:cxnLst/>
          <a:rect l="0" t="0" r="0" b="0"/>
          <a:pathLst>
            <a:path>
              <a:moveTo>
                <a:pt x="0" y="45720"/>
              </a:moveTo>
              <a:lnTo>
                <a:pt x="332329" y="45720"/>
              </a:lnTo>
            </a:path>
          </a:pathLst>
        </a:custGeom>
        <a:noFill/>
        <a:ln w="9525" cap="flat" cmpd="sng" algn="ctr">
          <a:solidFill>
            <a:schemeClr val="dk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676811" y="3091600"/>
        <a:ext cx="18146" cy="3629"/>
      </dsp:txXfrm>
    </dsp:sp>
    <dsp:sp modelId="{0BC0503C-5249-4B8A-83EF-082E3E4A9792}">
      <dsp:nvSpPr>
        <dsp:cNvPr id="0" name=""/>
        <dsp:cNvSpPr/>
      </dsp:nvSpPr>
      <dsp:spPr>
        <a:xfrm>
          <a:off x="3943567" y="2620029"/>
          <a:ext cx="1577952" cy="946771"/>
        </a:xfrm>
        <a:prstGeom prst="rect">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2456" tIns="92456" rIns="92456" bIns="92456" numCol="1" spcCol="1270" anchor="ctr" anchorCtr="0">
          <a:noAutofit/>
        </a:bodyPr>
        <a:lstStyle/>
        <a:p>
          <a:pPr marL="0" lvl="0" indent="0" algn="ctr" defTabSz="577850">
            <a:lnSpc>
              <a:spcPct val="90000"/>
            </a:lnSpc>
            <a:spcBef>
              <a:spcPct val="0"/>
            </a:spcBef>
            <a:spcAft>
              <a:spcPct val="35000"/>
            </a:spcAft>
            <a:buNone/>
          </a:pPr>
          <a:r>
            <a:rPr lang="en-US" sz="1300" b="1" i="0" kern="1200">
              <a:effectLst/>
              <a:latin typeface="Söhne"/>
            </a:rPr>
            <a:t>Temperature and Humidity Sensor</a:t>
          </a:r>
          <a:endParaRPr lang="en-US" sz="1300" b="0" i="0" kern="1200" dirty="0">
            <a:effectLst/>
            <a:latin typeface="Söhne"/>
          </a:endParaRPr>
        </a:p>
      </dsp:txBody>
      <dsp:txXfrm>
        <a:off x="3943567" y="2620029"/>
        <a:ext cx="1577952" cy="946771"/>
      </dsp:txXfrm>
    </dsp:sp>
    <dsp:sp modelId="{89555276-2A3C-46D2-A187-38755EFF9096}">
      <dsp:nvSpPr>
        <dsp:cNvPr id="0" name=""/>
        <dsp:cNvSpPr/>
      </dsp:nvSpPr>
      <dsp:spPr>
        <a:xfrm>
          <a:off x="5884448" y="2620029"/>
          <a:ext cx="1577952" cy="946771"/>
        </a:xfrm>
        <a:prstGeom prst="rect">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2456" tIns="92456" rIns="92456" bIns="92456" numCol="1" spcCol="1270" anchor="ctr" anchorCtr="0">
          <a:noAutofit/>
        </a:bodyPr>
        <a:lstStyle/>
        <a:p>
          <a:pPr marL="0" lvl="0" indent="0" algn="ctr" defTabSz="577850">
            <a:lnSpc>
              <a:spcPct val="90000"/>
            </a:lnSpc>
            <a:spcBef>
              <a:spcPct val="0"/>
            </a:spcBef>
            <a:spcAft>
              <a:spcPct val="35000"/>
            </a:spcAft>
            <a:buNone/>
          </a:pPr>
          <a:r>
            <a:rPr lang="en-US" sz="1300" b="1" i="0" kern="1200">
              <a:effectLst/>
              <a:latin typeface="Söhne"/>
            </a:rPr>
            <a:t>Soil Moisture Sensor</a:t>
          </a:r>
          <a:endParaRPr lang="en-US" sz="1300" b="0" i="0" kern="1200" dirty="0">
            <a:effectLst/>
            <a:latin typeface="Söhne"/>
          </a:endParaRPr>
        </a:p>
      </dsp:txBody>
      <dsp:txXfrm>
        <a:off x="5884448" y="2620029"/>
        <a:ext cx="1577952" cy="946771"/>
      </dsp:txXfrm>
    </dsp:sp>
  </dsp:spTree>
</dsp:drawing>
</file>

<file path=ppt/diagrams/layout1.xml><?xml version="1.0" encoding="utf-8"?>
<dgm:layoutDef xmlns:dgm="http://schemas.openxmlformats.org/drawingml/2006/diagram" xmlns:a="http://schemas.openxmlformats.org/drawingml/2006/main" uniqueId="urn:microsoft.com/office/officeart/2005/8/layout/rings+Icon">
  <dgm:title val="Interconnected Rings"/>
  <dgm:desc val="Use to show overlapping or interconnected ideas or concepts. The first seven lines of Level 1 text correspond with a circle. Unused text does not appear, but remains available if you switch layouts.  "/>
  <dgm:catLst>
    <dgm:cat type="relationship" pri="32000"/>
    <dgm:cat type="officeonline" pri="6000"/>
  </dgm:catLst>
  <dgm:sampData useDef="1">
    <dgm:dataModel>
      <dgm:ptLst/>
      <dgm:bg/>
      <dgm:whole/>
    </dgm:dataModel>
  </dgm:sampData>
  <dgm:styleData>
    <dgm:dataModel>
      <dgm:ptLst>
        <dgm:pt modelId="0" type="doc"/>
        <dgm:pt modelId="10"/>
        <dgm:pt modelId="20"/>
      </dgm:ptLst>
      <dgm:cxnLst>
        <dgm:cxn modelId="30" srcId="0" destId="10" srcOrd="0" destOrd="0"/>
        <dgm:cxn modelId="40" srcId="0" destId="20" srcOrd="1" destOrd="0"/>
      </dgm:cxnLst>
      <dgm:bg/>
      <dgm:whole/>
    </dgm:dataModel>
  </dgm:styleData>
  <dgm:clrData>
    <dgm:dataModel>
      <dgm:ptLst>
        <dgm:pt modelId="0" type="doc"/>
        <dgm:pt modelId="10"/>
        <dgm:pt modelId="20"/>
        <dgm:pt modelId="30"/>
        <dgm:pt modelId="40"/>
      </dgm:ptLst>
      <dgm:cxnLst>
        <dgm:cxn modelId="50" srcId="0" destId="10" srcOrd="0" destOrd="0"/>
        <dgm:cxn modelId="60" srcId="0" destId="20" srcOrd="1" destOrd="0"/>
        <dgm:cxn modelId="70" srcId="0" destId="30" srcOrd="2" destOrd="0"/>
        <dgm:cxn modelId="80" srcId="0" destId="40" srcOrd="2" destOrd="0"/>
      </dgm:cxnLst>
      <dgm:bg/>
      <dgm:whole/>
    </dgm:dataModel>
  </dgm:clrData>
  <dgm:layoutNode name="Name0">
    <dgm:varLst>
      <dgm:chMax val="7"/>
      <dgm:dir/>
      <dgm:resizeHandles val="exact"/>
    </dgm:varLst>
    <dgm:choose name="Name1">
      <dgm:if name="Name2" axis="ch" ptType="node" func="cnt" op="lt" val="1">
        <dgm:alg type="composite"/>
        <dgm:shape xmlns:r="http://schemas.openxmlformats.org/officeDocument/2006/relationships" r:blip="">
          <dgm:adjLst/>
        </dgm:shape>
        <dgm:presOf/>
        <dgm:constrLst/>
        <dgm:ruleLst/>
      </dgm:if>
      <dgm:if name="Name3" axis="ch" ptType="node" func="cnt" op="equ" val="1">
        <dgm:alg type="composite">
          <dgm:param type="ar" val="1"/>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dgm:constr type="h" for="ch" forName="ellipse1" refType="h"/>
        </dgm:constrLst>
      </dgm:if>
      <dgm:if name="Name4" axis="ch" ptType="node" func="cnt" op="equ" val="2">
        <dgm:alg type="composite">
          <dgm:param type="ar" val="0.9086"/>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fact="0.6602"/>
          <dgm:constr type="h" for="ch" forName="ellipse1" refType="h" fact="0.5999"/>
          <dgm:constr type="l" for="ch" forName="ellipse2" refType="w" fact="0.3398"/>
          <dgm:constr type="t" for="ch" forName="ellipse2" refType="h" fact="0.4001"/>
          <dgm:constr type="w" for="ch" forName="ellipse2" refType="w" fact="0.6602"/>
          <dgm:constr type="h" for="ch" forName="ellipse2" refType="h" fact="0.5999"/>
        </dgm:constrLst>
      </dgm:if>
      <dgm:if name="Name5" axis="ch" ptType="node" func="cnt" op="equ" val="3">
        <dgm:alg type="composite">
          <dgm:param type="ar" val="1.2171"/>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fact="0.4929"/>
          <dgm:constr type="h" for="ch" forName="ellipse1" refType="h" fact="0.5999"/>
          <dgm:constr type="l" for="ch" forName="ellipse2" refType="w" fact="0.2537"/>
          <dgm:constr type="t" for="ch" forName="ellipse2" refType="h" fact="0.4001"/>
          <dgm:constr type="w" for="ch" forName="ellipse2" refType="w" fact="0.4929"/>
          <dgm:constr type="h" for="ch" forName="ellipse2" refType="h" fact="0.5999"/>
          <dgm:constr type="l" for="ch" forName="ellipse3" refType="w" fact="0.5071"/>
          <dgm:constr type="t" for="ch" forName="ellipse3" refType="h" fact="0"/>
          <dgm:constr type="w" for="ch" forName="ellipse3" refType="w" fact="0.4929"/>
          <dgm:constr type="h" for="ch" forName="ellipse3" refType="h" fact="0.5999"/>
        </dgm:constrLst>
      </dgm:if>
      <dgm:if name="Name6" axis="ch" ptType="node" func="cnt" op="equ" val="4">
        <dgm:alg type="composite">
          <dgm:param type="ar" val="1.5255"/>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fact="0.3932"/>
          <dgm:constr type="h" for="ch" forName="ellipse1" refType="h" fact="0.5999"/>
          <dgm:constr type="l" for="ch" forName="ellipse2" refType="w" fact="0.2023"/>
          <dgm:constr type="t" for="ch" forName="ellipse2" refType="h" fact="0.4001"/>
          <dgm:constr type="w" for="ch" forName="ellipse2" refType="w" fact="0.3932"/>
          <dgm:constr type="h" for="ch" forName="ellipse2" refType="h" fact="0.5999"/>
          <dgm:constr type="l" for="ch" forName="ellipse3" refType="w" fact="0.4045"/>
          <dgm:constr type="t" for="ch" forName="ellipse3" refType="h" fact="0"/>
          <dgm:constr type="w" for="ch" forName="ellipse3" refType="w" fact="0.3932"/>
          <dgm:constr type="h" for="ch" forName="ellipse3" refType="h" fact="0.5999"/>
          <dgm:constr type="l" for="ch" forName="ellipse4" refType="w" fact="0.6068"/>
          <dgm:constr type="t" for="ch" forName="ellipse4" refType="h" fact="0.4001"/>
          <dgm:constr type="w" for="ch" forName="ellipse4" refType="w" fact="0.3932"/>
          <dgm:constr type="h" for="ch" forName="ellipse4" refType="h" fact="0.5999"/>
        </dgm:constrLst>
      </dgm:if>
      <dgm:if name="Name7" axis="ch" ptType="node" func="cnt" op="equ" val="5">
        <dgm:alg type="composite">
          <dgm:param type="ar" val="1.834"/>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fact="0.3271"/>
          <dgm:constr type="h" for="ch" forName="ellipse1" refType="h" fact="0.5999"/>
          <dgm:constr type="l" for="ch" forName="ellipse2" refType="w" fact="0.1682"/>
          <dgm:constr type="t" for="ch" forName="ellipse2" refType="h" fact="0.4001"/>
          <dgm:constr type="w" for="ch" forName="ellipse2" refType="w" fact="0.3271"/>
          <dgm:constr type="h" for="ch" forName="ellipse2" refType="h" fact="0.5999"/>
          <dgm:constr type="l" for="ch" forName="ellipse3" refType="w" fact="0.3365"/>
          <dgm:constr type="t" for="ch" forName="ellipse3" refType="h" fact="0"/>
          <dgm:constr type="w" for="ch" forName="ellipse3" refType="w" fact="0.3271"/>
          <dgm:constr type="h" for="ch" forName="ellipse3" refType="h" fact="0.5999"/>
          <dgm:constr type="l" for="ch" forName="ellipse4" refType="w" fact="0.5047"/>
          <dgm:constr type="t" for="ch" forName="ellipse4" refType="h" fact="0.4001"/>
          <dgm:constr type="w" for="ch" forName="ellipse4" refType="w" fact="0.3271"/>
          <dgm:constr type="h" for="ch" forName="ellipse4" refType="h" fact="0.5999"/>
          <dgm:constr type="l" for="ch" forName="ellipse5" refType="w" fact="0.6729"/>
          <dgm:constr type="t" for="ch" forName="ellipse5" refType="h" fact="0"/>
          <dgm:constr type="w" for="ch" forName="ellipse5" refType="w" fact="0.3271"/>
          <dgm:constr type="h" for="ch" forName="ellipse5" refType="h" fact="0.5999"/>
        </dgm:constrLst>
      </dgm:if>
      <dgm:if name="Name8" axis="ch" ptType="node" func="cnt" op="equ" val="6">
        <dgm:alg type="composite">
          <dgm:param type="ar" val="2.1873"/>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fact="0.278"/>
          <dgm:constr type="h" for="ch" forName="ellipse1" refType="h" fact="0.6081"/>
          <dgm:constr type="l" for="ch" forName="ellipse2" refType="w" fact="0.1444"/>
          <dgm:constr type="t" for="ch" forName="ellipse2" refType="h" fact="0.3919"/>
          <dgm:constr type="w" for="ch" forName="ellipse2" refType="w" fact="0.278"/>
          <dgm:constr type="h" for="ch" forName="ellipse2" refType="h" fact="0.6081"/>
          <dgm:constr type="l" for="ch" forName="ellipse3" refType="w" fact="0.2888"/>
          <dgm:constr type="t" for="ch" forName="ellipse3" refType="h" fact="0"/>
          <dgm:constr type="w" for="ch" forName="ellipse3" refType="w" fact="0.278"/>
          <dgm:constr type="h" for="ch" forName="ellipse3" refType="h" fact="0.6081"/>
          <dgm:constr type="l" for="ch" forName="ellipse4" refType="w" fact="0.4332"/>
          <dgm:constr type="t" for="ch" forName="ellipse4" refType="h" fact="0.3919"/>
          <dgm:constr type="w" for="ch" forName="ellipse4" refType="w" fact="0.278"/>
          <dgm:constr type="h" for="ch" forName="ellipse4" refType="h" fact="0.6081"/>
          <dgm:constr type="l" for="ch" forName="ellipse5" refType="w" fact="0.5776"/>
          <dgm:constr type="t" for="ch" forName="ellipse5" refType="h" fact="0"/>
          <dgm:constr type="w" for="ch" forName="ellipse5" refType="w" fact="0.278"/>
          <dgm:constr type="h" for="ch" forName="ellipse5" refType="h" fact="0.6081"/>
          <dgm:constr type="l" for="ch" forName="ellipse6" refType="w" fact="0.722"/>
          <dgm:constr type="t" for="ch" forName="ellipse6" refType="h" fact="0.3919"/>
          <dgm:constr type="w" for="ch" forName="ellipse6" refType="w" fact="0.278"/>
          <dgm:constr type="h" for="ch" forName="ellipse6" refType="h" fact="0.6081"/>
        </dgm:constrLst>
      </dgm:if>
      <dgm:else name="Name9">
        <dgm:alg type="composite">
          <dgm:param type="ar" val="2.3466"/>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fact="0.2455"/>
          <dgm:constr type="h" for="ch" forName="ellipse1" refType="h" fact="0.5761"/>
          <dgm:constr type="l" for="ch" forName="ellipse2" refType="w" fact="0.1257"/>
          <dgm:constr type="t" for="ch" forName="ellipse2" refType="h" fact="0.4239"/>
          <dgm:constr type="w" for="ch" forName="ellipse2" refType="w" fact="0.2455"/>
          <dgm:constr type="h" for="ch" forName="ellipse2" refType="h" fact="0.5761"/>
          <dgm:constr type="l" for="ch" forName="ellipse3" refType="w" fact="0.2515"/>
          <dgm:constr type="t" for="ch" forName="ellipse3" refType="h" fact="0"/>
          <dgm:constr type="w" for="ch" forName="ellipse3" refType="w" fact="0.2455"/>
          <dgm:constr type="h" for="ch" forName="ellipse3" refType="h" fact="0.5761"/>
          <dgm:constr type="l" for="ch" forName="ellipse4" refType="w" fact="0.3772"/>
          <dgm:constr type="t" for="ch" forName="ellipse4" refType="h" fact="0.4239"/>
          <dgm:constr type="w" for="ch" forName="ellipse4" refType="w" fact="0.2455"/>
          <dgm:constr type="h" for="ch" forName="ellipse4" refType="h" fact="0.5761"/>
          <dgm:constr type="l" for="ch" forName="ellipse5" refType="w" fact="0.503"/>
          <dgm:constr type="t" for="ch" forName="ellipse5" refType="h" fact="0"/>
          <dgm:constr type="w" for="ch" forName="ellipse5" refType="w" fact="0.2455"/>
          <dgm:constr type="h" for="ch" forName="ellipse5" refType="h" fact="0.5761"/>
          <dgm:constr type="l" for="ch" forName="ellipse6" refType="w" fact="0.6287"/>
          <dgm:constr type="t" for="ch" forName="ellipse6" refType="h" fact="0.4239"/>
          <dgm:constr type="w" for="ch" forName="ellipse6" refType="w" fact="0.2455"/>
          <dgm:constr type="h" for="ch" forName="ellipse6" refType="h" fact="0.5761"/>
          <dgm:constr type="l" for="ch" forName="ellipse7" refType="w" fact="0.7545"/>
          <dgm:constr type="t" for="ch" forName="ellipse7" refType="h" fact="0"/>
          <dgm:constr type="w" for="ch" forName="ellipse7" refType="w" fact="0.2455"/>
          <dgm:constr type="h" for="ch" forName="ellipse7" refType="h" fact="0.5761"/>
        </dgm:constrLst>
      </dgm:else>
    </dgm:choose>
    <dgm:choose name="Name10">
      <dgm:if name="Name11" axis="ch" ptType="node" func="cnt" op="gte" val="1">
        <dgm:layoutNode name="ellipse1" styleLbl="vennNode1">
          <dgm:varLst>
            <dgm:bulletEnabled val="1"/>
          </dgm:varLst>
          <dgm:alg type="tx"/>
          <dgm:shape xmlns:r="http://schemas.openxmlformats.org/officeDocument/2006/relationships" type="ellipse" r:blip="">
            <dgm:adjLst/>
          </dgm:shape>
          <dgm:choose name="Name12">
            <dgm:if name="Name13" func="var" arg="dir" op="equ" val="norm">
              <dgm:presOf axis="ch desOrSelf" ptType="node node" st="1 1" cnt="1 0"/>
            </dgm:if>
            <dgm:else name="Name14">
              <dgm:choose name="Name15">
                <dgm:if name="Name16" axis="ch" ptType="node" func="cnt" op="equ" val="1">
                  <dgm:presOf axis="ch desOrSelf" ptType="node node" st="1 1" cnt="1 0"/>
                </dgm:if>
                <dgm:if name="Name17" axis="ch" ptType="node" func="cnt" op="equ" val="2">
                  <dgm:presOf axis="ch desOrSelf" ptType="node node" st="2 1" cnt="1 0"/>
                </dgm:if>
                <dgm:if name="Name18" axis="ch" ptType="node" func="cnt" op="equ" val="3">
                  <dgm:presOf axis="ch desOrSelf" ptType="node node" st="3 1" cnt="1 0"/>
                </dgm:if>
                <dgm:if name="Name19" axis="ch" ptType="node" func="cnt" op="equ" val="4">
                  <dgm:presOf axis="ch desOrSelf" ptType="node node" st="4 1" cnt="1 0"/>
                </dgm:if>
                <dgm:if name="Name20" axis="ch" ptType="node" func="cnt" op="equ" val="5">
                  <dgm:presOf axis="ch desOrSelf" ptType="node node" st="5 1" cnt="1 0"/>
                </dgm:if>
                <dgm:if name="Name21" axis="ch" ptType="node" func="cnt" op="equ" val="6">
                  <dgm:presOf axis="ch desOrSelf" ptType="node node" st="6 1" cnt="1 0"/>
                </dgm:if>
                <dgm:if name="Name22" axis="ch" ptType="node" func="cnt" op="gte" val="7">
                  <dgm:presOf axis="ch desOrSelf" ptType="node node" st="7 1" cnt="1 0"/>
                </dgm:if>
                <dgm:else name="Name23"/>
              </dgm:choose>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4"/>
    </dgm:choose>
    <dgm:choose name="Name25">
      <dgm:if name="Name26" axis="ch" ptType="node" func="cnt" op="gte" val="2">
        <dgm:layoutNode name="ellipse2" styleLbl="vennNode1">
          <dgm:varLst>
            <dgm:bulletEnabled val="1"/>
          </dgm:varLst>
          <dgm:alg type="tx"/>
          <dgm:choose name="Name27">
            <dgm:if name="Name28" func="var" arg="dir" op="equ" val="norm">
              <dgm:shape xmlns:r="http://schemas.openxmlformats.org/officeDocument/2006/relationships" type="ellipse" r:blip="">
                <dgm:adjLst/>
              </dgm:shape>
              <dgm:presOf axis="ch desOrSelf" ptType="node node" st="2 1" cnt="1 0"/>
            </dgm:if>
            <dgm:else name="Name29">
              <dgm:shape xmlns:r="http://schemas.openxmlformats.org/officeDocument/2006/relationships" type="ellipse" r:blip="" zOrderOff="-2">
                <dgm:adjLst/>
              </dgm:shape>
              <dgm:choose name="Name30">
                <dgm:if name="Name31" axis="ch" ptType="node" func="cnt" op="equ" val="2">
                  <dgm:presOf axis="ch desOrSelf" ptType="node node" st="1 1" cnt="1 0"/>
                </dgm:if>
                <dgm:if name="Name32" axis="ch" ptType="node" func="cnt" op="equ" val="3">
                  <dgm:presOf axis="ch desOrSelf" ptType="node node" st="2 1" cnt="1 0"/>
                </dgm:if>
                <dgm:if name="Name33" axis="ch" ptType="node" func="cnt" op="equ" val="4">
                  <dgm:presOf axis="ch desOrSelf" ptType="node node" st="3 1" cnt="1 0"/>
                </dgm:if>
                <dgm:if name="Name34" axis="ch" ptType="node" func="cnt" op="equ" val="5">
                  <dgm:presOf axis="ch desOrSelf" ptType="node node" st="4 1" cnt="1 0"/>
                </dgm:if>
                <dgm:if name="Name35" axis="ch" ptType="node" func="cnt" op="equ" val="6">
                  <dgm:presOf axis="ch desOrSelf" ptType="node node" st="5 1" cnt="1 0"/>
                </dgm:if>
                <dgm:if name="Name36" axis="ch" ptType="node" func="cnt" op="gte" val="7">
                  <dgm:presOf axis="ch desOrSelf" ptType="node node" st="6 1" cnt="1 0"/>
                </dgm:if>
                <dgm:else name="Name37"/>
              </dgm:choose>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38"/>
    </dgm:choose>
    <dgm:choose name="Name39">
      <dgm:if name="Name40" axis="ch" ptType="node" func="cnt" op="gte" val="3">
        <dgm:layoutNode name="ellipse3" styleLbl="vennNode1">
          <dgm:varLst>
            <dgm:bulletEnabled val="1"/>
          </dgm:varLst>
          <dgm:alg type="tx"/>
          <dgm:shape xmlns:r="http://schemas.openxmlformats.org/officeDocument/2006/relationships" type="ellipse" r:blip="">
            <dgm:adjLst/>
          </dgm:shape>
          <dgm:choose name="Name41">
            <dgm:if name="Name42" func="var" arg="dir" op="equ" val="norm">
              <dgm:shape xmlns:r="http://schemas.openxmlformats.org/officeDocument/2006/relationships" type="ellipse" r:blip="">
                <dgm:adjLst/>
              </dgm:shape>
              <dgm:presOf axis="ch desOrSelf" ptType="node node" st="3 1" cnt="1 0"/>
            </dgm:if>
            <dgm:else name="Name43">
              <dgm:shape xmlns:r="http://schemas.openxmlformats.org/officeDocument/2006/relationships" type="ellipse" r:blip="" zOrderOff="-4">
                <dgm:adjLst/>
              </dgm:shape>
              <dgm:choose name="Name44">
                <dgm:if name="Name45" axis="ch" ptType="node" func="cnt" op="equ" val="3">
                  <dgm:presOf axis="ch desOrSelf" ptType="node node" st="1 1" cnt="1 0"/>
                </dgm:if>
                <dgm:if name="Name46" axis="ch" ptType="node" func="cnt" op="equ" val="4">
                  <dgm:presOf axis="ch desOrSelf" ptType="node node" st="2 1" cnt="1 0"/>
                </dgm:if>
                <dgm:if name="Name47" axis="ch" ptType="node" func="cnt" op="equ" val="5">
                  <dgm:presOf axis="ch desOrSelf" ptType="node node" st="3 1" cnt="1 0"/>
                </dgm:if>
                <dgm:if name="Name48" axis="ch" ptType="node" func="cnt" op="equ" val="6">
                  <dgm:presOf axis="ch desOrSelf" ptType="node node" st="4 1" cnt="1 0"/>
                </dgm:if>
                <dgm:if name="Name49" axis="ch" ptType="node" func="cnt" op="gte" val="7">
                  <dgm:presOf axis="ch desOrSelf" ptType="node node" st="5 1" cnt="1 0"/>
                </dgm:if>
                <dgm:else name="Name50"/>
              </dgm:choose>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1"/>
    </dgm:choose>
    <dgm:choose name="Name52">
      <dgm:if name="Name53" axis="ch" ptType="node" func="cnt" op="gte" val="4">
        <dgm:layoutNode name="ellipse4" styleLbl="vennNode1">
          <dgm:varLst>
            <dgm:bulletEnabled val="1"/>
          </dgm:varLst>
          <dgm:alg type="tx"/>
          <dgm:choose name="Name54">
            <dgm:if name="Name55" func="var" arg="dir" op="equ" val="norm">
              <dgm:shape xmlns:r="http://schemas.openxmlformats.org/officeDocument/2006/relationships" type="ellipse" r:blip="">
                <dgm:adjLst/>
              </dgm:shape>
              <dgm:presOf axis="ch desOrSelf" ptType="node node" st="4 1" cnt="1 0"/>
            </dgm:if>
            <dgm:else name="Name56">
              <dgm:shape xmlns:r="http://schemas.openxmlformats.org/officeDocument/2006/relationships" type="ellipse" r:blip="" zOrderOff="-6">
                <dgm:adjLst/>
              </dgm:shape>
              <dgm:choose name="Name57">
                <dgm:if name="Name58" axis="ch" ptType="node" func="cnt" op="equ" val="4">
                  <dgm:presOf axis="ch desOrSelf" ptType="node node" st="1 1" cnt="1 0"/>
                </dgm:if>
                <dgm:if name="Name59" axis="ch" ptType="node" func="cnt" op="equ" val="5">
                  <dgm:presOf axis="ch desOrSelf" ptType="node node" st="2 1" cnt="1 0"/>
                </dgm:if>
                <dgm:if name="Name60" axis="ch" ptType="node" func="cnt" op="equ" val="6">
                  <dgm:presOf axis="ch desOrSelf" ptType="node node" st="3 1" cnt="1 0"/>
                </dgm:if>
                <dgm:if name="Name61" axis="ch" ptType="node" func="cnt" op="gte" val="7">
                  <dgm:presOf axis="ch desOrSelf" ptType="node node" st="4 1" cnt="1 0"/>
                </dgm:if>
                <dgm:else name="Name62"/>
              </dgm:choose>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3"/>
    </dgm:choose>
    <dgm:choose name="Name64">
      <dgm:if name="Name65" axis="ch" ptType="node" func="cnt" op="gte" val="5">
        <dgm:layoutNode name="ellipse5" styleLbl="vennNode1">
          <dgm:varLst>
            <dgm:bulletEnabled val="1"/>
          </dgm:varLst>
          <dgm:alg type="tx"/>
          <dgm:choose name="Name66">
            <dgm:if name="Name67" func="var" arg="dir" op="equ" val="norm">
              <dgm:shape xmlns:r="http://schemas.openxmlformats.org/officeDocument/2006/relationships" type="ellipse" r:blip="">
                <dgm:adjLst/>
              </dgm:shape>
              <dgm:presOf axis="ch desOrSelf" ptType="node node" st="5 1" cnt="1 0"/>
            </dgm:if>
            <dgm:else name="Name68">
              <dgm:shape xmlns:r="http://schemas.openxmlformats.org/officeDocument/2006/relationships" type="ellipse" r:blip="" zOrderOff="-8">
                <dgm:adjLst/>
              </dgm:shape>
              <dgm:choose name="Name69">
                <dgm:if name="Name70" axis="ch" ptType="node" func="cnt" op="equ" val="5">
                  <dgm:presOf axis="ch desOrSelf" ptType="node node" st="1 1" cnt="1 0"/>
                </dgm:if>
                <dgm:if name="Name71" axis="ch" ptType="node" func="cnt" op="equ" val="6">
                  <dgm:presOf axis="ch desOrSelf" ptType="node node" st="2 1" cnt="1 0"/>
                </dgm:if>
                <dgm:if name="Name72" axis="ch" ptType="node" func="cnt" op="gte" val="7">
                  <dgm:presOf axis="ch desOrSelf" ptType="node node" st="3 1" cnt="1 0"/>
                </dgm:if>
                <dgm:else name="Name73"/>
              </dgm:choose>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4"/>
    </dgm:choose>
    <dgm:choose name="Name75">
      <dgm:if name="Name76" axis="ch" ptType="node" func="cnt" op="gte" val="6">
        <dgm:layoutNode name="ellipse6" styleLbl="vennNode1">
          <dgm:varLst>
            <dgm:bulletEnabled val="1"/>
          </dgm:varLst>
          <dgm:alg type="tx"/>
          <dgm:choose name="Name77">
            <dgm:if name="Name78" func="var" arg="dir" op="equ" val="norm">
              <dgm:shape xmlns:r="http://schemas.openxmlformats.org/officeDocument/2006/relationships" type="ellipse" r:blip="">
                <dgm:adjLst/>
              </dgm:shape>
              <dgm:presOf axis="ch desOrSelf" ptType="node node" st="6 1" cnt="1 0"/>
            </dgm:if>
            <dgm:else name="Name79">
              <dgm:shape xmlns:r="http://schemas.openxmlformats.org/officeDocument/2006/relationships" type="ellipse" r:blip="" zOrderOff="-10">
                <dgm:adjLst/>
              </dgm:shape>
              <dgm:choose name="Name80">
                <dgm:if name="Name81" axis="ch" ptType="node" func="cnt" op="equ" val="6">
                  <dgm:presOf axis="ch desOrSelf" ptType="node node" st="1 1" cnt="1 0"/>
                </dgm:if>
                <dgm:if name="Name82" axis="ch" ptType="node" func="cnt" op="gte" val="7">
                  <dgm:presOf axis="ch desOrSelf" ptType="node node" st="2 1" cnt="1 0"/>
                </dgm:if>
                <dgm:else name="Name83"/>
              </dgm:choose>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4"/>
    </dgm:choose>
    <dgm:choose name="Name85">
      <dgm:if name="Name86" axis="ch" ptType="node" func="cnt" op="gte" val="7">
        <dgm:layoutNode name="ellipse7" styleLbl="vennNode1">
          <dgm:varLst>
            <dgm:bulletEnabled val="1"/>
          </dgm:varLst>
          <dgm:alg type="tx"/>
          <dgm:choose name="Name87">
            <dgm:if name="Name88" func="var" arg="dir" op="equ" val="norm">
              <dgm:shape xmlns:r="http://schemas.openxmlformats.org/officeDocument/2006/relationships" type="ellipse" r:blip="">
                <dgm:adjLst/>
              </dgm:shape>
              <dgm:presOf axis="ch desOrSelf" ptType="node node" st="7 1" cnt="1 0"/>
            </dgm:if>
            <dgm:else name="Name89">
              <dgm:shape xmlns:r="http://schemas.openxmlformats.org/officeDocument/2006/relationships" type="ellipse" r:blip="" zOrderOff="-12">
                <dgm:adjLst/>
              </dgm:shape>
              <dgm:presOf axis="ch desOrSelf" ptType="node node" st="1 1" cnt="1 0"/>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0"/>
    </dgm:choose>
  </dgm:layoutNode>
</dgm:layoutDef>
</file>

<file path=ppt/diagrams/layout2.xml><?xml version="1.0" encoding="utf-8"?>
<dgm:layoutDef xmlns:dgm="http://schemas.openxmlformats.org/drawingml/2006/diagram" xmlns:a="http://schemas.openxmlformats.org/drawingml/2006/main" uniqueId="urn:microsoft.com/office/officeart/2005/8/layout/rings+Icon">
  <dgm:title val="Interconnected Rings"/>
  <dgm:desc val="Use to show overlapping or interconnected ideas or concepts. The first seven lines of Level 1 text correspond with a circle. Unused text does not appear, but remains available if you switch layouts.  "/>
  <dgm:catLst>
    <dgm:cat type="relationship" pri="32000"/>
    <dgm:cat type="officeonline" pri="6000"/>
  </dgm:catLst>
  <dgm:sampData useDef="1">
    <dgm:dataModel>
      <dgm:ptLst/>
      <dgm:bg/>
      <dgm:whole/>
    </dgm:dataModel>
  </dgm:sampData>
  <dgm:styleData>
    <dgm:dataModel>
      <dgm:ptLst>
        <dgm:pt modelId="0" type="doc"/>
        <dgm:pt modelId="10"/>
        <dgm:pt modelId="20"/>
      </dgm:ptLst>
      <dgm:cxnLst>
        <dgm:cxn modelId="30" srcId="0" destId="10" srcOrd="0" destOrd="0"/>
        <dgm:cxn modelId="40" srcId="0" destId="20" srcOrd="1" destOrd="0"/>
      </dgm:cxnLst>
      <dgm:bg/>
      <dgm:whole/>
    </dgm:dataModel>
  </dgm:styleData>
  <dgm:clrData>
    <dgm:dataModel>
      <dgm:ptLst>
        <dgm:pt modelId="0" type="doc"/>
        <dgm:pt modelId="10"/>
        <dgm:pt modelId="20"/>
        <dgm:pt modelId="30"/>
        <dgm:pt modelId="40"/>
      </dgm:ptLst>
      <dgm:cxnLst>
        <dgm:cxn modelId="50" srcId="0" destId="10" srcOrd="0" destOrd="0"/>
        <dgm:cxn modelId="60" srcId="0" destId="20" srcOrd="1" destOrd="0"/>
        <dgm:cxn modelId="70" srcId="0" destId="30" srcOrd="2" destOrd="0"/>
        <dgm:cxn modelId="80" srcId="0" destId="40" srcOrd="2" destOrd="0"/>
      </dgm:cxnLst>
      <dgm:bg/>
      <dgm:whole/>
    </dgm:dataModel>
  </dgm:clrData>
  <dgm:layoutNode name="Name0">
    <dgm:varLst>
      <dgm:chMax val="7"/>
      <dgm:dir/>
      <dgm:resizeHandles val="exact"/>
    </dgm:varLst>
    <dgm:choose name="Name1">
      <dgm:if name="Name2" axis="ch" ptType="node" func="cnt" op="lt" val="1">
        <dgm:alg type="composite"/>
        <dgm:shape xmlns:r="http://schemas.openxmlformats.org/officeDocument/2006/relationships" r:blip="">
          <dgm:adjLst/>
        </dgm:shape>
        <dgm:presOf/>
        <dgm:constrLst/>
        <dgm:ruleLst/>
      </dgm:if>
      <dgm:if name="Name3" axis="ch" ptType="node" func="cnt" op="equ" val="1">
        <dgm:alg type="composite">
          <dgm:param type="ar" val="1"/>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dgm:constr type="h" for="ch" forName="ellipse1" refType="h"/>
        </dgm:constrLst>
      </dgm:if>
      <dgm:if name="Name4" axis="ch" ptType="node" func="cnt" op="equ" val="2">
        <dgm:alg type="composite">
          <dgm:param type="ar" val="0.9086"/>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fact="0.6602"/>
          <dgm:constr type="h" for="ch" forName="ellipse1" refType="h" fact="0.5999"/>
          <dgm:constr type="l" for="ch" forName="ellipse2" refType="w" fact="0.3398"/>
          <dgm:constr type="t" for="ch" forName="ellipse2" refType="h" fact="0.4001"/>
          <dgm:constr type="w" for="ch" forName="ellipse2" refType="w" fact="0.6602"/>
          <dgm:constr type="h" for="ch" forName="ellipse2" refType="h" fact="0.5999"/>
        </dgm:constrLst>
      </dgm:if>
      <dgm:if name="Name5" axis="ch" ptType="node" func="cnt" op="equ" val="3">
        <dgm:alg type="composite">
          <dgm:param type="ar" val="1.2171"/>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fact="0.4929"/>
          <dgm:constr type="h" for="ch" forName="ellipse1" refType="h" fact="0.5999"/>
          <dgm:constr type="l" for="ch" forName="ellipse2" refType="w" fact="0.2537"/>
          <dgm:constr type="t" for="ch" forName="ellipse2" refType="h" fact="0.4001"/>
          <dgm:constr type="w" for="ch" forName="ellipse2" refType="w" fact="0.4929"/>
          <dgm:constr type="h" for="ch" forName="ellipse2" refType="h" fact="0.5999"/>
          <dgm:constr type="l" for="ch" forName="ellipse3" refType="w" fact="0.5071"/>
          <dgm:constr type="t" for="ch" forName="ellipse3" refType="h" fact="0"/>
          <dgm:constr type="w" for="ch" forName="ellipse3" refType="w" fact="0.4929"/>
          <dgm:constr type="h" for="ch" forName="ellipse3" refType="h" fact="0.5999"/>
        </dgm:constrLst>
      </dgm:if>
      <dgm:if name="Name6" axis="ch" ptType="node" func="cnt" op="equ" val="4">
        <dgm:alg type="composite">
          <dgm:param type="ar" val="1.5255"/>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fact="0.3932"/>
          <dgm:constr type="h" for="ch" forName="ellipse1" refType="h" fact="0.5999"/>
          <dgm:constr type="l" for="ch" forName="ellipse2" refType="w" fact="0.2023"/>
          <dgm:constr type="t" for="ch" forName="ellipse2" refType="h" fact="0.4001"/>
          <dgm:constr type="w" for="ch" forName="ellipse2" refType="w" fact="0.3932"/>
          <dgm:constr type="h" for="ch" forName="ellipse2" refType="h" fact="0.5999"/>
          <dgm:constr type="l" for="ch" forName="ellipse3" refType="w" fact="0.4045"/>
          <dgm:constr type="t" for="ch" forName="ellipse3" refType="h" fact="0"/>
          <dgm:constr type="w" for="ch" forName="ellipse3" refType="w" fact="0.3932"/>
          <dgm:constr type="h" for="ch" forName="ellipse3" refType="h" fact="0.5999"/>
          <dgm:constr type="l" for="ch" forName="ellipse4" refType="w" fact="0.6068"/>
          <dgm:constr type="t" for="ch" forName="ellipse4" refType="h" fact="0.4001"/>
          <dgm:constr type="w" for="ch" forName="ellipse4" refType="w" fact="0.3932"/>
          <dgm:constr type="h" for="ch" forName="ellipse4" refType="h" fact="0.5999"/>
        </dgm:constrLst>
      </dgm:if>
      <dgm:if name="Name7" axis="ch" ptType="node" func="cnt" op="equ" val="5">
        <dgm:alg type="composite">
          <dgm:param type="ar" val="1.834"/>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fact="0.3271"/>
          <dgm:constr type="h" for="ch" forName="ellipse1" refType="h" fact="0.5999"/>
          <dgm:constr type="l" for="ch" forName="ellipse2" refType="w" fact="0.1682"/>
          <dgm:constr type="t" for="ch" forName="ellipse2" refType="h" fact="0.4001"/>
          <dgm:constr type="w" for="ch" forName="ellipse2" refType="w" fact="0.3271"/>
          <dgm:constr type="h" for="ch" forName="ellipse2" refType="h" fact="0.5999"/>
          <dgm:constr type="l" for="ch" forName="ellipse3" refType="w" fact="0.3365"/>
          <dgm:constr type="t" for="ch" forName="ellipse3" refType="h" fact="0"/>
          <dgm:constr type="w" for="ch" forName="ellipse3" refType="w" fact="0.3271"/>
          <dgm:constr type="h" for="ch" forName="ellipse3" refType="h" fact="0.5999"/>
          <dgm:constr type="l" for="ch" forName="ellipse4" refType="w" fact="0.5047"/>
          <dgm:constr type="t" for="ch" forName="ellipse4" refType="h" fact="0.4001"/>
          <dgm:constr type="w" for="ch" forName="ellipse4" refType="w" fact="0.3271"/>
          <dgm:constr type="h" for="ch" forName="ellipse4" refType="h" fact="0.5999"/>
          <dgm:constr type="l" for="ch" forName="ellipse5" refType="w" fact="0.6729"/>
          <dgm:constr type="t" for="ch" forName="ellipse5" refType="h" fact="0"/>
          <dgm:constr type="w" for="ch" forName="ellipse5" refType="w" fact="0.3271"/>
          <dgm:constr type="h" for="ch" forName="ellipse5" refType="h" fact="0.5999"/>
        </dgm:constrLst>
      </dgm:if>
      <dgm:if name="Name8" axis="ch" ptType="node" func="cnt" op="equ" val="6">
        <dgm:alg type="composite">
          <dgm:param type="ar" val="2.1873"/>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fact="0.278"/>
          <dgm:constr type="h" for="ch" forName="ellipse1" refType="h" fact="0.6081"/>
          <dgm:constr type="l" for="ch" forName="ellipse2" refType="w" fact="0.1444"/>
          <dgm:constr type="t" for="ch" forName="ellipse2" refType="h" fact="0.3919"/>
          <dgm:constr type="w" for="ch" forName="ellipse2" refType="w" fact="0.278"/>
          <dgm:constr type="h" for="ch" forName="ellipse2" refType="h" fact="0.6081"/>
          <dgm:constr type="l" for="ch" forName="ellipse3" refType="w" fact="0.2888"/>
          <dgm:constr type="t" for="ch" forName="ellipse3" refType="h" fact="0"/>
          <dgm:constr type="w" for="ch" forName="ellipse3" refType="w" fact="0.278"/>
          <dgm:constr type="h" for="ch" forName="ellipse3" refType="h" fact="0.6081"/>
          <dgm:constr type="l" for="ch" forName="ellipse4" refType="w" fact="0.4332"/>
          <dgm:constr type="t" for="ch" forName="ellipse4" refType="h" fact="0.3919"/>
          <dgm:constr type="w" for="ch" forName="ellipse4" refType="w" fact="0.278"/>
          <dgm:constr type="h" for="ch" forName="ellipse4" refType="h" fact="0.6081"/>
          <dgm:constr type="l" for="ch" forName="ellipse5" refType="w" fact="0.5776"/>
          <dgm:constr type="t" for="ch" forName="ellipse5" refType="h" fact="0"/>
          <dgm:constr type="w" for="ch" forName="ellipse5" refType="w" fact="0.278"/>
          <dgm:constr type="h" for="ch" forName="ellipse5" refType="h" fact="0.6081"/>
          <dgm:constr type="l" for="ch" forName="ellipse6" refType="w" fact="0.722"/>
          <dgm:constr type="t" for="ch" forName="ellipse6" refType="h" fact="0.3919"/>
          <dgm:constr type="w" for="ch" forName="ellipse6" refType="w" fact="0.278"/>
          <dgm:constr type="h" for="ch" forName="ellipse6" refType="h" fact="0.6081"/>
        </dgm:constrLst>
      </dgm:if>
      <dgm:else name="Name9">
        <dgm:alg type="composite">
          <dgm:param type="ar" val="2.3466"/>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fact="0.2455"/>
          <dgm:constr type="h" for="ch" forName="ellipse1" refType="h" fact="0.5761"/>
          <dgm:constr type="l" for="ch" forName="ellipse2" refType="w" fact="0.1257"/>
          <dgm:constr type="t" for="ch" forName="ellipse2" refType="h" fact="0.4239"/>
          <dgm:constr type="w" for="ch" forName="ellipse2" refType="w" fact="0.2455"/>
          <dgm:constr type="h" for="ch" forName="ellipse2" refType="h" fact="0.5761"/>
          <dgm:constr type="l" for="ch" forName="ellipse3" refType="w" fact="0.2515"/>
          <dgm:constr type="t" for="ch" forName="ellipse3" refType="h" fact="0"/>
          <dgm:constr type="w" for="ch" forName="ellipse3" refType="w" fact="0.2455"/>
          <dgm:constr type="h" for="ch" forName="ellipse3" refType="h" fact="0.5761"/>
          <dgm:constr type="l" for="ch" forName="ellipse4" refType="w" fact="0.3772"/>
          <dgm:constr type="t" for="ch" forName="ellipse4" refType="h" fact="0.4239"/>
          <dgm:constr type="w" for="ch" forName="ellipse4" refType="w" fact="0.2455"/>
          <dgm:constr type="h" for="ch" forName="ellipse4" refType="h" fact="0.5761"/>
          <dgm:constr type="l" for="ch" forName="ellipse5" refType="w" fact="0.503"/>
          <dgm:constr type="t" for="ch" forName="ellipse5" refType="h" fact="0"/>
          <dgm:constr type="w" for="ch" forName="ellipse5" refType="w" fact="0.2455"/>
          <dgm:constr type="h" for="ch" forName="ellipse5" refType="h" fact="0.5761"/>
          <dgm:constr type="l" for="ch" forName="ellipse6" refType="w" fact="0.6287"/>
          <dgm:constr type="t" for="ch" forName="ellipse6" refType="h" fact="0.4239"/>
          <dgm:constr type="w" for="ch" forName="ellipse6" refType="w" fact="0.2455"/>
          <dgm:constr type="h" for="ch" forName="ellipse6" refType="h" fact="0.5761"/>
          <dgm:constr type="l" for="ch" forName="ellipse7" refType="w" fact="0.7545"/>
          <dgm:constr type="t" for="ch" forName="ellipse7" refType="h" fact="0"/>
          <dgm:constr type="w" for="ch" forName="ellipse7" refType="w" fact="0.2455"/>
          <dgm:constr type="h" for="ch" forName="ellipse7" refType="h" fact="0.5761"/>
        </dgm:constrLst>
      </dgm:else>
    </dgm:choose>
    <dgm:choose name="Name10">
      <dgm:if name="Name11" axis="ch" ptType="node" func="cnt" op="gte" val="1">
        <dgm:layoutNode name="ellipse1" styleLbl="vennNode1">
          <dgm:varLst>
            <dgm:bulletEnabled val="1"/>
          </dgm:varLst>
          <dgm:alg type="tx"/>
          <dgm:shape xmlns:r="http://schemas.openxmlformats.org/officeDocument/2006/relationships" type="ellipse" r:blip="">
            <dgm:adjLst/>
          </dgm:shape>
          <dgm:choose name="Name12">
            <dgm:if name="Name13" func="var" arg="dir" op="equ" val="norm">
              <dgm:presOf axis="ch desOrSelf" ptType="node node" st="1 1" cnt="1 0"/>
            </dgm:if>
            <dgm:else name="Name14">
              <dgm:choose name="Name15">
                <dgm:if name="Name16" axis="ch" ptType="node" func="cnt" op="equ" val="1">
                  <dgm:presOf axis="ch desOrSelf" ptType="node node" st="1 1" cnt="1 0"/>
                </dgm:if>
                <dgm:if name="Name17" axis="ch" ptType="node" func="cnt" op="equ" val="2">
                  <dgm:presOf axis="ch desOrSelf" ptType="node node" st="2 1" cnt="1 0"/>
                </dgm:if>
                <dgm:if name="Name18" axis="ch" ptType="node" func="cnt" op="equ" val="3">
                  <dgm:presOf axis="ch desOrSelf" ptType="node node" st="3 1" cnt="1 0"/>
                </dgm:if>
                <dgm:if name="Name19" axis="ch" ptType="node" func="cnt" op="equ" val="4">
                  <dgm:presOf axis="ch desOrSelf" ptType="node node" st="4 1" cnt="1 0"/>
                </dgm:if>
                <dgm:if name="Name20" axis="ch" ptType="node" func="cnt" op="equ" val="5">
                  <dgm:presOf axis="ch desOrSelf" ptType="node node" st="5 1" cnt="1 0"/>
                </dgm:if>
                <dgm:if name="Name21" axis="ch" ptType="node" func="cnt" op="equ" val="6">
                  <dgm:presOf axis="ch desOrSelf" ptType="node node" st="6 1" cnt="1 0"/>
                </dgm:if>
                <dgm:if name="Name22" axis="ch" ptType="node" func="cnt" op="gte" val="7">
                  <dgm:presOf axis="ch desOrSelf" ptType="node node" st="7 1" cnt="1 0"/>
                </dgm:if>
                <dgm:else name="Name23"/>
              </dgm:choose>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4"/>
    </dgm:choose>
    <dgm:choose name="Name25">
      <dgm:if name="Name26" axis="ch" ptType="node" func="cnt" op="gte" val="2">
        <dgm:layoutNode name="ellipse2" styleLbl="vennNode1">
          <dgm:varLst>
            <dgm:bulletEnabled val="1"/>
          </dgm:varLst>
          <dgm:alg type="tx"/>
          <dgm:choose name="Name27">
            <dgm:if name="Name28" func="var" arg="dir" op="equ" val="norm">
              <dgm:shape xmlns:r="http://schemas.openxmlformats.org/officeDocument/2006/relationships" type="ellipse" r:blip="">
                <dgm:adjLst/>
              </dgm:shape>
              <dgm:presOf axis="ch desOrSelf" ptType="node node" st="2 1" cnt="1 0"/>
            </dgm:if>
            <dgm:else name="Name29">
              <dgm:shape xmlns:r="http://schemas.openxmlformats.org/officeDocument/2006/relationships" type="ellipse" r:blip="" zOrderOff="-2">
                <dgm:adjLst/>
              </dgm:shape>
              <dgm:choose name="Name30">
                <dgm:if name="Name31" axis="ch" ptType="node" func="cnt" op="equ" val="2">
                  <dgm:presOf axis="ch desOrSelf" ptType="node node" st="1 1" cnt="1 0"/>
                </dgm:if>
                <dgm:if name="Name32" axis="ch" ptType="node" func="cnt" op="equ" val="3">
                  <dgm:presOf axis="ch desOrSelf" ptType="node node" st="2 1" cnt="1 0"/>
                </dgm:if>
                <dgm:if name="Name33" axis="ch" ptType="node" func="cnt" op="equ" val="4">
                  <dgm:presOf axis="ch desOrSelf" ptType="node node" st="3 1" cnt="1 0"/>
                </dgm:if>
                <dgm:if name="Name34" axis="ch" ptType="node" func="cnt" op="equ" val="5">
                  <dgm:presOf axis="ch desOrSelf" ptType="node node" st="4 1" cnt="1 0"/>
                </dgm:if>
                <dgm:if name="Name35" axis="ch" ptType="node" func="cnt" op="equ" val="6">
                  <dgm:presOf axis="ch desOrSelf" ptType="node node" st="5 1" cnt="1 0"/>
                </dgm:if>
                <dgm:if name="Name36" axis="ch" ptType="node" func="cnt" op="gte" val="7">
                  <dgm:presOf axis="ch desOrSelf" ptType="node node" st="6 1" cnt="1 0"/>
                </dgm:if>
                <dgm:else name="Name37"/>
              </dgm:choose>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38"/>
    </dgm:choose>
    <dgm:choose name="Name39">
      <dgm:if name="Name40" axis="ch" ptType="node" func="cnt" op="gte" val="3">
        <dgm:layoutNode name="ellipse3" styleLbl="vennNode1">
          <dgm:varLst>
            <dgm:bulletEnabled val="1"/>
          </dgm:varLst>
          <dgm:alg type="tx"/>
          <dgm:shape xmlns:r="http://schemas.openxmlformats.org/officeDocument/2006/relationships" type="ellipse" r:blip="">
            <dgm:adjLst/>
          </dgm:shape>
          <dgm:choose name="Name41">
            <dgm:if name="Name42" func="var" arg="dir" op="equ" val="norm">
              <dgm:shape xmlns:r="http://schemas.openxmlformats.org/officeDocument/2006/relationships" type="ellipse" r:blip="">
                <dgm:adjLst/>
              </dgm:shape>
              <dgm:presOf axis="ch desOrSelf" ptType="node node" st="3 1" cnt="1 0"/>
            </dgm:if>
            <dgm:else name="Name43">
              <dgm:shape xmlns:r="http://schemas.openxmlformats.org/officeDocument/2006/relationships" type="ellipse" r:blip="" zOrderOff="-4">
                <dgm:adjLst/>
              </dgm:shape>
              <dgm:choose name="Name44">
                <dgm:if name="Name45" axis="ch" ptType="node" func="cnt" op="equ" val="3">
                  <dgm:presOf axis="ch desOrSelf" ptType="node node" st="1 1" cnt="1 0"/>
                </dgm:if>
                <dgm:if name="Name46" axis="ch" ptType="node" func="cnt" op="equ" val="4">
                  <dgm:presOf axis="ch desOrSelf" ptType="node node" st="2 1" cnt="1 0"/>
                </dgm:if>
                <dgm:if name="Name47" axis="ch" ptType="node" func="cnt" op="equ" val="5">
                  <dgm:presOf axis="ch desOrSelf" ptType="node node" st="3 1" cnt="1 0"/>
                </dgm:if>
                <dgm:if name="Name48" axis="ch" ptType="node" func="cnt" op="equ" val="6">
                  <dgm:presOf axis="ch desOrSelf" ptType="node node" st="4 1" cnt="1 0"/>
                </dgm:if>
                <dgm:if name="Name49" axis="ch" ptType="node" func="cnt" op="gte" val="7">
                  <dgm:presOf axis="ch desOrSelf" ptType="node node" st="5 1" cnt="1 0"/>
                </dgm:if>
                <dgm:else name="Name50"/>
              </dgm:choose>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1"/>
    </dgm:choose>
    <dgm:choose name="Name52">
      <dgm:if name="Name53" axis="ch" ptType="node" func="cnt" op="gte" val="4">
        <dgm:layoutNode name="ellipse4" styleLbl="vennNode1">
          <dgm:varLst>
            <dgm:bulletEnabled val="1"/>
          </dgm:varLst>
          <dgm:alg type="tx"/>
          <dgm:choose name="Name54">
            <dgm:if name="Name55" func="var" arg="dir" op="equ" val="norm">
              <dgm:shape xmlns:r="http://schemas.openxmlformats.org/officeDocument/2006/relationships" type="ellipse" r:blip="">
                <dgm:adjLst/>
              </dgm:shape>
              <dgm:presOf axis="ch desOrSelf" ptType="node node" st="4 1" cnt="1 0"/>
            </dgm:if>
            <dgm:else name="Name56">
              <dgm:shape xmlns:r="http://schemas.openxmlformats.org/officeDocument/2006/relationships" type="ellipse" r:blip="" zOrderOff="-6">
                <dgm:adjLst/>
              </dgm:shape>
              <dgm:choose name="Name57">
                <dgm:if name="Name58" axis="ch" ptType="node" func="cnt" op="equ" val="4">
                  <dgm:presOf axis="ch desOrSelf" ptType="node node" st="1 1" cnt="1 0"/>
                </dgm:if>
                <dgm:if name="Name59" axis="ch" ptType="node" func="cnt" op="equ" val="5">
                  <dgm:presOf axis="ch desOrSelf" ptType="node node" st="2 1" cnt="1 0"/>
                </dgm:if>
                <dgm:if name="Name60" axis="ch" ptType="node" func="cnt" op="equ" val="6">
                  <dgm:presOf axis="ch desOrSelf" ptType="node node" st="3 1" cnt="1 0"/>
                </dgm:if>
                <dgm:if name="Name61" axis="ch" ptType="node" func="cnt" op="gte" val="7">
                  <dgm:presOf axis="ch desOrSelf" ptType="node node" st="4 1" cnt="1 0"/>
                </dgm:if>
                <dgm:else name="Name62"/>
              </dgm:choose>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3"/>
    </dgm:choose>
    <dgm:choose name="Name64">
      <dgm:if name="Name65" axis="ch" ptType="node" func="cnt" op="gte" val="5">
        <dgm:layoutNode name="ellipse5" styleLbl="vennNode1">
          <dgm:varLst>
            <dgm:bulletEnabled val="1"/>
          </dgm:varLst>
          <dgm:alg type="tx"/>
          <dgm:choose name="Name66">
            <dgm:if name="Name67" func="var" arg="dir" op="equ" val="norm">
              <dgm:shape xmlns:r="http://schemas.openxmlformats.org/officeDocument/2006/relationships" type="ellipse" r:blip="">
                <dgm:adjLst/>
              </dgm:shape>
              <dgm:presOf axis="ch desOrSelf" ptType="node node" st="5 1" cnt="1 0"/>
            </dgm:if>
            <dgm:else name="Name68">
              <dgm:shape xmlns:r="http://schemas.openxmlformats.org/officeDocument/2006/relationships" type="ellipse" r:blip="" zOrderOff="-8">
                <dgm:adjLst/>
              </dgm:shape>
              <dgm:choose name="Name69">
                <dgm:if name="Name70" axis="ch" ptType="node" func="cnt" op="equ" val="5">
                  <dgm:presOf axis="ch desOrSelf" ptType="node node" st="1 1" cnt="1 0"/>
                </dgm:if>
                <dgm:if name="Name71" axis="ch" ptType="node" func="cnt" op="equ" val="6">
                  <dgm:presOf axis="ch desOrSelf" ptType="node node" st="2 1" cnt="1 0"/>
                </dgm:if>
                <dgm:if name="Name72" axis="ch" ptType="node" func="cnt" op="gte" val="7">
                  <dgm:presOf axis="ch desOrSelf" ptType="node node" st="3 1" cnt="1 0"/>
                </dgm:if>
                <dgm:else name="Name73"/>
              </dgm:choose>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4"/>
    </dgm:choose>
    <dgm:choose name="Name75">
      <dgm:if name="Name76" axis="ch" ptType="node" func="cnt" op="gte" val="6">
        <dgm:layoutNode name="ellipse6" styleLbl="vennNode1">
          <dgm:varLst>
            <dgm:bulletEnabled val="1"/>
          </dgm:varLst>
          <dgm:alg type="tx"/>
          <dgm:choose name="Name77">
            <dgm:if name="Name78" func="var" arg="dir" op="equ" val="norm">
              <dgm:shape xmlns:r="http://schemas.openxmlformats.org/officeDocument/2006/relationships" type="ellipse" r:blip="">
                <dgm:adjLst/>
              </dgm:shape>
              <dgm:presOf axis="ch desOrSelf" ptType="node node" st="6 1" cnt="1 0"/>
            </dgm:if>
            <dgm:else name="Name79">
              <dgm:shape xmlns:r="http://schemas.openxmlformats.org/officeDocument/2006/relationships" type="ellipse" r:blip="" zOrderOff="-10">
                <dgm:adjLst/>
              </dgm:shape>
              <dgm:choose name="Name80">
                <dgm:if name="Name81" axis="ch" ptType="node" func="cnt" op="equ" val="6">
                  <dgm:presOf axis="ch desOrSelf" ptType="node node" st="1 1" cnt="1 0"/>
                </dgm:if>
                <dgm:if name="Name82" axis="ch" ptType="node" func="cnt" op="gte" val="7">
                  <dgm:presOf axis="ch desOrSelf" ptType="node node" st="2 1" cnt="1 0"/>
                </dgm:if>
                <dgm:else name="Name83"/>
              </dgm:choose>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4"/>
    </dgm:choose>
    <dgm:choose name="Name85">
      <dgm:if name="Name86" axis="ch" ptType="node" func="cnt" op="gte" val="7">
        <dgm:layoutNode name="ellipse7" styleLbl="vennNode1">
          <dgm:varLst>
            <dgm:bulletEnabled val="1"/>
          </dgm:varLst>
          <dgm:alg type="tx"/>
          <dgm:choose name="Name87">
            <dgm:if name="Name88" func="var" arg="dir" op="equ" val="norm">
              <dgm:shape xmlns:r="http://schemas.openxmlformats.org/officeDocument/2006/relationships" type="ellipse" r:blip="">
                <dgm:adjLst/>
              </dgm:shape>
              <dgm:presOf axis="ch desOrSelf" ptType="node node" st="7 1" cnt="1 0"/>
            </dgm:if>
            <dgm:else name="Name89">
              <dgm:shape xmlns:r="http://schemas.openxmlformats.org/officeDocument/2006/relationships" type="ellipse" r:blip="" zOrderOff="-12">
                <dgm:adjLst/>
              </dgm:shape>
              <dgm:presOf axis="ch desOrSelf" ptType="node node" st="1 1" cnt="1 0"/>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0"/>
    </dgm:choose>
  </dgm:layoutNode>
</dgm:layoutDef>
</file>

<file path=ppt/diagrams/layout3.xml><?xml version="1.0" encoding="utf-8"?>
<dgm:layoutDef xmlns:dgm="http://schemas.openxmlformats.org/drawingml/2006/diagram" xmlns:a="http://schemas.openxmlformats.org/drawingml/2006/main" uniqueId="urn:microsoft.com/office/officeart/2005/8/layout/rings+Icon">
  <dgm:title val="Interconnected Rings"/>
  <dgm:desc val="Use to show overlapping or interconnected ideas or concepts. The first seven lines of Level 1 text correspond with a circle. Unused text does not appear, but remains available if you switch layouts.  "/>
  <dgm:catLst>
    <dgm:cat type="relationship" pri="32000"/>
    <dgm:cat type="officeonline" pri="6000"/>
  </dgm:catLst>
  <dgm:sampData useDef="1">
    <dgm:dataModel>
      <dgm:ptLst/>
      <dgm:bg/>
      <dgm:whole/>
    </dgm:dataModel>
  </dgm:sampData>
  <dgm:styleData>
    <dgm:dataModel>
      <dgm:ptLst>
        <dgm:pt modelId="0" type="doc"/>
        <dgm:pt modelId="10"/>
        <dgm:pt modelId="20"/>
      </dgm:ptLst>
      <dgm:cxnLst>
        <dgm:cxn modelId="30" srcId="0" destId="10" srcOrd="0" destOrd="0"/>
        <dgm:cxn modelId="40" srcId="0" destId="20" srcOrd="1" destOrd="0"/>
      </dgm:cxnLst>
      <dgm:bg/>
      <dgm:whole/>
    </dgm:dataModel>
  </dgm:styleData>
  <dgm:clrData>
    <dgm:dataModel>
      <dgm:ptLst>
        <dgm:pt modelId="0" type="doc"/>
        <dgm:pt modelId="10"/>
        <dgm:pt modelId="20"/>
        <dgm:pt modelId="30"/>
        <dgm:pt modelId="40"/>
      </dgm:ptLst>
      <dgm:cxnLst>
        <dgm:cxn modelId="50" srcId="0" destId="10" srcOrd="0" destOrd="0"/>
        <dgm:cxn modelId="60" srcId="0" destId="20" srcOrd="1" destOrd="0"/>
        <dgm:cxn modelId="70" srcId="0" destId="30" srcOrd="2" destOrd="0"/>
        <dgm:cxn modelId="80" srcId="0" destId="40" srcOrd="2" destOrd="0"/>
      </dgm:cxnLst>
      <dgm:bg/>
      <dgm:whole/>
    </dgm:dataModel>
  </dgm:clrData>
  <dgm:layoutNode name="Name0">
    <dgm:varLst>
      <dgm:chMax val="7"/>
      <dgm:dir/>
      <dgm:resizeHandles val="exact"/>
    </dgm:varLst>
    <dgm:choose name="Name1">
      <dgm:if name="Name2" axis="ch" ptType="node" func="cnt" op="lt" val="1">
        <dgm:alg type="composite"/>
        <dgm:shape xmlns:r="http://schemas.openxmlformats.org/officeDocument/2006/relationships" r:blip="">
          <dgm:adjLst/>
        </dgm:shape>
        <dgm:presOf/>
        <dgm:constrLst/>
        <dgm:ruleLst/>
      </dgm:if>
      <dgm:if name="Name3" axis="ch" ptType="node" func="cnt" op="equ" val="1">
        <dgm:alg type="composite">
          <dgm:param type="ar" val="1"/>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dgm:constr type="h" for="ch" forName="ellipse1" refType="h"/>
        </dgm:constrLst>
      </dgm:if>
      <dgm:if name="Name4" axis="ch" ptType="node" func="cnt" op="equ" val="2">
        <dgm:alg type="composite">
          <dgm:param type="ar" val="0.9086"/>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fact="0.6602"/>
          <dgm:constr type="h" for="ch" forName="ellipse1" refType="h" fact="0.5999"/>
          <dgm:constr type="l" for="ch" forName="ellipse2" refType="w" fact="0.3398"/>
          <dgm:constr type="t" for="ch" forName="ellipse2" refType="h" fact="0.4001"/>
          <dgm:constr type="w" for="ch" forName="ellipse2" refType="w" fact="0.6602"/>
          <dgm:constr type="h" for="ch" forName="ellipse2" refType="h" fact="0.5999"/>
        </dgm:constrLst>
      </dgm:if>
      <dgm:if name="Name5" axis="ch" ptType="node" func="cnt" op="equ" val="3">
        <dgm:alg type="composite">
          <dgm:param type="ar" val="1.2171"/>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fact="0.4929"/>
          <dgm:constr type="h" for="ch" forName="ellipse1" refType="h" fact="0.5999"/>
          <dgm:constr type="l" for="ch" forName="ellipse2" refType="w" fact="0.2537"/>
          <dgm:constr type="t" for="ch" forName="ellipse2" refType="h" fact="0.4001"/>
          <dgm:constr type="w" for="ch" forName="ellipse2" refType="w" fact="0.4929"/>
          <dgm:constr type="h" for="ch" forName="ellipse2" refType="h" fact="0.5999"/>
          <dgm:constr type="l" for="ch" forName="ellipse3" refType="w" fact="0.5071"/>
          <dgm:constr type="t" for="ch" forName="ellipse3" refType="h" fact="0"/>
          <dgm:constr type="w" for="ch" forName="ellipse3" refType="w" fact="0.4929"/>
          <dgm:constr type="h" for="ch" forName="ellipse3" refType="h" fact="0.5999"/>
        </dgm:constrLst>
      </dgm:if>
      <dgm:if name="Name6" axis="ch" ptType="node" func="cnt" op="equ" val="4">
        <dgm:alg type="composite">
          <dgm:param type="ar" val="1.5255"/>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fact="0.3932"/>
          <dgm:constr type="h" for="ch" forName="ellipse1" refType="h" fact="0.5999"/>
          <dgm:constr type="l" for="ch" forName="ellipse2" refType="w" fact="0.2023"/>
          <dgm:constr type="t" for="ch" forName="ellipse2" refType="h" fact="0.4001"/>
          <dgm:constr type="w" for="ch" forName="ellipse2" refType="w" fact="0.3932"/>
          <dgm:constr type="h" for="ch" forName="ellipse2" refType="h" fact="0.5999"/>
          <dgm:constr type="l" for="ch" forName="ellipse3" refType="w" fact="0.4045"/>
          <dgm:constr type="t" for="ch" forName="ellipse3" refType="h" fact="0"/>
          <dgm:constr type="w" for="ch" forName="ellipse3" refType="w" fact="0.3932"/>
          <dgm:constr type="h" for="ch" forName="ellipse3" refType="h" fact="0.5999"/>
          <dgm:constr type="l" for="ch" forName="ellipse4" refType="w" fact="0.6068"/>
          <dgm:constr type="t" for="ch" forName="ellipse4" refType="h" fact="0.4001"/>
          <dgm:constr type="w" for="ch" forName="ellipse4" refType="w" fact="0.3932"/>
          <dgm:constr type="h" for="ch" forName="ellipse4" refType="h" fact="0.5999"/>
        </dgm:constrLst>
      </dgm:if>
      <dgm:if name="Name7" axis="ch" ptType="node" func="cnt" op="equ" val="5">
        <dgm:alg type="composite">
          <dgm:param type="ar" val="1.834"/>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fact="0.3271"/>
          <dgm:constr type="h" for="ch" forName="ellipse1" refType="h" fact="0.5999"/>
          <dgm:constr type="l" for="ch" forName="ellipse2" refType="w" fact="0.1682"/>
          <dgm:constr type="t" for="ch" forName="ellipse2" refType="h" fact="0.4001"/>
          <dgm:constr type="w" for="ch" forName="ellipse2" refType="w" fact="0.3271"/>
          <dgm:constr type="h" for="ch" forName="ellipse2" refType="h" fact="0.5999"/>
          <dgm:constr type="l" for="ch" forName="ellipse3" refType="w" fact="0.3365"/>
          <dgm:constr type="t" for="ch" forName="ellipse3" refType="h" fact="0"/>
          <dgm:constr type="w" for="ch" forName="ellipse3" refType="w" fact="0.3271"/>
          <dgm:constr type="h" for="ch" forName="ellipse3" refType="h" fact="0.5999"/>
          <dgm:constr type="l" for="ch" forName="ellipse4" refType="w" fact="0.5047"/>
          <dgm:constr type="t" for="ch" forName="ellipse4" refType="h" fact="0.4001"/>
          <dgm:constr type="w" for="ch" forName="ellipse4" refType="w" fact="0.3271"/>
          <dgm:constr type="h" for="ch" forName="ellipse4" refType="h" fact="0.5999"/>
          <dgm:constr type="l" for="ch" forName="ellipse5" refType="w" fact="0.6729"/>
          <dgm:constr type="t" for="ch" forName="ellipse5" refType="h" fact="0"/>
          <dgm:constr type="w" for="ch" forName="ellipse5" refType="w" fact="0.3271"/>
          <dgm:constr type="h" for="ch" forName="ellipse5" refType="h" fact="0.5999"/>
        </dgm:constrLst>
      </dgm:if>
      <dgm:if name="Name8" axis="ch" ptType="node" func="cnt" op="equ" val="6">
        <dgm:alg type="composite">
          <dgm:param type="ar" val="2.1873"/>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fact="0.278"/>
          <dgm:constr type="h" for="ch" forName="ellipse1" refType="h" fact="0.6081"/>
          <dgm:constr type="l" for="ch" forName="ellipse2" refType="w" fact="0.1444"/>
          <dgm:constr type="t" for="ch" forName="ellipse2" refType="h" fact="0.3919"/>
          <dgm:constr type="w" for="ch" forName="ellipse2" refType="w" fact="0.278"/>
          <dgm:constr type="h" for="ch" forName="ellipse2" refType="h" fact="0.6081"/>
          <dgm:constr type="l" for="ch" forName="ellipse3" refType="w" fact="0.2888"/>
          <dgm:constr type="t" for="ch" forName="ellipse3" refType="h" fact="0"/>
          <dgm:constr type="w" for="ch" forName="ellipse3" refType="w" fact="0.278"/>
          <dgm:constr type="h" for="ch" forName="ellipse3" refType="h" fact="0.6081"/>
          <dgm:constr type="l" for="ch" forName="ellipse4" refType="w" fact="0.4332"/>
          <dgm:constr type="t" for="ch" forName="ellipse4" refType="h" fact="0.3919"/>
          <dgm:constr type="w" for="ch" forName="ellipse4" refType="w" fact="0.278"/>
          <dgm:constr type="h" for="ch" forName="ellipse4" refType="h" fact="0.6081"/>
          <dgm:constr type="l" for="ch" forName="ellipse5" refType="w" fact="0.5776"/>
          <dgm:constr type="t" for="ch" forName="ellipse5" refType="h" fact="0"/>
          <dgm:constr type="w" for="ch" forName="ellipse5" refType="w" fact="0.278"/>
          <dgm:constr type="h" for="ch" forName="ellipse5" refType="h" fact="0.6081"/>
          <dgm:constr type="l" for="ch" forName="ellipse6" refType="w" fact="0.722"/>
          <dgm:constr type="t" for="ch" forName="ellipse6" refType="h" fact="0.3919"/>
          <dgm:constr type="w" for="ch" forName="ellipse6" refType="w" fact="0.278"/>
          <dgm:constr type="h" for="ch" forName="ellipse6" refType="h" fact="0.6081"/>
        </dgm:constrLst>
      </dgm:if>
      <dgm:else name="Name9">
        <dgm:alg type="composite">
          <dgm:param type="ar" val="2.3466"/>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fact="0.2455"/>
          <dgm:constr type="h" for="ch" forName="ellipse1" refType="h" fact="0.5761"/>
          <dgm:constr type="l" for="ch" forName="ellipse2" refType="w" fact="0.1257"/>
          <dgm:constr type="t" for="ch" forName="ellipse2" refType="h" fact="0.4239"/>
          <dgm:constr type="w" for="ch" forName="ellipse2" refType="w" fact="0.2455"/>
          <dgm:constr type="h" for="ch" forName="ellipse2" refType="h" fact="0.5761"/>
          <dgm:constr type="l" for="ch" forName="ellipse3" refType="w" fact="0.2515"/>
          <dgm:constr type="t" for="ch" forName="ellipse3" refType="h" fact="0"/>
          <dgm:constr type="w" for="ch" forName="ellipse3" refType="w" fact="0.2455"/>
          <dgm:constr type="h" for="ch" forName="ellipse3" refType="h" fact="0.5761"/>
          <dgm:constr type="l" for="ch" forName="ellipse4" refType="w" fact="0.3772"/>
          <dgm:constr type="t" for="ch" forName="ellipse4" refType="h" fact="0.4239"/>
          <dgm:constr type="w" for="ch" forName="ellipse4" refType="w" fact="0.2455"/>
          <dgm:constr type="h" for="ch" forName="ellipse4" refType="h" fact="0.5761"/>
          <dgm:constr type="l" for="ch" forName="ellipse5" refType="w" fact="0.503"/>
          <dgm:constr type="t" for="ch" forName="ellipse5" refType="h" fact="0"/>
          <dgm:constr type="w" for="ch" forName="ellipse5" refType="w" fact="0.2455"/>
          <dgm:constr type="h" for="ch" forName="ellipse5" refType="h" fact="0.5761"/>
          <dgm:constr type="l" for="ch" forName="ellipse6" refType="w" fact="0.6287"/>
          <dgm:constr type="t" for="ch" forName="ellipse6" refType="h" fact="0.4239"/>
          <dgm:constr type="w" for="ch" forName="ellipse6" refType="w" fact="0.2455"/>
          <dgm:constr type="h" for="ch" forName="ellipse6" refType="h" fact="0.5761"/>
          <dgm:constr type="l" for="ch" forName="ellipse7" refType="w" fact="0.7545"/>
          <dgm:constr type="t" for="ch" forName="ellipse7" refType="h" fact="0"/>
          <dgm:constr type="w" for="ch" forName="ellipse7" refType="w" fact="0.2455"/>
          <dgm:constr type="h" for="ch" forName="ellipse7" refType="h" fact="0.5761"/>
        </dgm:constrLst>
      </dgm:else>
    </dgm:choose>
    <dgm:choose name="Name10">
      <dgm:if name="Name11" axis="ch" ptType="node" func="cnt" op="gte" val="1">
        <dgm:layoutNode name="ellipse1" styleLbl="vennNode1">
          <dgm:varLst>
            <dgm:bulletEnabled val="1"/>
          </dgm:varLst>
          <dgm:alg type="tx"/>
          <dgm:shape xmlns:r="http://schemas.openxmlformats.org/officeDocument/2006/relationships" type="ellipse" r:blip="">
            <dgm:adjLst/>
          </dgm:shape>
          <dgm:choose name="Name12">
            <dgm:if name="Name13" func="var" arg="dir" op="equ" val="norm">
              <dgm:presOf axis="ch desOrSelf" ptType="node node" st="1 1" cnt="1 0"/>
            </dgm:if>
            <dgm:else name="Name14">
              <dgm:choose name="Name15">
                <dgm:if name="Name16" axis="ch" ptType="node" func="cnt" op="equ" val="1">
                  <dgm:presOf axis="ch desOrSelf" ptType="node node" st="1 1" cnt="1 0"/>
                </dgm:if>
                <dgm:if name="Name17" axis="ch" ptType="node" func="cnt" op="equ" val="2">
                  <dgm:presOf axis="ch desOrSelf" ptType="node node" st="2 1" cnt="1 0"/>
                </dgm:if>
                <dgm:if name="Name18" axis="ch" ptType="node" func="cnt" op="equ" val="3">
                  <dgm:presOf axis="ch desOrSelf" ptType="node node" st="3 1" cnt="1 0"/>
                </dgm:if>
                <dgm:if name="Name19" axis="ch" ptType="node" func="cnt" op="equ" val="4">
                  <dgm:presOf axis="ch desOrSelf" ptType="node node" st="4 1" cnt="1 0"/>
                </dgm:if>
                <dgm:if name="Name20" axis="ch" ptType="node" func="cnt" op="equ" val="5">
                  <dgm:presOf axis="ch desOrSelf" ptType="node node" st="5 1" cnt="1 0"/>
                </dgm:if>
                <dgm:if name="Name21" axis="ch" ptType="node" func="cnt" op="equ" val="6">
                  <dgm:presOf axis="ch desOrSelf" ptType="node node" st="6 1" cnt="1 0"/>
                </dgm:if>
                <dgm:if name="Name22" axis="ch" ptType="node" func="cnt" op="gte" val="7">
                  <dgm:presOf axis="ch desOrSelf" ptType="node node" st="7 1" cnt="1 0"/>
                </dgm:if>
                <dgm:else name="Name23"/>
              </dgm:choose>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4"/>
    </dgm:choose>
    <dgm:choose name="Name25">
      <dgm:if name="Name26" axis="ch" ptType="node" func="cnt" op="gte" val="2">
        <dgm:layoutNode name="ellipse2" styleLbl="vennNode1">
          <dgm:varLst>
            <dgm:bulletEnabled val="1"/>
          </dgm:varLst>
          <dgm:alg type="tx"/>
          <dgm:choose name="Name27">
            <dgm:if name="Name28" func="var" arg="dir" op="equ" val="norm">
              <dgm:shape xmlns:r="http://schemas.openxmlformats.org/officeDocument/2006/relationships" type="ellipse" r:blip="">
                <dgm:adjLst/>
              </dgm:shape>
              <dgm:presOf axis="ch desOrSelf" ptType="node node" st="2 1" cnt="1 0"/>
            </dgm:if>
            <dgm:else name="Name29">
              <dgm:shape xmlns:r="http://schemas.openxmlformats.org/officeDocument/2006/relationships" type="ellipse" r:blip="" zOrderOff="-2">
                <dgm:adjLst/>
              </dgm:shape>
              <dgm:choose name="Name30">
                <dgm:if name="Name31" axis="ch" ptType="node" func="cnt" op="equ" val="2">
                  <dgm:presOf axis="ch desOrSelf" ptType="node node" st="1 1" cnt="1 0"/>
                </dgm:if>
                <dgm:if name="Name32" axis="ch" ptType="node" func="cnt" op="equ" val="3">
                  <dgm:presOf axis="ch desOrSelf" ptType="node node" st="2 1" cnt="1 0"/>
                </dgm:if>
                <dgm:if name="Name33" axis="ch" ptType="node" func="cnt" op="equ" val="4">
                  <dgm:presOf axis="ch desOrSelf" ptType="node node" st="3 1" cnt="1 0"/>
                </dgm:if>
                <dgm:if name="Name34" axis="ch" ptType="node" func="cnt" op="equ" val="5">
                  <dgm:presOf axis="ch desOrSelf" ptType="node node" st="4 1" cnt="1 0"/>
                </dgm:if>
                <dgm:if name="Name35" axis="ch" ptType="node" func="cnt" op="equ" val="6">
                  <dgm:presOf axis="ch desOrSelf" ptType="node node" st="5 1" cnt="1 0"/>
                </dgm:if>
                <dgm:if name="Name36" axis="ch" ptType="node" func="cnt" op="gte" val="7">
                  <dgm:presOf axis="ch desOrSelf" ptType="node node" st="6 1" cnt="1 0"/>
                </dgm:if>
                <dgm:else name="Name37"/>
              </dgm:choose>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38"/>
    </dgm:choose>
    <dgm:choose name="Name39">
      <dgm:if name="Name40" axis="ch" ptType="node" func="cnt" op="gte" val="3">
        <dgm:layoutNode name="ellipse3" styleLbl="vennNode1">
          <dgm:varLst>
            <dgm:bulletEnabled val="1"/>
          </dgm:varLst>
          <dgm:alg type="tx"/>
          <dgm:shape xmlns:r="http://schemas.openxmlformats.org/officeDocument/2006/relationships" type="ellipse" r:blip="">
            <dgm:adjLst/>
          </dgm:shape>
          <dgm:choose name="Name41">
            <dgm:if name="Name42" func="var" arg="dir" op="equ" val="norm">
              <dgm:shape xmlns:r="http://schemas.openxmlformats.org/officeDocument/2006/relationships" type="ellipse" r:blip="">
                <dgm:adjLst/>
              </dgm:shape>
              <dgm:presOf axis="ch desOrSelf" ptType="node node" st="3 1" cnt="1 0"/>
            </dgm:if>
            <dgm:else name="Name43">
              <dgm:shape xmlns:r="http://schemas.openxmlformats.org/officeDocument/2006/relationships" type="ellipse" r:blip="" zOrderOff="-4">
                <dgm:adjLst/>
              </dgm:shape>
              <dgm:choose name="Name44">
                <dgm:if name="Name45" axis="ch" ptType="node" func="cnt" op="equ" val="3">
                  <dgm:presOf axis="ch desOrSelf" ptType="node node" st="1 1" cnt="1 0"/>
                </dgm:if>
                <dgm:if name="Name46" axis="ch" ptType="node" func="cnt" op="equ" val="4">
                  <dgm:presOf axis="ch desOrSelf" ptType="node node" st="2 1" cnt="1 0"/>
                </dgm:if>
                <dgm:if name="Name47" axis="ch" ptType="node" func="cnt" op="equ" val="5">
                  <dgm:presOf axis="ch desOrSelf" ptType="node node" st="3 1" cnt="1 0"/>
                </dgm:if>
                <dgm:if name="Name48" axis="ch" ptType="node" func="cnt" op="equ" val="6">
                  <dgm:presOf axis="ch desOrSelf" ptType="node node" st="4 1" cnt="1 0"/>
                </dgm:if>
                <dgm:if name="Name49" axis="ch" ptType="node" func="cnt" op="gte" val="7">
                  <dgm:presOf axis="ch desOrSelf" ptType="node node" st="5 1" cnt="1 0"/>
                </dgm:if>
                <dgm:else name="Name50"/>
              </dgm:choose>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1"/>
    </dgm:choose>
    <dgm:choose name="Name52">
      <dgm:if name="Name53" axis="ch" ptType="node" func="cnt" op="gte" val="4">
        <dgm:layoutNode name="ellipse4" styleLbl="vennNode1">
          <dgm:varLst>
            <dgm:bulletEnabled val="1"/>
          </dgm:varLst>
          <dgm:alg type="tx"/>
          <dgm:choose name="Name54">
            <dgm:if name="Name55" func="var" arg="dir" op="equ" val="norm">
              <dgm:shape xmlns:r="http://schemas.openxmlformats.org/officeDocument/2006/relationships" type="ellipse" r:blip="">
                <dgm:adjLst/>
              </dgm:shape>
              <dgm:presOf axis="ch desOrSelf" ptType="node node" st="4 1" cnt="1 0"/>
            </dgm:if>
            <dgm:else name="Name56">
              <dgm:shape xmlns:r="http://schemas.openxmlformats.org/officeDocument/2006/relationships" type="ellipse" r:blip="" zOrderOff="-6">
                <dgm:adjLst/>
              </dgm:shape>
              <dgm:choose name="Name57">
                <dgm:if name="Name58" axis="ch" ptType="node" func="cnt" op="equ" val="4">
                  <dgm:presOf axis="ch desOrSelf" ptType="node node" st="1 1" cnt="1 0"/>
                </dgm:if>
                <dgm:if name="Name59" axis="ch" ptType="node" func="cnt" op="equ" val="5">
                  <dgm:presOf axis="ch desOrSelf" ptType="node node" st="2 1" cnt="1 0"/>
                </dgm:if>
                <dgm:if name="Name60" axis="ch" ptType="node" func="cnt" op="equ" val="6">
                  <dgm:presOf axis="ch desOrSelf" ptType="node node" st="3 1" cnt="1 0"/>
                </dgm:if>
                <dgm:if name="Name61" axis="ch" ptType="node" func="cnt" op="gte" val="7">
                  <dgm:presOf axis="ch desOrSelf" ptType="node node" st="4 1" cnt="1 0"/>
                </dgm:if>
                <dgm:else name="Name62"/>
              </dgm:choose>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3"/>
    </dgm:choose>
    <dgm:choose name="Name64">
      <dgm:if name="Name65" axis="ch" ptType="node" func="cnt" op="gte" val="5">
        <dgm:layoutNode name="ellipse5" styleLbl="vennNode1">
          <dgm:varLst>
            <dgm:bulletEnabled val="1"/>
          </dgm:varLst>
          <dgm:alg type="tx"/>
          <dgm:choose name="Name66">
            <dgm:if name="Name67" func="var" arg="dir" op="equ" val="norm">
              <dgm:shape xmlns:r="http://schemas.openxmlformats.org/officeDocument/2006/relationships" type="ellipse" r:blip="">
                <dgm:adjLst/>
              </dgm:shape>
              <dgm:presOf axis="ch desOrSelf" ptType="node node" st="5 1" cnt="1 0"/>
            </dgm:if>
            <dgm:else name="Name68">
              <dgm:shape xmlns:r="http://schemas.openxmlformats.org/officeDocument/2006/relationships" type="ellipse" r:blip="" zOrderOff="-8">
                <dgm:adjLst/>
              </dgm:shape>
              <dgm:choose name="Name69">
                <dgm:if name="Name70" axis="ch" ptType="node" func="cnt" op="equ" val="5">
                  <dgm:presOf axis="ch desOrSelf" ptType="node node" st="1 1" cnt="1 0"/>
                </dgm:if>
                <dgm:if name="Name71" axis="ch" ptType="node" func="cnt" op="equ" val="6">
                  <dgm:presOf axis="ch desOrSelf" ptType="node node" st="2 1" cnt="1 0"/>
                </dgm:if>
                <dgm:if name="Name72" axis="ch" ptType="node" func="cnt" op="gte" val="7">
                  <dgm:presOf axis="ch desOrSelf" ptType="node node" st="3 1" cnt="1 0"/>
                </dgm:if>
                <dgm:else name="Name73"/>
              </dgm:choose>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4"/>
    </dgm:choose>
    <dgm:choose name="Name75">
      <dgm:if name="Name76" axis="ch" ptType="node" func="cnt" op="gte" val="6">
        <dgm:layoutNode name="ellipse6" styleLbl="vennNode1">
          <dgm:varLst>
            <dgm:bulletEnabled val="1"/>
          </dgm:varLst>
          <dgm:alg type="tx"/>
          <dgm:choose name="Name77">
            <dgm:if name="Name78" func="var" arg="dir" op="equ" val="norm">
              <dgm:shape xmlns:r="http://schemas.openxmlformats.org/officeDocument/2006/relationships" type="ellipse" r:blip="">
                <dgm:adjLst/>
              </dgm:shape>
              <dgm:presOf axis="ch desOrSelf" ptType="node node" st="6 1" cnt="1 0"/>
            </dgm:if>
            <dgm:else name="Name79">
              <dgm:shape xmlns:r="http://schemas.openxmlformats.org/officeDocument/2006/relationships" type="ellipse" r:blip="" zOrderOff="-10">
                <dgm:adjLst/>
              </dgm:shape>
              <dgm:choose name="Name80">
                <dgm:if name="Name81" axis="ch" ptType="node" func="cnt" op="equ" val="6">
                  <dgm:presOf axis="ch desOrSelf" ptType="node node" st="1 1" cnt="1 0"/>
                </dgm:if>
                <dgm:if name="Name82" axis="ch" ptType="node" func="cnt" op="gte" val="7">
                  <dgm:presOf axis="ch desOrSelf" ptType="node node" st="2 1" cnt="1 0"/>
                </dgm:if>
                <dgm:else name="Name83"/>
              </dgm:choose>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4"/>
    </dgm:choose>
    <dgm:choose name="Name85">
      <dgm:if name="Name86" axis="ch" ptType="node" func="cnt" op="gte" val="7">
        <dgm:layoutNode name="ellipse7" styleLbl="vennNode1">
          <dgm:varLst>
            <dgm:bulletEnabled val="1"/>
          </dgm:varLst>
          <dgm:alg type="tx"/>
          <dgm:choose name="Name87">
            <dgm:if name="Name88" func="var" arg="dir" op="equ" val="norm">
              <dgm:shape xmlns:r="http://schemas.openxmlformats.org/officeDocument/2006/relationships" type="ellipse" r:blip="">
                <dgm:adjLst/>
              </dgm:shape>
              <dgm:presOf axis="ch desOrSelf" ptType="node node" st="7 1" cnt="1 0"/>
            </dgm:if>
            <dgm:else name="Name89">
              <dgm:shape xmlns:r="http://schemas.openxmlformats.org/officeDocument/2006/relationships" type="ellipse" r:blip="" zOrderOff="-12">
                <dgm:adjLst/>
              </dgm:shape>
              <dgm:presOf axis="ch desOrSelf" ptType="node node" st="1 1" cnt="1 0"/>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0"/>
    </dgm:choose>
  </dgm:layoutNode>
</dgm:layoutDef>
</file>

<file path=ppt/diagrams/layout4.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rings+Icon">
  <dgm:title val="Interconnected Rings"/>
  <dgm:desc val="Use to show overlapping or interconnected ideas or concepts. The first seven lines of Level 1 text correspond with a circle. Unused text does not appear, but remains available if you switch layouts.  "/>
  <dgm:catLst>
    <dgm:cat type="relationship" pri="32000"/>
    <dgm:cat type="officeonline" pri="6000"/>
  </dgm:catLst>
  <dgm:sampData useDef="1">
    <dgm:dataModel>
      <dgm:ptLst/>
      <dgm:bg/>
      <dgm:whole/>
    </dgm:dataModel>
  </dgm:sampData>
  <dgm:styleData>
    <dgm:dataModel>
      <dgm:ptLst>
        <dgm:pt modelId="0" type="doc"/>
        <dgm:pt modelId="10"/>
        <dgm:pt modelId="20"/>
      </dgm:ptLst>
      <dgm:cxnLst>
        <dgm:cxn modelId="30" srcId="0" destId="10" srcOrd="0" destOrd="0"/>
        <dgm:cxn modelId="40" srcId="0" destId="20" srcOrd="1" destOrd="0"/>
      </dgm:cxnLst>
      <dgm:bg/>
      <dgm:whole/>
    </dgm:dataModel>
  </dgm:styleData>
  <dgm:clrData>
    <dgm:dataModel>
      <dgm:ptLst>
        <dgm:pt modelId="0" type="doc"/>
        <dgm:pt modelId="10"/>
        <dgm:pt modelId="20"/>
        <dgm:pt modelId="30"/>
        <dgm:pt modelId="40"/>
      </dgm:ptLst>
      <dgm:cxnLst>
        <dgm:cxn modelId="50" srcId="0" destId="10" srcOrd="0" destOrd="0"/>
        <dgm:cxn modelId="60" srcId="0" destId="20" srcOrd="1" destOrd="0"/>
        <dgm:cxn modelId="70" srcId="0" destId="30" srcOrd="2" destOrd="0"/>
        <dgm:cxn modelId="80" srcId="0" destId="40" srcOrd="2" destOrd="0"/>
      </dgm:cxnLst>
      <dgm:bg/>
      <dgm:whole/>
    </dgm:dataModel>
  </dgm:clrData>
  <dgm:layoutNode name="Name0">
    <dgm:varLst>
      <dgm:chMax val="7"/>
      <dgm:dir/>
      <dgm:resizeHandles val="exact"/>
    </dgm:varLst>
    <dgm:choose name="Name1">
      <dgm:if name="Name2" axis="ch" ptType="node" func="cnt" op="lt" val="1">
        <dgm:alg type="composite"/>
        <dgm:shape xmlns:r="http://schemas.openxmlformats.org/officeDocument/2006/relationships" r:blip="">
          <dgm:adjLst/>
        </dgm:shape>
        <dgm:presOf/>
        <dgm:constrLst/>
        <dgm:ruleLst/>
      </dgm:if>
      <dgm:if name="Name3" axis="ch" ptType="node" func="cnt" op="equ" val="1">
        <dgm:alg type="composite">
          <dgm:param type="ar" val="1"/>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dgm:constr type="h" for="ch" forName="ellipse1" refType="h"/>
        </dgm:constrLst>
      </dgm:if>
      <dgm:if name="Name4" axis="ch" ptType="node" func="cnt" op="equ" val="2">
        <dgm:alg type="composite">
          <dgm:param type="ar" val="0.9086"/>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fact="0.6602"/>
          <dgm:constr type="h" for="ch" forName="ellipse1" refType="h" fact="0.5999"/>
          <dgm:constr type="l" for="ch" forName="ellipse2" refType="w" fact="0.3398"/>
          <dgm:constr type="t" for="ch" forName="ellipse2" refType="h" fact="0.4001"/>
          <dgm:constr type="w" for="ch" forName="ellipse2" refType="w" fact="0.6602"/>
          <dgm:constr type="h" for="ch" forName="ellipse2" refType="h" fact="0.5999"/>
        </dgm:constrLst>
      </dgm:if>
      <dgm:if name="Name5" axis="ch" ptType="node" func="cnt" op="equ" val="3">
        <dgm:alg type="composite">
          <dgm:param type="ar" val="1.2171"/>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fact="0.4929"/>
          <dgm:constr type="h" for="ch" forName="ellipse1" refType="h" fact="0.5999"/>
          <dgm:constr type="l" for="ch" forName="ellipse2" refType="w" fact="0.2537"/>
          <dgm:constr type="t" for="ch" forName="ellipse2" refType="h" fact="0.4001"/>
          <dgm:constr type="w" for="ch" forName="ellipse2" refType="w" fact="0.4929"/>
          <dgm:constr type="h" for="ch" forName="ellipse2" refType="h" fact="0.5999"/>
          <dgm:constr type="l" for="ch" forName="ellipse3" refType="w" fact="0.5071"/>
          <dgm:constr type="t" for="ch" forName="ellipse3" refType="h" fact="0"/>
          <dgm:constr type="w" for="ch" forName="ellipse3" refType="w" fact="0.4929"/>
          <dgm:constr type="h" for="ch" forName="ellipse3" refType="h" fact="0.5999"/>
        </dgm:constrLst>
      </dgm:if>
      <dgm:if name="Name6" axis="ch" ptType="node" func="cnt" op="equ" val="4">
        <dgm:alg type="composite">
          <dgm:param type="ar" val="1.5255"/>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fact="0.3932"/>
          <dgm:constr type="h" for="ch" forName="ellipse1" refType="h" fact="0.5999"/>
          <dgm:constr type="l" for="ch" forName="ellipse2" refType="w" fact="0.2023"/>
          <dgm:constr type="t" for="ch" forName="ellipse2" refType="h" fact="0.4001"/>
          <dgm:constr type="w" for="ch" forName="ellipse2" refType="w" fact="0.3932"/>
          <dgm:constr type="h" for="ch" forName="ellipse2" refType="h" fact="0.5999"/>
          <dgm:constr type="l" for="ch" forName="ellipse3" refType="w" fact="0.4045"/>
          <dgm:constr type="t" for="ch" forName="ellipse3" refType="h" fact="0"/>
          <dgm:constr type="w" for="ch" forName="ellipse3" refType="w" fact="0.3932"/>
          <dgm:constr type="h" for="ch" forName="ellipse3" refType="h" fact="0.5999"/>
          <dgm:constr type="l" for="ch" forName="ellipse4" refType="w" fact="0.6068"/>
          <dgm:constr type="t" for="ch" forName="ellipse4" refType="h" fact="0.4001"/>
          <dgm:constr type="w" for="ch" forName="ellipse4" refType="w" fact="0.3932"/>
          <dgm:constr type="h" for="ch" forName="ellipse4" refType="h" fact="0.5999"/>
        </dgm:constrLst>
      </dgm:if>
      <dgm:if name="Name7" axis="ch" ptType="node" func="cnt" op="equ" val="5">
        <dgm:alg type="composite">
          <dgm:param type="ar" val="1.834"/>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fact="0.3271"/>
          <dgm:constr type="h" for="ch" forName="ellipse1" refType="h" fact="0.5999"/>
          <dgm:constr type="l" for="ch" forName="ellipse2" refType="w" fact="0.1682"/>
          <dgm:constr type="t" for="ch" forName="ellipse2" refType="h" fact="0.4001"/>
          <dgm:constr type="w" for="ch" forName="ellipse2" refType="w" fact="0.3271"/>
          <dgm:constr type="h" for="ch" forName="ellipse2" refType="h" fact="0.5999"/>
          <dgm:constr type="l" for="ch" forName="ellipse3" refType="w" fact="0.3365"/>
          <dgm:constr type="t" for="ch" forName="ellipse3" refType="h" fact="0"/>
          <dgm:constr type="w" for="ch" forName="ellipse3" refType="w" fact="0.3271"/>
          <dgm:constr type="h" for="ch" forName="ellipse3" refType="h" fact="0.5999"/>
          <dgm:constr type="l" for="ch" forName="ellipse4" refType="w" fact="0.5047"/>
          <dgm:constr type="t" for="ch" forName="ellipse4" refType="h" fact="0.4001"/>
          <dgm:constr type="w" for="ch" forName="ellipse4" refType="w" fact="0.3271"/>
          <dgm:constr type="h" for="ch" forName="ellipse4" refType="h" fact="0.5999"/>
          <dgm:constr type="l" for="ch" forName="ellipse5" refType="w" fact="0.6729"/>
          <dgm:constr type="t" for="ch" forName="ellipse5" refType="h" fact="0"/>
          <dgm:constr type="w" for="ch" forName="ellipse5" refType="w" fact="0.3271"/>
          <dgm:constr type="h" for="ch" forName="ellipse5" refType="h" fact="0.5999"/>
        </dgm:constrLst>
      </dgm:if>
      <dgm:if name="Name8" axis="ch" ptType="node" func="cnt" op="equ" val="6">
        <dgm:alg type="composite">
          <dgm:param type="ar" val="2.1873"/>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fact="0.278"/>
          <dgm:constr type="h" for="ch" forName="ellipse1" refType="h" fact="0.6081"/>
          <dgm:constr type="l" for="ch" forName="ellipse2" refType="w" fact="0.1444"/>
          <dgm:constr type="t" for="ch" forName="ellipse2" refType="h" fact="0.3919"/>
          <dgm:constr type="w" for="ch" forName="ellipse2" refType="w" fact="0.278"/>
          <dgm:constr type="h" for="ch" forName="ellipse2" refType="h" fact="0.6081"/>
          <dgm:constr type="l" for="ch" forName="ellipse3" refType="w" fact="0.2888"/>
          <dgm:constr type="t" for="ch" forName="ellipse3" refType="h" fact="0"/>
          <dgm:constr type="w" for="ch" forName="ellipse3" refType="w" fact="0.278"/>
          <dgm:constr type="h" for="ch" forName="ellipse3" refType="h" fact="0.6081"/>
          <dgm:constr type="l" for="ch" forName="ellipse4" refType="w" fact="0.4332"/>
          <dgm:constr type="t" for="ch" forName="ellipse4" refType="h" fact="0.3919"/>
          <dgm:constr type="w" for="ch" forName="ellipse4" refType="w" fact="0.278"/>
          <dgm:constr type="h" for="ch" forName="ellipse4" refType="h" fact="0.6081"/>
          <dgm:constr type="l" for="ch" forName="ellipse5" refType="w" fact="0.5776"/>
          <dgm:constr type="t" for="ch" forName="ellipse5" refType="h" fact="0"/>
          <dgm:constr type="w" for="ch" forName="ellipse5" refType="w" fact="0.278"/>
          <dgm:constr type="h" for="ch" forName="ellipse5" refType="h" fact="0.6081"/>
          <dgm:constr type="l" for="ch" forName="ellipse6" refType="w" fact="0.722"/>
          <dgm:constr type="t" for="ch" forName="ellipse6" refType="h" fact="0.3919"/>
          <dgm:constr type="w" for="ch" forName="ellipse6" refType="w" fact="0.278"/>
          <dgm:constr type="h" for="ch" forName="ellipse6" refType="h" fact="0.6081"/>
        </dgm:constrLst>
      </dgm:if>
      <dgm:else name="Name9">
        <dgm:alg type="composite">
          <dgm:param type="ar" val="2.3466"/>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fact="0.2455"/>
          <dgm:constr type="h" for="ch" forName="ellipse1" refType="h" fact="0.5761"/>
          <dgm:constr type="l" for="ch" forName="ellipse2" refType="w" fact="0.1257"/>
          <dgm:constr type="t" for="ch" forName="ellipse2" refType="h" fact="0.4239"/>
          <dgm:constr type="w" for="ch" forName="ellipse2" refType="w" fact="0.2455"/>
          <dgm:constr type="h" for="ch" forName="ellipse2" refType="h" fact="0.5761"/>
          <dgm:constr type="l" for="ch" forName="ellipse3" refType="w" fact="0.2515"/>
          <dgm:constr type="t" for="ch" forName="ellipse3" refType="h" fact="0"/>
          <dgm:constr type="w" for="ch" forName="ellipse3" refType="w" fact="0.2455"/>
          <dgm:constr type="h" for="ch" forName="ellipse3" refType="h" fact="0.5761"/>
          <dgm:constr type="l" for="ch" forName="ellipse4" refType="w" fact="0.3772"/>
          <dgm:constr type="t" for="ch" forName="ellipse4" refType="h" fact="0.4239"/>
          <dgm:constr type="w" for="ch" forName="ellipse4" refType="w" fact="0.2455"/>
          <dgm:constr type="h" for="ch" forName="ellipse4" refType="h" fact="0.5761"/>
          <dgm:constr type="l" for="ch" forName="ellipse5" refType="w" fact="0.503"/>
          <dgm:constr type="t" for="ch" forName="ellipse5" refType="h" fact="0"/>
          <dgm:constr type="w" for="ch" forName="ellipse5" refType="w" fact="0.2455"/>
          <dgm:constr type="h" for="ch" forName="ellipse5" refType="h" fact="0.5761"/>
          <dgm:constr type="l" for="ch" forName="ellipse6" refType="w" fact="0.6287"/>
          <dgm:constr type="t" for="ch" forName="ellipse6" refType="h" fact="0.4239"/>
          <dgm:constr type="w" for="ch" forName="ellipse6" refType="w" fact="0.2455"/>
          <dgm:constr type="h" for="ch" forName="ellipse6" refType="h" fact="0.5761"/>
          <dgm:constr type="l" for="ch" forName="ellipse7" refType="w" fact="0.7545"/>
          <dgm:constr type="t" for="ch" forName="ellipse7" refType="h" fact="0"/>
          <dgm:constr type="w" for="ch" forName="ellipse7" refType="w" fact="0.2455"/>
          <dgm:constr type="h" for="ch" forName="ellipse7" refType="h" fact="0.5761"/>
        </dgm:constrLst>
      </dgm:else>
    </dgm:choose>
    <dgm:choose name="Name10">
      <dgm:if name="Name11" axis="ch" ptType="node" func="cnt" op="gte" val="1">
        <dgm:layoutNode name="ellipse1" styleLbl="vennNode1">
          <dgm:varLst>
            <dgm:bulletEnabled val="1"/>
          </dgm:varLst>
          <dgm:alg type="tx"/>
          <dgm:shape xmlns:r="http://schemas.openxmlformats.org/officeDocument/2006/relationships" type="ellipse" r:blip="">
            <dgm:adjLst/>
          </dgm:shape>
          <dgm:choose name="Name12">
            <dgm:if name="Name13" func="var" arg="dir" op="equ" val="norm">
              <dgm:presOf axis="ch desOrSelf" ptType="node node" st="1 1" cnt="1 0"/>
            </dgm:if>
            <dgm:else name="Name14">
              <dgm:choose name="Name15">
                <dgm:if name="Name16" axis="ch" ptType="node" func="cnt" op="equ" val="1">
                  <dgm:presOf axis="ch desOrSelf" ptType="node node" st="1 1" cnt="1 0"/>
                </dgm:if>
                <dgm:if name="Name17" axis="ch" ptType="node" func="cnt" op="equ" val="2">
                  <dgm:presOf axis="ch desOrSelf" ptType="node node" st="2 1" cnt="1 0"/>
                </dgm:if>
                <dgm:if name="Name18" axis="ch" ptType="node" func="cnt" op="equ" val="3">
                  <dgm:presOf axis="ch desOrSelf" ptType="node node" st="3 1" cnt="1 0"/>
                </dgm:if>
                <dgm:if name="Name19" axis="ch" ptType="node" func="cnt" op="equ" val="4">
                  <dgm:presOf axis="ch desOrSelf" ptType="node node" st="4 1" cnt="1 0"/>
                </dgm:if>
                <dgm:if name="Name20" axis="ch" ptType="node" func="cnt" op="equ" val="5">
                  <dgm:presOf axis="ch desOrSelf" ptType="node node" st="5 1" cnt="1 0"/>
                </dgm:if>
                <dgm:if name="Name21" axis="ch" ptType="node" func="cnt" op="equ" val="6">
                  <dgm:presOf axis="ch desOrSelf" ptType="node node" st="6 1" cnt="1 0"/>
                </dgm:if>
                <dgm:if name="Name22" axis="ch" ptType="node" func="cnt" op="gte" val="7">
                  <dgm:presOf axis="ch desOrSelf" ptType="node node" st="7 1" cnt="1 0"/>
                </dgm:if>
                <dgm:else name="Name23"/>
              </dgm:choose>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4"/>
    </dgm:choose>
    <dgm:choose name="Name25">
      <dgm:if name="Name26" axis="ch" ptType="node" func="cnt" op="gte" val="2">
        <dgm:layoutNode name="ellipse2" styleLbl="vennNode1">
          <dgm:varLst>
            <dgm:bulletEnabled val="1"/>
          </dgm:varLst>
          <dgm:alg type="tx"/>
          <dgm:choose name="Name27">
            <dgm:if name="Name28" func="var" arg="dir" op="equ" val="norm">
              <dgm:shape xmlns:r="http://schemas.openxmlformats.org/officeDocument/2006/relationships" type="ellipse" r:blip="">
                <dgm:adjLst/>
              </dgm:shape>
              <dgm:presOf axis="ch desOrSelf" ptType="node node" st="2 1" cnt="1 0"/>
            </dgm:if>
            <dgm:else name="Name29">
              <dgm:shape xmlns:r="http://schemas.openxmlformats.org/officeDocument/2006/relationships" type="ellipse" r:blip="" zOrderOff="-2">
                <dgm:adjLst/>
              </dgm:shape>
              <dgm:choose name="Name30">
                <dgm:if name="Name31" axis="ch" ptType="node" func="cnt" op="equ" val="2">
                  <dgm:presOf axis="ch desOrSelf" ptType="node node" st="1 1" cnt="1 0"/>
                </dgm:if>
                <dgm:if name="Name32" axis="ch" ptType="node" func="cnt" op="equ" val="3">
                  <dgm:presOf axis="ch desOrSelf" ptType="node node" st="2 1" cnt="1 0"/>
                </dgm:if>
                <dgm:if name="Name33" axis="ch" ptType="node" func="cnt" op="equ" val="4">
                  <dgm:presOf axis="ch desOrSelf" ptType="node node" st="3 1" cnt="1 0"/>
                </dgm:if>
                <dgm:if name="Name34" axis="ch" ptType="node" func="cnt" op="equ" val="5">
                  <dgm:presOf axis="ch desOrSelf" ptType="node node" st="4 1" cnt="1 0"/>
                </dgm:if>
                <dgm:if name="Name35" axis="ch" ptType="node" func="cnt" op="equ" val="6">
                  <dgm:presOf axis="ch desOrSelf" ptType="node node" st="5 1" cnt="1 0"/>
                </dgm:if>
                <dgm:if name="Name36" axis="ch" ptType="node" func="cnt" op="gte" val="7">
                  <dgm:presOf axis="ch desOrSelf" ptType="node node" st="6 1" cnt="1 0"/>
                </dgm:if>
                <dgm:else name="Name37"/>
              </dgm:choose>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38"/>
    </dgm:choose>
    <dgm:choose name="Name39">
      <dgm:if name="Name40" axis="ch" ptType="node" func="cnt" op="gte" val="3">
        <dgm:layoutNode name="ellipse3" styleLbl="vennNode1">
          <dgm:varLst>
            <dgm:bulletEnabled val="1"/>
          </dgm:varLst>
          <dgm:alg type="tx"/>
          <dgm:shape xmlns:r="http://schemas.openxmlformats.org/officeDocument/2006/relationships" type="ellipse" r:blip="">
            <dgm:adjLst/>
          </dgm:shape>
          <dgm:choose name="Name41">
            <dgm:if name="Name42" func="var" arg="dir" op="equ" val="norm">
              <dgm:shape xmlns:r="http://schemas.openxmlformats.org/officeDocument/2006/relationships" type="ellipse" r:blip="">
                <dgm:adjLst/>
              </dgm:shape>
              <dgm:presOf axis="ch desOrSelf" ptType="node node" st="3 1" cnt="1 0"/>
            </dgm:if>
            <dgm:else name="Name43">
              <dgm:shape xmlns:r="http://schemas.openxmlformats.org/officeDocument/2006/relationships" type="ellipse" r:blip="" zOrderOff="-4">
                <dgm:adjLst/>
              </dgm:shape>
              <dgm:choose name="Name44">
                <dgm:if name="Name45" axis="ch" ptType="node" func="cnt" op="equ" val="3">
                  <dgm:presOf axis="ch desOrSelf" ptType="node node" st="1 1" cnt="1 0"/>
                </dgm:if>
                <dgm:if name="Name46" axis="ch" ptType="node" func="cnt" op="equ" val="4">
                  <dgm:presOf axis="ch desOrSelf" ptType="node node" st="2 1" cnt="1 0"/>
                </dgm:if>
                <dgm:if name="Name47" axis="ch" ptType="node" func="cnt" op="equ" val="5">
                  <dgm:presOf axis="ch desOrSelf" ptType="node node" st="3 1" cnt="1 0"/>
                </dgm:if>
                <dgm:if name="Name48" axis="ch" ptType="node" func="cnt" op="equ" val="6">
                  <dgm:presOf axis="ch desOrSelf" ptType="node node" st="4 1" cnt="1 0"/>
                </dgm:if>
                <dgm:if name="Name49" axis="ch" ptType="node" func="cnt" op="gte" val="7">
                  <dgm:presOf axis="ch desOrSelf" ptType="node node" st="5 1" cnt="1 0"/>
                </dgm:if>
                <dgm:else name="Name50"/>
              </dgm:choose>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1"/>
    </dgm:choose>
    <dgm:choose name="Name52">
      <dgm:if name="Name53" axis="ch" ptType="node" func="cnt" op="gte" val="4">
        <dgm:layoutNode name="ellipse4" styleLbl="vennNode1">
          <dgm:varLst>
            <dgm:bulletEnabled val="1"/>
          </dgm:varLst>
          <dgm:alg type="tx"/>
          <dgm:choose name="Name54">
            <dgm:if name="Name55" func="var" arg="dir" op="equ" val="norm">
              <dgm:shape xmlns:r="http://schemas.openxmlformats.org/officeDocument/2006/relationships" type="ellipse" r:blip="">
                <dgm:adjLst/>
              </dgm:shape>
              <dgm:presOf axis="ch desOrSelf" ptType="node node" st="4 1" cnt="1 0"/>
            </dgm:if>
            <dgm:else name="Name56">
              <dgm:shape xmlns:r="http://schemas.openxmlformats.org/officeDocument/2006/relationships" type="ellipse" r:blip="" zOrderOff="-6">
                <dgm:adjLst/>
              </dgm:shape>
              <dgm:choose name="Name57">
                <dgm:if name="Name58" axis="ch" ptType="node" func="cnt" op="equ" val="4">
                  <dgm:presOf axis="ch desOrSelf" ptType="node node" st="1 1" cnt="1 0"/>
                </dgm:if>
                <dgm:if name="Name59" axis="ch" ptType="node" func="cnt" op="equ" val="5">
                  <dgm:presOf axis="ch desOrSelf" ptType="node node" st="2 1" cnt="1 0"/>
                </dgm:if>
                <dgm:if name="Name60" axis="ch" ptType="node" func="cnt" op="equ" val="6">
                  <dgm:presOf axis="ch desOrSelf" ptType="node node" st="3 1" cnt="1 0"/>
                </dgm:if>
                <dgm:if name="Name61" axis="ch" ptType="node" func="cnt" op="gte" val="7">
                  <dgm:presOf axis="ch desOrSelf" ptType="node node" st="4 1" cnt="1 0"/>
                </dgm:if>
                <dgm:else name="Name62"/>
              </dgm:choose>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3"/>
    </dgm:choose>
    <dgm:choose name="Name64">
      <dgm:if name="Name65" axis="ch" ptType="node" func="cnt" op="gte" val="5">
        <dgm:layoutNode name="ellipse5" styleLbl="vennNode1">
          <dgm:varLst>
            <dgm:bulletEnabled val="1"/>
          </dgm:varLst>
          <dgm:alg type="tx"/>
          <dgm:choose name="Name66">
            <dgm:if name="Name67" func="var" arg="dir" op="equ" val="norm">
              <dgm:shape xmlns:r="http://schemas.openxmlformats.org/officeDocument/2006/relationships" type="ellipse" r:blip="">
                <dgm:adjLst/>
              </dgm:shape>
              <dgm:presOf axis="ch desOrSelf" ptType="node node" st="5 1" cnt="1 0"/>
            </dgm:if>
            <dgm:else name="Name68">
              <dgm:shape xmlns:r="http://schemas.openxmlformats.org/officeDocument/2006/relationships" type="ellipse" r:blip="" zOrderOff="-8">
                <dgm:adjLst/>
              </dgm:shape>
              <dgm:choose name="Name69">
                <dgm:if name="Name70" axis="ch" ptType="node" func="cnt" op="equ" val="5">
                  <dgm:presOf axis="ch desOrSelf" ptType="node node" st="1 1" cnt="1 0"/>
                </dgm:if>
                <dgm:if name="Name71" axis="ch" ptType="node" func="cnt" op="equ" val="6">
                  <dgm:presOf axis="ch desOrSelf" ptType="node node" st="2 1" cnt="1 0"/>
                </dgm:if>
                <dgm:if name="Name72" axis="ch" ptType="node" func="cnt" op="gte" val="7">
                  <dgm:presOf axis="ch desOrSelf" ptType="node node" st="3 1" cnt="1 0"/>
                </dgm:if>
                <dgm:else name="Name73"/>
              </dgm:choose>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4"/>
    </dgm:choose>
    <dgm:choose name="Name75">
      <dgm:if name="Name76" axis="ch" ptType="node" func="cnt" op="gte" val="6">
        <dgm:layoutNode name="ellipse6" styleLbl="vennNode1">
          <dgm:varLst>
            <dgm:bulletEnabled val="1"/>
          </dgm:varLst>
          <dgm:alg type="tx"/>
          <dgm:choose name="Name77">
            <dgm:if name="Name78" func="var" arg="dir" op="equ" val="norm">
              <dgm:shape xmlns:r="http://schemas.openxmlformats.org/officeDocument/2006/relationships" type="ellipse" r:blip="">
                <dgm:adjLst/>
              </dgm:shape>
              <dgm:presOf axis="ch desOrSelf" ptType="node node" st="6 1" cnt="1 0"/>
            </dgm:if>
            <dgm:else name="Name79">
              <dgm:shape xmlns:r="http://schemas.openxmlformats.org/officeDocument/2006/relationships" type="ellipse" r:blip="" zOrderOff="-10">
                <dgm:adjLst/>
              </dgm:shape>
              <dgm:choose name="Name80">
                <dgm:if name="Name81" axis="ch" ptType="node" func="cnt" op="equ" val="6">
                  <dgm:presOf axis="ch desOrSelf" ptType="node node" st="1 1" cnt="1 0"/>
                </dgm:if>
                <dgm:if name="Name82" axis="ch" ptType="node" func="cnt" op="gte" val="7">
                  <dgm:presOf axis="ch desOrSelf" ptType="node node" st="2 1" cnt="1 0"/>
                </dgm:if>
                <dgm:else name="Name83"/>
              </dgm:choose>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4"/>
    </dgm:choose>
    <dgm:choose name="Name85">
      <dgm:if name="Name86" axis="ch" ptType="node" func="cnt" op="gte" val="7">
        <dgm:layoutNode name="ellipse7" styleLbl="vennNode1">
          <dgm:varLst>
            <dgm:bulletEnabled val="1"/>
          </dgm:varLst>
          <dgm:alg type="tx"/>
          <dgm:choose name="Name87">
            <dgm:if name="Name88" func="var" arg="dir" op="equ" val="norm">
              <dgm:shape xmlns:r="http://schemas.openxmlformats.org/officeDocument/2006/relationships" type="ellipse" r:blip="">
                <dgm:adjLst/>
              </dgm:shape>
              <dgm:presOf axis="ch desOrSelf" ptType="node node" st="7 1" cnt="1 0"/>
            </dgm:if>
            <dgm:else name="Name89">
              <dgm:shape xmlns:r="http://schemas.openxmlformats.org/officeDocument/2006/relationships" type="ellipse" r:blip="" zOrderOff="-12">
                <dgm:adjLst/>
              </dgm:shape>
              <dgm:presOf axis="ch desOrSelf" ptType="node node" st="1 1" cnt="1 0"/>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0"/>
    </dgm:choose>
  </dgm:layoutNode>
</dgm:layoutDef>
</file>

<file path=ppt/diagrams/layout6.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bProcess3">
  <dgm:title val=""/>
  <dgm:desc val=""/>
  <dgm:catLst>
    <dgm:cat type="process" pri="18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Lst>
        <dgm:ruleLst>
          <dgm:rule type="primFontSz" val="5"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3"/>
        <p:cNvGrpSpPr/>
        <p:nvPr/>
      </p:nvGrpSpPr>
      <p:grpSpPr>
        <a:xfrm>
          <a:off x="0" y="0"/>
          <a:ext cx="0" cy="0"/>
          <a:chOff x="0" y="0"/>
          <a:chExt cx="0" cy="0"/>
        </a:xfrm>
      </p:grpSpPr>
      <p:sp>
        <p:nvSpPr>
          <p:cNvPr id="824" name="Google Shape;824;gd1bf8d60a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5" name="Google Shape;825;gd1bf8d60a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1"/>
        <p:cNvGrpSpPr/>
        <p:nvPr/>
      </p:nvGrpSpPr>
      <p:grpSpPr>
        <a:xfrm>
          <a:off x="0" y="0"/>
          <a:ext cx="0" cy="0"/>
          <a:chOff x="0" y="0"/>
          <a:chExt cx="0" cy="0"/>
        </a:xfrm>
      </p:grpSpPr>
      <p:sp>
        <p:nvSpPr>
          <p:cNvPr id="1222" name="Google Shape;1222;g13aa21f521f_0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3" name="Google Shape;1223;g13aa21f521f_0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5"/>
        <p:cNvGrpSpPr/>
        <p:nvPr/>
      </p:nvGrpSpPr>
      <p:grpSpPr>
        <a:xfrm>
          <a:off x="0" y="0"/>
          <a:ext cx="0" cy="0"/>
          <a:chOff x="0" y="0"/>
          <a:chExt cx="0" cy="0"/>
        </a:xfrm>
      </p:grpSpPr>
      <p:sp>
        <p:nvSpPr>
          <p:cNvPr id="1436" name="Google Shape;1436;g12036f61dae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7" name="Google Shape;1437;g12036f61dae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4"/>
        <p:cNvGrpSpPr/>
        <p:nvPr/>
      </p:nvGrpSpPr>
      <p:grpSpPr>
        <a:xfrm>
          <a:off x="0" y="0"/>
          <a:ext cx="0" cy="0"/>
          <a:chOff x="0" y="0"/>
          <a:chExt cx="0" cy="0"/>
        </a:xfrm>
      </p:grpSpPr>
      <p:sp>
        <p:nvSpPr>
          <p:cNvPr id="1685" name="Google Shape;1685;g12036f61dae_1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6" name="Google Shape;1686;g12036f61dae_1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indent="0">
              <a:buNone/>
            </a:pPr>
            <a:r>
              <a:rPr lang="en-US" sz="1400" b="1" i="1" dirty="0"/>
              <a:t>Instructions to students:</a:t>
            </a:r>
            <a:r>
              <a:rPr lang="en-US" sz="1400" i="1" dirty="0"/>
              <a:t> </a:t>
            </a:r>
          </a:p>
          <a:p>
            <a:pPr marL="0" indent="0">
              <a:buNone/>
            </a:pPr>
            <a:endParaRPr lang="en-US" sz="1400" dirty="0"/>
          </a:p>
          <a:p>
            <a:pPr marL="171450" indent="-171450">
              <a:buFont typeface="Arial" panose="020B0604020202020204" pitchFamily="34" charset="0"/>
              <a:buChar char="•"/>
            </a:pPr>
            <a:r>
              <a:rPr lang="en-US" sz="1200" i="1" dirty="0">
                <a:solidFill>
                  <a:srgbClr val="FF0000"/>
                </a:solidFill>
              </a:rPr>
              <a:t>Walk the audience through your VPC</a:t>
            </a:r>
          </a:p>
          <a:p>
            <a:endParaRPr lang="en-IN" dirty="0"/>
          </a:p>
        </p:txBody>
      </p:sp>
      <p:sp>
        <p:nvSpPr>
          <p:cNvPr id="4" name="Slide Number Placeholder 3"/>
          <p:cNvSpPr>
            <a:spLocks noGrp="1"/>
          </p:cNvSpPr>
          <p:nvPr>
            <p:ph type="sldNum" sz="quarter" idx="10"/>
          </p:nvPr>
        </p:nvSpPr>
        <p:spPr/>
        <p:txBody>
          <a:bodyPr/>
          <a:lstStyle/>
          <a:p>
            <a:fld id="{69854E0C-BAF6-4BFE-8725-5A8BED829D39}" type="slidenum">
              <a:rPr lang="en-US" smtClean="0"/>
              <a:t>6</a:t>
            </a:fld>
            <a:endParaRPr lang="en-US"/>
          </a:p>
        </p:txBody>
      </p:sp>
    </p:spTree>
    <p:extLst>
      <p:ext uri="{BB962C8B-B14F-4D97-AF65-F5344CB8AC3E}">
        <p14:creationId xmlns:p14="http://schemas.microsoft.com/office/powerpoint/2010/main" val="37249942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5"/>
        <p:cNvGrpSpPr/>
        <p:nvPr/>
      </p:nvGrpSpPr>
      <p:grpSpPr>
        <a:xfrm>
          <a:off x="0" y="0"/>
          <a:ext cx="0" cy="0"/>
          <a:chOff x="0" y="0"/>
          <a:chExt cx="0" cy="0"/>
        </a:xfrm>
      </p:grpSpPr>
      <p:sp>
        <p:nvSpPr>
          <p:cNvPr id="1436" name="Google Shape;1436;g12036f61dae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7" name="Google Shape;1437;g12036f61dae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046179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3"/>
        <p:cNvGrpSpPr/>
        <p:nvPr/>
      </p:nvGrpSpPr>
      <p:grpSpPr>
        <a:xfrm>
          <a:off x="0" y="0"/>
          <a:ext cx="0" cy="0"/>
          <a:chOff x="0" y="0"/>
          <a:chExt cx="0" cy="0"/>
        </a:xfrm>
      </p:grpSpPr>
      <p:sp>
        <p:nvSpPr>
          <p:cNvPr id="1844" name="Google Shape;1844;gd1bf8d60a4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45" name="Google Shape;1845;gd1bf8d60a4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3"/>
        <p:cNvGrpSpPr/>
        <p:nvPr/>
      </p:nvGrpSpPr>
      <p:grpSpPr>
        <a:xfrm>
          <a:off x="0" y="0"/>
          <a:ext cx="0" cy="0"/>
          <a:chOff x="0" y="0"/>
          <a:chExt cx="0" cy="0"/>
        </a:xfrm>
      </p:grpSpPr>
      <p:sp>
        <p:nvSpPr>
          <p:cNvPr id="2464" name="Google Shape;2464;g12036f61dae_1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65" name="Google Shape;2465;g12036f61dae_1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3"/>
        <p:cNvGrpSpPr/>
        <p:nvPr/>
      </p:nvGrpSpPr>
      <p:grpSpPr>
        <a:xfrm>
          <a:off x="0" y="0"/>
          <a:ext cx="0" cy="0"/>
          <a:chOff x="0" y="0"/>
          <a:chExt cx="0" cy="0"/>
        </a:xfrm>
      </p:grpSpPr>
      <p:sp>
        <p:nvSpPr>
          <p:cNvPr id="2464" name="Google Shape;2464;g12036f61dae_1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65" name="Google Shape;2465;g12036f61dae_1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499847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3"/>
        <p:cNvGrpSpPr/>
        <p:nvPr/>
      </p:nvGrpSpPr>
      <p:grpSpPr>
        <a:xfrm>
          <a:off x="0" y="0"/>
          <a:ext cx="0" cy="0"/>
          <a:chOff x="0" y="0"/>
          <a:chExt cx="0" cy="0"/>
        </a:xfrm>
      </p:grpSpPr>
      <p:sp>
        <p:nvSpPr>
          <p:cNvPr id="3314" name="Google Shape;3314;gd1bf8d60a4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15" name="Google Shape;3315;gd1bf8d60a4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sz="1100" b="0" i="0" u="none" strike="noStrike" baseline="0" dirty="0">
              <a:solidFill>
                <a:srgbClr val="000000"/>
              </a:solidFill>
              <a:latin typeface="Times New Roman" panose="02020603050405020304" pitchFamily="18" charset="0"/>
            </a:endParaRPr>
          </a:p>
          <a:p>
            <a:r>
              <a:rPr lang="en-US" sz="1100" b="0" i="0" u="none" strike="noStrike" baseline="0" dirty="0">
                <a:solidFill>
                  <a:srgbClr val="000000"/>
                </a:solidFill>
                <a:latin typeface="Times New Roman" panose="02020603050405020304" pitchFamily="18" charset="0"/>
              </a:rPr>
              <a:t>HTTP: </a:t>
            </a:r>
          </a:p>
          <a:p>
            <a:r>
              <a:rPr lang="en-US" sz="1100" b="0" i="0" u="none" strike="noStrike" baseline="0" dirty="0">
                <a:solidFill>
                  <a:srgbClr val="000000"/>
                </a:solidFill>
                <a:latin typeface="Times New Roman" panose="02020603050405020304" pitchFamily="18" charset="0"/>
              </a:rPr>
              <a:t>The python script initiates a connection with the Blynk server by using the IP after resolving it from the DNS, it then establishes a TCP connection with the Blynk server. After establishing the connection, the request of the python script is sent as packets to the Blynk server which then authenticates the sender and performs the required action (returns the button state) in our case. </a:t>
            </a:r>
          </a:p>
          <a:p>
            <a:endParaRPr lang="en-US" sz="1100" b="0" i="0" u="none" strike="noStrike" baseline="0" dirty="0">
              <a:solidFill>
                <a:srgbClr val="000000"/>
              </a:solidFill>
              <a:latin typeface="Times New Roman" panose="02020603050405020304" pitchFamily="18" charset="0"/>
            </a:endParaRPr>
          </a:p>
          <a:p>
            <a:r>
              <a:rPr lang="en-US" sz="1100" b="0" i="0" u="none" strike="noStrike" baseline="0" dirty="0">
                <a:solidFill>
                  <a:srgbClr val="000000"/>
                </a:solidFill>
                <a:latin typeface="Times New Roman" panose="02020603050405020304" pitchFamily="18" charset="0"/>
              </a:rPr>
              <a:t>MQTT: </a:t>
            </a:r>
          </a:p>
          <a:p>
            <a:endParaRPr lang="en-US" sz="1100" b="0" i="0" u="none" strike="noStrike" baseline="0" dirty="0">
              <a:solidFill>
                <a:srgbClr val="000000"/>
              </a:solidFill>
              <a:latin typeface="Times New Roman" panose="02020603050405020304" pitchFamily="18" charset="0"/>
            </a:endParaRPr>
          </a:p>
          <a:p>
            <a:r>
              <a:rPr lang="en-US" sz="1100" b="0" i="0" u="none" strike="noStrike" baseline="0" dirty="0">
                <a:solidFill>
                  <a:srgbClr val="000000"/>
                </a:solidFill>
                <a:latin typeface="Times New Roman" panose="02020603050405020304" pitchFamily="18" charset="0"/>
              </a:rPr>
              <a:t>MQTT (Message Queuing Telemetry Transport) is a lightweight messaging protocol, in this project we used it in communicating between Adafruit and the python script controlling the hardware. This protocol was used to send data (sensor values and indicators) from the Python script (client) to Adafruit IO broker which is a server that implements the MQTT protocol and is hosted by Adafruit. The script publishes messages/values to a specific topic and each topic acts as a channel within feeds. The subscriber is used to receive data from the Adafruit to the python script. </a:t>
            </a:r>
            <a:r>
              <a:rPr lang="en-US" sz="1100" b="0" i="0" u="none" strike="noStrike" baseline="0" dirty="0">
                <a:solidFill>
                  <a:srgbClr val="000000"/>
                </a:solidFill>
                <a:latin typeface="Calibri" panose="020F0502020204030204" pitchFamily="34" charset="0"/>
              </a:rPr>
              <a:t>5 </a:t>
            </a:r>
          </a:p>
          <a:p>
            <a:endParaRPr lang="en-US" sz="1100" b="0" i="0" u="none" strike="noStrike" baseline="0" dirty="0">
              <a:latin typeface="Calibri" panose="020F0502020204030204" pitchFamily="34" charset="0"/>
            </a:endParaRPr>
          </a:p>
          <a:p>
            <a:r>
              <a:rPr lang="en-US" sz="1100" b="0" i="0" u="none" strike="noStrike" baseline="0" dirty="0">
                <a:latin typeface="Calibri" panose="020F0502020204030204" pitchFamily="34" charset="0"/>
              </a:rPr>
              <a:t>The TLS (Transport Layer Security) is used to encrypt data transmitted between devices and the broker. The MQTT uses both TCP/IP and utilizes a client-server model for communication. The python script acts as a MQTT client and initiates a connection to the MQTT broker, then handshaking and authentication are applied to authenticate the client using the username, password, and token. Then publishing and subscribing messages can take place where the broker is used to forward the messages to the correct place. The broker stores the sent messages temporarily and forwards them to the subscribed clients. </a:t>
            </a:r>
          </a:p>
          <a:p>
            <a:r>
              <a:rPr lang="en-US" sz="1100" b="0" i="0" u="none" strike="noStrike" baseline="0" dirty="0">
                <a:latin typeface="Calibri" panose="020F0502020204030204" pitchFamily="34" charset="0"/>
              </a:rPr>
              <a:t>Message Queues: </a:t>
            </a:r>
          </a:p>
          <a:p>
            <a:endParaRPr lang="en-US" sz="1100" b="0" i="0" u="none" strike="noStrike" baseline="0" dirty="0">
              <a:latin typeface="Calibri" panose="020F0502020204030204" pitchFamily="34" charset="0"/>
            </a:endParaRPr>
          </a:p>
          <a:p>
            <a:r>
              <a:rPr lang="en-US" sz="1100" b="0" i="0" u="none" strike="noStrike" baseline="0" dirty="0">
                <a:latin typeface="Calibri" panose="020F0502020204030204" pitchFamily="34" charset="0"/>
              </a:rPr>
              <a:t>The message queues provide a way to exchange data without directly sharing memory. In this project, it is used to communicate the value of 2 buttons from the </a:t>
            </a:r>
            <a:r>
              <a:rPr lang="en-US" sz="1100" b="0" i="0" u="none" strike="noStrike" baseline="0" dirty="0" err="1">
                <a:latin typeface="Calibri" panose="020F0502020204030204" pitchFamily="34" charset="0"/>
              </a:rPr>
              <a:t>blynk</a:t>
            </a:r>
            <a:r>
              <a:rPr lang="en-US" sz="1100" b="0" i="0" u="none" strike="noStrike" baseline="0" dirty="0">
                <a:latin typeface="Calibri" panose="020F0502020204030204" pitchFamily="34" charset="0"/>
              </a:rPr>
              <a:t> application python script to the Adafruit python script. The first step is queue creation, which is identified by a unique key and provides mechanisms for sending and receiving messages. The placing of data into the message queue initializes the sending of data. The receiver reads messages from the queue using the same key. Message queues are managed by the OS kernel, it handles the queuing, buffering, and synchronization of data between the processes. </a:t>
            </a:r>
            <a:endParaRPr lang="en-US" dirty="0"/>
          </a:p>
          <a:p>
            <a:pPr marL="0" lvl="0" indent="0" algn="l" rtl="0">
              <a:spcBef>
                <a:spcPts val="0"/>
              </a:spcBef>
              <a:spcAft>
                <a:spcPts val="0"/>
              </a:spcAft>
              <a:buNone/>
            </a:pPr>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97"/>
        <p:cNvGrpSpPr/>
        <p:nvPr/>
      </p:nvGrpSpPr>
      <p:grpSpPr>
        <a:xfrm>
          <a:off x="0" y="0"/>
          <a:ext cx="0" cy="0"/>
          <a:chOff x="0" y="0"/>
          <a:chExt cx="0" cy="0"/>
        </a:xfrm>
      </p:grpSpPr>
      <p:sp>
        <p:nvSpPr>
          <p:cNvPr id="5698" name="Google Shape;5698;g13a9d5d46bb_1_9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99" name="Google Shape;5699;g13a9d5d46bb_1_9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l">
              <a:buFont typeface="+mj-lt"/>
              <a:buNone/>
            </a:pPr>
            <a:r>
              <a:rPr lang="en-US" b="1" i="0" dirty="0">
                <a:solidFill>
                  <a:srgbClr val="374151"/>
                </a:solidFill>
                <a:effectLst/>
                <a:latin typeface="Söhne"/>
              </a:rPr>
              <a:t>Adafruit API</a:t>
            </a:r>
          </a:p>
          <a:p>
            <a:pPr algn="l">
              <a:buFont typeface="+mj-lt"/>
              <a:buAutoNum type="arabicPeriod"/>
            </a:pPr>
            <a:r>
              <a:rPr lang="en-US" b="1" i="0" dirty="0">
                <a:solidFill>
                  <a:srgbClr val="374151"/>
                </a:solidFill>
                <a:effectLst/>
                <a:latin typeface="Söhne"/>
              </a:rPr>
              <a:t>Authentication:</a:t>
            </a:r>
            <a:r>
              <a:rPr lang="en-US" b="0" i="0" dirty="0">
                <a:solidFill>
                  <a:srgbClr val="374151"/>
                </a:solidFill>
                <a:effectLst/>
                <a:latin typeface="Söhne"/>
              </a:rPr>
              <a:t> You'll typically need an API key generated from your Adafruit IO account to authenticate your requests.</a:t>
            </a:r>
          </a:p>
          <a:p>
            <a:pPr algn="l">
              <a:buFont typeface="+mj-lt"/>
              <a:buAutoNum type="arabicPeriod"/>
            </a:pPr>
            <a:r>
              <a:rPr lang="en-US" b="1" i="0" dirty="0">
                <a:solidFill>
                  <a:srgbClr val="374151"/>
                </a:solidFill>
                <a:effectLst/>
                <a:latin typeface="Söhne"/>
              </a:rPr>
              <a:t>Endpoints:</a:t>
            </a:r>
            <a:r>
              <a:rPr lang="en-US" b="0" i="0" dirty="0">
                <a:solidFill>
                  <a:srgbClr val="374151"/>
                </a:solidFill>
                <a:effectLst/>
                <a:latin typeface="Söhne"/>
              </a:rPr>
              <a:t> Adafruit IO offers endpoints for various functionalities such as:</a:t>
            </a:r>
          </a:p>
          <a:p>
            <a:pPr marL="742950" lvl="1" indent="-285750" algn="l">
              <a:buFont typeface="+mj-lt"/>
              <a:buAutoNum type="arabicPeriod"/>
            </a:pPr>
            <a:r>
              <a:rPr lang="en-US" b="0" i="0" dirty="0">
                <a:solidFill>
                  <a:srgbClr val="374151"/>
                </a:solidFill>
                <a:effectLst/>
                <a:latin typeface="Söhne"/>
              </a:rPr>
              <a:t>Sending data from devices (POST requests to feeds).</a:t>
            </a:r>
          </a:p>
          <a:p>
            <a:pPr marL="742950" lvl="1" indent="-285750" algn="l">
              <a:buFont typeface="+mj-lt"/>
              <a:buAutoNum type="arabicPeriod"/>
            </a:pPr>
            <a:r>
              <a:rPr lang="en-US" b="0" i="0" dirty="0">
                <a:solidFill>
                  <a:srgbClr val="374151"/>
                </a:solidFill>
                <a:effectLst/>
                <a:latin typeface="Söhne"/>
              </a:rPr>
              <a:t>Retrieving data from feeds (GET requests).</a:t>
            </a:r>
          </a:p>
          <a:p>
            <a:pPr marL="742950" lvl="1" indent="-285750" algn="l">
              <a:buFont typeface="+mj-lt"/>
              <a:buAutoNum type="arabicPeriod"/>
            </a:pPr>
            <a:r>
              <a:rPr lang="en-US" b="0" i="0" dirty="0">
                <a:solidFill>
                  <a:srgbClr val="374151"/>
                </a:solidFill>
                <a:effectLst/>
                <a:latin typeface="Söhne"/>
              </a:rPr>
              <a:t>Managing feeds, groups, dashboards, etc.</a:t>
            </a:r>
          </a:p>
          <a:p>
            <a:r>
              <a:rPr lang="en-US" dirty="0"/>
              <a:t>Blynk API:</a:t>
            </a:r>
          </a:p>
          <a:p>
            <a:pPr algn="l">
              <a:buFont typeface="+mj-lt"/>
              <a:buAutoNum type="arabicPeriod"/>
            </a:pPr>
            <a:r>
              <a:rPr lang="en-US" b="1" i="0" dirty="0">
                <a:solidFill>
                  <a:srgbClr val="374151"/>
                </a:solidFill>
                <a:effectLst/>
                <a:latin typeface="Söhne"/>
              </a:rPr>
              <a:t>Authentication:</a:t>
            </a:r>
            <a:r>
              <a:rPr lang="en-US" b="0" i="0" dirty="0">
                <a:solidFill>
                  <a:srgbClr val="374151"/>
                </a:solidFill>
                <a:effectLst/>
                <a:latin typeface="Söhne"/>
              </a:rPr>
              <a:t> Similar to Adafruit, you'll need an authentication token generated from your Blynk account to authenticate API requests.</a:t>
            </a:r>
          </a:p>
          <a:p>
            <a:pPr algn="l">
              <a:buFont typeface="+mj-lt"/>
              <a:buAutoNum type="arabicPeriod"/>
            </a:pPr>
            <a:r>
              <a:rPr lang="en-US" b="1" i="0" dirty="0">
                <a:solidFill>
                  <a:srgbClr val="374151"/>
                </a:solidFill>
                <a:effectLst/>
                <a:latin typeface="Söhne"/>
              </a:rPr>
              <a:t>Endpoints:</a:t>
            </a:r>
            <a:r>
              <a:rPr lang="en-US" b="0" i="0" dirty="0">
                <a:solidFill>
                  <a:srgbClr val="374151"/>
                </a:solidFill>
                <a:effectLst/>
                <a:latin typeface="Söhne"/>
              </a:rPr>
              <a:t> Blynk's API allows actions such as:</a:t>
            </a:r>
          </a:p>
          <a:p>
            <a:pPr marL="742950" lvl="1" indent="-285750" algn="l">
              <a:buFont typeface="+mj-lt"/>
              <a:buAutoNum type="arabicPeriod"/>
            </a:pPr>
            <a:r>
              <a:rPr lang="en-US" b="0" i="0" dirty="0">
                <a:solidFill>
                  <a:srgbClr val="374151"/>
                </a:solidFill>
                <a:effectLst/>
                <a:latin typeface="Söhne"/>
              </a:rPr>
              <a:t>Reading and writing virtual pin values.</a:t>
            </a:r>
          </a:p>
          <a:p>
            <a:pPr marL="742950" lvl="1" indent="-285750" algn="l">
              <a:buFont typeface="+mj-lt"/>
              <a:buAutoNum type="arabicPeriod"/>
            </a:pPr>
            <a:r>
              <a:rPr lang="en-US" b="0" i="0" dirty="0">
                <a:solidFill>
                  <a:srgbClr val="374151"/>
                </a:solidFill>
                <a:effectLst/>
                <a:latin typeface="Söhne"/>
              </a:rPr>
              <a:t>Controlling hardware remotely.</a:t>
            </a:r>
          </a:p>
          <a:p>
            <a:pPr marL="742950" lvl="1" indent="-285750" algn="l">
              <a:buFont typeface="+mj-lt"/>
              <a:buAutoNum type="arabicPeriod"/>
            </a:pPr>
            <a:r>
              <a:rPr lang="en-US" b="0" i="0" dirty="0">
                <a:solidFill>
                  <a:srgbClr val="374151"/>
                </a:solidFill>
                <a:effectLst/>
                <a:latin typeface="Söhne"/>
              </a:rPr>
              <a:t>Sending notifications, emails, etc.</a:t>
            </a:r>
          </a:p>
          <a:p>
            <a:endParaRPr lang="en-US" dirty="0"/>
          </a:p>
          <a:p>
            <a:endParaRPr lang="en-US" dirty="0"/>
          </a:p>
          <a:p>
            <a:endParaRPr lang="en-US" dirty="0"/>
          </a:p>
        </p:txBody>
      </p:sp>
    </p:spTree>
    <p:extLst>
      <p:ext uri="{BB962C8B-B14F-4D97-AF65-F5344CB8AC3E}">
        <p14:creationId xmlns:p14="http://schemas.microsoft.com/office/powerpoint/2010/main" val="12131990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1"/>
        <p:cNvGrpSpPr/>
        <p:nvPr/>
      </p:nvGrpSpPr>
      <p:grpSpPr>
        <a:xfrm>
          <a:off x="0" y="0"/>
          <a:ext cx="0" cy="0"/>
          <a:chOff x="0" y="0"/>
          <a:chExt cx="0" cy="0"/>
        </a:xfrm>
      </p:grpSpPr>
      <p:sp>
        <p:nvSpPr>
          <p:cNvPr id="3872" name="Google Shape;3872;g12036f61dae_1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73" name="Google Shape;3873;g12036f61dae_1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4"/>
        <p:cNvGrpSpPr/>
        <p:nvPr/>
      </p:nvGrpSpPr>
      <p:grpSpPr>
        <a:xfrm>
          <a:off x="0" y="0"/>
          <a:ext cx="0" cy="0"/>
          <a:chOff x="0" y="0"/>
          <a:chExt cx="0" cy="0"/>
        </a:xfrm>
      </p:grpSpPr>
      <p:sp>
        <p:nvSpPr>
          <p:cNvPr id="2215" name="Google Shape;2215;gd1bf8d60a4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6" name="Google Shape;2216;gd1bf8d60a4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5"/>
        <p:cNvGrpSpPr/>
        <p:nvPr/>
      </p:nvGrpSpPr>
      <p:grpSpPr>
        <a:xfrm>
          <a:off x="0" y="0"/>
          <a:ext cx="0" cy="0"/>
          <a:chOff x="0" y="0"/>
          <a:chExt cx="0" cy="0"/>
        </a:xfrm>
      </p:grpSpPr>
      <p:sp>
        <p:nvSpPr>
          <p:cNvPr id="2296" name="Google Shape;2296;gd1bf8d60a4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97" name="Google Shape;2297;gd1bf8d60a4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2"/>
        <p:cNvGrpSpPr/>
        <p:nvPr/>
      </p:nvGrpSpPr>
      <p:grpSpPr>
        <a:xfrm>
          <a:off x="0" y="0"/>
          <a:ext cx="0" cy="0"/>
          <a:chOff x="0" y="0"/>
          <a:chExt cx="0" cy="0"/>
        </a:xfrm>
      </p:grpSpPr>
      <p:sp>
        <p:nvSpPr>
          <p:cNvPr id="4933" name="Google Shape;4933;g13b22cd8392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34" name="Google Shape;4934;g13b22cd8392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943425" y="1216713"/>
            <a:ext cx="5257500" cy="2234100"/>
          </a:xfrm>
          <a:prstGeom prst="rect">
            <a:avLst/>
          </a:prstGeom>
        </p:spPr>
        <p:txBody>
          <a:bodyPr spcFirstLastPara="1" wrap="square" lIns="91425" tIns="91425" rIns="91425" bIns="91425" anchor="ctr" anchorCtr="0">
            <a:noAutofit/>
          </a:bodyPr>
          <a:lstStyle>
            <a:lvl1pPr lvl="0" algn="ctr">
              <a:spcBef>
                <a:spcPts val="0"/>
              </a:spcBef>
              <a:spcAft>
                <a:spcPts val="0"/>
              </a:spcAft>
              <a:buClr>
                <a:srgbClr val="191919"/>
              </a:buClr>
              <a:buSzPts val="5200"/>
              <a:buNone/>
              <a:defRPr sz="72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1943301" y="3450988"/>
            <a:ext cx="5257500" cy="4758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
        <p:nvSpPr>
          <p:cNvPr id="11" name="Google Shape;11;p2"/>
          <p:cNvSpPr/>
          <p:nvPr/>
        </p:nvSpPr>
        <p:spPr>
          <a:xfrm>
            <a:off x="-3000" y="4608600"/>
            <a:ext cx="9150000" cy="534900"/>
          </a:xfrm>
          <a:prstGeom prst="rect">
            <a:avLst/>
          </a:prstGeom>
          <a:solidFill>
            <a:schemeClr val="lt1">
              <a:alpha val="344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342568" y="3603288"/>
            <a:ext cx="208785" cy="208785"/>
          </a:xfrm>
          <a:custGeom>
            <a:avLst/>
            <a:gdLst/>
            <a:ahLst/>
            <a:cxnLst/>
            <a:rect l="l" t="t" r="r" b="b"/>
            <a:pathLst>
              <a:path w="1706" h="1706" extrusionOk="0">
                <a:moveTo>
                  <a:pt x="853" y="0"/>
                </a:moveTo>
                <a:cubicBezTo>
                  <a:pt x="853" y="467"/>
                  <a:pt x="467" y="853"/>
                  <a:pt x="0" y="853"/>
                </a:cubicBezTo>
                <a:cubicBezTo>
                  <a:pt x="467" y="853"/>
                  <a:pt x="853" y="1238"/>
                  <a:pt x="853" y="1705"/>
                </a:cubicBezTo>
                <a:cubicBezTo>
                  <a:pt x="853" y="1238"/>
                  <a:pt x="1238" y="853"/>
                  <a:pt x="1705" y="853"/>
                </a:cubicBezTo>
                <a:cubicBezTo>
                  <a:pt x="1238" y="853"/>
                  <a:pt x="853" y="467"/>
                  <a:pt x="8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7030833" y="248681"/>
            <a:ext cx="86892" cy="88360"/>
          </a:xfrm>
          <a:custGeom>
            <a:avLst/>
            <a:gdLst/>
            <a:ahLst/>
            <a:cxnLst/>
            <a:rect l="l" t="t" r="r" b="b"/>
            <a:pathLst>
              <a:path w="710" h="722" extrusionOk="0">
                <a:moveTo>
                  <a:pt x="355" y="0"/>
                </a:moveTo>
                <a:cubicBezTo>
                  <a:pt x="355" y="209"/>
                  <a:pt x="193" y="371"/>
                  <a:pt x="0" y="371"/>
                </a:cubicBezTo>
                <a:cubicBezTo>
                  <a:pt x="193" y="371"/>
                  <a:pt x="355" y="529"/>
                  <a:pt x="355" y="722"/>
                </a:cubicBezTo>
                <a:cubicBezTo>
                  <a:pt x="355" y="529"/>
                  <a:pt x="517" y="371"/>
                  <a:pt x="710" y="371"/>
                </a:cubicBezTo>
                <a:cubicBezTo>
                  <a:pt x="517" y="371"/>
                  <a:pt x="355" y="209"/>
                  <a:pt x="3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2472803" y="326075"/>
            <a:ext cx="86892" cy="86524"/>
          </a:xfrm>
          <a:custGeom>
            <a:avLst/>
            <a:gdLst/>
            <a:ahLst/>
            <a:cxnLst/>
            <a:rect l="l" t="t" r="r" b="b"/>
            <a:pathLst>
              <a:path w="710" h="707" extrusionOk="0">
                <a:moveTo>
                  <a:pt x="355" y="1"/>
                </a:moveTo>
                <a:cubicBezTo>
                  <a:pt x="355" y="194"/>
                  <a:pt x="193" y="352"/>
                  <a:pt x="0" y="352"/>
                </a:cubicBezTo>
                <a:cubicBezTo>
                  <a:pt x="193" y="352"/>
                  <a:pt x="355" y="514"/>
                  <a:pt x="355" y="707"/>
                </a:cubicBezTo>
                <a:cubicBezTo>
                  <a:pt x="355" y="514"/>
                  <a:pt x="517" y="352"/>
                  <a:pt x="710" y="352"/>
                </a:cubicBezTo>
                <a:cubicBezTo>
                  <a:pt x="517" y="352"/>
                  <a:pt x="355" y="194"/>
                  <a:pt x="3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5"/>
        <p:cNvGrpSpPr/>
        <p:nvPr/>
      </p:nvGrpSpPr>
      <p:grpSpPr>
        <a:xfrm>
          <a:off x="0" y="0"/>
          <a:ext cx="0" cy="0"/>
          <a:chOff x="0" y="0"/>
          <a:chExt cx="0" cy="0"/>
        </a:xfrm>
      </p:grpSpPr>
      <p:sp>
        <p:nvSpPr>
          <p:cNvPr id="16" name="Google Shape;16;p3"/>
          <p:cNvSpPr txBox="1">
            <a:spLocks noGrp="1"/>
          </p:cNvSpPr>
          <p:nvPr>
            <p:ph type="title"/>
          </p:nvPr>
        </p:nvSpPr>
        <p:spPr>
          <a:xfrm>
            <a:off x="912875" y="2439075"/>
            <a:ext cx="3310800" cy="841800"/>
          </a:xfrm>
          <a:prstGeom prst="rect">
            <a:avLst/>
          </a:prstGeom>
        </p:spPr>
        <p:txBody>
          <a:bodyPr spcFirstLastPara="1" wrap="square" lIns="91425" tIns="91425" rIns="91425" bIns="91425" anchor="ctr" anchorCtr="0">
            <a:noAutofit/>
          </a:bodyPr>
          <a:lstStyle>
            <a:lvl1pPr lvl="0">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7" name="Google Shape;17;p3"/>
          <p:cNvSpPr txBox="1">
            <a:spLocks noGrp="1"/>
          </p:cNvSpPr>
          <p:nvPr>
            <p:ph type="title" idx="2" hasCustomPrompt="1"/>
          </p:nvPr>
        </p:nvSpPr>
        <p:spPr>
          <a:xfrm>
            <a:off x="905900" y="1604475"/>
            <a:ext cx="9642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6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8" name="Google Shape;18;p3"/>
          <p:cNvSpPr txBox="1">
            <a:spLocks noGrp="1"/>
          </p:cNvSpPr>
          <p:nvPr>
            <p:ph type="subTitle" idx="1"/>
          </p:nvPr>
        </p:nvSpPr>
        <p:spPr>
          <a:xfrm>
            <a:off x="912875" y="3114662"/>
            <a:ext cx="3310800" cy="456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9" name="Google Shape;19;p3"/>
          <p:cNvSpPr/>
          <p:nvPr/>
        </p:nvSpPr>
        <p:spPr>
          <a:xfrm>
            <a:off x="-3000" y="4608600"/>
            <a:ext cx="9150000" cy="534900"/>
          </a:xfrm>
          <a:prstGeom prst="rect">
            <a:avLst/>
          </a:prstGeom>
          <a:solidFill>
            <a:schemeClr val="lt1">
              <a:alpha val="344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 name="Google Shape;20;p3"/>
          <p:cNvGrpSpPr/>
          <p:nvPr/>
        </p:nvGrpSpPr>
        <p:grpSpPr>
          <a:xfrm>
            <a:off x="291143" y="201240"/>
            <a:ext cx="692567" cy="1430103"/>
            <a:chOff x="342568" y="3395115"/>
            <a:chExt cx="692567" cy="1430103"/>
          </a:xfrm>
        </p:grpSpPr>
        <p:sp>
          <p:nvSpPr>
            <p:cNvPr id="21" name="Google Shape;21;p3"/>
            <p:cNvSpPr/>
            <p:nvPr/>
          </p:nvSpPr>
          <p:spPr>
            <a:xfrm>
              <a:off x="342568" y="3603288"/>
              <a:ext cx="208785" cy="208785"/>
            </a:xfrm>
            <a:custGeom>
              <a:avLst/>
              <a:gdLst/>
              <a:ahLst/>
              <a:cxnLst/>
              <a:rect l="l" t="t" r="r" b="b"/>
              <a:pathLst>
                <a:path w="1706" h="1706" extrusionOk="0">
                  <a:moveTo>
                    <a:pt x="853" y="0"/>
                  </a:moveTo>
                  <a:cubicBezTo>
                    <a:pt x="853" y="467"/>
                    <a:pt x="467" y="853"/>
                    <a:pt x="0" y="853"/>
                  </a:cubicBezTo>
                  <a:cubicBezTo>
                    <a:pt x="467" y="853"/>
                    <a:pt x="853" y="1238"/>
                    <a:pt x="853" y="1705"/>
                  </a:cubicBezTo>
                  <a:cubicBezTo>
                    <a:pt x="853" y="1238"/>
                    <a:pt x="1238" y="853"/>
                    <a:pt x="1705" y="853"/>
                  </a:cubicBezTo>
                  <a:cubicBezTo>
                    <a:pt x="1238" y="853"/>
                    <a:pt x="853" y="467"/>
                    <a:pt x="8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3"/>
            <p:cNvSpPr/>
            <p:nvPr/>
          </p:nvSpPr>
          <p:spPr>
            <a:xfrm>
              <a:off x="373758" y="4616433"/>
              <a:ext cx="208785" cy="208785"/>
            </a:xfrm>
            <a:custGeom>
              <a:avLst/>
              <a:gdLst/>
              <a:ahLst/>
              <a:cxnLst/>
              <a:rect l="l" t="t" r="r" b="b"/>
              <a:pathLst>
                <a:path w="1706" h="1706" extrusionOk="0">
                  <a:moveTo>
                    <a:pt x="853" y="1"/>
                  </a:moveTo>
                  <a:cubicBezTo>
                    <a:pt x="853" y="467"/>
                    <a:pt x="467" y="853"/>
                    <a:pt x="1" y="853"/>
                  </a:cubicBezTo>
                  <a:cubicBezTo>
                    <a:pt x="467" y="853"/>
                    <a:pt x="853" y="1239"/>
                    <a:pt x="853" y="1706"/>
                  </a:cubicBezTo>
                  <a:cubicBezTo>
                    <a:pt x="853" y="1239"/>
                    <a:pt x="1223" y="853"/>
                    <a:pt x="1705" y="853"/>
                  </a:cubicBezTo>
                  <a:cubicBezTo>
                    <a:pt x="1223" y="853"/>
                    <a:pt x="853" y="467"/>
                    <a:pt x="8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p:nvPr/>
          </p:nvSpPr>
          <p:spPr>
            <a:xfrm>
              <a:off x="883503" y="3395115"/>
              <a:ext cx="151632" cy="151632"/>
            </a:xfrm>
            <a:custGeom>
              <a:avLst/>
              <a:gdLst/>
              <a:ahLst/>
              <a:cxnLst/>
              <a:rect l="l" t="t" r="r" b="b"/>
              <a:pathLst>
                <a:path w="1239" h="1239" extrusionOk="0">
                  <a:moveTo>
                    <a:pt x="610" y="0"/>
                  </a:moveTo>
                  <a:cubicBezTo>
                    <a:pt x="610" y="351"/>
                    <a:pt x="336" y="625"/>
                    <a:pt x="0" y="625"/>
                  </a:cubicBezTo>
                  <a:cubicBezTo>
                    <a:pt x="336" y="625"/>
                    <a:pt x="610" y="899"/>
                    <a:pt x="610" y="1238"/>
                  </a:cubicBezTo>
                  <a:cubicBezTo>
                    <a:pt x="610" y="899"/>
                    <a:pt x="884" y="625"/>
                    <a:pt x="1239" y="625"/>
                  </a:cubicBezTo>
                  <a:cubicBezTo>
                    <a:pt x="884" y="625"/>
                    <a:pt x="610" y="351"/>
                    <a:pt x="61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 name="Google Shape;24;p3"/>
          <p:cNvGrpSpPr/>
          <p:nvPr/>
        </p:nvGrpSpPr>
        <p:grpSpPr>
          <a:xfrm>
            <a:off x="8430773" y="380731"/>
            <a:ext cx="395665" cy="830000"/>
            <a:chOff x="6722060" y="248681"/>
            <a:chExt cx="395665" cy="830000"/>
          </a:xfrm>
        </p:grpSpPr>
        <p:sp>
          <p:nvSpPr>
            <p:cNvPr id="25" name="Google Shape;25;p3"/>
            <p:cNvSpPr/>
            <p:nvPr/>
          </p:nvSpPr>
          <p:spPr>
            <a:xfrm>
              <a:off x="6722060" y="870386"/>
              <a:ext cx="210743" cy="208295"/>
            </a:xfrm>
            <a:custGeom>
              <a:avLst/>
              <a:gdLst/>
              <a:ahLst/>
              <a:cxnLst/>
              <a:rect l="l" t="t" r="r" b="b"/>
              <a:pathLst>
                <a:path w="1722" h="1702" extrusionOk="0">
                  <a:moveTo>
                    <a:pt x="869" y="0"/>
                  </a:moveTo>
                  <a:cubicBezTo>
                    <a:pt x="869" y="463"/>
                    <a:pt x="483" y="849"/>
                    <a:pt x="1" y="849"/>
                  </a:cubicBezTo>
                  <a:cubicBezTo>
                    <a:pt x="483" y="849"/>
                    <a:pt x="869" y="1234"/>
                    <a:pt x="869" y="1701"/>
                  </a:cubicBezTo>
                  <a:cubicBezTo>
                    <a:pt x="869" y="1234"/>
                    <a:pt x="1239" y="849"/>
                    <a:pt x="1721" y="849"/>
                  </a:cubicBezTo>
                  <a:cubicBezTo>
                    <a:pt x="1239" y="849"/>
                    <a:pt x="869" y="463"/>
                    <a:pt x="86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3"/>
            <p:cNvSpPr/>
            <p:nvPr/>
          </p:nvSpPr>
          <p:spPr>
            <a:xfrm>
              <a:off x="7030833" y="248681"/>
              <a:ext cx="86892" cy="88360"/>
            </a:xfrm>
            <a:custGeom>
              <a:avLst/>
              <a:gdLst/>
              <a:ahLst/>
              <a:cxnLst/>
              <a:rect l="l" t="t" r="r" b="b"/>
              <a:pathLst>
                <a:path w="710" h="722" extrusionOk="0">
                  <a:moveTo>
                    <a:pt x="355" y="0"/>
                  </a:moveTo>
                  <a:cubicBezTo>
                    <a:pt x="355" y="209"/>
                    <a:pt x="193" y="371"/>
                    <a:pt x="0" y="371"/>
                  </a:cubicBezTo>
                  <a:cubicBezTo>
                    <a:pt x="193" y="371"/>
                    <a:pt x="355" y="529"/>
                    <a:pt x="355" y="722"/>
                  </a:cubicBezTo>
                  <a:cubicBezTo>
                    <a:pt x="355" y="529"/>
                    <a:pt x="517" y="371"/>
                    <a:pt x="710" y="371"/>
                  </a:cubicBezTo>
                  <a:cubicBezTo>
                    <a:pt x="517" y="371"/>
                    <a:pt x="355" y="209"/>
                    <a:pt x="3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 name="Google Shape;27;p3"/>
          <p:cNvGrpSpPr/>
          <p:nvPr/>
        </p:nvGrpSpPr>
        <p:grpSpPr>
          <a:xfrm>
            <a:off x="263153" y="2759100"/>
            <a:ext cx="413043" cy="1074032"/>
            <a:chOff x="2472803" y="326075"/>
            <a:chExt cx="413043" cy="1074032"/>
          </a:xfrm>
        </p:grpSpPr>
        <p:sp>
          <p:nvSpPr>
            <p:cNvPr id="28" name="Google Shape;28;p3"/>
            <p:cNvSpPr/>
            <p:nvPr/>
          </p:nvSpPr>
          <p:spPr>
            <a:xfrm>
              <a:off x="2736662" y="1071509"/>
              <a:ext cx="149184" cy="151632"/>
            </a:xfrm>
            <a:custGeom>
              <a:avLst/>
              <a:gdLst/>
              <a:ahLst/>
              <a:cxnLst/>
              <a:rect l="l" t="t" r="r" b="b"/>
              <a:pathLst>
                <a:path w="1219" h="1239" extrusionOk="0">
                  <a:moveTo>
                    <a:pt x="610" y="0"/>
                  </a:moveTo>
                  <a:cubicBezTo>
                    <a:pt x="610" y="336"/>
                    <a:pt x="336" y="609"/>
                    <a:pt x="0" y="609"/>
                  </a:cubicBezTo>
                  <a:cubicBezTo>
                    <a:pt x="336" y="609"/>
                    <a:pt x="610" y="883"/>
                    <a:pt x="610" y="1238"/>
                  </a:cubicBezTo>
                  <a:cubicBezTo>
                    <a:pt x="610" y="883"/>
                    <a:pt x="883" y="609"/>
                    <a:pt x="1219" y="609"/>
                  </a:cubicBezTo>
                  <a:cubicBezTo>
                    <a:pt x="883" y="609"/>
                    <a:pt x="610" y="336"/>
                    <a:pt x="61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3"/>
            <p:cNvSpPr/>
            <p:nvPr/>
          </p:nvSpPr>
          <p:spPr>
            <a:xfrm>
              <a:off x="2472803" y="326075"/>
              <a:ext cx="86892" cy="86524"/>
            </a:xfrm>
            <a:custGeom>
              <a:avLst/>
              <a:gdLst/>
              <a:ahLst/>
              <a:cxnLst/>
              <a:rect l="l" t="t" r="r" b="b"/>
              <a:pathLst>
                <a:path w="710" h="707" extrusionOk="0">
                  <a:moveTo>
                    <a:pt x="355" y="1"/>
                  </a:moveTo>
                  <a:cubicBezTo>
                    <a:pt x="355" y="194"/>
                    <a:pt x="193" y="352"/>
                    <a:pt x="0" y="352"/>
                  </a:cubicBezTo>
                  <a:cubicBezTo>
                    <a:pt x="193" y="352"/>
                    <a:pt x="355" y="514"/>
                    <a:pt x="355" y="707"/>
                  </a:cubicBezTo>
                  <a:cubicBezTo>
                    <a:pt x="355" y="514"/>
                    <a:pt x="517" y="352"/>
                    <a:pt x="710" y="352"/>
                  </a:cubicBezTo>
                  <a:cubicBezTo>
                    <a:pt x="517" y="352"/>
                    <a:pt x="355" y="194"/>
                    <a:pt x="3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3"/>
            <p:cNvSpPr/>
            <p:nvPr/>
          </p:nvSpPr>
          <p:spPr>
            <a:xfrm>
              <a:off x="2472803" y="1311257"/>
              <a:ext cx="86892" cy="88850"/>
            </a:xfrm>
            <a:custGeom>
              <a:avLst/>
              <a:gdLst/>
              <a:ahLst/>
              <a:cxnLst/>
              <a:rect l="l" t="t" r="r" b="b"/>
              <a:pathLst>
                <a:path w="710" h="726" extrusionOk="0">
                  <a:moveTo>
                    <a:pt x="355" y="0"/>
                  </a:moveTo>
                  <a:cubicBezTo>
                    <a:pt x="355" y="209"/>
                    <a:pt x="193" y="371"/>
                    <a:pt x="0" y="371"/>
                  </a:cubicBezTo>
                  <a:cubicBezTo>
                    <a:pt x="193" y="371"/>
                    <a:pt x="355" y="533"/>
                    <a:pt x="355" y="726"/>
                  </a:cubicBezTo>
                  <a:cubicBezTo>
                    <a:pt x="355" y="533"/>
                    <a:pt x="517" y="371"/>
                    <a:pt x="710" y="371"/>
                  </a:cubicBezTo>
                  <a:cubicBezTo>
                    <a:pt x="517" y="371"/>
                    <a:pt x="355" y="209"/>
                    <a:pt x="3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 name="Google Shape;31;p3"/>
          <p:cNvGrpSpPr/>
          <p:nvPr/>
        </p:nvGrpSpPr>
        <p:grpSpPr>
          <a:xfrm>
            <a:off x="1760419" y="158565"/>
            <a:ext cx="2997832" cy="431158"/>
            <a:chOff x="8401944" y="164990"/>
            <a:chExt cx="2997832" cy="431158"/>
          </a:xfrm>
        </p:grpSpPr>
        <p:sp>
          <p:nvSpPr>
            <p:cNvPr id="32" name="Google Shape;32;p3"/>
            <p:cNvSpPr/>
            <p:nvPr/>
          </p:nvSpPr>
          <p:spPr>
            <a:xfrm>
              <a:off x="11183976" y="383633"/>
              <a:ext cx="215800" cy="212515"/>
            </a:xfrm>
            <a:custGeom>
              <a:avLst/>
              <a:gdLst/>
              <a:ahLst/>
              <a:cxnLst/>
              <a:rect l="l" t="t" r="r" b="b"/>
              <a:pathLst>
                <a:path w="1239" h="1220" extrusionOk="0">
                  <a:moveTo>
                    <a:pt x="629" y="1"/>
                  </a:moveTo>
                  <a:cubicBezTo>
                    <a:pt x="629" y="337"/>
                    <a:pt x="355" y="610"/>
                    <a:pt x="0" y="610"/>
                  </a:cubicBezTo>
                  <a:cubicBezTo>
                    <a:pt x="355" y="610"/>
                    <a:pt x="629" y="884"/>
                    <a:pt x="629" y="1220"/>
                  </a:cubicBezTo>
                  <a:cubicBezTo>
                    <a:pt x="629" y="884"/>
                    <a:pt x="903" y="610"/>
                    <a:pt x="1238" y="610"/>
                  </a:cubicBezTo>
                  <a:cubicBezTo>
                    <a:pt x="903" y="610"/>
                    <a:pt x="629" y="337"/>
                    <a:pt x="62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3"/>
            <p:cNvSpPr/>
            <p:nvPr/>
          </p:nvSpPr>
          <p:spPr>
            <a:xfrm>
              <a:off x="8401944" y="410723"/>
              <a:ext cx="158549" cy="158325"/>
            </a:xfrm>
            <a:custGeom>
              <a:avLst/>
              <a:gdLst/>
              <a:ahLst/>
              <a:cxnLst/>
              <a:rect l="l" t="t" r="r" b="b"/>
              <a:pathLst>
                <a:path w="692" h="691" extrusionOk="0">
                  <a:moveTo>
                    <a:pt x="356" y="0"/>
                  </a:moveTo>
                  <a:cubicBezTo>
                    <a:pt x="356" y="193"/>
                    <a:pt x="194" y="355"/>
                    <a:pt x="1" y="355"/>
                  </a:cubicBezTo>
                  <a:cubicBezTo>
                    <a:pt x="194" y="355"/>
                    <a:pt x="356" y="513"/>
                    <a:pt x="356" y="691"/>
                  </a:cubicBezTo>
                  <a:cubicBezTo>
                    <a:pt x="356" y="513"/>
                    <a:pt x="498" y="355"/>
                    <a:pt x="691" y="355"/>
                  </a:cubicBezTo>
                  <a:cubicBezTo>
                    <a:pt x="498" y="355"/>
                    <a:pt x="356" y="193"/>
                    <a:pt x="35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3"/>
            <p:cNvSpPr/>
            <p:nvPr/>
          </p:nvSpPr>
          <p:spPr>
            <a:xfrm>
              <a:off x="8721504" y="164990"/>
              <a:ext cx="87228" cy="87232"/>
            </a:xfrm>
            <a:custGeom>
              <a:avLst/>
              <a:gdLst/>
              <a:ahLst/>
              <a:cxnLst/>
              <a:rect l="l" t="t" r="r" b="b"/>
              <a:pathLst>
                <a:path w="691" h="691" extrusionOk="0">
                  <a:moveTo>
                    <a:pt x="355" y="0"/>
                  </a:moveTo>
                  <a:cubicBezTo>
                    <a:pt x="355" y="193"/>
                    <a:pt x="193" y="351"/>
                    <a:pt x="0" y="351"/>
                  </a:cubicBezTo>
                  <a:cubicBezTo>
                    <a:pt x="193" y="351"/>
                    <a:pt x="355" y="498"/>
                    <a:pt x="355" y="691"/>
                  </a:cubicBezTo>
                  <a:cubicBezTo>
                    <a:pt x="355" y="498"/>
                    <a:pt x="498" y="351"/>
                    <a:pt x="691" y="351"/>
                  </a:cubicBezTo>
                  <a:cubicBezTo>
                    <a:pt x="498" y="351"/>
                    <a:pt x="355" y="193"/>
                    <a:pt x="3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48"/>
        <p:cNvGrpSpPr/>
        <p:nvPr/>
      </p:nvGrpSpPr>
      <p:grpSpPr>
        <a:xfrm>
          <a:off x="0" y="0"/>
          <a:ext cx="0" cy="0"/>
          <a:chOff x="0" y="0"/>
          <a:chExt cx="0" cy="0"/>
        </a:xfrm>
      </p:grpSpPr>
      <p:sp>
        <p:nvSpPr>
          <p:cNvPr id="49" name="Google Shape;49;p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50" name="Google Shape;50;p5"/>
          <p:cNvSpPr txBox="1">
            <a:spLocks noGrp="1"/>
          </p:cNvSpPr>
          <p:nvPr>
            <p:ph type="title" idx="2"/>
          </p:nvPr>
        </p:nvSpPr>
        <p:spPr>
          <a:xfrm>
            <a:off x="1543441" y="2112200"/>
            <a:ext cx="2560500" cy="5589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500"/>
              <a:buNone/>
              <a:defRPr sz="26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51" name="Google Shape;51;p5"/>
          <p:cNvSpPr txBox="1">
            <a:spLocks noGrp="1"/>
          </p:cNvSpPr>
          <p:nvPr>
            <p:ph type="title" idx="3"/>
          </p:nvPr>
        </p:nvSpPr>
        <p:spPr>
          <a:xfrm>
            <a:off x="5040056" y="2112200"/>
            <a:ext cx="2560500" cy="5589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500"/>
              <a:buNone/>
              <a:defRPr sz="26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52" name="Google Shape;52;p5"/>
          <p:cNvSpPr txBox="1">
            <a:spLocks noGrp="1"/>
          </p:cNvSpPr>
          <p:nvPr>
            <p:ph type="subTitle" idx="1"/>
          </p:nvPr>
        </p:nvSpPr>
        <p:spPr>
          <a:xfrm>
            <a:off x="5040059" y="2523626"/>
            <a:ext cx="2560500" cy="1010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1400"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53" name="Google Shape;53;p5"/>
          <p:cNvSpPr txBox="1">
            <a:spLocks noGrp="1"/>
          </p:cNvSpPr>
          <p:nvPr>
            <p:ph type="subTitle" idx="4"/>
          </p:nvPr>
        </p:nvSpPr>
        <p:spPr>
          <a:xfrm>
            <a:off x="1543441" y="2523626"/>
            <a:ext cx="2560500" cy="1010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1400"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54" name="Google Shape;54;p5"/>
          <p:cNvSpPr/>
          <p:nvPr/>
        </p:nvSpPr>
        <p:spPr>
          <a:xfrm>
            <a:off x="-3000" y="4608600"/>
            <a:ext cx="9150000" cy="534900"/>
          </a:xfrm>
          <a:prstGeom prst="rect">
            <a:avLst/>
          </a:prstGeom>
          <a:solidFill>
            <a:schemeClr val="lt1">
              <a:alpha val="344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5" name="Google Shape;55;p5"/>
          <p:cNvGrpSpPr/>
          <p:nvPr/>
        </p:nvGrpSpPr>
        <p:grpSpPr>
          <a:xfrm>
            <a:off x="306953" y="280838"/>
            <a:ext cx="413043" cy="1074032"/>
            <a:chOff x="2472803" y="326075"/>
            <a:chExt cx="413043" cy="1074032"/>
          </a:xfrm>
        </p:grpSpPr>
        <p:sp>
          <p:nvSpPr>
            <p:cNvPr id="56" name="Google Shape;56;p5"/>
            <p:cNvSpPr/>
            <p:nvPr/>
          </p:nvSpPr>
          <p:spPr>
            <a:xfrm>
              <a:off x="2736662" y="1071509"/>
              <a:ext cx="149184" cy="151632"/>
            </a:xfrm>
            <a:custGeom>
              <a:avLst/>
              <a:gdLst/>
              <a:ahLst/>
              <a:cxnLst/>
              <a:rect l="l" t="t" r="r" b="b"/>
              <a:pathLst>
                <a:path w="1219" h="1239" extrusionOk="0">
                  <a:moveTo>
                    <a:pt x="610" y="0"/>
                  </a:moveTo>
                  <a:cubicBezTo>
                    <a:pt x="610" y="336"/>
                    <a:pt x="336" y="609"/>
                    <a:pt x="0" y="609"/>
                  </a:cubicBezTo>
                  <a:cubicBezTo>
                    <a:pt x="336" y="609"/>
                    <a:pt x="610" y="883"/>
                    <a:pt x="610" y="1238"/>
                  </a:cubicBezTo>
                  <a:cubicBezTo>
                    <a:pt x="610" y="883"/>
                    <a:pt x="883" y="609"/>
                    <a:pt x="1219" y="609"/>
                  </a:cubicBezTo>
                  <a:cubicBezTo>
                    <a:pt x="883" y="609"/>
                    <a:pt x="610" y="336"/>
                    <a:pt x="61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5"/>
            <p:cNvSpPr/>
            <p:nvPr/>
          </p:nvSpPr>
          <p:spPr>
            <a:xfrm>
              <a:off x="2472803" y="326075"/>
              <a:ext cx="86892" cy="86524"/>
            </a:xfrm>
            <a:custGeom>
              <a:avLst/>
              <a:gdLst/>
              <a:ahLst/>
              <a:cxnLst/>
              <a:rect l="l" t="t" r="r" b="b"/>
              <a:pathLst>
                <a:path w="710" h="707" extrusionOk="0">
                  <a:moveTo>
                    <a:pt x="355" y="1"/>
                  </a:moveTo>
                  <a:cubicBezTo>
                    <a:pt x="355" y="194"/>
                    <a:pt x="193" y="352"/>
                    <a:pt x="0" y="352"/>
                  </a:cubicBezTo>
                  <a:cubicBezTo>
                    <a:pt x="193" y="352"/>
                    <a:pt x="355" y="514"/>
                    <a:pt x="355" y="707"/>
                  </a:cubicBezTo>
                  <a:cubicBezTo>
                    <a:pt x="355" y="514"/>
                    <a:pt x="517" y="352"/>
                    <a:pt x="710" y="352"/>
                  </a:cubicBezTo>
                  <a:cubicBezTo>
                    <a:pt x="517" y="352"/>
                    <a:pt x="355" y="194"/>
                    <a:pt x="3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5"/>
            <p:cNvSpPr/>
            <p:nvPr/>
          </p:nvSpPr>
          <p:spPr>
            <a:xfrm>
              <a:off x="2472803" y="1311257"/>
              <a:ext cx="86892" cy="88850"/>
            </a:xfrm>
            <a:custGeom>
              <a:avLst/>
              <a:gdLst/>
              <a:ahLst/>
              <a:cxnLst/>
              <a:rect l="l" t="t" r="r" b="b"/>
              <a:pathLst>
                <a:path w="710" h="726" extrusionOk="0">
                  <a:moveTo>
                    <a:pt x="355" y="0"/>
                  </a:moveTo>
                  <a:cubicBezTo>
                    <a:pt x="355" y="209"/>
                    <a:pt x="193" y="371"/>
                    <a:pt x="0" y="371"/>
                  </a:cubicBezTo>
                  <a:cubicBezTo>
                    <a:pt x="193" y="371"/>
                    <a:pt x="355" y="533"/>
                    <a:pt x="355" y="726"/>
                  </a:cubicBezTo>
                  <a:cubicBezTo>
                    <a:pt x="355" y="533"/>
                    <a:pt x="517" y="371"/>
                    <a:pt x="710" y="371"/>
                  </a:cubicBezTo>
                  <a:cubicBezTo>
                    <a:pt x="517" y="371"/>
                    <a:pt x="355" y="209"/>
                    <a:pt x="3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 name="Google Shape;59;p5"/>
          <p:cNvGrpSpPr/>
          <p:nvPr/>
        </p:nvGrpSpPr>
        <p:grpSpPr>
          <a:xfrm>
            <a:off x="8086149" y="370693"/>
            <a:ext cx="618651" cy="830000"/>
            <a:chOff x="8349749" y="370693"/>
            <a:chExt cx="618651" cy="830000"/>
          </a:xfrm>
        </p:grpSpPr>
        <p:grpSp>
          <p:nvGrpSpPr>
            <p:cNvPr id="60" name="Google Shape;60;p5"/>
            <p:cNvGrpSpPr/>
            <p:nvPr/>
          </p:nvGrpSpPr>
          <p:grpSpPr>
            <a:xfrm>
              <a:off x="8572735" y="370693"/>
              <a:ext cx="395665" cy="830000"/>
              <a:chOff x="6722060" y="248681"/>
              <a:chExt cx="395665" cy="830000"/>
            </a:xfrm>
          </p:grpSpPr>
          <p:sp>
            <p:nvSpPr>
              <p:cNvPr id="61" name="Google Shape;61;p5"/>
              <p:cNvSpPr/>
              <p:nvPr/>
            </p:nvSpPr>
            <p:spPr>
              <a:xfrm>
                <a:off x="6722060" y="870386"/>
                <a:ext cx="210743" cy="208295"/>
              </a:xfrm>
              <a:custGeom>
                <a:avLst/>
                <a:gdLst/>
                <a:ahLst/>
                <a:cxnLst/>
                <a:rect l="l" t="t" r="r" b="b"/>
                <a:pathLst>
                  <a:path w="1722" h="1702" extrusionOk="0">
                    <a:moveTo>
                      <a:pt x="869" y="0"/>
                    </a:moveTo>
                    <a:cubicBezTo>
                      <a:pt x="869" y="463"/>
                      <a:pt x="483" y="849"/>
                      <a:pt x="1" y="849"/>
                    </a:cubicBezTo>
                    <a:cubicBezTo>
                      <a:pt x="483" y="849"/>
                      <a:pt x="869" y="1234"/>
                      <a:pt x="869" y="1701"/>
                    </a:cubicBezTo>
                    <a:cubicBezTo>
                      <a:pt x="869" y="1234"/>
                      <a:pt x="1239" y="849"/>
                      <a:pt x="1721" y="849"/>
                    </a:cubicBezTo>
                    <a:cubicBezTo>
                      <a:pt x="1239" y="849"/>
                      <a:pt x="869" y="463"/>
                      <a:pt x="86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5"/>
              <p:cNvSpPr/>
              <p:nvPr/>
            </p:nvSpPr>
            <p:spPr>
              <a:xfrm>
                <a:off x="7030833" y="248681"/>
                <a:ext cx="86892" cy="88360"/>
              </a:xfrm>
              <a:custGeom>
                <a:avLst/>
                <a:gdLst/>
                <a:ahLst/>
                <a:cxnLst/>
                <a:rect l="l" t="t" r="r" b="b"/>
                <a:pathLst>
                  <a:path w="710" h="722" extrusionOk="0">
                    <a:moveTo>
                      <a:pt x="355" y="0"/>
                    </a:moveTo>
                    <a:cubicBezTo>
                      <a:pt x="355" y="209"/>
                      <a:pt x="193" y="371"/>
                      <a:pt x="0" y="371"/>
                    </a:cubicBezTo>
                    <a:cubicBezTo>
                      <a:pt x="193" y="371"/>
                      <a:pt x="355" y="529"/>
                      <a:pt x="355" y="722"/>
                    </a:cubicBezTo>
                    <a:cubicBezTo>
                      <a:pt x="355" y="529"/>
                      <a:pt x="517" y="371"/>
                      <a:pt x="710" y="371"/>
                    </a:cubicBezTo>
                    <a:cubicBezTo>
                      <a:pt x="517" y="371"/>
                      <a:pt x="355" y="209"/>
                      <a:pt x="3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3" name="Google Shape;63;p5"/>
            <p:cNvSpPr/>
            <p:nvPr/>
          </p:nvSpPr>
          <p:spPr>
            <a:xfrm>
              <a:off x="8349749" y="415774"/>
              <a:ext cx="162075" cy="160201"/>
            </a:xfrm>
            <a:custGeom>
              <a:avLst/>
              <a:gdLst/>
              <a:ahLst/>
              <a:cxnLst/>
              <a:rect l="l" t="t" r="r" b="b"/>
              <a:pathLst>
                <a:path w="1722" h="1702" extrusionOk="0">
                  <a:moveTo>
                    <a:pt x="869" y="0"/>
                  </a:moveTo>
                  <a:cubicBezTo>
                    <a:pt x="869" y="463"/>
                    <a:pt x="483" y="849"/>
                    <a:pt x="1" y="849"/>
                  </a:cubicBezTo>
                  <a:cubicBezTo>
                    <a:pt x="483" y="849"/>
                    <a:pt x="869" y="1234"/>
                    <a:pt x="869" y="1701"/>
                  </a:cubicBezTo>
                  <a:cubicBezTo>
                    <a:pt x="869" y="1234"/>
                    <a:pt x="1239" y="849"/>
                    <a:pt x="1721" y="849"/>
                  </a:cubicBezTo>
                  <a:cubicBezTo>
                    <a:pt x="1239" y="849"/>
                    <a:pt x="869" y="463"/>
                    <a:pt x="86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4" name="Google Shape;64;p5"/>
          <p:cNvSpPr/>
          <p:nvPr/>
        </p:nvSpPr>
        <p:spPr>
          <a:xfrm>
            <a:off x="955712" y="370697"/>
            <a:ext cx="149184" cy="151632"/>
          </a:xfrm>
          <a:custGeom>
            <a:avLst/>
            <a:gdLst/>
            <a:ahLst/>
            <a:cxnLst/>
            <a:rect l="l" t="t" r="r" b="b"/>
            <a:pathLst>
              <a:path w="1219" h="1239" extrusionOk="0">
                <a:moveTo>
                  <a:pt x="610" y="0"/>
                </a:moveTo>
                <a:cubicBezTo>
                  <a:pt x="610" y="336"/>
                  <a:pt x="336" y="609"/>
                  <a:pt x="0" y="609"/>
                </a:cubicBezTo>
                <a:cubicBezTo>
                  <a:pt x="336" y="609"/>
                  <a:pt x="610" y="883"/>
                  <a:pt x="610" y="1238"/>
                </a:cubicBezTo>
                <a:cubicBezTo>
                  <a:pt x="610" y="883"/>
                  <a:pt x="883" y="609"/>
                  <a:pt x="1219" y="609"/>
                </a:cubicBezTo>
                <a:cubicBezTo>
                  <a:pt x="883" y="609"/>
                  <a:pt x="610" y="336"/>
                  <a:pt x="61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5"/>
        <p:cNvGrpSpPr/>
        <p:nvPr/>
      </p:nvGrpSpPr>
      <p:grpSpPr>
        <a:xfrm>
          <a:off x="0" y="0"/>
          <a:ext cx="0" cy="0"/>
          <a:chOff x="0" y="0"/>
          <a:chExt cx="0" cy="0"/>
        </a:xfrm>
      </p:grpSpPr>
      <p:sp>
        <p:nvSpPr>
          <p:cNvPr id="66" name="Google Shape;66;p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67" name="Google Shape;67;p6"/>
          <p:cNvSpPr/>
          <p:nvPr/>
        </p:nvSpPr>
        <p:spPr>
          <a:xfrm>
            <a:off x="-3000" y="4608600"/>
            <a:ext cx="9150000" cy="534900"/>
          </a:xfrm>
          <a:prstGeom prst="rect">
            <a:avLst/>
          </a:prstGeom>
          <a:solidFill>
            <a:schemeClr val="lt1">
              <a:alpha val="344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8" name="Google Shape;68;p6"/>
          <p:cNvGrpSpPr/>
          <p:nvPr/>
        </p:nvGrpSpPr>
        <p:grpSpPr>
          <a:xfrm>
            <a:off x="8401944" y="164990"/>
            <a:ext cx="470060" cy="856175"/>
            <a:chOff x="8401944" y="164990"/>
            <a:chExt cx="470060" cy="856175"/>
          </a:xfrm>
        </p:grpSpPr>
        <p:sp>
          <p:nvSpPr>
            <p:cNvPr id="69" name="Google Shape;69;p6"/>
            <p:cNvSpPr/>
            <p:nvPr/>
          </p:nvSpPr>
          <p:spPr>
            <a:xfrm>
              <a:off x="8592929" y="746338"/>
              <a:ext cx="279075" cy="274826"/>
            </a:xfrm>
            <a:custGeom>
              <a:avLst/>
              <a:gdLst/>
              <a:ahLst/>
              <a:cxnLst/>
              <a:rect l="l" t="t" r="r" b="b"/>
              <a:pathLst>
                <a:path w="1239" h="1220" extrusionOk="0">
                  <a:moveTo>
                    <a:pt x="629" y="1"/>
                  </a:moveTo>
                  <a:cubicBezTo>
                    <a:pt x="629" y="337"/>
                    <a:pt x="355" y="610"/>
                    <a:pt x="0" y="610"/>
                  </a:cubicBezTo>
                  <a:cubicBezTo>
                    <a:pt x="355" y="610"/>
                    <a:pt x="629" y="884"/>
                    <a:pt x="629" y="1220"/>
                  </a:cubicBezTo>
                  <a:cubicBezTo>
                    <a:pt x="629" y="884"/>
                    <a:pt x="903" y="610"/>
                    <a:pt x="1238" y="610"/>
                  </a:cubicBezTo>
                  <a:cubicBezTo>
                    <a:pt x="903" y="610"/>
                    <a:pt x="629" y="337"/>
                    <a:pt x="62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6"/>
            <p:cNvSpPr/>
            <p:nvPr/>
          </p:nvSpPr>
          <p:spPr>
            <a:xfrm>
              <a:off x="8401944" y="410723"/>
              <a:ext cx="158549" cy="158325"/>
            </a:xfrm>
            <a:custGeom>
              <a:avLst/>
              <a:gdLst/>
              <a:ahLst/>
              <a:cxnLst/>
              <a:rect l="l" t="t" r="r" b="b"/>
              <a:pathLst>
                <a:path w="692" h="691" extrusionOk="0">
                  <a:moveTo>
                    <a:pt x="356" y="0"/>
                  </a:moveTo>
                  <a:cubicBezTo>
                    <a:pt x="356" y="193"/>
                    <a:pt x="194" y="355"/>
                    <a:pt x="1" y="355"/>
                  </a:cubicBezTo>
                  <a:cubicBezTo>
                    <a:pt x="194" y="355"/>
                    <a:pt x="356" y="513"/>
                    <a:pt x="356" y="691"/>
                  </a:cubicBezTo>
                  <a:cubicBezTo>
                    <a:pt x="356" y="513"/>
                    <a:pt x="498" y="355"/>
                    <a:pt x="691" y="355"/>
                  </a:cubicBezTo>
                  <a:cubicBezTo>
                    <a:pt x="498" y="355"/>
                    <a:pt x="356" y="193"/>
                    <a:pt x="35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6"/>
            <p:cNvSpPr/>
            <p:nvPr/>
          </p:nvSpPr>
          <p:spPr>
            <a:xfrm>
              <a:off x="8721504" y="164990"/>
              <a:ext cx="87228" cy="87232"/>
            </a:xfrm>
            <a:custGeom>
              <a:avLst/>
              <a:gdLst/>
              <a:ahLst/>
              <a:cxnLst/>
              <a:rect l="l" t="t" r="r" b="b"/>
              <a:pathLst>
                <a:path w="691" h="691" extrusionOk="0">
                  <a:moveTo>
                    <a:pt x="355" y="0"/>
                  </a:moveTo>
                  <a:cubicBezTo>
                    <a:pt x="355" y="193"/>
                    <a:pt x="193" y="351"/>
                    <a:pt x="0" y="351"/>
                  </a:cubicBezTo>
                  <a:cubicBezTo>
                    <a:pt x="193" y="351"/>
                    <a:pt x="355" y="498"/>
                    <a:pt x="355" y="691"/>
                  </a:cubicBezTo>
                  <a:cubicBezTo>
                    <a:pt x="355" y="498"/>
                    <a:pt x="498" y="351"/>
                    <a:pt x="691" y="351"/>
                  </a:cubicBezTo>
                  <a:cubicBezTo>
                    <a:pt x="498" y="351"/>
                    <a:pt x="355" y="193"/>
                    <a:pt x="3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 name="Google Shape;72;p6"/>
          <p:cNvGrpSpPr/>
          <p:nvPr/>
        </p:nvGrpSpPr>
        <p:grpSpPr>
          <a:xfrm>
            <a:off x="66468" y="4069049"/>
            <a:ext cx="582764" cy="457493"/>
            <a:chOff x="2496780" y="616449"/>
            <a:chExt cx="582764" cy="457493"/>
          </a:xfrm>
        </p:grpSpPr>
        <p:sp>
          <p:nvSpPr>
            <p:cNvPr id="73" name="Google Shape;73;p6"/>
            <p:cNvSpPr/>
            <p:nvPr/>
          </p:nvSpPr>
          <p:spPr>
            <a:xfrm>
              <a:off x="2923013" y="689308"/>
              <a:ext cx="156531" cy="156411"/>
            </a:xfrm>
            <a:custGeom>
              <a:avLst/>
              <a:gdLst/>
              <a:ahLst/>
              <a:cxnLst/>
              <a:rect l="l" t="t" r="r" b="b"/>
              <a:pathLst>
                <a:path w="1240" h="1239" extrusionOk="0">
                  <a:moveTo>
                    <a:pt x="610" y="1"/>
                  </a:moveTo>
                  <a:cubicBezTo>
                    <a:pt x="610" y="340"/>
                    <a:pt x="337" y="629"/>
                    <a:pt x="1" y="629"/>
                  </a:cubicBezTo>
                  <a:cubicBezTo>
                    <a:pt x="337" y="629"/>
                    <a:pt x="610" y="903"/>
                    <a:pt x="610" y="1239"/>
                  </a:cubicBezTo>
                  <a:cubicBezTo>
                    <a:pt x="610" y="903"/>
                    <a:pt x="884" y="629"/>
                    <a:pt x="1239" y="629"/>
                  </a:cubicBezTo>
                  <a:cubicBezTo>
                    <a:pt x="884" y="629"/>
                    <a:pt x="610" y="340"/>
                    <a:pt x="6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4" name="Google Shape;74;p6"/>
            <p:cNvGrpSpPr/>
            <p:nvPr/>
          </p:nvGrpSpPr>
          <p:grpSpPr>
            <a:xfrm>
              <a:off x="2496780" y="616449"/>
              <a:ext cx="398955" cy="457493"/>
              <a:chOff x="2496780" y="616449"/>
              <a:chExt cx="398955" cy="457493"/>
            </a:xfrm>
          </p:grpSpPr>
          <p:sp>
            <p:nvSpPr>
              <p:cNvPr id="75" name="Google Shape;75;p6"/>
              <p:cNvSpPr/>
              <p:nvPr/>
            </p:nvSpPr>
            <p:spPr>
              <a:xfrm>
                <a:off x="2739330" y="919930"/>
                <a:ext cx="156405" cy="154013"/>
              </a:xfrm>
              <a:custGeom>
                <a:avLst/>
                <a:gdLst/>
                <a:ahLst/>
                <a:cxnLst/>
                <a:rect l="l" t="t" r="r" b="b"/>
                <a:pathLst>
                  <a:path w="1239" h="1220" extrusionOk="0">
                    <a:moveTo>
                      <a:pt x="629" y="1"/>
                    </a:moveTo>
                    <a:cubicBezTo>
                      <a:pt x="629" y="337"/>
                      <a:pt x="355" y="610"/>
                      <a:pt x="0" y="610"/>
                    </a:cubicBezTo>
                    <a:cubicBezTo>
                      <a:pt x="355" y="610"/>
                      <a:pt x="629" y="884"/>
                      <a:pt x="629" y="1220"/>
                    </a:cubicBezTo>
                    <a:cubicBezTo>
                      <a:pt x="629" y="884"/>
                      <a:pt x="903" y="610"/>
                      <a:pt x="1238" y="610"/>
                    </a:cubicBezTo>
                    <a:cubicBezTo>
                      <a:pt x="903" y="610"/>
                      <a:pt x="629" y="337"/>
                      <a:pt x="62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6"/>
              <p:cNvSpPr/>
              <p:nvPr/>
            </p:nvSpPr>
            <p:spPr>
              <a:xfrm>
                <a:off x="2496780" y="616449"/>
                <a:ext cx="87355" cy="87232"/>
              </a:xfrm>
              <a:custGeom>
                <a:avLst/>
                <a:gdLst/>
                <a:ahLst/>
                <a:cxnLst/>
                <a:rect l="l" t="t" r="r" b="b"/>
                <a:pathLst>
                  <a:path w="692" h="691" extrusionOk="0">
                    <a:moveTo>
                      <a:pt x="356" y="0"/>
                    </a:moveTo>
                    <a:cubicBezTo>
                      <a:pt x="356" y="193"/>
                      <a:pt x="194" y="355"/>
                      <a:pt x="1" y="355"/>
                    </a:cubicBezTo>
                    <a:cubicBezTo>
                      <a:pt x="194" y="355"/>
                      <a:pt x="356" y="513"/>
                      <a:pt x="356" y="691"/>
                    </a:cubicBezTo>
                    <a:cubicBezTo>
                      <a:pt x="356" y="513"/>
                      <a:pt x="498" y="355"/>
                      <a:pt x="691" y="355"/>
                    </a:cubicBezTo>
                    <a:cubicBezTo>
                      <a:pt x="498" y="355"/>
                      <a:pt x="356" y="193"/>
                      <a:pt x="35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77" name="Google Shape;77;p6"/>
          <p:cNvGrpSpPr/>
          <p:nvPr/>
        </p:nvGrpSpPr>
        <p:grpSpPr>
          <a:xfrm>
            <a:off x="167360" y="164996"/>
            <a:ext cx="380999" cy="538529"/>
            <a:chOff x="537973" y="2680221"/>
            <a:chExt cx="380999" cy="538529"/>
          </a:xfrm>
        </p:grpSpPr>
        <p:sp>
          <p:nvSpPr>
            <p:cNvPr id="78" name="Google Shape;78;p6"/>
            <p:cNvSpPr/>
            <p:nvPr/>
          </p:nvSpPr>
          <p:spPr>
            <a:xfrm>
              <a:off x="537973" y="2960099"/>
              <a:ext cx="258850" cy="258651"/>
            </a:xfrm>
            <a:custGeom>
              <a:avLst/>
              <a:gdLst/>
              <a:ahLst/>
              <a:cxnLst/>
              <a:rect l="l" t="t" r="r" b="b"/>
              <a:pathLst>
                <a:path w="1240" h="1239" extrusionOk="0">
                  <a:moveTo>
                    <a:pt x="610" y="1"/>
                  </a:moveTo>
                  <a:cubicBezTo>
                    <a:pt x="610" y="340"/>
                    <a:pt x="337" y="629"/>
                    <a:pt x="1" y="629"/>
                  </a:cubicBezTo>
                  <a:cubicBezTo>
                    <a:pt x="337" y="629"/>
                    <a:pt x="610" y="903"/>
                    <a:pt x="610" y="1239"/>
                  </a:cubicBezTo>
                  <a:cubicBezTo>
                    <a:pt x="610" y="903"/>
                    <a:pt x="884" y="629"/>
                    <a:pt x="1239" y="629"/>
                  </a:cubicBezTo>
                  <a:cubicBezTo>
                    <a:pt x="884" y="629"/>
                    <a:pt x="610" y="340"/>
                    <a:pt x="6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6"/>
            <p:cNvSpPr/>
            <p:nvPr/>
          </p:nvSpPr>
          <p:spPr>
            <a:xfrm>
              <a:off x="779822" y="2680221"/>
              <a:ext cx="139150" cy="139150"/>
            </a:xfrm>
            <a:custGeom>
              <a:avLst/>
              <a:gdLst/>
              <a:ahLst/>
              <a:cxnLst/>
              <a:rect l="l" t="t" r="r" b="b"/>
              <a:pathLst>
                <a:path w="691" h="691" extrusionOk="0">
                  <a:moveTo>
                    <a:pt x="355" y="0"/>
                  </a:moveTo>
                  <a:cubicBezTo>
                    <a:pt x="355" y="193"/>
                    <a:pt x="193" y="351"/>
                    <a:pt x="0" y="351"/>
                  </a:cubicBezTo>
                  <a:cubicBezTo>
                    <a:pt x="193" y="351"/>
                    <a:pt x="355" y="498"/>
                    <a:pt x="355" y="691"/>
                  </a:cubicBezTo>
                  <a:cubicBezTo>
                    <a:pt x="355" y="498"/>
                    <a:pt x="498" y="351"/>
                    <a:pt x="691" y="351"/>
                  </a:cubicBezTo>
                  <a:cubicBezTo>
                    <a:pt x="498" y="351"/>
                    <a:pt x="355" y="193"/>
                    <a:pt x="3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80"/>
        <p:cNvGrpSpPr/>
        <p:nvPr/>
      </p:nvGrpSpPr>
      <p:grpSpPr>
        <a:xfrm>
          <a:off x="0" y="0"/>
          <a:ext cx="0" cy="0"/>
          <a:chOff x="0" y="0"/>
          <a:chExt cx="0" cy="0"/>
        </a:xfrm>
      </p:grpSpPr>
      <p:sp>
        <p:nvSpPr>
          <p:cNvPr id="81" name="Google Shape;81;p7"/>
          <p:cNvSpPr txBox="1">
            <a:spLocks noGrp="1"/>
          </p:cNvSpPr>
          <p:nvPr>
            <p:ph type="subTitle" idx="1"/>
          </p:nvPr>
        </p:nvSpPr>
        <p:spPr>
          <a:xfrm>
            <a:off x="2596500" y="1223375"/>
            <a:ext cx="3951000" cy="103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999999"/>
              </a:buClr>
              <a:buSzPts val="800"/>
              <a:buFont typeface="Open Sans"/>
              <a:buChar char="●"/>
              <a:defRPr sz="1400"/>
            </a:lvl1pPr>
            <a:lvl2pPr lvl="1" algn="ctr" rtl="0">
              <a:lnSpc>
                <a:spcPct val="100000"/>
              </a:lnSpc>
              <a:spcBef>
                <a:spcPts val="0"/>
              </a:spcBef>
              <a:spcAft>
                <a:spcPts val="0"/>
              </a:spcAft>
              <a:buClr>
                <a:srgbClr val="999999"/>
              </a:buClr>
              <a:buSzPts val="800"/>
              <a:buFont typeface="Open Sans"/>
              <a:buChar char="○"/>
              <a:defRPr/>
            </a:lvl2pPr>
            <a:lvl3pPr lvl="2" algn="ctr" rtl="0">
              <a:lnSpc>
                <a:spcPct val="100000"/>
              </a:lnSpc>
              <a:spcBef>
                <a:spcPts val="0"/>
              </a:spcBef>
              <a:spcAft>
                <a:spcPts val="0"/>
              </a:spcAft>
              <a:buClr>
                <a:srgbClr val="999999"/>
              </a:buClr>
              <a:buSzPts val="800"/>
              <a:buFont typeface="Open Sans"/>
              <a:buChar char="■"/>
              <a:defRPr/>
            </a:lvl3pPr>
            <a:lvl4pPr lvl="3" algn="ctr" rtl="0">
              <a:lnSpc>
                <a:spcPct val="100000"/>
              </a:lnSpc>
              <a:spcBef>
                <a:spcPts val="0"/>
              </a:spcBef>
              <a:spcAft>
                <a:spcPts val="0"/>
              </a:spcAft>
              <a:buClr>
                <a:srgbClr val="999999"/>
              </a:buClr>
              <a:buSzPts val="800"/>
              <a:buFont typeface="Open Sans"/>
              <a:buChar char="●"/>
              <a:defRPr/>
            </a:lvl4pPr>
            <a:lvl5pPr lvl="4" algn="ctr" rtl="0">
              <a:lnSpc>
                <a:spcPct val="100000"/>
              </a:lnSpc>
              <a:spcBef>
                <a:spcPts val="0"/>
              </a:spcBef>
              <a:spcAft>
                <a:spcPts val="0"/>
              </a:spcAft>
              <a:buClr>
                <a:srgbClr val="999999"/>
              </a:buClr>
              <a:buSzPts val="1200"/>
              <a:buFont typeface="Open Sans"/>
              <a:buChar char="○"/>
              <a:defRPr/>
            </a:lvl5pPr>
            <a:lvl6pPr lvl="5" algn="ctr" rtl="0">
              <a:lnSpc>
                <a:spcPct val="100000"/>
              </a:lnSpc>
              <a:spcBef>
                <a:spcPts val="0"/>
              </a:spcBef>
              <a:spcAft>
                <a:spcPts val="0"/>
              </a:spcAft>
              <a:buClr>
                <a:srgbClr val="999999"/>
              </a:buClr>
              <a:buSzPts val="1200"/>
              <a:buFont typeface="Open Sans"/>
              <a:buChar char="■"/>
              <a:defRPr/>
            </a:lvl6pPr>
            <a:lvl7pPr lvl="6" algn="ctr" rtl="0">
              <a:lnSpc>
                <a:spcPct val="100000"/>
              </a:lnSpc>
              <a:spcBef>
                <a:spcPts val="0"/>
              </a:spcBef>
              <a:spcAft>
                <a:spcPts val="0"/>
              </a:spcAft>
              <a:buClr>
                <a:srgbClr val="999999"/>
              </a:buClr>
              <a:buSzPts val="700"/>
              <a:buFont typeface="Open Sans"/>
              <a:buChar char="●"/>
              <a:defRPr/>
            </a:lvl7pPr>
            <a:lvl8pPr lvl="7" algn="ctr" rtl="0">
              <a:lnSpc>
                <a:spcPct val="100000"/>
              </a:lnSpc>
              <a:spcBef>
                <a:spcPts val="0"/>
              </a:spcBef>
              <a:spcAft>
                <a:spcPts val="0"/>
              </a:spcAft>
              <a:buClr>
                <a:srgbClr val="999999"/>
              </a:buClr>
              <a:buSzPts val="700"/>
              <a:buFont typeface="Open Sans"/>
              <a:buChar char="○"/>
              <a:defRPr/>
            </a:lvl8pPr>
            <a:lvl9pPr lvl="8" algn="ctr" rtl="0">
              <a:lnSpc>
                <a:spcPct val="100000"/>
              </a:lnSpc>
              <a:spcBef>
                <a:spcPts val="0"/>
              </a:spcBef>
              <a:spcAft>
                <a:spcPts val="0"/>
              </a:spcAft>
              <a:buClr>
                <a:srgbClr val="999999"/>
              </a:buClr>
              <a:buSzPts val="600"/>
              <a:buFont typeface="Open Sans"/>
              <a:buChar char="■"/>
              <a:defRPr/>
            </a:lvl9pPr>
          </a:lstStyle>
          <a:p>
            <a:endParaRPr/>
          </a:p>
        </p:txBody>
      </p:sp>
      <p:sp>
        <p:nvSpPr>
          <p:cNvPr id="82" name="Google Shape;82;p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83" name="Google Shape;83;p7"/>
          <p:cNvSpPr/>
          <p:nvPr/>
        </p:nvSpPr>
        <p:spPr>
          <a:xfrm>
            <a:off x="-3000" y="4608600"/>
            <a:ext cx="9150000" cy="534900"/>
          </a:xfrm>
          <a:prstGeom prst="rect">
            <a:avLst/>
          </a:prstGeom>
          <a:solidFill>
            <a:schemeClr val="lt1">
              <a:alpha val="344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7"/>
          <p:cNvSpPr/>
          <p:nvPr/>
        </p:nvSpPr>
        <p:spPr>
          <a:xfrm rot="10800000">
            <a:off x="8396246" y="242543"/>
            <a:ext cx="210743" cy="208295"/>
          </a:xfrm>
          <a:custGeom>
            <a:avLst/>
            <a:gdLst/>
            <a:ahLst/>
            <a:cxnLst/>
            <a:rect l="l" t="t" r="r" b="b"/>
            <a:pathLst>
              <a:path w="1722" h="1702" extrusionOk="0">
                <a:moveTo>
                  <a:pt x="869" y="0"/>
                </a:moveTo>
                <a:cubicBezTo>
                  <a:pt x="869" y="463"/>
                  <a:pt x="483" y="849"/>
                  <a:pt x="1" y="849"/>
                </a:cubicBezTo>
                <a:cubicBezTo>
                  <a:pt x="483" y="849"/>
                  <a:pt x="869" y="1234"/>
                  <a:pt x="869" y="1701"/>
                </a:cubicBezTo>
                <a:cubicBezTo>
                  <a:pt x="869" y="1234"/>
                  <a:pt x="1239" y="849"/>
                  <a:pt x="1721" y="849"/>
                </a:cubicBezTo>
                <a:cubicBezTo>
                  <a:pt x="1239" y="849"/>
                  <a:pt x="869" y="463"/>
                  <a:pt x="86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7"/>
          <p:cNvSpPr/>
          <p:nvPr/>
        </p:nvSpPr>
        <p:spPr>
          <a:xfrm rot="10800000">
            <a:off x="8607000" y="941087"/>
            <a:ext cx="162075" cy="160201"/>
          </a:xfrm>
          <a:custGeom>
            <a:avLst/>
            <a:gdLst/>
            <a:ahLst/>
            <a:cxnLst/>
            <a:rect l="l" t="t" r="r" b="b"/>
            <a:pathLst>
              <a:path w="1722" h="1702" extrusionOk="0">
                <a:moveTo>
                  <a:pt x="869" y="0"/>
                </a:moveTo>
                <a:cubicBezTo>
                  <a:pt x="869" y="463"/>
                  <a:pt x="483" y="849"/>
                  <a:pt x="1" y="849"/>
                </a:cubicBezTo>
                <a:cubicBezTo>
                  <a:pt x="483" y="849"/>
                  <a:pt x="869" y="1234"/>
                  <a:pt x="869" y="1701"/>
                </a:cubicBezTo>
                <a:cubicBezTo>
                  <a:pt x="869" y="1234"/>
                  <a:pt x="1239" y="849"/>
                  <a:pt x="1721" y="849"/>
                </a:cubicBezTo>
                <a:cubicBezTo>
                  <a:pt x="1239" y="849"/>
                  <a:pt x="869" y="463"/>
                  <a:pt x="86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7"/>
          <p:cNvSpPr/>
          <p:nvPr/>
        </p:nvSpPr>
        <p:spPr>
          <a:xfrm>
            <a:off x="8629021" y="1536366"/>
            <a:ext cx="140063" cy="140058"/>
          </a:xfrm>
          <a:custGeom>
            <a:avLst/>
            <a:gdLst/>
            <a:ahLst/>
            <a:cxnLst/>
            <a:rect l="l" t="t" r="r" b="b"/>
            <a:pathLst>
              <a:path w="1706" h="1706" extrusionOk="0">
                <a:moveTo>
                  <a:pt x="853" y="0"/>
                </a:moveTo>
                <a:cubicBezTo>
                  <a:pt x="853" y="467"/>
                  <a:pt x="467" y="853"/>
                  <a:pt x="0" y="853"/>
                </a:cubicBezTo>
                <a:cubicBezTo>
                  <a:pt x="467" y="853"/>
                  <a:pt x="853" y="1238"/>
                  <a:pt x="853" y="1705"/>
                </a:cubicBezTo>
                <a:cubicBezTo>
                  <a:pt x="853" y="1238"/>
                  <a:pt x="1238" y="853"/>
                  <a:pt x="1705" y="853"/>
                </a:cubicBezTo>
                <a:cubicBezTo>
                  <a:pt x="1238" y="853"/>
                  <a:pt x="853" y="467"/>
                  <a:pt x="8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7"/>
          <p:cNvSpPr/>
          <p:nvPr/>
        </p:nvSpPr>
        <p:spPr>
          <a:xfrm>
            <a:off x="462424" y="242550"/>
            <a:ext cx="199200" cy="202474"/>
          </a:xfrm>
          <a:custGeom>
            <a:avLst/>
            <a:gdLst/>
            <a:ahLst/>
            <a:cxnLst/>
            <a:rect l="l" t="t" r="r" b="b"/>
            <a:pathLst>
              <a:path w="1219" h="1239" extrusionOk="0">
                <a:moveTo>
                  <a:pt x="610" y="0"/>
                </a:moveTo>
                <a:cubicBezTo>
                  <a:pt x="610" y="336"/>
                  <a:pt x="336" y="609"/>
                  <a:pt x="0" y="609"/>
                </a:cubicBezTo>
                <a:cubicBezTo>
                  <a:pt x="336" y="609"/>
                  <a:pt x="610" y="883"/>
                  <a:pt x="610" y="1238"/>
                </a:cubicBezTo>
                <a:cubicBezTo>
                  <a:pt x="610" y="883"/>
                  <a:pt x="883" y="609"/>
                  <a:pt x="1219" y="609"/>
                </a:cubicBezTo>
                <a:cubicBezTo>
                  <a:pt x="883" y="609"/>
                  <a:pt x="610" y="336"/>
                  <a:pt x="61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7"/>
          <p:cNvSpPr/>
          <p:nvPr/>
        </p:nvSpPr>
        <p:spPr>
          <a:xfrm>
            <a:off x="342474" y="730800"/>
            <a:ext cx="119950" cy="121924"/>
          </a:xfrm>
          <a:custGeom>
            <a:avLst/>
            <a:gdLst/>
            <a:ahLst/>
            <a:cxnLst/>
            <a:rect l="l" t="t" r="r" b="b"/>
            <a:pathLst>
              <a:path w="1219" h="1239" extrusionOk="0">
                <a:moveTo>
                  <a:pt x="610" y="0"/>
                </a:moveTo>
                <a:cubicBezTo>
                  <a:pt x="610" y="336"/>
                  <a:pt x="336" y="609"/>
                  <a:pt x="0" y="609"/>
                </a:cubicBezTo>
                <a:cubicBezTo>
                  <a:pt x="336" y="609"/>
                  <a:pt x="610" y="883"/>
                  <a:pt x="610" y="1238"/>
                </a:cubicBezTo>
                <a:cubicBezTo>
                  <a:pt x="610" y="883"/>
                  <a:pt x="883" y="609"/>
                  <a:pt x="1219" y="609"/>
                </a:cubicBezTo>
                <a:cubicBezTo>
                  <a:pt x="883" y="609"/>
                  <a:pt x="610" y="336"/>
                  <a:pt x="61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7"/>
          <p:cNvSpPr/>
          <p:nvPr/>
        </p:nvSpPr>
        <p:spPr>
          <a:xfrm>
            <a:off x="342474" y="1541550"/>
            <a:ext cx="119950" cy="121924"/>
          </a:xfrm>
          <a:custGeom>
            <a:avLst/>
            <a:gdLst/>
            <a:ahLst/>
            <a:cxnLst/>
            <a:rect l="l" t="t" r="r" b="b"/>
            <a:pathLst>
              <a:path w="1219" h="1239" extrusionOk="0">
                <a:moveTo>
                  <a:pt x="610" y="0"/>
                </a:moveTo>
                <a:cubicBezTo>
                  <a:pt x="610" y="336"/>
                  <a:pt x="336" y="609"/>
                  <a:pt x="0" y="609"/>
                </a:cubicBezTo>
                <a:cubicBezTo>
                  <a:pt x="336" y="609"/>
                  <a:pt x="610" y="883"/>
                  <a:pt x="610" y="1238"/>
                </a:cubicBezTo>
                <a:cubicBezTo>
                  <a:pt x="610" y="883"/>
                  <a:pt x="883" y="609"/>
                  <a:pt x="1219" y="609"/>
                </a:cubicBezTo>
                <a:cubicBezTo>
                  <a:pt x="883" y="609"/>
                  <a:pt x="610" y="336"/>
                  <a:pt x="61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90"/>
        <p:cNvGrpSpPr/>
        <p:nvPr/>
      </p:nvGrpSpPr>
      <p:grpSpPr>
        <a:xfrm>
          <a:off x="0" y="0"/>
          <a:ext cx="0" cy="0"/>
          <a:chOff x="0" y="0"/>
          <a:chExt cx="0" cy="0"/>
        </a:xfrm>
      </p:grpSpPr>
      <p:sp>
        <p:nvSpPr>
          <p:cNvPr id="91" name="Google Shape;91;p8"/>
          <p:cNvSpPr txBox="1">
            <a:spLocks noGrp="1"/>
          </p:cNvSpPr>
          <p:nvPr>
            <p:ph type="title"/>
          </p:nvPr>
        </p:nvSpPr>
        <p:spPr>
          <a:xfrm>
            <a:off x="1589975" y="1333450"/>
            <a:ext cx="5964000" cy="22791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4800"/>
              <a:buNone/>
              <a:defRPr sz="10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92" name="Google Shape;92;p8"/>
          <p:cNvSpPr/>
          <p:nvPr/>
        </p:nvSpPr>
        <p:spPr>
          <a:xfrm>
            <a:off x="-3000" y="4608600"/>
            <a:ext cx="9150000" cy="534900"/>
          </a:xfrm>
          <a:prstGeom prst="rect">
            <a:avLst/>
          </a:prstGeom>
          <a:solidFill>
            <a:schemeClr val="lt1">
              <a:alpha val="344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8"/>
          <p:cNvSpPr/>
          <p:nvPr/>
        </p:nvSpPr>
        <p:spPr>
          <a:xfrm>
            <a:off x="368293" y="588888"/>
            <a:ext cx="208785" cy="208785"/>
          </a:xfrm>
          <a:custGeom>
            <a:avLst/>
            <a:gdLst/>
            <a:ahLst/>
            <a:cxnLst/>
            <a:rect l="l" t="t" r="r" b="b"/>
            <a:pathLst>
              <a:path w="1706" h="1706" extrusionOk="0">
                <a:moveTo>
                  <a:pt x="853" y="0"/>
                </a:moveTo>
                <a:cubicBezTo>
                  <a:pt x="853" y="467"/>
                  <a:pt x="467" y="853"/>
                  <a:pt x="0" y="853"/>
                </a:cubicBezTo>
                <a:cubicBezTo>
                  <a:pt x="467" y="853"/>
                  <a:pt x="853" y="1238"/>
                  <a:pt x="853" y="1705"/>
                </a:cubicBezTo>
                <a:cubicBezTo>
                  <a:pt x="853" y="1238"/>
                  <a:pt x="1238" y="853"/>
                  <a:pt x="1705" y="853"/>
                </a:cubicBezTo>
                <a:cubicBezTo>
                  <a:pt x="1238" y="853"/>
                  <a:pt x="853" y="467"/>
                  <a:pt x="8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8"/>
          <p:cNvSpPr/>
          <p:nvPr/>
        </p:nvSpPr>
        <p:spPr>
          <a:xfrm>
            <a:off x="889928" y="380715"/>
            <a:ext cx="151632" cy="151632"/>
          </a:xfrm>
          <a:custGeom>
            <a:avLst/>
            <a:gdLst/>
            <a:ahLst/>
            <a:cxnLst/>
            <a:rect l="l" t="t" r="r" b="b"/>
            <a:pathLst>
              <a:path w="1239" h="1239" extrusionOk="0">
                <a:moveTo>
                  <a:pt x="610" y="0"/>
                </a:moveTo>
                <a:cubicBezTo>
                  <a:pt x="610" y="351"/>
                  <a:pt x="336" y="625"/>
                  <a:pt x="0" y="625"/>
                </a:cubicBezTo>
                <a:cubicBezTo>
                  <a:pt x="336" y="625"/>
                  <a:pt x="610" y="899"/>
                  <a:pt x="610" y="1238"/>
                </a:cubicBezTo>
                <a:cubicBezTo>
                  <a:pt x="610" y="899"/>
                  <a:pt x="884" y="625"/>
                  <a:pt x="1239" y="625"/>
                </a:cubicBezTo>
                <a:cubicBezTo>
                  <a:pt x="884" y="625"/>
                  <a:pt x="610" y="351"/>
                  <a:pt x="61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8"/>
          <p:cNvSpPr/>
          <p:nvPr/>
        </p:nvSpPr>
        <p:spPr>
          <a:xfrm>
            <a:off x="8522421" y="635306"/>
            <a:ext cx="86892" cy="88360"/>
          </a:xfrm>
          <a:custGeom>
            <a:avLst/>
            <a:gdLst/>
            <a:ahLst/>
            <a:cxnLst/>
            <a:rect l="l" t="t" r="r" b="b"/>
            <a:pathLst>
              <a:path w="710" h="722" extrusionOk="0">
                <a:moveTo>
                  <a:pt x="355" y="0"/>
                </a:moveTo>
                <a:cubicBezTo>
                  <a:pt x="355" y="209"/>
                  <a:pt x="193" y="371"/>
                  <a:pt x="0" y="371"/>
                </a:cubicBezTo>
                <a:cubicBezTo>
                  <a:pt x="193" y="371"/>
                  <a:pt x="355" y="529"/>
                  <a:pt x="355" y="722"/>
                </a:cubicBezTo>
                <a:cubicBezTo>
                  <a:pt x="355" y="529"/>
                  <a:pt x="517" y="371"/>
                  <a:pt x="710" y="371"/>
                </a:cubicBezTo>
                <a:cubicBezTo>
                  <a:pt x="517" y="371"/>
                  <a:pt x="355" y="209"/>
                  <a:pt x="3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8"/>
          <p:cNvSpPr/>
          <p:nvPr/>
        </p:nvSpPr>
        <p:spPr>
          <a:xfrm>
            <a:off x="8615299" y="1999329"/>
            <a:ext cx="151632" cy="151142"/>
          </a:xfrm>
          <a:custGeom>
            <a:avLst/>
            <a:gdLst/>
            <a:ahLst/>
            <a:cxnLst/>
            <a:rect l="l" t="t" r="r" b="b"/>
            <a:pathLst>
              <a:path w="1239" h="1235" extrusionOk="0">
                <a:moveTo>
                  <a:pt x="625" y="1"/>
                </a:moveTo>
                <a:cubicBezTo>
                  <a:pt x="625" y="336"/>
                  <a:pt x="336" y="610"/>
                  <a:pt x="1" y="610"/>
                </a:cubicBezTo>
                <a:cubicBezTo>
                  <a:pt x="336" y="610"/>
                  <a:pt x="625" y="884"/>
                  <a:pt x="625" y="1235"/>
                </a:cubicBezTo>
                <a:cubicBezTo>
                  <a:pt x="625" y="884"/>
                  <a:pt x="899" y="610"/>
                  <a:pt x="1239" y="610"/>
                </a:cubicBezTo>
                <a:cubicBezTo>
                  <a:pt x="899" y="610"/>
                  <a:pt x="625" y="336"/>
                  <a:pt x="6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8"/>
          <p:cNvSpPr/>
          <p:nvPr/>
        </p:nvSpPr>
        <p:spPr>
          <a:xfrm>
            <a:off x="5738301" y="441508"/>
            <a:ext cx="215800" cy="212515"/>
          </a:xfrm>
          <a:custGeom>
            <a:avLst/>
            <a:gdLst/>
            <a:ahLst/>
            <a:cxnLst/>
            <a:rect l="l" t="t" r="r" b="b"/>
            <a:pathLst>
              <a:path w="1239" h="1220" extrusionOk="0">
                <a:moveTo>
                  <a:pt x="629" y="1"/>
                </a:moveTo>
                <a:cubicBezTo>
                  <a:pt x="629" y="337"/>
                  <a:pt x="355" y="610"/>
                  <a:pt x="0" y="610"/>
                </a:cubicBezTo>
                <a:cubicBezTo>
                  <a:pt x="355" y="610"/>
                  <a:pt x="629" y="884"/>
                  <a:pt x="629" y="1220"/>
                </a:cubicBezTo>
                <a:cubicBezTo>
                  <a:pt x="629" y="884"/>
                  <a:pt x="903" y="610"/>
                  <a:pt x="1238" y="610"/>
                </a:cubicBezTo>
                <a:cubicBezTo>
                  <a:pt x="903" y="610"/>
                  <a:pt x="629" y="337"/>
                  <a:pt x="62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8"/>
          <p:cNvSpPr/>
          <p:nvPr/>
        </p:nvSpPr>
        <p:spPr>
          <a:xfrm>
            <a:off x="2956269" y="468598"/>
            <a:ext cx="158549" cy="158325"/>
          </a:xfrm>
          <a:custGeom>
            <a:avLst/>
            <a:gdLst/>
            <a:ahLst/>
            <a:cxnLst/>
            <a:rect l="l" t="t" r="r" b="b"/>
            <a:pathLst>
              <a:path w="692" h="691" extrusionOk="0">
                <a:moveTo>
                  <a:pt x="356" y="0"/>
                </a:moveTo>
                <a:cubicBezTo>
                  <a:pt x="356" y="193"/>
                  <a:pt x="194" y="355"/>
                  <a:pt x="1" y="355"/>
                </a:cubicBezTo>
                <a:cubicBezTo>
                  <a:pt x="194" y="355"/>
                  <a:pt x="356" y="513"/>
                  <a:pt x="356" y="691"/>
                </a:cubicBezTo>
                <a:cubicBezTo>
                  <a:pt x="356" y="513"/>
                  <a:pt x="498" y="355"/>
                  <a:pt x="691" y="355"/>
                </a:cubicBezTo>
                <a:cubicBezTo>
                  <a:pt x="498" y="355"/>
                  <a:pt x="356" y="193"/>
                  <a:pt x="35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8"/>
          <p:cNvSpPr/>
          <p:nvPr/>
        </p:nvSpPr>
        <p:spPr>
          <a:xfrm>
            <a:off x="3275829" y="222865"/>
            <a:ext cx="87228" cy="87232"/>
          </a:xfrm>
          <a:custGeom>
            <a:avLst/>
            <a:gdLst/>
            <a:ahLst/>
            <a:cxnLst/>
            <a:rect l="l" t="t" r="r" b="b"/>
            <a:pathLst>
              <a:path w="691" h="691" extrusionOk="0">
                <a:moveTo>
                  <a:pt x="355" y="0"/>
                </a:moveTo>
                <a:cubicBezTo>
                  <a:pt x="355" y="193"/>
                  <a:pt x="193" y="351"/>
                  <a:pt x="0" y="351"/>
                </a:cubicBezTo>
                <a:cubicBezTo>
                  <a:pt x="193" y="351"/>
                  <a:pt x="355" y="498"/>
                  <a:pt x="355" y="691"/>
                </a:cubicBezTo>
                <a:cubicBezTo>
                  <a:pt x="355" y="498"/>
                  <a:pt x="498" y="351"/>
                  <a:pt x="691" y="351"/>
                </a:cubicBezTo>
                <a:cubicBezTo>
                  <a:pt x="498" y="351"/>
                  <a:pt x="355" y="193"/>
                  <a:pt x="3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00"/>
        <p:cNvGrpSpPr/>
        <p:nvPr/>
      </p:nvGrpSpPr>
      <p:grpSpPr>
        <a:xfrm>
          <a:off x="0" y="0"/>
          <a:ext cx="0" cy="0"/>
          <a:chOff x="0" y="0"/>
          <a:chExt cx="0" cy="0"/>
        </a:xfrm>
      </p:grpSpPr>
      <p:sp>
        <p:nvSpPr>
          <p:cNvPr id="101" name="Google Shape;101;p9"/>
          <p:cNvSpPr txBox="1">
            <a:spLocks noGrp="1"/>
          </p:cNvSpPr>
          <p:nvPr>
            <p:ph type="title"/>
          </p:nvPr>
        </p:nvSpPr>
        <p:spPr>
          <a:xfrm>
            <a:off x="720000" y="1251400"/>
            <a:ext cx="3617100" cy="7602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sz="48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02" name="Google Shape;102;p9"/>
          <p:cNvSpPr txBox="1">
            <a:spLocks noGrp="1"/>
          </p:cNvSpPr>
          <p:nvPr>
            <p:ph type="subTitle" idx="1"/>
          </p:nvPr>
        </p:nvSpPr>
        <p:spPr>
          <a:xfrm>
            <a:off x="720000" y="2065100"/>
            <a:ext cx="3617100" cy="1827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999999"/>
              </a:buClr>
              <a:buSzPts val="800"/>
              <a:buFont typeface="Open Sans"/>
              <a:buChar char="●"/>
              <a:defRPr sz="1800"/>
            </a:lvl1pPr>
            <a:lvl2pPr lvl="1" algn="ctr" rtl="0">
              <a:lnSpc>
                <a:spcPct val="100000"/>
              </a:lnSpc>
              <a:spcBef>
                <a:spcPts val="0"/>
              </a:spcBef>
              <a:spcAft>
                <a:spcPts val="0"/>
              </a:spcAft>
              <a:buClr>
                <a:srgbClr val="999999"/>
              </a:buClr>
              <a:buSzPts val="800"/>
              <a:buFont typeface="Open Sans"/>
              <a:buChar char="○"/>
              <a:defRPr/>
            </a:lvl2pPr>
            <a:lvl3pPr lvl="2" algn="ctr" rtl="0">
              <a:lnSpc>
                <a:spcPct val="100000"/>
              </a:lnSpc>
              <a:spcBef>
                <a:spcPts val="0"/>
              </a:spcBef>
              <a:spcAft>
                <a:spcPts val="0"/>
              </a:spcAft>
              <a:buClr>
                <a:srgbClr val="999999"/>
              </a:buClr>
              <a:buSzPts val="800"/>
              <a:buFont typeface="Open Sans"/>
              <a:buChar char="■"/>
              <a:defRPr/>
            </a:lvl3pPr>
            <a:lvl4pPr lvl="3" algn="ctr" rtl="0">
              <a:lnSpc>
                <a:spcPct val="100000"/>
              </a:lnSpc>
              <a:spcBef>
                <a:spcPts val="0"/>
              </a:spcBef>
              <a:spcAft>
                <a:spcPts val="0"/>
              </a:spcAft>
              <a:buClr>
                <a:srgbClr val="999999"/>
              </a:buClr>
              <a:buSzPts val="800"/>
              <a:buFont typeface="Open Sans"/>
              <a:buChar char="●"/>
              <a:defRPr/>
            </a:lvl4pPr>
            <a:lvl5pPr lvl="4" algn="ctr" rtl="0">
              <a:lnSpc>
                <a:spcPct val="100000"/>
              </a:lnSpc>
              <a:spcBef>
                <a:spcPts val="0"/>
              </a:spcBef>
              <a:spcAft>
                <a:spcPts val="0"/>
              </a:spcAft>
              <a:buClr>
                <a:srgbClr val="999999"/>
              </a:buClr>
              <a:buSzPts val="1200"/>
              <a:buFont typeface="Open Sans"/>
              <a:buChar char="○"/>
              <a:defRPr/>
            </a:lvl5pPr>
            <a:lvl6pPr lvl="5" algn="ctr" rtl="0">
              <a:lnSpc>
                <a:spcPct val="100000"/>
              </a:lnSpc>
              <a:spcBef>
                <a:spcPts val="0"/>
              </a:spcBef>
              <a:spcAft>
                <a:spcPts val="0"/>
              </a:spcAft>
              <a:buClr>
                <a:srgbClr val="999999"/>
              </a:buClr>
              <a:buSzPts val="1200"/>
              <a:buFont typeface="Open Sans"/>
              <a:buChar char="■"/>
              <a:defRPr/>
            </a:lvl6pPr>
            <a:lvl7pPr lvl="6" algn="ctr" rtl="0">
              <a:lnSpc>
                <a:spcPct val="100000"/>
              </a:lnSpc>
              <a:spcBef>
                <a:spcPts val="0"/>
              </a:spcBef>
              <a:spcAft>
                <a:spcPts val="0"/>
              </a:spcAft>
              <a:buClr>
                <a:srgbClr val="999999"/>
              </a:buClr>
              <a:buSzPts val="700"/>
              <a:buFont typeface="Open Sans"/>
              <a:buChar char="●"/>
              <a:defRPr/>
            </a:lvl7pPr>
            <a:lvl8pPr lvl="7" algn="ctr" rtl="0">
              <a:lnSpc>
                <a:spcPct val="100000"/>
              </a:lnSpc>
              <a:spcBef>
                <a:spcPts val="0"/>
              </a:spcBef>
              <a:spcAft>
                <a:spcPts val="0"/>
              </a:spcAft>
              <a:buClr>
                <a:srgbClr val="999999"/>
              </a:buClr>
              <a:buSzPts val="700"/>
              <a:buFont typeface="Open Sans"/>
              <a:buChar char="○"/>
              <a:defRPr/>
            </a:lvl8pPr>
            <a:lvl9pPr lvl="8" algn="ctr" rtl="0">
              <a:lnSpc>
                <a:spcPct val="100000"/>
              </a:lnSpc>
              <a:spcBef>
                <a:spcPts val="0"/>
              </a:spcBef>
              <a:spcAft>
                <a:spcPts val="0"/>
              </a:spcAft>
              <a:buClr>
                <a:srgbClr val="999999"/>
              </a:buClr>
              <a:buSzPts val="600"/>
              <a:buFont typeface="Open Sans"/>
              <a:buChar char="■"/>
              <a:defRPr/>
            </a:lvl9pPr>
          </a:lstStyle>
          <a:p>
            <a:endParaRPr/>
          </a:p>
        </p:txBody>
      </p:sp>
      <p:sp>
        <p:nvSpPr>
          <p:cNvPr id="103" name="Google Shape;103;p9"/>
          <p:cNvSpPr/>
          <p:nvPr/>
        </p:nvSpPr>
        <p:spPr>
          <a:xfrm>
            <a:off x="-3000" y="4608600"/>
            <a:ext cx="9150000" cy="534900"/>
          </a:xfrm>
          <a:prstGeom prst="rect">
            <a:avLst/>
          </a:prstGeom>
          <a:solidFill>
            <a:schemeClr val="lt1">
              <a:alpha val="344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4" name="Google Shape;104;p9"/>
          <p:cNvGrpSpPr/>
          <p:nvPr/>
        </p:nvGrpSpPr>
        <p:grpSpPr>
          <a:xfrm>
            <a:off x="8401944" y="164990"/>
            <a:ext cx="470060" cy="856175"/>
            <a:chOff x="8401944" y="164990"/>
            <a:chExt cx="470060" cy="856175"/>
          </a:xfrm>
        </p:grpSpPr>
        <p:sp>
          <p:nvSpPr>
            <p:cNvPr id="105" name="Google Shape;105;p9"/>
            <p:cNvSpPr/>
            <p:nvPr/>
          </p:nvSpPr>
          <p:spPr>
            <a:xfrm>
              <a:off x="8592929" y="746338"/>
              <a:ext cx="279075" cy="274826"/>
            </a:xfrm>
            <a:custGeom>
              <a:avLst/>
              <a:gdLst/>
              <a:ahLst/>
              <a:cxnLst/>
              <a:rect l="l" t="t" r="r" b="b"/>
              <a:pathLst>
                <a:path w="1239" h="1220" extrusionOk="0">
                  <a:moveTo>
                    <a:pt x="629" y="1"/>
                  </a:moveTo>
                  <a:cubicBezTo>
                    <a:pt x="629" y="337"/>
                    <a:pt x="355" y="610"/>
                    <a:pt x="0" y="610"/>
                  </a:cubicBezTo>
                  <a:cubicBezTo>
                    <a:pt x="355" y="610"/>
                    <a:pt x="629" y="884"/>
                    <a:pt x="629" y="1220"/>
                  </a:cubicBezTo>
                  <a:cubicBezTo>
                    <a:pt x="629" y="884"/>
                    <a:pt x="903" y="610"/>
                    <a:pt x="1238" y="610"/>
                  </a:cubicBezTo>
                  <a:cubicBezTo>
                    <a:pt x="903" y="610"/>
                    <a:pt x="629" y="337"/>
                    <a:pt x="62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9"/>
            <p:cNvSpPr/>
            <p:nvPr/>
          </p:nvSpPr>
          <p:spPr>
            <a:xfrm>
              <a:off x="8401944" y="410723"/>
              <a:ext cx="158549" cy="158325"/>
            </a:xfrm>
            <a:custGeom>
              <a:avLst/>
              <a:gdLst/>
              <a:ahLst/>
              <a:cxnLst/>
              <a:rect l="l" t="t" r="r" b="b"/>
              <a:pathLst>
                <a:path w="692" h="691" extrusionOk="0">
                  <a:moveTo>
                    <a:pt x="356" y="0"/>
                  </a:moveTo>
                  <a:cubicBezTo>
                    <a:pt x="356" y="193"/>
                    <a:pt x="194" y="355"/>
                    <a:pt x="1" y="355"/>
                  </a:cubicBezTo>
                  <a:cubicBezTo>
                    <a:pt x="194" y="355"/>
                    <a:pt x="356" y="513"/>
                    <a:pt x="356" y="691"/>
                  </a:cubicBezTo>
                  <a:cubicBezTo>
                    <a:pt x="356" y="513"/>
                    <a:pt x="498" y="355"/>
                    <a:pt x="691" y="355"/>
                  </a:cubicBezTo>
                  <a:cubicBezTo>
                    <a:pt x="498" y="355"/>
                    <a:pt x="356" y="193"/>
                    <a:pt x="35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9"/>
            <p:cNvSpPr/>
            <p:nvPr/>
          </p:nvSpPr>
          <p:spPr>
            <a:xfrm>
              <a:off x="8721504" y="164990"/>
              <a:ext cx="87228" cy="87232"/>
            </a:xfrm>
            <a:custGeom>
              <a:avLst/>
              <a:gdLst/>
              <a:ahLst/>
              <a:cxnLst/>
              <a:rect l="l" t="t" r="r" b="b"/>
              <a:pathLst>
                <a:path w="691" h="691" extrusionOk="0">
                  <a:moveTo>
                    <a:pt x="355" y="0"/>
                  </a:moveTo>
                  <a:cubicBezTo>
                    <a:pt x="355" y="193"/>
                    <a:pt x="193" y="351"/>
                    <a:pt x="0" y="351"/>
                  </a:cubicBezTo>
                  <a:cubicBezTo>
                    <a:pt x="193" y="351"/>
                    <a:pt x="355" y="498"/>
                    <a:pt x="355" y="691"/>
                  </a:cubicBezTo>
                  <a:cubicBezTo>
                    <a:pt x="355" y="498"/>
                    <a:pt x="498" y="351"/>
                    <a:pt x="691" y="351"/>
                  </a:cubicBezTo>
                  <a:cubicBezTo>
                    <a:pt x="498" y="351"/>
                    <a:pt x="355" y="193"/>
                    <a:pt x="3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8" name="Google Shape;108;p9"/>
          <p:cNvGrpSpPr/>
          <p:nvPr/>
        </p:nvGrpSpPr>
        <p:grpSpPr>
          <a:xfrm>
            <a:off x="265805" y="218624"/>
            <a:ext cx="582764" cy="457493"/>
            <a:chOff x="2496780" y="616449"/>
            <a:chExt cx="582764" cy="457493"/>
          </a:xfrm>
        </p:grpSpPr>
        <p:sp>
          <p:nvSpPr>
            <p:cNvPr id="109" name="Google Shape;109;p9"/>
            <p:cNvSpPr/>
            <p:nvPr/>
          </p:nvSpPr>
          <p:spPr>
            <a:xfrm>
              <a:off x="2923013" y="689308"/>
              <a:ext cx="156531" cy="156411"/>
            </a:xfrm>
            <a:custGeom>
              <a:avLst/>
              <a:gdLst/>
              <a:ahLst/>
              <a:cxnLst/>
              <a:rect l="l" t="t" r="r" b="b"/>
              <a:pathLst>
                <a:path w="1240" h="1239" extrusionOk="0">
                  <a:moveTo>
                    <a:pt x="610" y="1"/>
                  </a:moveTo>
                  <a:cubicBezTo>
                    <a:pt x="610" y="340"/>
                    <a:pt x="337" y="629"/>
                    <a:pt x="1" y="629"/>
                  </a:cubicBezTo>
                  <a:cubicBezTo>
                    <a:pt x="337" y="629"/>
                    <a:pt x="610" y="903"/>
                    <a:pt x="610" y="1239"/>
                  </a:cubicBezTo>
                  <a:cubicBezTo>
                    <a:pt x="610" y="903"/>
                    <a:pt x="884" y="629"/>
                    <a:pt x="1239" y="629"/>
                  </a:cubicBezTo>
                  <a:cubicBezTo>
                    <a:pt x="884" y="629"/>
                    <a:pt x="610" y="340"/>
                    <a:pt x="6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0" name="Google Shape;110;p9"/>
            <p:cNvGrpSpPr/>
            <p:nvPr/>
          </p:nvGrpSpPr>
          <p:grpSpPr>
            <a:xfrm>
              <a:off x="2496780" y="616449"/>
              <a:ext cx="398955" cy="457493"/>
              <a:chOff x="2496780" y="616449"/>
              <a:chExt cx="398955" cy="457493"/>
            </a:xfrm>
          </p:grpSpPr>
          <p:sp>
            <p:nvSpPr>
              <p:cNvPr id="111" name="Google Shape;111;p9"/>
              <p:cNvSpPr/>
              <p:nvPr/>
            </p:nvSpPr>
            <p:spPr>
              <a:xfrm>
                <a:off x="2739330" y="919930"/>
                <a:ext cx="156405" cy="154013"/>
              </a:xfrm>
              <a:custGeom>
                <a:avLst/>
                <a:gdLst/>
                <a:ahLst/>
                <a:cxnLst/>
                <a:rect l="l" t="t" r="r" b="b"/>
                <a:pathLst>
                  <a:path w="1239" h="1220" extrusionOk="0">
                    <a:moveTo>
                      <a:pt x="629" y="1"/>
                    </a:moveTo>
                    <a:cubicBezTo>
                      <a:pt x="629" y="337"/>
                      <a:pt x="355" y="610"/>
                      <a:pt x="0" y="610"/>
                    </a:cubicBezTo>
                    <a:cubicBezTo>
                      <a:pt x="355" y="610"/>
                      <a:pt x="629" y="884"/>
                      <a:pt x="629" y="1220"/>
                    </a:cubicBezTo>
                    <a:cubicBezTo>
                      <a:pt x="629" y="884"/>
                      <a:pt x="903" y="610"/>
                      <a:pt x="1238" y="610"/>
                    </a:cubicBezTo>
                    <a:cubicBezTo>
                      <a:pt x="903" y="610"/>
                      <a:pt x="629" y="337"/>
                      <a:pt x="62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9"/>
              <p:cNvSpPr/>
              <p:nvPr/>
            </p:nvSpPr>
            <p:spPr>
              <a:xfrm>
                <a:off x="2496780" y="616449"/>
                <a:ext cx="87355" cy="87232"/>
              </a:xfrm>
              <a:custGeom>
                <a:avLst/>
                <a:gdLst/>
                <a:ahLst/>
                <a:cxnLst/>
                <a:rect l="l" t="t" r="r" b="b"/>
                <a:pathLst>
                  <a:path w="692" h="691" extrusionOk="0">
                    <a:moveTo>
                      <a:pt x="356" y="0"/>
                    </a:moveTo>
                    <a:cubicBezTo>
                      <a:pt x="356" y="193"/>
                      <a:pt x="194" y="355"/>
                      <a:pt x="1" y="355"/>
                    </a:cubicBezTo>
                    <a:cubicBezTo>
                      <a:pt x="194" y="355"/>
                      <a:pt x="356" y="513"/>
                      <a:pt x="356" y="691"/>
                    </a:cubicBezTo>
                    <a:cubicBezTo>
                      <a:pt x="356" y="513"/>
                      <a:pt x="498" y="355"/>
                      <a:pt x="691" y="355"/>
                    </a:cubicBezTo>
                    <a:cubicBezTo>
                      <a:pt x="498" y="355"/>
                      <a:pt x="356" y="193"/>
                      <a:pt x="35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13" name="Google Shape;113;p9"/>
          <p:cNvSpPr/>
          <p:nvPr/>
        </p:nvSpPr>
        <p:spPr>
          <a:xfrm>
            <a:off x="323876" y="4074312"/>
            <a:ext cx="74349" cy="74100"/>
          </a:xfrm>
          <a:custGeom>
            <a:avLst/>
            <a:gdLst/>
            <a:ahLst/>
            <a:cxnLst/>
            <a:rect l="l" t="t" r="r" b="b"/>
            <a:pathLst>
              <a:path w="1239" h="1235" extrusionOk="0">
                <a:moveTo>
                  <a:pt x="625" y="1"/>
                </a:moveTo>
                <a:cubicBezTo>
                  <a:pt x="625" y="336"/>
                  <a:pt x="336" y="610"/>
                  <a:pt x="1" y="610"/>
                </a:cubicBezTo>
                <a:cubicBezTo>
                  <a:pt x="336" y="610"/>
                  <a:pt x="625" y="884"/>
                  <a:pt x="625" y="1235"/>
                </a:cubicBezTo>
                <a:cubicBezTo>
                  <a:pt x="625" y="884"/>
                  <a:pt x="899" y="610"/>
                  <a:pt x="1239" y="610"/>
                </a:cubicBezTo>
                <a:cubicBezTo>
                  <a:pt x="899" y="610"/>
                  <a:pt x="625" y="336"/>
                  <a:pt x="6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14"/>
        <p:cNvGrpSpPr/>
        <p:nvPr/>
      </p:nvGrpSpPr>
      <p:grpSpPr>
        <a:xfrm>
          <a:off x="0" y="0"/>
          <a:ext cx="0" cy="0"/>
          <a:chOff x="0" y="0"/>
          <a:chExt cx="0" cy="0"/>
        </a:xfrm>
      </p:grpSpPr>
      <p:sp>
        <p:nvSpPr>
          <p:cNvPr id="115" name="Google Shape;115;p10"/>
          <p:cNvSpPr txBox="1">
            <a:spLocks noGrp="1"/>
          </p:cNvSpPr>
          <p:nvPr>
            <p:ph type="title"/>
          </p:nvPr>
        </p:nvSpPr>
        <p:spPr>
          <a:xfrm>
            <a:off x="4572000" y="539500"/>
            <a:ext cx="3852000" cy="1042200"/>
          </a:xfrm>
          <a:prstGeom prst="rect">
            <a:avLst/>
          </a:prstGeom>
        </p:spPr>
        <p:txBody>
          <a:bodyPr spcFirstLastPara="1" wrap="square" lIns="91425" tIns="91425" rIns="91425" bIns="91425" anchor="t" anchorCtr="0">
            <a:noAutofit/>
          </a:bodyPr>
          <a:lstStyle>
            <a:lvl1pPr lvl="0" algn="r" rtl="0">
              <a:spcBef>
                <a:spcPts val="0"/>
              </a:spcBef>
              <a:spcAft>
                <a:spcPts val="0"/>
              </a:spcAft>
              <a:buSzPts val="3500"/>
              <a:buNone/>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grpSp>
        <p:nvGrpSpPr>
          <p:cNvPr id="116" name="Google Shape;116;p10"/>
          <p:cNvGrpSpPr/>
          <p:nvPr/>
        </p:nvGrpSpPr>
        <p:grpSpPr>
          <a:xfrm>
            <a:off x="219693" y="211877"/>
            <a:ext cx="667109" cy="886475"/>
            <a:chOff x="342568" y="3420577"/>
            <a:chExt cx="667109" cy="886475"/>
          </a:xfrm>
        </p:grpSpPr>
        <p:sp>
          <p:nvSpPr>
            <p:cNvPr id="117" name="Google Shape;117;p10"/>
            <p:cNvSpPr/>
            <p:nvPr/>
          </p:nvSpPr>
          <p:spPr>
            <a:xfrm>
              <a:off x="342568" y="3603288"/>
              <a:ext cx="208785" cy="208785"/>
            </a:xfrm>
            <a:custGeom>
              <a:avLst/>
              <a:gdLst/>
              <a:ahLst/>
              <a:cxnLst/>
              <a:rect l="l" t="t" r="r" b="b"/>
              <a:pathLst>
                <a:path w="1706" h="1706" extrusionOk="0">
                  <a:moveTo>
                    <a:pt x="853" y="0"/>
                  </a:moveTo>
                  <a:cubicBezTo>
                    <a:pt x="853" y="467"/>
                    <a:pt x="467" y="853"/>
                    <a:pt x="0" y="853"/>
                  </a:cubicBezTo>
                  <a:cubicBezTo>
                    <a:pt x="467" y="853"/>
                    <a:pt x="853" y="1238"/>
                    <a:pt x="853" y="1705"/>
                  </a:cubicBezTo>
                  <a:cubicBezTo>
                    <a:pt x="853" y="1238"/>
                    <a:pt x="1238" y="853"/>
                    <a:pt x="1705" y="853"/>
                  </a:cubicBezTo>
                  <a:cubicBezTo>
                    <a:pt x="1238" y="853"/>
                    <a:pt x="853" y="467"/>
                    <a:pt x="8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10"/>
            <p:cNvSpPr/>
            <p:nvPr/>
          </p:nvSpPr>
          <p:spPr>
            <a:xfrm>
              <a:off x="622700" y="4158950"/>
              <a:ext cx="148102" cy="148102"/>
            </a:xfrm>
            <a:custGeom>
              <a:avLst/>
              <a:gdLst/>
              <a:ahLst/>
              <a:cxnLst/>
              <a:rect l="l" t="t" r="r" b="b"/>
              <a:pathLst>
                <a:path w="1706" h="1706" extrusionOk="0">
                  <a:moveTo>
                    <a:pt x="853" y="1"/>
                  </a:moveTo>
                  <a:cubicBezTo>
                    <a:pt x="853" y="467"/>
                    <a:pt x="467" y="853"/>
                    <a:pt x="1" y="853"/>
                  </a:cubicBezTo>
                  <a:cubicBezTo>
                    <a:pt x="467" y="853"/>
                    <a:pt x="853" y="1239"/>
                    <a:pt x="853" y="1706"/>
                  </a:cubicBezTo>
                  <a:cubicBezTo>
                    <a:pt x="853" y="1239"/>
                    <a:pt x="1223" y="853"/>
                    <a:pt x="1705" y="853"/>
                  </a:cubicBezTo>
                  <a:cubicBezTo>
                    <a:pt x="1223" y="853"/>
                    <a:pt x="853" y="467"/>
                    <a:pt x="8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10"/>
            <p:cNvSpPr/>
            <p:nvPr/>
          </p:nvSpPr>
          <p:spPr>
            <a:xfrm>
              <a:off x="908952" y="3420577"/>
              <a:ext cx="100725" cy="100700"/>
            </a:xfrm>
            <a:custGeom>
              <a:avLst/>
              <a:gdLst/>
              <a:ahLst/>
              <a:cxnLst/>
              <a:rect l="l" t="t" r="r" b="b"/>
              <a:pathLst>
                <a:path w="1239" h="1239" extrusionOk="0">
                  <a:moveTo>
                    <a:pt x="610" y="0"/>
                  </a:moveTo>
                  <a:cubicBezTo>
                    <a:pt x="610" y="351"/>
                    <a:pt x="336" y="625"/>
                    <a:pt x="0" y="625"/>
                  </a:cubicBezTo>
                  <a:cubicBezTo>
                    <a:pt x="336" y="625"/>
                    <a:pt x="610" y="899"/>
                    <a:pt x="610" y="1238"/>
                  </a:cubicBezTo>
                  <a:cubicBezTo>
                    <a:pt x="610" y="899"/>
                    <a:pt x="884" y="625"/>
                    <a:pt x="1239" y="625"/>
                  </a:cubicBezTo>
                  <a:cubicBezTo>
                    <a:pt x="884" y="625"/>
                    <a:pt x="610" y="351"/>
                    <a:pt x="61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20"/>
        <p:cNvGrpSpPr/>
        <p:nvPr/>
      </p:nvGrpSpPr>
      <p:grpSpPr>
        <a:xfrm>
          <a:off x="0" y="0"/>
          <a:ext cx="0" cy="0"/>
          <a:chOff x="0" y="0"/>
          <a:chExt cx="0" cy="0"/>
        </a:xfrm>
      </p:grpSpPr>
      <p:sp>
        <p:nvSpPr>
          <p:cNvPr id="121" name="Google Shape;121;p11"/>
          <p:cNvSpPr txBox="1">
            <a:spLocks noGrp="1"/>
          </p:cNvSpPr>
          <p:nvPr>
            <p:ph type="title" hasCustomPrompt="1"/>
          </p:nvPr>
        </p:nvSpPr>
        <p:spPr>
          <a:xfrm>
            <a:off x="1592463" y="1729250"/>
            <a:ext cx="5959200" cy="1548300"/>
          </a:xfrm>
          <a:prstGeom prst="rect">
            <a:avLst/>
          </a:prstGeom>
        </p:spPr>
        <p:txBody>
          <a:bodyPr spcFirstLastPara="1" wrap="square" lIns="91425" tIns="91425" rIns="91425" bIns="91425" anchor="b" anchorCtr="0">
            <a:noAutofit/>
          </a:bodyPr>
          <a:lstStyle>
            <a:lvl1pPr lvl="0" algn="ctr">
              <a:spcBef>
                <a:spcPts val="0"/>
              </a:spcBef>
              <a:spcAft>
                <a:spcPts val="0"/>
              </a:spcAft>
              <a:buSzPts val="9600"/>
              <a:buNone/>
              <a:defRPr sz="84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22" name="Google Shape;122;p11"/>
          <p:cNvSpPr txBox="1">
            <a:spLocks noGrp="1"/>
          </p:cNvSpPr>
          <p:nvPr>
            <p:ph type="subTitle" idx="1"/>
          </p:nvPr>
        </p:nvSpPr>
        <p:spPr>
          <a:xfrm>
            <a:off x="1592463" y="3130653"/>
            <a:ext cx="5959200" cy="497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9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123" name="Google Shape;123;p11"/>
          <p:cNvSpPr/>
          <p:nvPr/>
        </p:nvSpPr>
        <p:spPr>
          <a:xfrm>
            <a:off x="-3000" y="4608600"/>
            <a:ext cx="9150000" cy="534900"/>
          </a:xfrm>
          <a:prstGeom prst="rect">
            <a:avLst/>
          </a:prstGeom>
          <a:solidFill>
            <a:schemeClr val="lt1">
              <a:alpha val="344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11"/>
          <p:cNvSpPr/>
          <p:nvPr/>
        </p:nvSpPr>
        <p:spPr>
          <a:xfrm>
            <a:off x="7950233" y="245793"/>
            <a:ext cx="86892" cy="88360"/>
          </a:xfrm>
          <a:custGeom>
            <a:avLst/>
            <a:gdLst/>
            <a:ahLst/>
            <a:cxnLst/>
            <a:rect l="l" t="t" r="r" b="b"/>
            <a:pathLst>
              <a:path w="710" h="722" extrusionOk="0">
                <a:moveTo>
                  <a:pt x="355" y="0"/>
                </a:moveTo>
                <a:cubicBezTo>
                  <a:pt x="355" y="209"/>
                  <a:pt x="193" y="371"/>
                  <a:pt x="0" y="371"/>
                </a:cubicBezTo>
                <a:cubicBezTo>
                  <a:pt x="193" y="371"/>
                  <a:pt x="355" y="529"/>
                  <a:pt x="355" y="722"/>
                </a:cubicBezTo>
                <a:cubicBezTo>
                  <a:pt x="355" y="529"/>
                  <a:pt x="517" y="371"/>
                  <a:pt x="710" y="371"/>
                </a:cubicBezTo>
                <a:cubicBezTo>
                  <a:pt x="517" y="371"/>
                  <a:pt x="355" y="209"/>
                  <a:pt x="3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11"/>
          <p:cNvSpPr/>
          <p:nvPr/>
        </p:nvSpPr>
        <p:spPr>
          <a:xfrm>
            <a:off x="1444103" y="326075"/>
            <a:ext cx="86892" cy="86524"/>
          </a:xfrm>
          <a:custGeom>
            <a:avLst/>
            <a:gdLst/>
            <a:ahLst/>
            <a:cxnLst/>
            <a:rect l="l" t="t" r="r" b="b"/>
            <a:pathLst>
              <a:path w="710" h="707" extrusionOk="0">
                <a:moveTo>
                  <a:pt x="355" y="1"/>
                </a:moveTo>
                <a:cubicBezTo>
                  <a:pt x="355" y="194"/>
                  <a:pt x="193" y="352"/>
                  <a:pt x="0" y="352"/>
                </a:cubicBezTo>
                <a:cubicBezTo>
                  <a:pt x="193" y="352"/>
                  <a:pt x="355" y="514"/>
                  <a:pt x="355" y="707"/>
                </a:cubicBezTo>
                <a:cubicBezTo>
                  <a:pt x="355" y="514"/>
                  <a:pt x="517" y="352"/>
                  <a:pt x="710" y="352"/>
                </a:cubicBezTo>
                <a:cubicBezTo>
                  <a:pt x="517" y="352"/>
                  <a:pt x="355" y="194"/>
                  <a:pt x="3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11"/>
          <p:cNvSpPr/>
          <p:nvPr/>
        </p:nvSpPr>
        <p:spPr>
          <a:xfrm>
            <a:off x="4019468" y="413888"/>
            <a:ext cx="208785" cy="208785"/>
          </a:xfrm>
          <a:custGeom>
            <a:avLst/>
            <a:gdLst/>
            <a:ahLst/>
            <a:cxnLst/>
            <a:rect l="l" t="t" r="r" b="b"/>
            <a:pathLst>
              <a:path w="1706" h="1706" extrusionOk="0">
                <a:moveTo>
                  <a:pt x="853" y="0"/>
                </a:moveTo>
                <a:cubicBezTo>
                  <a:pt x="853" y="467"/>
                  <a:pt x="467" y="853"/>
                  <a:pt x="0" y="853"/>
                </a:cubicBezTo>
                <a:cubicBezTo>
                  <a:pt x="467" y="853"/>
                  <a:pt x="853" y="1238"/>
                  <a:pt x="853" y="1705"/>
                </a:cubicBezTo>
                <a:cubicBezTo>
                  <a:pt x="853" y="1238"/>
                  <a:pt x="1238" y="853"/>
                  <a:pt x="1705" y="853"/>
                </a:cubicBezTo>
                <a:cubicBezTo>
                  <a:pt x="1238" y="853"/>
                  <a:pt x="853" y="467"/>
                  <a:pt x="8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11"/>
          <p:cNvSpPr/>
          <p:nvPr/>
        </p:nvSpPr>
        <p:spPr>
          <a:xfrm>
            <a:off x="4585852" y="231177"/>
            <a:ext cx="100725" cy="100700"/>
          </a:xfrm>
          <a:custGeom>
            <a:avLst/>
            <a:gdLst/>
            <a:ahLst/>
            <a:cxnLst/>
            <a:rect l="l" t="t" r="r" b="b"/>
            <a:pathLst>
              <a:path w="1239" h="1239" extrusionOk="0">
                <a:moveTo>
                  <a:pt x="610" y="0"/>
                </a:moveTo>
                <a:cubicBezTo>
                  <a:pt x="610" y="351"/>
                  <a:pt x="336" y="625"/>
                  <a:pt x="0" y="625"/>
                </a:cubicBezTo>
                <a:cubicBezTo>
                  <a:pt x="336" y="625"/>
                  <a:pt x="610" y="899"/>
                  <a:pt x="610" y="1238"/>
                </a:cubicBezTo>
                <a:cubicBezTo>
                  <a:pt x="610" y="899"/>
                  <a:pt x="884" y="625"/>
                  <a:pt x="1239" y="625"/>
                </a:cubicBezTo>
                <a:cubicBezTo>
                  <a:pt x="884" y="625"/>
                  <a:pt x="610" y="351"/>
                  <a:pt x="61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11"/>
          <p:cNvSpPr/>
          <p:nvPr/>
        </p:nvSpPr>
        <p:spPr>
          <a:xfrm>
            <a:off x="8819587" y="3888634"/>
            <a:ext cx="149184" cy="151632"/>
          </a:xfrm>
          <a:custGeom>
            <a:avLst/>
            <a:gdLst/>
            <a:ahLst/>
            <a:cxnLst/>
            <a:rect l="l" t="t" r="r" b="b"/>
            <a:pathLst>
              <a:path w="1219" h="1239" extrusionOk="0">
                <a:moveTo>
                  <a:pt x="610" y="0"/>
                </a:moveTo>
                <a:cubicBezTo>
                  <a:pt x="610" y="336"/>
                  <a:pt x="336" y="609"/>
                  <a:pt x="0" y="609"/>
                </a:cubicBezTo>
                <a:cubicBezTo>
                  <a:pt x="336" y="609"/>
                  <a:pt x="610" y="883"/>
                  <a:pt x="610" y="1238"/>
                </a:cubicBezTo>
                <a:cubicBezTo>
                  <a:pt x="610" y="883"/>
                  <a:pt x="883" y="609"/>
                  <a:pt x="1219" y="609"/>
                </a:cubicBezTo>
                <a:cubicBezTo>
                  <a:pt x="883" y="609"/>
                  <a:pt x="610" y="336"/>
                  <a:pt x="61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11"/>
          <p:cNvSpPr/>
          <p:nvPr/>
        </p:nvSpPr>
        <p:spPr>
          <a:xfrm>
            <a:off x="8555728" y="3143200"/>
            <a:ext cx="86892" cy="86524"/>
          </a:xfrm>
          <a:custGeom>
            <a:avLst/>
            <a:gdLst/>
            <a:ahLst/>
            <a:cxnLst/>
            <a:rect l="l" t="t" r="r" b="b"/>
            <a:pathLst>
              <a:path w="710" h="707" extrusionOk="0">
                <a:moveTo>
                  <a:pt x="355" y="1"/>
                </a:moveTo>
                <a:cubicBezTo>
                  <a:pt x="355" y="194"/>
                  <a:pt x="193" y="352"/>
                  <a:pt x="0" y="352"/>
                </a:cubicBezTo>
                <a:cubicBezTo>
                  <a:pt x="193" y="352"/>
                  <a:pt x="355" y="514"/>
                  <a:pt x="355" y="707"/>
                </a:cubicBezTo>
                <a:cubicBezTo>
                  <a:pt x="355" y="514"/>
                  <a:pt x="517" y="352"/>
                  <a:pt x="710" y="352"/>
                </a:cubicBezTo>
                <a:cubicBezTo>
                  <a:pt x="517" y="352"/>
                  <a:pt x="355" y="194"/>
                  <a:pt x="3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11"/>
          <p:cNvSpPr/>
          <p:nvPr/>
        </p:nvSpPr>
        <p:spPr>
          <a:xfrm>
            <a:off x="8555728" y="4128382"/>
            <a:ext cx="86892" cy="88850"/>
          </a:xfrm>
          <a:custGeom>
            <a:avLst/>
            <a:gdLst/>
            <a:ahLst/>
            <a:cxnLst/>
            <a:rect l="l" t="t" r="r" b="b"/>
            <a:pathLst>
              <a:path w="710" h="726" extrusionOk="0">
                <a:moveTo>
                  <a:pt x="355" y="0"/>
                </a:moveTo>
                <a:cubicBezTo>
                  <a:pt x="355" y="209"/>
                  <a:pt x="193" y="371"/>
                  <a:pt x="0" y="371"/>
                </a:cubicBezTo>
                <a:cubicBezTo>
                  <a:pt x="193" y="371"/>
                  <a:pt x="355" y="533"/>
                  <a:pt x="355" y="726"/>
                </a:cubicBezTo>
                <a:cubicBezTo>
                  <a:pt x="355" y="533"/>
                  <a:pt x="517" y="371"/>
                  <a:pt x="710" y="371"/>
                </a:cubicBezTo>
                <a:cubicBezTo>
                  <a:pt x="517" y="371"/>
                  <a:pt x="355" y="209"/>
                  <a:pt x="3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131"/>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132"/>
        <p:cNvGrpSpPr/>
        <p:nvPr/>
      </p:nvGrpSpPr>
      <p:grpSpPr>
        <a:xfrm>
          <a:off x="0" y="0"/>
          <a:ext cx="0" cy="0"/>
          <a:chOff x="0" y="0"/>
          <a:chExt cx="0" cy="0"/>
        </a:xfrm>
      </p:grpSpPr>
      <p:sp>
        <p:nvSpPr>
          <p:cNvPr id="133" name="Google Shape;133;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134" name="Google Shape;134;p13"/>
          <p:cNvSpPr txBox="1">
            <a:spLocks noGrp="1"/>
          </p:cNvSpPr>
          <p:nvPr>
            <p:ph type="title" idx="2"/>
          </p:nvPr>
        </p:nvSpPr>
        <p:spPr>
          <a:xfrm>
            <a:off x="771110" y="1988525"/>
            <a:ext cx="20667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600" b="0">
                <a:latin typeface="Anek Devanagari SemiBold"/>
                <a:ea typeface="Anek Devanagari SemiBold"/>
                <a:cs typeface="Anek Devanagari SemiBold"/>
                <a:sym typeface="Anek Devanagari SemiBold"/>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35" name="Google Shape;135;p13"/>
          <p:cNvSpPr txBox="1">
            <a:spLocks noGrp="1"/>
          </p:cNvSpPr>
          <p:nvPr>
            <p:ph type="subTitle" idx="1"/>
          </p:nvPr>
        </p:nvSpPr>
        <p:spPr>
          <a:xfrm>
            <a:off x="771094" y="2320924"/>
            <a:ext cx="2066700" cy="4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36" name="Google Shape;136;p13"/>
          <p:cNvSpPr txBox="1">
            <a:spLocks noGrp="1"/>
          </p:cNvSpPr>
          <p:nvPr>
            <p:ph type="title" idx="3"/>
          </p:nvPr>
        </p:nvSpPr>
        <p:spPr>
          <a:xfrm>
            <a:off x="3498397" y="1988525"/>
            <a:ext cx="20667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600" b="0">
                <a:latin typeface="Anek Devanagari SemiBold"/>
                <a:ea typeface="Anek Devanagari SemiBold"/>
                <a:cs typeface="Anek Devanagari SemiBold"/>
                <a:sym typeface="Anek Devanagari SemiBold"/>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37" name="Google Shape;137;p13"/>
          <p:cNvSpPr txBox="1">
            <a:spLocks noGrp="1"/>
          </p:cNvSpPr>
          <p:nvPr>
            <p:ph type="subTitle" idx="4"/>
          </p:nvPr>
        </p:nvSpPr>
        <p:spPr>
          <a:xfrm>
            <a:off x="3498382" y="2320924"/>
            <a:ext cx="2066700" cy="4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38" name="Google Shape;138;p13"/>
          <p:cNvSpPr txBox="1">
            <a:spLocks noGrp="1"/>
          </p:cNvSpPr>
          <p:nvPr>
            <p:ph type="title" idx="5"/>
          </p:nvPr>
        </p:nvSpPr>
        <p:spPr>
          <a:xfrm>
            <a:off x="771110" y="3684702"/>
            <a:ext cx="20667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600" b="0">
                <a:latin typeface="Anek Devanagari SemiBold"/>
                <a:ea typeface="Anek Devanagari SemiBold"/>
                <a:cs typeface="Anek Devanagari SemiBold"/>
                <a:sym typeface="Anek Devanagari SemiBold"/>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39" name="Google Shape;139;p13"/>
          <p:cNvSpPr txBox="1">
            <a:spLocks noGrp="1"/>
          </p:cNvSpPr>
          <p:nvPr>
            <p:ph type="subTitle" idx="6"/>
          </p:nvPr>
        </p:nvSpPr>
        <p:spPr>
          <a:xfrm>
            <a:off x="771094" y="4017101"/>
            <a:ext cx="2066700" cy="4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40" name="Google Shape;140;p13"/>
          <p:cNvSpPr txBox="1">
            <a:spLocks noGrp="1"/>
          </p:cNvSpPr>
          <p:nvPr>
            <p:ph type="title" idx="7"/>
          </p:nvPr>
        </p:nvSpPr>
        <p:spPr>
          <a:xfrm>
            <a:off x="3498397" y="3684701"/>
            <a:ext cx="20667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600" b="0">
                <a:latin typeface="Anek Devanagari SemiBold"/>
                <a:ea typeface="Anek Devanagari SemiBold"/>
                <a:cs typeface="Anek Devanagari SemiBold"/>
                <a:sym typeface="Anek Devanagari SemiBold"/>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41" name="Google Shape;141;p13"/>
          <p:cNvSpPr txBox="1">
            <a:spLocks noGrp="1"/>
          </p:cNvSpPr>
          <p:nvPr>
            <p:ph type="subTitle" idx="8"/>
          </p:nvPr>
        </p:nvSpPr>
        <p:spPr>
          <a:xfrm>
            <a:off x="3498382" y="4017100"/>
            <a:ext cx="2066700" cy="4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42" name="Google Shape;142;p13"/>
          <p:cNvSpPr txBox="1">
            <a:spLocks noGrp="1"/>
          </p:cNvSpPr>
          <p:nvPr>
            <p:ph type="title" idx="9" hasCustomPrompt="1"/>
          </p:nvPr>
        </p:nvSpPr>
        <p:spPr>
          <a:xfrm>
            <a:off x="777857" y="1427125"/>
            <a:ext cx="785700" cy="4014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43" name="Google Shape;143;p13"/>
          <p:cNvSpPr txBox="1">
            <a:spLocks noGrp="1"/>
          </p:cNvSpPr>
          <p:nvPr>
            <p:ph type="title" idx="13" hasCustomPrompt="1"/>
          </p:nvPr>
        </p:nvSpPr>
        <p:spPr>
          <a:xfrm>
            <a:off x="777857" y="3123262"/>
            <a:ext cx="785700" cy="4014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44" name="Google Shape;144;p13"/>
          <p:cNvSpPr txBox="1">
            <a:spLocks noGrp="1"/>
          </p:cNvSpPr>
          <p:nvPr>
            <p:ph type="title" idx="14" hasCustomPrompt="1"/>
          </p:nvPr>
        </p:nvSpPr>
        <p:spPr>
          <a:xfrm>
            <a:off x="3500407" y="1427125"/>
            <a:ext cx="785700" cy="4014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45" name="Google Shape;145;p13"/>
          <p:cNvSpPr txBox="1">
            <a:spLocks noGrp="1"/>
          </p:cNvSpPr>
          <p:nvPr>
            <p:ph type="title" idx="15" hasCustomPrompt="1"/>
          </p:nvPr>
        </p:nvSpPr>
        <p:spPr>
          <a:xfrm>
            <a:off x="3500407" y="3123262"/>
            <a:ext cx="785700" cy="4014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46" name="Google Shape;146;p13"/>
          <p:cNvSpPr/>
          <p:nvPr/>
        </p:nvSpPr>
        <p:spPr>
          <a:xfrm>
            <a:off x="-3000" y="4608600"/>
            <a:ext cx="9150000" cy="534900"/>
          </a:xfrm>
          <a:prstGeom prst="rect">
            <a:avLst/>
          </a:prstGeom>
          <a:solidFill>
            <a:schemeClr val="lt1">
              <a:alpha val="344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7" name="Google Shape;147;p13"/>
          <p:cNvGrpSpPr/>
          <p:nvPr/>
        </p:nvGrpSpPr>
        <p:grpSpPr>
          <a:xfrm>
            <a:off x="158228" y="248675"/>
            <a:ext cx="413043" cy="1074032"/>
            <a:chOff x="2472803" y="326075"/>
            <a:chExt cx="413043" cy="1074032"/>
          </a:xfrm>
        </p:grpSpPr>
        <p:sp>
          <p:nvSpPr>
            <p:cNvPr id="148" name="Google Shape;148;p13"/>
            <p:cNvSpPr/>
            <p:nvPr/>
          </p:nvSpPr>
          <p:spPr>
            <a:xfrm>
              <a:off x="2736662" y="1071509"/>
              <a:ext cx="149184" cy="151632"/>
            </a:xfrm>
            <a:custGeom>
              <a:avLst/>
              <a:gdLst/>
              <a:ahLst/>
              <a:cxnLst/>
              <a:rect l="l" t="t" r="r" b="b"/>
              <a:pathLst>
                <a:path w="1219" h="1239" extrusionOk="0">
                  <a:moveTo>
                    <a:pt x="610" y="0"/>
                  </a:moveTo>
                  <a:cubicBezTo>
                    <a:pt x="610" y="336"/>
                    <a:pt x="336" y="609"/>
                    <a:pt x="0" y="609"/>
                  </a:cubicBezTo>
                  <a:cubicBezTo>
                    <a:pt x="336" y="609"/>
                    <a:pt x="610" y="883"/>
                    <a:pt x="610" y="1238"/>
                  </a:cubicBezTo>
                  <a:cubicBezTo>
                    <a:pt x="610" y="883"/>
                    <a:pt x="883" y="609"/>
                    <a:pt x="1219" y="609"/>
                  </a:cubicBezTo>
                  <a:cubicBezTo>
                    <a:pt x="883" y="609"/>
                    <a:pt x="610" y="336"/>
                    <a:pt x="61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13"/>
            <p:cNvSpPr/>
            <p:nvPr/>
          </p:nvSpPr>
          <p:spPr>
            <a:xfrm>
              <a:off x="2472803" y="326075"/>
              <a:ext cx="86892" cy="86524"/>
            </a:xfrm>
            <a:custGeom>
              <a:avLst/>
              <a:gdLst/>
              <a:ahLst/>
              <a:cxnLst/>
              <a:rect l="l" t="t" r="r" b="b"/>
              <a:pathLst>
                <a:path w="710" h="707" extrusionOk="0">
                  <a:moveTo>
                    <a:pt x="355" y="1"/>
                  </a:moveTo>
                  <a:cubicBezTo>
                    <a:pt x="355" y="194"/>
                    <a:pt x="193" y="352"/>
                    <a:pt x="0" y="352"/>
                  </a:cubicBezTo>
                  <a:cubicBezTo>
                    <a:pt x="193" y="352"/>
                    <a:pt x="355" y="514"/>
                    <a:pt x="355" y="707"/>
                  </a:cubicBezTo>
                  <a:cubicBezTo>
                    <a:pt x="355" y="514"/>
                    <a:pt x="517" y="352"/>
                    <a:pt x="710" y="352"/>
                  </a:cubicBezTo>
                  <a:cubicBezTo>
                    <a:pt x="517" y="352"/>
                    <a:pt x="355" y="194"/>
                    <a:pt x="3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13"/>
            <p:cNvSpPr/>
            <p:nvPr/>
          </p:nvSpPr>
          <p:spPr>
            <a:xfrm>
              <a:off x="2472803" y="1311257"/>
              <a:ext cx="86892" cy="88850"/>
            </a:xfrm>
            <a:custGeom>
              <a:avLst/>
              <a:gdLst/>
              <a:ahLst/>
              <a:cxnLst/>
              <a:rect l="l" t="t" r="r" b="b"/>
              <a:pathLst>
                <a:path w="710" h="726" extrusionOk="0">
                  <a:moveTo>
                    <a:pt x="355" y="0"/>
                  </a:moveTo>
                  <a:cubicBezTo>
                    <a:pt x="355" y="209"/>
                    <a:pt x="193" y="371"/>
                    <a:pt x="0" y="371"/>
                  </a:cubicBezTo>
                  <a:cubicBezTo>
                    <a:pt x="193" y="371"/>
                    <a:pt x="355" y="533"/>
                    <a:pt x="355" y="726"/>
                  </a:cubicBezTo>
                  <a:cubicBezTo>
                    <a:pt x="355" y="533"/>
                    <a:pt x="517" y="371"/>
                    <a:pt x="710" y="371"/>
                  </a:cubicBezTo>
                  <a:cubicBezTo>
                    <a:pt x="517" y="371"/>
                    <a:pt x="355" y="209"/>
                    <a:pt x="3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1" name="Google Shape;151;p13"/>
          <p:cNvGrpSpPr/>
          <p:nvPr/>
        </p:nvGrpSpPr>
        <p:grpSpPr>
          <a:xfrm>
            <a:off x="8349749" y="370693"/>
            <a:ext cx="618651" cy="830000"/>
            <a:chOff x="8349749" y="370693"/>
            <a:chExt cx="618651" cy="830000"/>
          </a:xfrm>
        </p:grpSpPr>
        <p:grpSp>
          <p:nvGrpSpPr>
            <p:cNvPr id="152" name="Google Shape;152;p13"/>
            <p:cNvGrpSpPr/>
            <p:nvPr/>
          </p:nvGrpSpPr>
          <p:grpSpPr>
            <a:xfrm>
              <a:off x="8572735" y="370693"/>
              <a:ext cx="395665" cy="830000"/>
              <a:chOff x="6722060" y="248681"/>
              <a:chExt cx="395665" cy="830000"/>
            </a:xfrm>
          </p:grpSpPr>
          <p:sp>
            <p:nvSpPr>
              <p:cNvPr id="153" name="Google Shape;153;p13"/>
              <p:cNvSpPr/>
              <p:nvPr/>
            </p:nvSpPr>
            <p:spPr>
              <a:xfrm>
                <a:off x="6722060" y="870386"/>
                <a:ext cx="210743" cy="208295"/>
              </a:xfrm>
              <a:custGeom>
                <a:avLst/>
                <a:gdLst/>
                <a:ahLst/>
                <a:cxnLst/>
                <a:rect l="l" t="t" r="r" b="b"/>
                <a:pathLst>
                  <a:path w="1722" h="1702" extrusionOk="0">
                    <a:moveTo>
                      <a:pt x="869" y="0"/>
                    </a:moveTo>
                    <a:cubicBezTo>
                      <a:pt x="869" y="463"/>
                      <a:pt x="483" y="849"/>
                      <a:pt x="1" y="849"/>
                    </a:cubicBezTo>
                    <a:cubicBezTo>
                      <a:pt x="483" y="849"/>
                      <a:pt x="869" y="1234"/>
                      <a:pt x="869" y="1701"/>
                    </a:cubicBezTo>
                    <a:cubicBezTo>
                      <a:pt x="869" y="1234"/>
                      <a:pt x="1239" y="849"/>
                      <a:pt x="1721" y="849"/>
                    </a:cubicBezTo>
                    <a:cubicBezTo>
                      <a:pt x="1239" y="849"/>
                      <a:pt x="869" y="463"/>
                      <a:pt x="86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13"/>
              <p:cNvSpPr/>
              <p:nvPr/>
            </p:nvSpPr>
            <p:spPr>
              <a:xfrm>
                <a:off x="7030833" y="248681"/>
                <a:ext cx="86892" cy="88360"/>
              </a:xfrm>
              <a:custGeom>
                <a:avLst/>
                <a:gdLst/>
                <a:ahLst/>
                <a:cxnLst/>
                <a:rect l="l" t="t" r="r" b="b"/>
                <a:pathLst>
                  <a:path w="710" h="722" extrusionOk="0">
                    <a:moveTo>
                      <a:pt x="355" y="0"/>
                    </a:moveTo>
                    <a:cubicBezTo>
                      <a:pt x="355" y="209"/>
                      <a:pt x="193" y="371"/>
                      <a:pt x="0" y="371"/>
                    </a:cubicBezTo>
                    <a:cubicBezTo>
                      <a:pt x="193" y="371"/>
                      <a:pt x="355" y="529"/>
                      <a:pt x="355" y="722"/>
                    </a:cubicBezTo>
                    <a:cubicBezTo>
                      <a:pt x="355" y="529"/>
                      <a:pt x="517" y="371"/>
                      <a:pt x="710" y="371"/>
                    </a:cubicBezTo>
                    <a:cubicBezTo>
                      <a:pt x="517" y="371"/>
                      <a:pt x="355" y="209"/>
                      <a:pt x="3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5" name="Google Shape;155;p13"/>
            <p:cNvSpPr/>
            <p:nvPr/>
          </p:nvSpPr>
          <p:spPr>
            <a:xfrm>
              <a:off x="8349749" y="415774"/>
              <a:ext cx="162075" cy="160201"/>
            </a:xfrm>
            <a:custGeom>
              <a:avLst/>
              <a:gdLst/>
              <a:ahLst/>
              <a:cxnLst/>
              <a:rect l="l" t="t" r="r" b="b"/>
              <a:pathLst>
                <a:path w="1722" h="1702" extrusionOk="0">
                  <a:moveTo>
                    <a:pt x="869" y="0"/>
                  </a:moveTo>
                  <a:cubicBezTo>
                    <a:pt x="869" y="463"/>
                    <a:pt x="483" y="849"/>
                    <a:pt x="1" y="849"/>
                  </a:cubicBezTo>
                  <a:cubicBezTo>
                    <a:pt x="483" y="849"/>
                    <a:pt x="869" y="1234"/>
                    <a:pt x="869" y="1701"/>
                  </a:cubicBezTo>
                  <a:cubicBezTo>
                    <a:pt x="869" y="1234"/>
                    <a:pt x="1239" y="849"/>
                    <a:pt x="1721" y="849"/>
                  </a:cubicBezTo>
                  <a:cubicBezTo>
                    <a:pt x="1239" y="849"/>
                    <a:pt x="869" y="463"/>
                    <a:pt x="86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only 2">
  <p:cSld name="CUSTOM_10_1">
    <p:spTree>
      <p:nvGrpSpPr>
        <p:cNvPr id="1" name="Shape 178"/>
        <p:cNvGrpSpPr/>
        <p:nvPr/>
      </p:nvGrpSpPr>
      <p:grpSpPr>
        <a:xfrm>
          <a:off x="0" y="0"/>
          <a:ext cx="0" cy="0"/>
          <a:chOff x="0" y="0"/>
          <a:chExt cx="0" cy="0"/>
        </a:xfrm>
      </p:grpSpPr>
      <p:sp>
        <p:nvSpPr>
          <p:cNvPr id="179" name="Google Shape;179;p1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180" name="Google Shape;180;p16"/>
          <p:cNvSpPr/>
          <p:nvPr/>
        </p:nvSpPr>
        <p:spPr>
          <a:xfrm>
            <a:off x="-3000" y="4608600"/>
            <a:ext cx="9150000" cy="534900"/>
          </a:xfrm>
          <a:prstGeom prst="rect">
            <a:avLst/>
          </a:prstGeom>
          <a:solidFill>
            <a:schemeClr val="lt1">
              <a:alpha val="344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16"/>
          <p:cNvSpPr/>
          <p:nvPr/>
        </p:nvSpPr>
        <p:spPr>
          <a:xfrm>
            <a:off x="167184" y="870501"/>
            <a:ext cx="250665" cy="248803"/>
          </a:xfrm>
          <a:custGeom>
            <a:avLst/>
            <a:gdLst/>
            <a:ahLst/>
            <a:cxnLst/>
            <a:rect l="l" t="t" r="r" b="b"/>
            <a:pathLst>
              <a:path w="2558" h="2539" extrusionOk="0">
                <a:moveTo>
                  <a:pt x="1273" y="1"/>
                </a:moveTo>
                <a:cubicBezTo>
                  <a:pt x="1273" y="707"/>
                  <a:pt x="710" y="1270"/>
                  <a:pt x="0" y="1270"/>
                </a:cubicBezTo>
                <a:cubicBezTo>
                  <a:pt x="710" y="1270"/>
                  <a:pt x="1273" y="1848"/>
                  <a:pt x="1273" y="2539"/>
                </a:cubicBezTo>
                <a:cubicBezTo>
                  <a:pt x="1273" y="1848"/>
                  <a:pt x="1852" y="1270"/>
                  <a:pt x="2558" y="1270"/>
                </a:cubicBezTo>
                <a:cubicBezTo>
                  <a:pt x="1852" y="1270"/>
                  <a:pt x="1273" y="707"/>
                  <a:pt x="127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16"/>
          <p:cNvSpPr/>
          <p:nvPr/>
        </p:nvSpPr>
        <p:spPr>
          <a:xfrm>
            <a:off x="461587" y="1269962"/>
            <a:ext cx="119551" cy="121413"/>
          </a:xfrm>
          <a:custGeom>
            <a:avLst/>
            <a:gdLst/>
            <a:ahLst/>
            <a:cxnLst/>
            <a:rect l="l" t="t" r="r" b="b"/>
            <a:pathLst>
              <a:path w="1220" h="1239" extrusionOk="0">
                <a:moveTo>
                  <a:pt x="610" y="0"/>
                </a:moveTo>
                <a:cubicBezTo>
                  <a:pt x="610" y="340"/>
                  <a:pt x="336" y="614"/>
                  <a:pt x="1" y="614"/>
                </a:cubicBezTo>
                <a:cubicBezTo>
                  <a:pt x="336" y="614"/>
                  <a:pt x="610" y="888"/>
                  <a:pt x="610" y="1239"/>
                </a:cubicBezTo>
                <a:cubicBezTo>
                  <a:pt x="610" y="888"/>
                  <a:pt x="884" y="614"/>
                  <a:pt x="1220" y="614"/>
                </a:cubicBezTo>
                <a:cubicBezTo>
                  <a:pt x="884" y="614"/>
                  <a:pt x="610" y="340"/>
                  <a:pt x="61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16"/>
          <p:cNvSpPr/>
          <p:nvPr/>
        </p:nvSpPr>
        <p:spPr>
          <a:xfrm>
            <a:off x="384534" y="388570"/>
            <a:ext cx="121413" cy="119551"/>
          </a:xfrm>
          <a:custGeom>
            <a:avLst/>
            <a:gdLst/>
            <a:ahLst/>
            <a:cxnLst/>
            <a:rect l="l" t="t" r="r" b="b"/>
            <a:pathLst>
              <a:path w="1239" h="1220" extrusionOk="0">
                <a:moveTo>
                  <a:pt x="629" y="1"/>
                </a:moveTo>
                <a:cubicBezTo>
                  <a:pt x="629" y="337"/>
                  <a:pt x="355" y="610"/>
                  <a:pt x="0" y="610"/>
                </a:cubicBezTo>
                <a:cubicBezTo>
                  <a:pt x="355" y="610"/>
                  <a:pt x="629" y="884"/>
                  <a:pt x="629" y="1220"/>
                </a:cubicBezTo>
                <a:cubicBezTo>
                  <a:pt x="629" y="884"/>
                  <a:pt x="903" y="610"/>
                  <a:pt x="1238" y="610"/>
                </a:cubicBezTo>
                <a:cubicBezTo>
                  <a:pt x="903" y="610"/>
                  <a:pt x="629" y="337"/>
                  <a:pt x="62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16"/>
          <p:cNvSpPr/>
          <p:nvPr/>
        </p:nvSpPr>
        <p:spPr>
          <a:xfrm>
            <a:off x="8724968" y="1123245"/>
            <a:ext cx="166333" cy="169065"/>
          </a:xfrm>
          <a:custGeom>
            <a:avLst/>
            <a:gdLst/>
            <a:ahLst/>
            <a:cxnLst/>
            <a:rect l="l" t="t" r="r" b="b"/>
            <a:pathLst>
              <a:path w="1219" h="1239" extrusionOk="0">
                <a:moveTo>
                  <a:pt x="610" y="0"/>
                </a:moveTo>
                <a:cubicBezTo>
                  <a:pt x="610" y="336"/>
                  <a:pt x="336" y="609"/>
                  <a:pt x="0" y="609"/>
                </a:cubicBezTo>
                <a:cubicBezTo>
                  <a:pt x="336" y="609"/>
                  <a:pt x="610" y="883"/>
                  <a:pt x="610" y="1238"/>
                </a:cubicBezTo>
                <a:cubicBezTo>
                  <a:pt x="610" y="883"/>
                  <a:pt x="883" y="609"/>
                  <a:pt x="1219" y="609"/>
                </a:cubicBezTo>
                <a:cubicBezTo>
                  <a:pt x="883" y="609"/>
                  <a:pt x="610" y="336"/>
                  <a:pt x="61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16"/>
          <p:cNvSpPr/>
          <p:nvPr/>
        </p:nvSpPr>
        <p:spPr>
          <a:xfrm>
            <a:off x="8517388" y="325840"/>
            <a:ext cx="246051" cy="245025"/>
          </a:xfrm>
          <a:custGeom>
            <a:avLst/>
            <a:gdLst/>
            <a:ahLst/>
            <a:cxnLst/>
            <a:rect l="l" t="t" r="r" b="b"/>
            <a:pathLst>
              <a:path w="710" h="707" extrusionOk="0">
                <a:moveTo>
                  <a:pt x="355" y="1"/>
                </a:moveTo>
                <a:cubicBezTo>
                  <a:pt x="355" y="194"/>
                  <a:pt x="193" y="352"/>
                  <a:pt x="0" y="352"/>
                </a:cubicBezTo>
                <a:cubicBezTo>
                  <a:pt x="193" y="352"/>
                  <a:pt x="355" y="514"/>
                  <a:pt x="355" y="707"/>
                </a:cubicBezTo>
                <a:cubicBezTo>
                  <a:pt x="355" y="514"/>
                  <a:pt x="517" y="352"/>
                  <a:pt x="710" y="352"/>
                </a:cubicBezTo>
                <a:cubicBezTo>
                  <a:pt x="517" y="352"/>
                  <a:pt x="355" y="194"/>
                  <a:pt x="3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16"/>
          <p:cNvSpPr/>
          <p:nvPr/>
        </p:nvSpPr>
        <p:spPr>
          <a:xfrm>
            <a:off x="8475802" y="1292310"/>
            <a:ext cx="96879" cy="99065"/>
          </a:xfrm>
          <a:custGeom>
            <a:avLst/>
            <a:gdLst/>
            <a:ahLst/>
            <a:cxnLst/>
            <a:rect l="l" t="t" r="r" b="b"/>
            <a:pathLst>
              <a:path w="710" h="726" extrusionOk="0">
                <a:moveTo>
                  <a:pt x="355" y="0"/>
                </a:moveTo>
                <a:cubicBezTo>
                  <a:pt x="355" y="209"/>
                  <a:pt x="193" y="371"/>
                  <a:pt x="0" y="371"/>
                </a:cubicBezTo>
                <a:cubicBezTo>
                  <a:pt x="193" y="371"/>
                  <a:pt x="355" y="533"/>
                  <a:pt x="355" y="726"/>
                </a:cubicBezTo>
                <a:cubicBezTo>
                  <a:pt x="355" y="533"/>
                  <a:pt x="517" y="371"/>
                  <a:pt x="710" y="371"/>
                </a:cubicBezTo>
                <a:cubicBezTo>
                  <a:pt x="517" y="371"/>
                  <a:pt x="355" y="209"/>
                  <a:pt x="3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ext 2">
  <p:cSld name="CUSTOM_11_1">
    <p:spTree>
      <p:nvGrpSpPr>
        <p:cNvPr id="1" name="Shape 238"/>
        <p:cNvGrpSpPr/>
        <p:nvPr/>
      </p:nvGrpSpPr>
      <p:grpSpPr>
        <a:xfrm>
          <a:off x="0" y="0"/>
          <a:ext cx="0" cy="0"/>
          <a:chOff x="0" y="0"/>
          <a:chExt cx="0" cy="0"/>
        </a:xfrm>
      </p:grpSpPr>
      <p:sp>
        <p:nvSpPr>
          <p:cNvPr id="239" name="Google Shape;239;p21"/>
          <p:cNvSpPr txBox="1">
            <a:spLocks noGrp="1"/>
          </p:cNvSpPr>
          <p:nvPr>
            <p:ph type="title"/>
          </p:nvPr>
        </p:nvSpPr>
        <p:spPr>
          <a:xfrm>
            <a:off x="720000" y="1881675"/>
            <a:ext cx="4284600" cy="1110900"/>
          </a:xfrm>
          <a:prstGeom prst="rect">
            <a:avLst/>
          </a:prstGeom>
        </p:spPr>
        <p:txBody>
          <a:bodyPr spcFirstLastPara="1" wrap="square" lIns="91425" tIns="91425" rIns="91425" bIns="91425" anchor="b" anchorCtr="0">
            <a:noAutofit/>
          </a:bodyPr>
          <a:lstStyle>
            <a:lvl1pPr lvl="0"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240" name="Google Shape;240;p21"/>
          <p:cNvSpPr txBox="1">
            <a:spLocks noGrp="1"/>
          </p:cNvSpPr>
          <p:nvPr>
            <p:ph type="subTitle" idx="1"/>
          </p:nvPr>
        </p:nvSpPr>
        <p:spPr>
          <a:xfrm>
            <a:off x="720000" y="2903575"/>
            <a:ext cx="4284600" cy="713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41" name="Google Shape;241;p21"/>
          <p:cNvSpPr/>
          <p:nvPr/>
        </p:nvSpPr>
        <p:spPr>
          <a:xfrm>
            <a:off x="-3000" y="4608600"/>
            <a:ext cx="9150000" cy="534900"/>
          </a:xfrm>
          <a:prstGeom prst="rect">
            <a:avLst/>
          </a:prstGeom>
          <a:solidFill>
            <a:schemeClr val="lt1">
              <a:alpha val="344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21"/>
          <p:cNvSpPr/>
          <p:nvPr/>
        </p:nvSpPr>
        <p:spPr>
          <a:xfrm>
            <a:off x="370193" y="3743388"/>
            <a:ext cx="208785" cy="208785"/>
          </a:xfrm>
          <a:custGeom>
            <a:avLst/>
            <a:gdLst/>
            <a:ahLst/>
            <a:cxnLst/>
            <a:rect l="l" t="t" r="r" b="b"/>
            <a:pathLst>
              <a:path w="1706" h="1706" extrusionOk="0">
                <a:moveTo>
                  <a:pt x="853" y="0"/>
                </a:moveTo>
                <a:cubicBezTo>
                  <a:pt x="853" y="467"/>
                  <a:pt x="467" y="853"/>
                  <a:pt x="0" y="853"/>
                </a:cubicBezTo>
                <a:cubicBezTo>
                  <a:pt x="467" y="853"/>
                  <a:pt x="853" y="1238"/>
                  <a:pt x="853" y="1705"/>
                </a:cubicBezTo>
                <a:cubicBezTo>
                  <a:pt x="853" y="1238"/>
                  <a:pt x="1238" y="853"/>
                  <a:pt x="1705" y="853"/>
                </a:cubicBezTo>
                <a:cubicBezTo>
                  <a:pt x="1238" y="853"/>
                  <a:pt x="853" y="467"/>
                  <a:pt x="8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21"/>
          <p:cNvSpPr/>
          <p:nvPr/>
        </p:nvSpPr>
        <p:spPr>
          <a:xfrm>
            <a:off x="637403" y="4234452"/>
            <a:ext cx="151632" cy="151632"/>
          </a:xfrm>
          <a:custGeom>
            <a:avLst/>
            <a:gdLst/>
            <a:ahLst/>
            <a:cxnLst/>
            <a:rect l="l" t="t" r="r" b="b"/>
            <a:pathLst>
              <a:path w="1239" h="1239" extrusionOk="0">
                <a:moveTo>
                  <a:pt x="610" y="0"/>
                </a:moveTo>
                <a:cubicBezTo>
                  <a:pt x="610" y="351"/>
                  <a:pt x="336" y="625"/>
                  <a:pt x="0" y="625"/>
                </a:cubicBezTo>
                <a:cubicBezTo>
                  <a:pt x="336" y="625"/>
                  <a:pt x="610" y="899"/>
                  <a:pt x="610" y="1238"/>
                </a:cubicBezTo>
                <a:cubicBezTo>
                  <a:pt x="610" y="899"/>
                  <a:pt x="884" y="625"/>
                  <a:pt x="1239" y="625"/>
                </a:cubicBezTo>
                <a:cubicBezTo>
                  <a:pt x="884" y="625"/>
                  <a:pt x="610" y="351"/>
                  <a:pt x="61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4" name="Google Shape;244;p21"/>
          <p:cNvGrpSpPr/>
          <p:nvPr/>
        </p:nvGrpSpPr>
        <p:grpSpPr>
          <a:xfrm rot="10800000">
            <a:off x="217123" y="191075"/>
            <a:ext cx="681274" cy="1138301"/>
            <a:chOff x="2248798" y="326070"/>
            <a:chExt cx="681274" cy="1138301"/>
          </a:xfrm>
        </p:grpSpPr>
        <p:sp>
          <p:nvSpPr>
            <p:cNvPr id="245" name="Google Shape;245;p21"/>
            <p:cNvSpPr/>
            <p:nvPr/>
          </p:nvSpPr>
          <p:spPr>
            <a:xfrm>
              <a:off x="2692423" y="1026550"/>
              <a:ext cx="237650" cy="241549"/>
            </a:xfrm>
            <a:custGeom>
              <a:avLst/>
              <a:gdLst/>
              <a:ahLst/>
              <a:cxnLst/>
              <a:rect l="l" t="t" r="r" b="b"/>
              <a:pathLst>
                <a:path w="1219" h="1239" extrusionOk="0">
                  <a:moveTo>
                    <a:pt x="610" y="0"/>
                  </a:moveTo>
                  <a:cubicBezTo>
                    <a:pt x="610" y="336"/>
                    <a:pt x="336" y="609"/>
                    <a:pt x="0" y="609"/>
                  </a:cubicBezTo>
                  <a:cubicBezTo>
                    <a:pt x="336" y="609"/>
                    <a:pt x="610" y="883"/>
                    <a:pt x="610" y="1238"/>
                  </a:cubicBezTo>
                  <a:cubicBezTo>
                    <a:pt x="610" y="883"/>
                    <a:pt x="883" y="609"/>
                    <a:pt x="1219" y="609"/>
                  </a:cubicBezTo>
                  <a:cubicBezTo>
                    <a:pt x="883" y="609"/>
                    <a:pt x="610" y="336"/>
                    <a:pt x="61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21"/>
            <p:cNvSpPr/>
            <p:nvPr/>
          </p:nvSpPr>
          <p:spPr>
            <a:xfrm>
              <a:off x="2577721" y="326070"/>
              <a:ext cx="149150" cy="148525"/>
            </a:xfrm>
            <a:custGeom>
              <a:avLst/>
              <a:gdLst/>
              <a:ahLst/>
              <a:cxnLst/>
              <a:rect l="l" t="t" r="r" b="b"/>
              <a:pathLst>
                <a:path w="710" h="707" extrusionOk="0">
                  <a:moveTo>
                    <a:pt x="355" y="1"/>
                  </a:moveTo>
                  <a:cubicBezTo>
                    <a:pt x="355" y="194"/>
                    <a:pt x="193" y="352"/>
                    <a:pt x="0" y="352"/>
                  </a:cubicBezTo>
                  <a:cubicBezTo>
                    <a:pt x="193" y="352"/>
                    <a:pt x="355" y="514"/>
                    <a:pt x="355" y="707"/>
                  </a:cubicBezTo>
                  <a:cubicBezTo>
                    <a:pt x="355" y="514"/>
                    <a:pt x="517" y="352"/>
                    <a:pt x="710" y="352"/>
                  </a:cubicBezTo>
                  <a:cubicBezTo>
                    <a:pt x="517" y="352"/>
                    <a:pt x="355" y="194"/>
                    <a:pt x="3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21"/>
            <p:cNvSpPr/>
            <p:nvPr/>
          </p:nvSpPr>
          <p:spPr>
            <a:xfrm>
              <a:off x="2248798" y="1311824"/>
              <a:ext cx="149199" cy="152547"/>
            </a:xfrm>
            <a:custGeom>
              <a:avLst/>
              <a:gdLst/>
              <a:ahLst/>
              <a:cxnLst/>
              <a:rect l="l" t="t" r="r" b="b"/>
              <a:pathLst>
                <a:path w="710" h="726" extrusionOk="0">
                  <a:moveTo>
                    <a:pt x="355" y="0"/>
                  </a:moveTo>
                  <a:cubicBezTo>
                    <a:pt x="355" y="209"/>
                    <a:pt x="193" y="371"/>
                    <a:pt x="0" y="371"/>
                  </a:cubicBezTo>
                  <a:cubicBezTo>
                    <a:pt x="193" y="371"/>
                    <a:pt x="355" y="533"/>
                    <a:pt x="355" y="726"/>
                  </a:cubicBezTo>
                  <a:cubicBezTo>
                    <a:pt x="355" y="533"/>
                    <a:pt x="517" y="371"/>
                    <a:pt x="710" y="371"/>
                  </a:cubicBezTo>
                  <a:cubicBezTo>
                    <a:pt x="517" y="371"/>
                    <a:pt x="355" y="209"/>
                    <a:pt x="3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8" name="Google Shape;248;p21"/>
          <p:cNvGrpSpPr/>
          <p:nvPr/>
        </p:nvGrpSpPr>
        <p:grpSpPr>
          <a:xfrm rot="-5400000">
            <a:off x="8095512" y="3580876"/>
            <a:ext cx="1159596" cy="450800"/>
            <a:chOff x="2190923" y="565199"/>
            <a:chExt cx="1159596" cy="450800"/>
          </a:xfrm>
        </p:grpSpPr>
        <p:sp>
          <p:nvSpPr>
            <p:cNvPr id="249" name="Google Shape;249;p21"/>
            <p:cNvSpPr/>
            <p:nvPr/>
          </p:nvSpPr>
          <p:spPr>
            <a:xfrm>
              <a:off x="2660273" y="774450"/>
              <a:ext cx="237650" cy="241549"/>
            </a:xfrm>
            <a:custGeom>
              <a:avLst/>
              <a:gdLst/>
              <a:ahLst/>
              <a:cxnLst/>
              <a:rect l="l" t="t" r="r" b="b"/>
              <a:pathLst>
                <a:path w="1219" h="1239" extrusionOk="0">
                  <a:moveTo>
                    <a:pt x="610" y="0"/>
                  </a:moveTo>
                  <a:cubicBezTo>
                    <a:pt x="610" y="336"/>
                    <a:pt x="336" y="609"/>
                    <a:pt x="0" y="609"/>
                  </a:cubicBezTo>
                  <a:cubicBezTo>
                    <a:pt x="336" y="609"/>
                    <a:pt x="610" y="883"/>
                    <a:pt x="610" y="1238"/>
                  </a:cubicBezTo>
                  <a:cubicBezTo>
                    <a:pt x="610" y="883"/>
                    <a:pt x="883" y="609"/>
                    <a:pt x="1219" y="609"/>
                  </a:cubicBezTo>
                  <a:cubicBezTo>
                    <a:pt x="883" y="609"/>
                    <a:pt x="610" y="336"/>
                    <a:pt x="61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21"/>
            <p:cNvSpPr/>
            <p:nvPr/>
          </p:nvSpPr>
          <p:spPr>
            <a:xfrm>
              <a:off x="3263628" y="598213"/>
              <a:ext cx="86892" cy="86524"/>
            </a:xfrm>
            <a:custGeom>
              <a:avLst/>
              <a:gdLst/>
              <a:ahLst/>
              <a:cxnLst/>
              <a:rect l="l" t="t" r="r" b="b"/>
              <a:pathLst>
                <a:path w="710" h="707" extrusionOk="0">
                  <a:moveTo>
                    <a:pt x="355" y="1"/>
                  </a:moveTo>
                  <a:cubicBezTo>
                    <a:pt x="355" y="194"/>
                    <a:pt x="193" y="352"/>
                    <a:pt x="0" y="352"/>
                  </a:cubicBezTo>
                  <a:cubicBezTo>
                    <a:pt x="193" y="352"/>
                    <a:pt x="355" y="514"/>
                    <a:pt x="355" y="707"/>
                  </a:cubicBezTo>
                  <a:cubicBezTo>
                    <a:pt x="355" y="514"/>
                    <a:pt x="517" y="352"/>
                    <a:pt x="710" y="352"/>
                  </a:cubicBezTo>
                  <a:cubicBezTo>
                    <a:pt x="517" y="352"/>
                    <a:pt x="355" y="194"/>
                    <a:pt x="3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21"/>
            <p:cNvSpPr/>
            <p:nvPr/>
          </p:nvSpPr>
          <p:spPr>
            <a:xfrm>
              <a:off x="2190923" y="565199"/>
              <a:ext cx="149199" cy="152547"/>
            </a:xfrm>
            <a:custGeom>
              <a:avLst/>
              <a:gdLst/>
              <a:ahLst/>
              <a:cxnLst/>
              <a:rect l="l" t="t" r="r" b="b"/>
              <a:pathLst>
                <a:path w="710" h="726" extrusionOk="0">
                  <a:moveTo>
                    <a:pt x="355" y="0"/>
                  </a:moveTo>
                  <a:cubicBezTo>
                    <a:pt x="355" y="209"/>
                    <a:pt x="193" y="371"/>
                    <a:pt x="0" y="371"/>
                  </a:cubicBezTo>
                  <a:cubicBezTo>
                    <a:pt x="193" y="371"/>
                    <a:pt x="355" y="533"/>
                    <a:pt x="355" y="726"/>
                  </a:cubicBezTo>
                  <a:cubicBezTo>
                    <a:pt x="355" y="533"/>
                    <a:pt x="517" y="371"/>
                    <a:pt x="710" y="371"/>
                  </a:cubicBezTo>
                  <a:cubicBezTo>
                    <a:pt x="517" y="371"/>
                    <a:pt x="355" y="209"/>
                    <a:pt x="3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ext 3">
  <p:cSld name="CUSTOM_11_1_1">
    <p:spTree>
      <p:nvGrpSpPr>
        <p:cNvPr id="1" name="Shape 252"/>
        <p:cNvGrpSpPr/>
        <p:nvPr/>
      </p:nvGrpSpPr>
      <p:grpSpPr>
        <a:xfrm>
          <a:off x="0" y="0"/>
          <a:ext cx="0" cy="0"/>
          <a:chOff x="0" y="0"/>
          <a:chExt cx="0" cy="0"/>
        </a:xfrm>
      </p:grpSpPr>
      <p:sp>
        <p:nvSpPr>
          <p:cNvPr id="253" name="Google Shape;253;p22"/>
          <p:cNvSpPr txBox="1">
            <a:spLocks noGrp="1"/>
          </p:cNvSpPr>
          <p:nvPr>
            <p:ph type="subTitle" idx="1"/>
          </p:nvPr>
        </p:nvSpPr>
        <p:spPr>
          <a:xfrm>
            <a:off x="720000" y="1623300"/>
            <a:ext cx="4284600" cy="1896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54" name="Google Shape;254;p22"/>
          <p:cNvSpPr/>
          <p:nvPr/>
        </p:nvSpPr>
        <p:spPr>
          <a:xfrm>
            <a:off x="-3000" y="4608600"/>
            <a:ext cx="9150000" cy="534900"/>
          </a:xfrm>
          <a:prstGeom prst="rect">
            <a:avLst/>
          </a:prstGeom>
          <a:solidFill>
            <a:schemeClr val="lt1">
              <a:alpha val="344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22"/>
          <p:cNvSpPr/>
          <p:nvPr/>
        </p:nvSpPr>
        <p:spPr>
          <a:xfrm>
            <a:off x="370193" y="3743388"/>
            <a:ext cx="208785" cy="208785"/>
          </a:xfrm>
          <a:custGeom>
            <a:avLst/>
            <a:gdLst/>
            <a:ahLst/>
            <a:cxnLst/>
            <a:rect l="l" t="t" r="r" b="b"/>
            <a:pathLst>
              <a:path w="1706" h="1706" extrusionOk="0">
                <a:moveTo>
                  <a:pt x="853" y="0"/>
                </a:moveTo>
                <a:cubicBezTo>
                  <a:pt x="853" y="467"/>
                  <a:pt x="467" y="853"/>
                  <a:pt x="0" y="853"/>
                </a:cubicBezTo>
                <a:cubicBezTo>
                  <a:pt x="467" y="853"/>
                  <a:pt x="853" y="1238"/>
                  <a:pt x="853" y="1705"/>
                </a:cubicBezTo>
                <a:cubicBezTo>
                  <a:pt x="853" y="1238"/>
                  <a:pt x="1238" y="853"/>
                  <a:pt x="1705" y="853"/>
                </a:cubicBezTo>
                <a:cubicBezTo>
                  <a:pt x="1238" y="853"/>
                  <a:pt x="853" y="467"/>
                  <a:pt x="8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22"/>
          <p:cNvSpPr/>
          <p:nvPr/>
        </p:nvSpPr>
        <p:spPr>
          <a:xfrm>
            <a:off x="637403" y="4234452"/>
            <a:ext cx="151632" cy="151632"/>
          </a:xfrm>
          <a:custGeom>
            <a:avLst/>
            <a:gdLst/>
            <a:ahLst/>
            <a:cxnLst/>
            <a:rect l="l" t="t" r="r" b="b"/>
            <a:pathLst>
              <a:path w="1239" h="1239" extrusionOk="0">
                <a:moveTo>
                  <a:pt x="610" y="0"/>
                </a:moveTo>
                <a:cubicBezTo>
                  <a:pt x="610" y="351"/>
                  <a:pt x="336" y="625"/>
                  <a:pt x="0" y="625"/>
                </a:cubicBezTo>
                <a:cubicBezTo>
                  <a:pt x="336" y="625"/>
                  <a:pt x="610" y="899"/>
                  <a:pt x="610" y="1238"/>
                </a:cubicBezTo>
                <a:cubicBezTo>
                  <a:pt x="610" y="899"/>
                  <a:pt x="884" y="625"/>
                  <a:pt x="1239" y="625"/>
                </a:cubicBezTo>
                <a:cubicBezTo>
                  <a:pt x="884" y="625"/>
                  <a:pt x="610" y="351"/>
                  <a:pt x="61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7" name="Google Shape;257;p22"/>
          <p:cNvGrpSpPr/>
          <p:nvPr/>
        </p:nvGrpSpPr>
        <p:grpSpPr>
          <a:xfrm rot="10800000">
            <a:off x="217123" y="191075"/>
            <a:ext cx="681274" cy="1138301"/>
            <a:chOff x="2248798" y="326070"/>
            <a:chExt cx="681274" cy="1138301"/>
          </a:xfrm>
        </p:grpSpPr>
        <p:sp>
          <p:nvSpPr>
            <p:cNvPr id="258" name="Google Shape;258;p22"/>
            <p:cNvSpPr/>
            <p:nvPr/>
          </p:nvSpPr>
          <p:spPr>
            <a:xfrm>
              <a:off x="2692423" y="1026550"/>
              <a:ext cx="237650" cy="241549"/>
            </a:xfrm>
            <a:custGeom>
              <a:avLst/>
              <a:gdLst/>
              <a:ahLst/>
              <a:cxnLst/>
              <a:rect l="l" t="t" r="r" b="b"/>
              <a:pathLst>
                <a:path w="1219" h="1239" extrusionOk="0">
                  <a:moveTo>
                    <a:pt x="610" y="0"/>
                  </a:moveTo>
                  <a:cubicBezTo>
                    <a:pt x="610" y="336"/>
                    <a:pt x="336" y="609"/>
                    <a:pt x="0" y="609"/>
                  </a:cubicBezTo>
                  <a:cubicBezTo>
                    <a:pt x="336" y="609"/>
                    <a:pt x="610" y="883"/>
                    <a:pt x="610" y="1238"/>
                  </a:cubicBezTo>
                  <a:cubicBezTo>
                    <a:pt x="610" y="883"/>
                    <a:pt x="883" y="609"/>
                    <a:pt x="1219" y="609"/>
                  </a:cubicBezTo>
                  <a:cubicBezTo>
                    <a:pt x="883" y="609"/>
                    <a:pt x="610" y="336"/>
                    <a:pt x="61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22"/>
            <p:cNvSpPr/>
            <p:nvPr/>
          </p:nvSpPr>
          <p:spPr>
            <a:xfrm>
              <a:off x="2577721" y="326070"/>
              <a:ext cx="149150" cy="148525"/>
            </a:xfrm>
            <a:custGeom>
              <a:avLst/>
              <a:gdLst/>
              <a:ahLst/>
              <a:cxnLst/>
              <a:rect l="l" t="t" r="r" b="b"/>
              <a:pathLst>
                <a:path w="710" h="707" extrusionOk="0">
                  <a:moveTo>
                    <a:pt x="355" y="1"/>
                  </a:moveTo>
                  <a:cubicBezTo>
                    <a:pt x="355" y="194"/>
                    <a:pt x="193" y="352"/>
                    <a:pt x="0" y="352"/>
                  </a:cubicBezTo>
                  <a:cubicBezTo>
                    <a:pt x="193" y="352"/>
                    <a:pt x="355" y="514"/>
                    <a:pt x="355" y="707"/>
                  </a:cubicBezTo>
                  <a:cubicBezTo>
                    <a:pt x="355" y="514"/>
                    <a:pt x="517" y="352"/>
                    <a:pt x="710" y="352"/>
                  </a:cubicBezTo>
                  <a:cubicBezTo>
                    <a:pt x="517" y="352"/>
                    <a:pt x="355" y="194"/>
                    <a:pt x="3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22"/>
            <p:cNvSpPr/>
            <p:nvPr/>
          </p:nvSpPr>
          <p:spPr>
            <a:xfrm>
              <a:off x="2248798" y="1311824"/>
              <a:ext cx="149199" cy="152547"/>
            </a:xfrm>
            <a:custGeom>
              <a:avLst/>
              <a:gdLst/>
              <a:ahLst/>
              <a:cxnLst/>
              <a:rect l="l" t="t" r="r" b="b"/>
              <a:pathLst>
                <a:path w="710" h="726" extrusionOk="0">
                  <a:moveTo>
                    <a:pt x="355" y="0"/>
                  </a:moveTo>
                  <a:cubicBezTo>
                    <a:pt x="355" y="209"/>
                    <a:pt x="193" y="371"/>
                    <a:pt x="0" y="371"/>
                  </a:cubicBezTo>
                  <a:cubicBezTo>
                    <a:pt x="193" y="371"/>
                    <a:pt x="355" y="533"/>
                    <a:pt x="355" y="726"/>
                  </a:cubicBezTo>
                  <a:cubicBezTo>
                    <a:pt x="355" y="533"/>
                    <a:pt x="517" y="371"/>
                    <a:pt x="710" y="371"/>
                  </a:cubicBezTo>
                  <a:cubicBezTo>
                    <a:pt x="517" y="371"/>
                    <a:pt x="355" y="209"/>
                    <a:pt x="3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1" name="Google Shape;261;p22"/>
          <p:cNvGrpSpPr/>
          <p:nvPr/>
        </p:nvGrpSpPr>
        <p:grpSpPr>
          <a:xfrm rot="-5400000">
            <a:off x="8095512" y="3580876"/>
            <a:ext cx="1159596" cy="450800"/>
            <a:chOff x="2190923" y="565199"/>
            <a:chExt cx="1159596" cy="450800"/>
          </a:xfrm>
        </p:grpSpPr>
        <p:sp>
          <p:nvSpPr>
            <p:cNvPr id="262" name="Google Shape;262;p22"/>
            <p:cNvSpPr/>
            <p:nvPr/>
          </p:nvSpPr>
          <p:spPr>
            <a:xfrm>
              <a:off x="2660273" y="774450"/>
              <a:ext cx="237650" cy="241549"/>
            </a:xfrm>
            <a:custGeom>
              <a:avLst/>
              <a:gdLst/>
              <a:ahLst/>
              <a:cxnLst/>
              <a:rect l="l" t="t" r="r" b="b"/>
              <a:pathLst>
                <a:path w="1219" h="1239" extrusionOk="0">
                  <a:moveTo>
                    <a:pt x="610" y="0"/>
                  </a:moveTo>
                  <a:cubicBezTo>
                    <a:pt x="610" y="336"/>
                    <a:pt x="336" y="609"/>
                    <a:pt x="0" y="609"/>
                  </a:cubicBezTo>
                  <a:cubicBezTo>
                    <a:pt x="336" y="609"/>
                    <a:pt x="610" y="883"/>
                    <a:pt x="610" y="1238"/>
                  </a:cubicBezTo>
                  <a:cubicBezTo>
                    <a:pt x="610" y="883"/>
                    <a:pt x="883" y="609"/>
                    <a:pt x="1219" y="609"/>
                  </a:cubicBezTo>
                  <a:cubicBezTo>
                    <a:pt x="883" y="609"/>
                    <a:pt x="610" y="336"/>
                    <a:pt x="61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22"/>
            <p:cNvSpPr/>
            <p:nvPr/>
          </p:nvSpPr>
          <p:spPr>
            <a:xfrm>
              <a:off x="3263628" y="598213"/>
              <a:ext cx="86892" cy="86524"/>
            </a:xfrm>
            <a:custGeom>
              <a:avLst/>
              <a:gdLst/>
              <a:ahLst/>
              <a:cxnLst/>
              <a:rect l="l" t="t" r="r" b="b"/>
              <a:pathLst>
                <a:path w="710" h="707" extrusionOk="0">
                  <a:moveTo>
                    <a:pt x="355" y="1"/>
                  </a:moveTo>
                  <a:cubicBezTo>
                    <a:pt x="355" y="194"/>
                    <a:pt x="193" y="352"/>
                    <a:pt x="0" y="352"/>
                  </a:cubicBezTo>
                  <a:cubicBezTo>
                    <a:pt x="193" y="352"/>
                    <a:pt x="355" y="514"/>
                    <a:pt x="355" y="707"/>
                  </a:cubicBezTo>
                  <a:cubicBezTo>
                    <a:pt x="355" y="514"/>
                    <a:pt x="517" y="352"/>
                    <a:pt x="710" y="352"/>
                  </a:cubicBezTo>
                  <a:cubicBezTo>
                    <a:pt x="517" y="352"/>
                    <a:pt x="355" y="194"/>
                    <a:pt x="3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22"/>
            <p:cNvSpPr/>
            <p:nvPr/>
          </p:nvSpPr>
          <p:spPr>
            <a:xfrm>
              <a:off x="2190923" y="565199"/>
              <a:ext cx="149199" cy="152547"/>
            </a:xfrm>
            <a:custGeom>
              <a:avLst/>
              <a:gdLst/>
              <a:ahLst/>
              <a:cxnLst/>
              <a:rect l="l" t="t" r="r" b="b"/>
              <a:pathLst>
                <a:path w="710" h="726" extrusionOk="0">
                  <a:moveTo>
                    <a:pt x="355" y="0"/>
                  </a:moveTo>
                  <a:cubicBezTo>
                    <a:pt x="355" y="209"/>
                    <a:pt x="193" y="371"/>
                    <a:pt x="0" y="371"/>
                  </a:cubicBezTo>
                  <a:cubicBezTo>
                    <a:pt x="193" y="371"/>
                    <a:pt x="355" y="533"/>
                    <a:pt x="355" y="726"/>
                  </a:cubicBezTo>
                  <a:cubicBezTo>
                    <a:pt x="355" y="533"/>
                    <a:pt x="517" y="371"/>
                    <a:pt x="710" y="371"/>
                  </a:cubicBezTo>
                  <a:cubicBezTo>
                    <a:pt x="517" y="371"/>
                    <a:pt x="355" y="209"/>
                    <a:pt x="3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5" name="Google Shape;265;p2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282"/>
        <p:cNvGrpSpPr/>
        <p:nvPr/>
      </p:nvGrpSpPr>
      <p:grpSpPr>
        <a:xfrm>
          <a:off x="0" y="0"/>
          <a:ext cx="0" cy="0"/>
          <a:chOff x="0" y="0"/>
          <a:chExt cx="0" cy="0"/>
        </a:xfrm>
      </p:grpSpPr>
      <p:sp>
        <p:nvSpPr>
          <p:cNvPr id="283" name="Google Shape;283;p24"/>
          <p:cNvSpPr txBox="1">
            <a:spLocks noGrp="1"/>
          </p:cNvSpPr>
          <p:nvPr>
            <p:ph type="title"/>
          </p:nvPr>
        </p:nvSpPr>
        <p:spPr>
          <a:xfrm>
            <a:off x="1090100" y="2219450"/>
            <a:ext cx="21753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6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84" name="Google Shape;284;p24"/>
          <p:cNvSpPr txBox="1">
            <a:spLocks noGrp="1"/>
          </p:cNvSpPr>
          <p:nvPr>
            <p:ph type="subTitle" idx="1"/>
          </p:nvPr>
        </p:nvSpPr>
        <p:spPr>
          <a:xfrm>
            <a:off x="1090100" y="2594750"/>
            <a:ext cx="2175300" cy="735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85" name="Google Shape;285;p24"/>
          <p:cNvSpPr txBox="1">
            <a:spLocks noGrp="1"/>
          </p:cNvSpPr>
          <p:nvPr>
            <p:ph type="title" idx="2"/>
          </p:nvPr>
        </p:nvSpPr>
        <p:spPr>
          <a:xfrm>
            <a:off x="3484419" y="2219450"/>
            <a:ext cx="21753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6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86" name="Google Shape;286;p24"/>
          <p:cNvSpPr txBox="1">
            <a:spLocks noGrp="1"/>
          </p:cNvSpPr>
          <p:nvPr>
            <p:ph type="subTitle" idx="3"/>
          </p:nvPr>
        </p:nvSpPr>
        <p:spPr>
          <a:xfrm>
            <a:off x="3484422" y="2594750"/>
            <a:ext cx="2175300" cy="735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87" name="Google Shape;287;p24"/>
          <p:cNvSpPr txBox="1">
            <a:spLocks noGrp="1"/>
          </p:cNvSpPr>
          <p:nvPr>
            <p:ph type="title" idx="4"/>
          </p:nvPr>
        </p:nvSpPr>
        <p:spPr>
          <a:xfrm>
            <a:off x="5878746" y="2219450"/>
            <a:ext cx="21753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6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88" name="Google Shape;288;p24"/>
          <p:cNvSpPr txBox="1">
            <a:spLocks noGrp="1"/>
          </p:cNvSpPr>
          <p:nvPr>
            <p:ph type="subTitle" idx="5"/>
          </p:nvPr>
        </p:nvSpPr>
        <p:spPr>
          <a:xfrm>
            <a:off x="5878750" y="2594750"/>
            <a:ext cx="2175300" cy="735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89" name="Google Shape;289;p24"/>
          <p:cNvSpPr txBox="1">
            <a:spLocks noGrp="1"/>
          </p:cNvSpPr>
          <p:nvPr>
            <p:ph type="title" idx="6"/>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90" name="Google Shape;290;p24"/>
          <p:cNvSpPr/>
          <p:nvPr/>
        </p:nvSpPr>
        <p:spPr>
          <a:xfrm>
            <a:off x="-3000" y="4608600"/>
            <a:ext cx="9150000" cy="534900"/>
          </a:xfrm>
          <a:prstGeom prst="rect">
            <a:avLst/>
          </a:prstGeom>
          <a:solidFill>
            <a:schemeClr val="lt1">
              <a:alpha val="344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91" name="Google Shape;291;p24"/>
          <p:cNvGrpSpPr/>
          <p:nvPr/>
        </p:nvGrpSpPr>
        <p:grpSpPr>
          <a:xfrm>
            <a:off x="8401944" y="164990"/>
            <a:ext cx="470060" cy="856175"/>
            <a:chOff x="8401944" y="164990"/>
            <a:chExt cx="470060" cy="856175"/>
          </a:xfrm>
        </p:grpSpPr>
        <p:sp>
          <p:nvSpPr>
            <p:cNvPr id="292" name="Google Shape;292;p24"/>
            <p:cNvSpPr/>
            <p:nvPr/>
          </p:nvSpPr>
          <p:spPr>
            <a:xfrm>
              <a:off x="8592929" y="746338"/>
              <a:ext cx="279075" cy="274826"/>
            </a:xfrm>
            <a:custGeom>
              <a:avLst/>
              <a:gdLst/>
              <a:ahLst/>
              <a:cxnLst/>
              <a:rect l="l" t="t" r="r" b="b"/>
              <a:pathLst>
                <a:path w="1239" h="1220" extrusionOk="0">
                  <a:moveTo>
                    <a:pt x="629" y="1"/>
                  </a:moveTo>
                  <a:cubicBezTo>
                    <a:pt x="629" y="337"/>
                    <a:pt x="355" y="610"/>
                    <a:pt x="0" y="610"/>
                  </a:cubicBezTo>
                  <a:cubicBezTo>
                    <a:pt x="355" y="610"/>
                    <a:pt x="629" y="884"/>
                    <a:pt x="629" y="1220"/>
                  </a:cubicBezTo>
                  <a:cubicBezTo>
                    <a:pt x="629" y="884"/>
                    <a:pt x="903" y="610"/>
                    <a:pt x="1238" y="610"/>
                  </a:cubicBezTo>
                  <a:cubicBezTo>
                    <a:pt x="903" y="610"/>
                    <a:pt x="629" y="337"/>
                    <a:pt x="62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24"/>
            <p:cNvSpPr/>
            <p:nvPr/>
          </p:nvSpPr>
          <p:spPr>
            <a:xfrm>
              <a:off x="8401944" y="410723"/>
              <a:ext cx="158549" cy="158325"/>
            </a:xfrm>
            <a:custGeom>
              <a:avLst/>
              <a:gdLst/>
              <a:ahLst/>
              <a:cxnLst/>
              <a:rect l="l" t="t" r="r" b="b"/>
              <a:pathLst>
                <a:path w="692" h="691" extrusionOk="0">
                  <a:moveTo>
                    <a:pt x="356" y="0"/>
                  </a:moveTo>
                  <a:cubicBezTo>
                    <a:pt x="356" y="193"/>
                    <a:pt x="194" y="355"/>
                    <a:pt x="1" y="355"/>
                  </a:cubicBezTo>
                  <a:cubicBezTo>
                    <a:pt x="194" y="355"/>
                    <a:pt x="356" y="513"/>
                    <a:pt x="356" y="691"/>
                  </a:cubicBezTo>
                  <a:cubicBezTo>
                    <a:pt x="356" y="513"/>
                    <a:pt x="498" y="355"/>
                    <a:pt x="691" y="355"/>
                  </a:cubicBezTo>
                  <a:cubicBezTo>
                    <a:pt x="498" y="355"/>
                    <a:pt x="356" y="193"/>
                    <a:pt x="35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24"/>
            <p:cNvSpPr/>
            <p:nvPr/>
          </p:nvSpPr>
          <p:spPr>
            <a:xfrm>
              <a:off x="8721504" y="164990"/>
              <a:ext cx="87228" cy="87232"/>
            </a:xfrm>
            <a:custGeom>
              <a:avLst/>
              <a:gdLst/>
              <a:ahLst/>
              <a:cxnLst/>
              <a:rect l="l" t="t" r="r" b="b"/>
              <a:pathLst>
                <a:path w="691" h="691" extrusionOk="0">
                  <a:moveTo>
                    <a:pt x="355" y="0"/>
                  </a:moveTo>
                  <a:cubicBezTo>
                    <a:pt x="355" y="193"/>
                    <a:pt x="193" y="351"/>
                    <a:pt x="0" y="351"/>
                  </a:cubicBezTo>
                  <a:cubicBezTo>
                    <a:pt x="193" y="351"/>
                    <a:pt x="355" y="498"/>
                    <a:pt x="355" y="691"/>
                  </a:cubicBezTo>
                  <a:cubicBezTo>
                    <a:pt x="355" y="498"/>
                    <a:pt x="498" y="351"/>
                    <a:pt x="691" y="351"/>
                  </a:cubicBezTo>
                  <a:cubicBezTo>
                    <a:pt x="498" y="351"/>
                    <a:pt x="355" y="193"/>
                    <a:pt x="3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5" name="Google Shape;295;p24"/>
          <p:cNvGrpSpPr/>
          <p:nvPr/>
        </p:nvGrpSpPr>
        <p:grpSpPr>
          <a:xfrm>
            <a:off x="387955" y="165008"/>
            <a:ext cx="627789" cy="857235"/>
            <a:chOff x="2496780" y="370733"/>
            <a:chExt cx="627789" cy="857235"/>
          </a:xfrm>
        </p:grpSpPr>
        <p:sp>
          <p:nvSpPr>
            <p:cNvPr id="296" name="Google Shape;296;p24"/>
            <p:cNvSpPr/>
            <p:nvPr/>
          </p:nvSpPr>
          <p:spPr>
            <a:xfrm>
              <a:off x="2968038" y="370733"/>
              <a:ext cx="156531" cy="156411"/>
            </a:xfrm>
            <a:custGeom>
              <a:avLst/>
              <a:gdLst/>
              <a:ahLst/>
              <a:cxnLst/>
              <a:rect l="l" t="t" r="r" b="b"/>
              <a:pathLst>
                <a:path w="1240" h="1239" extrusionOk="0">
                  <a:moveTo>
                    <a:pt x="610" y="1"/>
                  </a:moveTo>
                  <a:cubicBezTo>
                    <a:pt x="610" y="340"/>
                    <a:pt x="337" y="629"/>
                    <a:pt x="1" y="629"/>
                  </a:cubicBezTo>
                  <a:cubicBezTo>
                    <a:pt x="337" y="629"/>
                    <a:pt x="610" y="903"/>
                    <a:pt x="610" y="1239"/>
                  </a:cubicBezTo>
                  <a:cubicBezTo>
                    <a:pt x="610" y="903"/>
                    <a:pt x="884" y="629"/>
                    <a:pt x="1239" y="629"/>
                  </a:cubicBezTo>
                  <a:cubicBezTo>
                    <a:pt x="884" y="629"/>
                    <a:pt x="610" y="340"/>
                    <a:pt x="6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97" name="Google Shape;297;p24"/>
            <p:cNvGrpSpPr/>
            <p:nvPr/>
          </p:nvGrpSpPr>
          <p:grpSpPr>
            <a:xfrm>
              <a:off x="2496780" y="616449"/>
              <a:ext cx="215705" cy="611518"/>
              <a:chOff x="2496780" y="616449"/>
              <a:chExt cx="215705" cy="611518"/>
            </a:xfrm>
          </p:grpSpPr>
          <p:sp>
            <p:nvSpPr>
              <p:cNvPr id="298" name="Google Shape;298;p24"/>
              <p:cNvSpPr/>
              <p:nvPr/>
            </p:nvSpPr>
            <p:spPr>
              <a:xfrm>
                <a:off x="2556080" y="1073955"/>
                <a:ext cx="156405" cy="154013"/>
              </a:xfrm>
              <a:custGeom>
                <a:avLst/>
                <a:gdLst/>
                <a:ahLst/>
                <a:cxnLst/>
                <a:rect l="l" t="t" r="r" b="b"/>
                <a:pathLst>
                  <a:path w="1239" h="1220" extrusionOk="0">
                    <a:moveTo>
                      <a:pt x="629" y="1"/>
                    </a:moveTo>
                    <a:cubicBezTo>
                      <a:pt x="629" y="337"/>
                      <a:pt x="355" y="610"/>
                      <a:pt x="0" y="610"/>
                    </a:cubicBezTo>
                    <a:cubicBezTo>
                      <a:pt x="355" y="610"/>
                      <a:pt x="629" y="884"/>
                      <a:pt x="629" y="1220"/>
                    </a:cubicBezTo>
                    <a:cubicBezTo>
                      <a:pt x="629" y="884"/>
                      <a:pt x="903" y="610"/>
                      <a:pt x="1238" y="610"/>
                    </a:cubicBezTo>
                    <a:cubicBezTo>
                      <a:pt x="903" y="610"/>
                      <a:pt x="629" y="337"/>
                      <a:pt x="62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24"/>
              <p:cNvSpPr/>
              <p:nvPr/>
            </p:nvSpPr>
            <p:spPr>
              <a:xfrm>
                <a:off x="2496780" y="616449"/>
                <a:ext cx="87355" cy="87232"/>
              </a:xfrm>
              <a:custGeom>
                <a:avLst/>
                <a:gdLst/>
                <a:ahLst/>
                <a:cxnLst/>
                <a:rect l="l" t="t" r="r" b="b"/>
                <a:pathLst>
                  <a:path w="692" h="691" extrusionOk="0">
                    <a:moveTo>
                      <a:pt x="356" y="0"/>
                    </a:moveTo>
                    <a:cubicBezTo>
                      <a:pt x="356" y="193"/>
                      <a:pt x="194" y="355"/>
                      <a:pt x="1" y="355"/>
                    </a:cubicBezTo>
                    <a:cubicBezTo>
                      <a:pt x="194" y="355"/>
                      <a:pt x="356" y="513"/>
                      <a:pt x="356" y="691"/>
                    </a:cubicBezTo>
                    <a:cubicBezTo>
                      <a:pt x="356" y="513"/>
                      <a:pt x="498" y="355"/>
                      <a:pt x="691" y="355"/>
                    </a:cubicBezTo>
                    <a:cubicBezTo>
                      <a:pt x="498" y="355"/>
                      <a:pt x="356" y="193"/>
                      <a:pt x="35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394"/>
        <p:cNvGrpSpPr/>
        <p:nvPr/>
      </p:nvGrpSpPr>
      <p:grpSpPr>
        <a:xfrm>
          <a:off x="0" y="0"/>
          <a:ext cx="0" cy="0"/>
          <a:chOff x="0" y="0"/>
          <a:chExt cx="0" cy="0"/>
        </a:xfrm>
      </p:grpSpPr>
      <p:sp>
        <p:nvSpPr>
          <p:cNvPr id="395" name="Google Shape;395;p30"/>
          <p:cNvSpPr/>
          <p:nvPr/>
        </p:nvSpPr>
        <p:spPr>
          <a:xfrm>
            <a:off x="-3000" y="4608600"/>
            <a:ext cx="9150000" cy="534900"/>
          </a:xfrm>
          <a:prstGeom prst="rect">
            <a:avLst/>
          </a:prstGeom>
          <a:solidFill>
            <a:schemeClr val="lt1">
              <a:alpha val="344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96" name="Google Shape;396;p30"/>
          <p:cNvGrpSpPr/>
          <p:nvPr/>
        </p:nvGrpSpPr>
        <p:grpSpPr>
          <a:xfrm>
            <a:off x="1494012" y="611357"/>
            <a:ext cx="1857630" cy="999003"/>
            <a:chOff x="1280485" y="1726490"/>
            <a:chExt cx="1454569" cy="782244"/>
          </a:xfrm>
        </p:grpSpPr>
        <p:grpSp>
          <p:nvGrpSpPr>
            <p:cNvPr id="397" name="Google Shape;397;p30"/>
            <p:cNvGrpSpPr/>
            <p:nvPr/>
          </p:nvGrpSpPr>
          <p:grpSpPr>
            <a:xfrm>
              <a:off x="1541269" y="1726490"/>
              <a:ext cx="1027759" cy="556406"/>
              <a:chOff x="7791997" y="2089174"/>
              <a:chExt cx="819587" cy="443706"/>
            </a:xfrm>
          </p:grpSpPr>
          <p:sp>
            <p:nvSpPr>
              <p:cNvPr id="398" name="Google Shape;398;p30"/>
              <p:cNvSpPr/>
              <p:nvPr/>
            </p:nvSpPr>
            <p:spPr>
              <a:xfrm>
                <a:off x="7844419" y="2135462"/>
                <a:ext cx="109539" cy="198565"/>
              </a:xfrm>
              <a:custGeom>
                <a:avLst/>
                <a:gdLst/>
                <a:ahLst/>
                <a:cxnLst/>
                <a:rect l="l" t="t" r="r" b="b"/>
                <a:pathLst>
                  <a:path w="1143" h="2072" extrusionOk="0">
                    <a:moveTo>
                      <a:pt x="1" y="0"/>
                    </a:moveTo>
                    <a:lnTo>
                      <a:pt x="1" y="0"/>
                    </a:lnTo>
                    <a:cubicBezTo>
                      <a:pt x="67" y="1508"/>
                      <a:pt x="1143" y="2071"/>
                      <a:pt x="1143" y="2071"/>
                    </a:cubicBezTo>
                    <a:cubicBezTo>
                      <a:pt x="1143" y="2071"/>
                      <a:pt x="1143" y="802"/>
                      <a:pt x="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30"/>
              <p:cNvSpPr/>
              <p:nvPr/>
            </p:nvSpPr>
            <p:spPr>
              <a:xfrm>
                <a:off x="7910641" y="2089174"/>
                <a:ext cx="123531" cy="226356"/>
              </a:xfrm>
              <a:custGeom>
                <a:avLst/>
                <a:gdLst/>
                <a:ahLst/>
                <a:cxnLst/>
                <a:rect l="l" t="t" r="r" b="b"/>
                <a:pathLst>
                  <a:path w="1289" h="2362" extrusionOk="0">
                    <a:moveTo>
                      <a:pt x="660" y="1"/>
                    </a:moveTo>
                    <a:lnTo>
                      <a:pt x="660" y="1"/>
                    </a:lnTo>
                    <a:cubicBezTo>
                      <a:pt x="0" y="1351"/>
                      <a:pt x="675" y="2361"/>
                      <a:pt x="675" y="2361"/>
                    </a:cubicBezTo>
                    <a:cubicBezTo>
                      <a:pt x="675" y="2361"/>
                      <a:pt x="1289" y="1235"/>
                      <a:pt x="66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30"/>
              <p:cNvSpPr/>
              <p:nvPr/>
            </p:nvSpPr>
            <p:spPr>
              <a:xfrm>
                <a:off x="8017115" y="2135462"/>
                <a:ext cx="109444" cy="198565"/>
              </a:xfrm>
              <a:custGeom>
                <a:avLst/>
                <a:gdLst/>
                <a:ahLst/>
                <a:cxnLst/>
                <a:rect l="l" t="t" r="r" b="b"/>
                <a:pathLst>
                  <a:path w="1142" h="2072" extrusionOk="0">
                    <a:moveTo>
                      <a:pt x="0" y="0"/>
                    </a:moveTo>
                    <a:lnTo>
                      <a:pt x="0" y="0"/>
                    </a:lnTo>
                    <a:cubicBezTo>
                      <a:pt x="62" y="1508"/>
                      <a:pt x="1142" y="2071"/>
                      <a:pt x="1142" y="2071"/>
                    </a:cubicBezTo>
                    <a:cubicBezTo>
                      <a:pt x="1142" y="2071"/>
                      <a:pt x="1142" y="802"/>
                      <a:pt x="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30"/>
              <p:cNvSpPr/>
              <p:nvPr/>
            </p:nvSpPr>
            <p:spPr>
              <a:xfrm>
                <a:off x="8083242" y="2089174"/>
                <a:ext cx="123244" cy="226356"/>
              </a:xfrm>
              <a:custGeom>
                <a:avLst/>
                <a:gdLst/>
                <a:ahLst/>
                <a:cxnLst/>
                <a:rect l="l" t="t" r="r" b="b"/>
                <a:pathLst>
                  <a:path w="1286" h="2362" extrusionOk="0">
                    <a:moveTo>
                      <a:pt x="645" y="1"/>
                    </a:moveTo>
                    <a:lnTo>
                      <a:pt x="645" y="1"/>
                    </a:lnTo>
                    <a:cubicBezTo>
                      <a:pt x="1" y="1351"/>
                      <a:pt x="676" y="2361"/>
                      <a:pt x="676" y="2361"/>
                    </a:cubicBezTo>
                    <a:cubicBezTo>
                      <a:pt x="676" y="2361"/>
                      <a:pt x="1285" y="1235"/>
                      <a:pt x="64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30"/>
              <p:cNvSpPr/>
              <p:nvPr/>
            </p:nvSpPr>
            <p:spPr>
              <a:xfrm>
                <a:off x="7986064" y="2110641"/>
                <a:ext cx="122094" cy="220415"/>
              </a:xfrm>
              <a:custGeom>
                <a:avLst/>
                <a:gdLst/>
                <a:ahLst/>
                <a:cxnLst/>
                <a:rect l="l" t="t" r="r" b="b"/>
                <a:pathLst>
                  <a:path w="1274" h="2300" extrusionOk="0">
                    <a:moveTo>
                      <a:pt x="965" y="1"/>
                    </a:moveTo>
                    <a:lnTo>
                      <a:pt x="965" y="1"/>
                    </a:lnTo>
                    <a:cubicBezTo>
                      <a:pt x="0" y="1158"/>
                      <a:pt x="405" y="2299"/>
                      <a:pt x="405" y="2299"/>
                    </a:cubicBezTo>
                    <a:cubicBezTo>
                      <a:pt x="405" y="2299"/>
                      <a:pt x="1273" y="1366"/>
                      <a:pt x="9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30"/>
              <p:cNvSpPr/>
              <p:nvPr/>
            </p:nvSpPr>
            <p:spPr>
              <a:xfrm>
                <a:off x="8133939" y="2135462"/>
                <a:ext cx="110977" cy="198565"/>
              </a:xfrm>
              <a:custGeom>
                <a:avLst/>
                <a:gdLst/>
                <a:ahLst/>
                <a:cxnLst/>
                <a:rect l="l" t="t" r="r" b="b"/>
                <a:pathLst>
                  <a:path w="1158" h="2072" extrusionOk="0">
                    <a:moveTo>
                      <a:pt x="0" y="0"/>
                    </a:moveTo>
                    <a:cubicBezTo>
                      <a:pt x="81" y="1508"/>
                      <a:pt x="1157" y="2071"/>
                      <a:pt x="1157" y="2071"/>
                    </a:cubicBezTo>
                    <a:cubicBezTo>
                      <a:pt x="1157" y="2071"/>
                      <a:pt x="1142" y="802"/>
                      <a:pt x="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30"/>
              <p:cNvSpPr/>
              <p:nvPr/>
            </p:nvSpPr>
            <p:spPr>
              <a:xfrm>
                <a:off x="8201886" y="2089174"/>
                <a:ext cx="121710" cy="226356"/>
              </a:xfrm>
              <a:custGeom>
                <a:avLst/>
                <a:gdLst/>
                <a:ahLst/>
                <a:cxnLst/>
                <a:rect l="l" t="t" r="r" b="b"/>
                <a:pathLst>
                  <a:path w="1270" h="2362" extrusionOk="0">
                    <a:moveTo>
                      <a:pt x="641" y="1"/>
                    </a:moveTo>
                    <a:lnTo>
                      <a:pt x="641" y="1"/>
                    </a:lnTo>
                    <a:cubicBezTo>
                      <a:pt x="1" y="1351"/>
                      <a:pt x="676" y="2361"/>
                      <a:pt x="676" y="2361"/>
                    </a:cubicBezTo>
                    <a:cubicBezTo>
                      <a:pt x="676" y="2361"/>
                      <a:pt x="1270" y="1235"/>
                      <a:pt x="64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30"/>
              <p:cNvSpPr/>
              <p:nvPr/>
            </p:nvSpPr>
            <p:spPr>
              <a:xfrm>
                <a:off x="8306539" y="2135462"/>
                <a:ext cx="109444" cy="198565"/>
              </a:xfrm>
              <a:custGeom>
                <a:avLst/>
                <a:gdLst/>
                <a:ahLst/>
                <a:cxnLst/>
                <a:rect l="l" t="t" r="r" b="b"/>
                <a:pathLst>
                  <a:path w="1142" h="2072" extrusionOk="0">
                    <a:moveTo>
                      <a:pt x="0" y="0"/>
                    </a:moveTo>
                    <a:cubicBezTo>
                      <a:pt x="81" y="1508"/>
                      <a:pt x="1142" y="2071"/>
                      <a:pt x="1142" y="2071"/>
                    </a:cubicBezTo>
                    <a:cubicBezTo>
                      <a:pt x="1142" y="2071"/>
                      <a:pt x="1142" y="802"/>
                      <a:pt x="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30"/>
              <p:cNvSpPr/>
              <p:nvPr/>
            </p:nvSpPr>
            <p:spPr>
              <a:xfrm>
                <a:off x="8372665" y="2135462"/>
                <a:ext cx="123531" cy="227698"/>
              </a:xfrm>
              <a:custGeom>
                <a:avLst/>
                <a:gdLst/>
                <a:ahLst/>
                <a:cxnLst/>
                <a:rect l="l" t="t" r="r" b="b"/>
                <a:pathLst>
                  <a:path w="1289" h="2376" extrusionOk="0">
                    <a:moveTo>
                      <a:pt x="660" y="0"/>
                    </a:moveTo>
                    <a:lnTo>
                      <a:pt x="660" y="0"/>
                    </a:lnTo>
                    <a:cubicBezTo>
                      <a:pt x="1" y="1365"/>
                      <a:pt x="676" y="2376"/>
                      <a:pt x="676" y="2376"/>
                    </a:cubicBezTo>
                    <a:cubicBezTo>
                      <a:pt x="676" y="2376"/>
                      <a:pt x="1289" y="1234"/>
                      <a:pt x="66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30"/>
              <p:cNvSpPr/>
              <p:nvPr/>
            </p:nvSpPr>
            <p:spPr>
              <a:xfrm>
                <a:off x="8275871" y="2110641"/>
                <a:ext cx="121710" cy="220415"/>
              </a:xfrm>
              <a:custGeom>
                <a:avLst/>
                <a:gdLst/>
                <a:ahLst/>
                <a:cxnLst/>
                <a:rect l="l" t="t" r="r" b="b"/>
                <a:pathLst>
                  <a:path w="1270" h="2300" extrusionOk="0">
                    <a:moveTo>
                      <a:pt x="980" y="1"/>
                    </a:moveTo>
                    <a:cubicBezTo>
                      <a:pt x="0" y="1158"/>
                      <a:pt x="401" y="2299"/>
                      <a:pt x="401" y="2299"/>
                    </a:cubicBezTo>
                    <a:cubicBezTo>
                      <a:pt x="401" y="2299"/>
                      <a:pt x="1269" y="1366"/>
                      <a:pt x="9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30"/>
              <p:cNvSpPr/>
              <p:nvPr/>
            </p:nvSpPr>
            <p:spPr>
              <a:xfrm>
                <a:off x="7791997" y="2287741"/>
                <a:ext cx="798114" cy="245140"/>
              </a:xfrm>
              <a:custGeom>
                <a:avLst/>
                <a:gdLst/>
                <a:ahLst/>
                <a:cxnLst/>
                <a:rect l="l" t="t" r="r" b="b"/>
                <a:pathLst>
                  <a:path w="8328" h="2558" extrusionOk="0">
                    <a:moveTo>
                      <a:pt x="0" y="0"/>
                    </a:moveTo>
                    <a:lnTo>
                      <a:pt x="0" y="1898"/>
                    </a:lnTo>
                    <a:cubicBezTo>
                      <a:pt x="0" y="2268"/>
                      <a:pt x="309" y="2557"/>
                      <a:pt x="660" y="2557"/>
                    </a:cubicBezTo>
                    <a:lnTo>
                      <a:pt x="1015" y="2557"/>
                    </a:lnTo>
                    <a:cubicBezTo>
                      <a:pt x="1127" y="2557"/>
                      <a:pt x="1208" y="2476"/>
                      <a:pt x="1208" y="2365"/>
                    </a:cubicBezTo>
                    <a:lnTo>
                      <a:pt x="1208" y="2203"/>
                    </a:lnTo>
                    <a:cubicBezTo>
                      <a:pt x="1208" y="2091"/>
                      <a:pt x="1304" y="1994"/>
                      <a:pt x="1431" y="1994"/>
                    </a:cubicBezTo>
                    <a:cubicBezTo>
                      <a:pt x="1543" y="1994"/>
                      <a:pt x="1640" y="2091"/>
                      <a:pt x="1640" y="2203"/>
                    </a:cubicBezTo>
                    <a:lnTo>
                      <a:pt x="1640" y="2380"/>
                    </a:lnTo>
                    <a:cubicBezTo>
                      <a:pt x="1640" y="2476"/>
                      <a:pt x="1721" y="2557"/>
                      <a:pt x="1832" y="2557"/>
                    </a:cubicBezTo>
                    <a:cubicBezTo>
                      <a:pt x="1929" y="2557"/>
                      <a:pt x="2010" y="2476"/>
                      <a:pt x="2010" y="2380"/>
                    </a:cubicBezTo>
                    <a:lnTo>
                      <a:pt x="2010" y="2218"/>
                    </a:lnTo>
                    <a:cubicBezTo>
                      <a:pt x="2010" y="2091"/>
                      <a:pt x="2106" y="1994"/>
                      <a:pt x="2218" y="1994"/>
                    </a:cubicBezTo>
                    <a:cubicBezTo>
                      <a:pt x="2227" y="1993"/>
                      <a:pt x="2236" y="1993"/>
                      <a:pt x="2245" y="1993"/>
                    </a:cubicBezTo>
                    <a:cubicBezTo>
                      <a:pt x="2362" y="1993"/>
                      <a:pt x="2446" y="2084"/>
                      <a:pt x="2446" y="2203"/>
                    </a:cubicBezTo>
                    <a:lnTo>
                      <a:pt x="2446" y="2380"/>
                    </a:lnTo>
                    <a:cubicBezTo>
                      <a:pt x="2446" y="2476"/>
                      <a:pt x="2527" y="2557"/>
                      <a:pt x="2623" y="2557"/>
                    </a:cubicBezTo>
                    <a:cubicBezTo>
                      <a:pt x="2735" y="2557"/>
                      <a:pt x="2816" y="2476"/>
                      <a:pt x="2816" y="2380"/>
                    </a:cubicBezTo>
                    <a:lnTo>
                      <a:pt x="2816" y="2218"/>
                    </a:lnTo>
                    <a:cubicBezTo>
                      <a:pt x="2816" y="2091"/>
                      <a:pt x="2893" y="1994"/>
                      <a:pt x="3024" y="1994"/>
                    </a:cubicBezTo>
                    <a:cubicBezTo>
                      <a:pt x="3032" y="1993"/>
                      <a:pt x="3040" y="1993"/>
                      <a:pt x="3048" y="1993"/>
                    </a:cubicBezTo>
                    <a:cubicBezTo>
                      <a:pt x="3151" y="1993"/>
                      <a:pt x="3248" y="2084"/>
                      <a:pt x="3248" y="2203"/>
                    </a:cubicBezTo>
                    <a:lnTo>
                      <a:pt x="3248" y="2365"/>
                    </a:lnTo>
                    <a:cubicBezTo>
                      <a:pt x="3248" y="2476"/>
                      <a:pt x="3329" y="2557"/>
                      <a:pt x="3441" y="2557"/>
                    </a:cubicBezTo>
                    <a:lnTo>
                      <a:pt x="6943" y="2557"/>
                    </a:lnTo>
                    <a:cubicBezTo>
                      <a:pt x="7313" y="2557"/>
                      <a:pt x="7603" y="2268"/>
                      <a:pt x="7603" y="1898"/>
                    </a:cubicBezTo>
                    <a:lnTo>
                      <a:pt x="7603" y="1366"/>
                    </a:lnTo>
                    <a:lnTo>
                      <a:pt x="8328" y="1366"/>
                    </a:lnTo>
                    <a:lnTo>
                      <a:pt x="8328" y="370"/>
                    </a:lnTo>
                    <a:lnTo>
                      <a:pt x="7603" y="370"/>
                    </a:lnTo>
                    <a:lnTo>
                      <a:pt x="760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30"/>
              <p:cNvSpPr/>
              <p:nvPr/>
            </p:nvSpPr>
            <p:spPr>
              <a:xfrm>
                <a:off x="7826018" y="2287741"/>
                <a:ext cx="662412" cy="166365"/>
              </a:xfrm>
              <a:custGeom>
                <a:avLst/>
                <a:gdLst/>
                <a:ahLst/>
                <a:cxnLst/>
                <a:rect l="l" t="t" r="r" b="b"/>
                <a:pathLst>
                  <a:path w="6912" h="1736" extrusionOk="0">
                    <a:moveTo>
                      <a:pt x="0" y="0"/>
                    </a:moveTo>
                    <a:lnTo>
                      <a:pt x="0" y="1076"/>
                    </a:lnTo>
                    <a:cubicBezTo>
                      <a:pt x="0" y="1447"/>
                      <a:pt x="289" y="1736"/>
                      <a:pt x="660" y="1736"/>
                    </a:cubicBezTo>
                    <a:lnTo>
                      <a:pt x="6252" y="1736"/>
                    </a:lnTo>
                    <a:cubicBezTo>
                      <a:pt x="6607" y="1736"/>
                      <a:pt x="6912" y="1447"/>
                      <a:pt x="6912" y="1076"/>
                    </a:cubicBezTo>
                    <a:lnTo>
                      <a:pt x="691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30"/>
              <p:cNvSpPr/>
              <p:nvPr/>
            </p:nvSpPr>
            <p:spPr>
              <a:xfrm>
                <a:off x="8566733" y="2313999"/>
                <a:ext cx="44851" cy="115382"/>
              </a:xfrm>
              <a:custGeom>
                <a:avLst/>
                <a:gdLst/>
                <a:ahLst/>
                <a:cxnLst/>
                <a:rect l="l" t="t" r="r" b="b"/>
                <a:pathLst>
                  <a:path w="468" h="1204" extrusionOk="0">
                    <a:moveTo>
                      <a:pt x="132" y="0"/>
                    </a:moveTo>
                    <a:cubicBezTo>
                      <a:pt x="66" y="0"/>
                      <a:pt x="1" y="46"/>
                      <a:pt x="1" y="112"/>
                    </a:cubicBezTo>
                    <a:lnTo>
                      <a:pt x="1" y="1076"/>
                    </a:lnTo>
                    <a:cubicBezTo>
                      <a:pt x="1" y="1142"/>
                      <a:pt x="66" y="1203"/>
                      <a:pt x="132" y="1203"/>
                    </a:cubicBezTo>
                    <a:lnTo>
                      <a:pt x="356" y="1203"/>
                    </a:lnTo>
                    <a:cubicBezTo>
                      <a:pt x="421" y="1203"/>
                      <a:pt x="467" y="1142"/>
                      <a:pt x="467" y="1076"/>
                    </a:cubicBezTo>
                    <a:lnTo>
                      <a:pt x="467" y="112"/>
                    </a:lnTo>
                    <a:cubicBezTo>
                      <a:pt x="467" y="46"/>
                      <a:pt x="421" y="0"/>
                      <a:pt x="35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30"/>
              <p:cNvSpPr/>
              <p:nvPr/>
            </p:nvSpPr>
            <p:spPr>
              <a:xfrm>
                <a:off x="7826018" y="2366419"/>
                <a:ext cx="662412" cy="87687"/>
              </a:xfrm>
              <a:custGeom>
                <a:avLst/>
                <a:gdLst/>
                <a:ahLst/>
                <a:cxnLst/>
                <a:rect l="l" t="t" r="r" b="b"/>
                <a:pathLst>
                  <a:path w="6912" h="915" extrusionOk="0">
                    <a:moveTo>
                      <a:pt x="5720" y="448"/>
                    </a:moveTo>
                    <a:cubicBezTo>
                      <a:pt x="5755" y="448"/>
                      <a:pt x="5770" y="448"/>
                      <a:pt x="5786" y="464"/>
                    </a:cubicBezTo>
                    <a:cubicBezTo>
                      <a:pt x="5801" y="464"/>
                      <a:pt x="5817" y="483"/>
                      <a:pt x="5817" y="498"/>
                    </a:cubicBezTo>
                    <a:cubicBezTo>
                      <a:pt x="5867" y="579"/>
                      <a:pt x="5817" y="656"/>
                      <a:pt x="5720" y="656"/>
                    </a:cubicBezTo>
                    <a:cubicBezTo>
                      <a:pt x="5705" y="656"/>
                      <a:pt x="5689" y="656"/>
                      <a:pt x="5674" y="641"/>
                    </a:cubicBezTo>
                    <a:cubicBezTo>
                      <a:pt x="5658" y="641"/>
                      <a:pt x="5643" y="626"/>
                      <a:pt x="5643" y="610"/>
                    </a:cubicBezTo>
                    <a:cubicBezTo>
                      <a:pt x="5593" y="529"/>
                      <a:pt x="5643" y="448"/>
                      <a:pt x="5720" y="448"/>
                    </a:cubicBezTo>
                    <a:close/>
                    <a:moveTo>
                      <a:pt x="6156" y="386"/>
                    </a:moveTo>
                    <a:cubicBezTo>
                      <a:pt x="6187" y="386"/>
                      <a:pt x="6222" y="402"/>
                      <a:pt x="6252" y="417"/>
                    </a:cubicBezTo>
                    <a:cubicBezTo>
                      <a:pt x="6268" y="433"/>
                      <a:pt x="6283" y="433"/>
                      <a:pt x="6299" y="464"/>
                    </a:cubicBezTo>
                    <a:cubicBezTo>
                      <a:pt x="6380" y="595"/>
                      <a:pt x="6283" y="722"/>
                      <a:pt x="6156" y="722"/>
                    </a:cubicBezTo>
                    <a:cubicBezTo>
                      <a:pt x="6141" y="722"/>
                      <a:pt x="6106" y="707"/>
                      <a:pt x="6075" y="691"/>
                    </a:cubicBezTo>
                    <a:cubicBezTo>
                      <a:pt x="6044" y="676"/>
                      <a:pt x="6044" y="656"/>
                      <a:pt x="6029" y="641"/>
                    </a:cubicBezTo>
                    <a:cubicBezTo>
                      <a:pt x="5948" y="514"/>
                      <a:pt x="6044" y="386"/>
                      <a:pt x="6156" y="386"/>
                    </a:cubicBezTo>
                    <a:close/>
                    <a:moveTo>
                      <a:pt x="0" y="1"/>
                    </a:moveTo>
                    <a:lnTo>
                      <a:pt x="0" y="255"/>
                    </a:lnTo>
                    <a:cubicBezTo>
                      <a:pt x="0" y="626"/>
                      <a:pt x="289" y="915"/>
                      <a:pt x="660" y="915"/>
                    </a:cubicBezTo>
                    <a:lnTo>
                      <a:pt x="6252" y="915"/>
                    </a:lnTo>
                    <a:cubicBezTo>
                      <a:pt x="6607" y="915"/>
                      <a:pt x="6912" y="626"/>
                      <a:pt x="6912" y="255"/>
                    </a:cubicBezTo>
                    <a:lnTo>
                      <a:pt x="6912" y="62"/>
                    </a:lnTo>
                    <a:cubicBezTo>
                      <a:pt x="5898" y="271"/>
                      <a:pt x="4852" y="336"/>
                      <a:pt x="3873" y="336"/>
                    </a:cubicBezTo>
                    <a:cubicBezTo>
                      <a:pt x="2268" y="336"/>
                      <a:pt x="837" y="143"/>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30"/>
              <p:cNvSpPr/>
              <p:nvPr/>
            </p:nvSpPr>
            <p:spPr>
              <a:xfrm>
                <a:off x="7930575" y="2343132"/>
                <a:ext cx="26355" cy="21562"/>
              </a:xfrm>
              <a:custGeom>
                <a:avLst/>
                <a:gdLst/>
                <a:ahLst/>
                <a:cxnLst/>
                <a:rect l="l" t="t" r="r" b="b"/>
                <a:pathLst>
                  <a:path w="275" h="225" extrusionOk="0">
                    <a:moveTo>
                      <a:pt x="132" y="1"/>
                    </a:moveTo>
                    <a:cubicBezTo>
                      <a:pt x="51" y="1"/>
                      <a:pt x="1" y="82"/>
                      <a:pt x="51" y="178"/>
                    </a:cubicBezTo>
                    <a:cubicBezTo>
                      <a:pt x="51" y="194"/>
                      <a:pt x="66" y="194"/>
                      <a:pt x="82" y="209"/>
                    </a:cubicBezTo>
                    <a:cubicBezTo>
                      <a:pt x="97" y="209"/>
                      <a:pt x="116" y="224"/>
                      <a:pt x="132" y="224"/>
                    </a:cubicBezTo>
                    <a:cubicBezTo>
                      <a:pt x="213" y="224"/>
                      <a:pt x="275" y="128"/>
                      <a:pt x="228" y="51"/>
                    </a:cubicBezTo>
                    <a:cubicBezTo>
                      <a:pt x="228" y="32"/>
                      <a:pt x="213" y="32"/>
                      <a:pt x="194" y="16"/>
                    </a:cubicBezTo>
                    <a:cubicBezTo>
                      <a:pt x="178" y="1"/>
                      <a:pt x="163" y="1"/>
                      <a:pt x="1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30"/>
              <p:cNvSpPr/>
              <p:nvPr/>
            </p:nvSpPr>
            <p:spPr>
              <a:xfrm>
                <a:off x="8326473" y="2349457"/>
                <a:ext cx="27792" cy="21466"/>
              </a:xfrm>
              <a:custGeom>
                <a:avLst/>
                <a:gdLst/>
                <a:ahLst/>
                <a:cxnLst/>
                <a:rect l="l" t="t" r="r" b="b"/>
                <a:pathLst>
                  <a:path w="290" h="224" extrusionOk="0">
                    <a:moveTo>
                      <a:pt x="147" y="0"/>
                    </a:moveTo>
                    <a:cubicBezTo>
                      <a:pt x="66" y="0"/>
                      <a:pt x="1" y="97"/>
                      <a:pt x="51" y="178"/>
                    </a:cubicBezTo>
                    <a:cubicBezTo>
                      <a:pt x="66" y="193"/>
                      <a:pt x="82" y="193"/>
                      <a:pt x="82" y="209"/>
                    </a:cubicBezTo>
                    <a:cubicBezTo>
                      <a:pt x="112" y="224"/>
                      <a:pt x="132" y="224"/>
                      <a:pt x="147" y="224"/>
                    </a:cubicBezTo>
                    <a:cubicBezTo>
                      <a:pt x="228" y="224"/>
                      <a:pt x="290" y="143"/>
                      <a:pt x="244" y="47"/>
                    </a:cubicBezTo>
                    <a:cubicBezTo>
                      <a:pt x="244" y="31"/>
                      <a:pt x="228" y="31"/>
                      <a:pt x="209" y="16"/>
                    </a:cubicBezTo>
                    <a:cubicBezTo>
                      <a:pt x="193" y="16"/>
                      <a:pt x="163" y="0"/>
                      <a:pt x="1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30"/>
              <p:cNvSpPr/>
              <p:nvPr/>
            </p:nvSpPr>
            <p:spPr>
              <a:xfrm>
                <a:off x="8394516" y="2320228"/>
                <a:ext cx="27792" cy="21562"/>
              </a:xfrm>
              <a:custGeom>
                <a:avLst/>
                <a:gdLst/>
                <a:ahLst/>
                <a:cxnLst/>
                <a:rect l="l" t="t" r="r" b="b"/>
                <a:pathLst>
                  <a:path w="290" h="225" extrusionOk="0">
                    <a:moveTo>
                      <a:pt x="143" y="1"/>
                    </a:moveTo>
                    <a:cubicBezTo>
                      <a:pt x="62" y="1"/>
                      <a:pt x="0" y="97"/>
                      <a:pt x="47" y="174"/>
                    </a:cubicBezTo>
                    <a:cubicBezTo>
                      <a:pt x="62" y="193"/>
                      <a:pt x="77" y="209"/>
                      <a:pt x="77" y="209"/>
                    </a:cubicBezTo>
                    <a:cubicBezTo>
                      <a:pt x="112" y="224"/>
                      <a:pt x="128" y="224"/>
                      <a:pt x="143" y="224"/>
                    </a:cubicBezTo>
                    <a:cubicBezTo>
                      <a:pt x="224" y="224"/>
                      <a:pt x="290" y="143"/>
                      <a:pt x="239" y="62"/>
                    </a:cubicBezTo>
                    <a:cubicBezTo>
                      <a:pt x="239" y="47"/>
                      <a:pt x="224" y="31"/>
                      <a:pt x="209" y="31"/>
                    </a:cubicBezTo>
                    <a:cubicBezTo>
                      <a:pt x="193" y="16"/>
                      <a:pt x="158" y="1"/>
                      <a:pt x="1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30"/>
              <p:cNvSpPr/>
              <p:nvPr/>
            </p:nvSpPr>
            <p:spPr>
              <a:xfrm>
                <a:off x="8361932" y="2409353"/>
                <a:ext cx="26355" cy="20029"/>
              </a:xfrm>
              <a:custGeom>
                <a:avLst/>
                <a:gdLst/>
                <a:ahLst/>
                <a:cxnLst/>
                <a:rect l="l" t="t" r="r" b="b"/>
                <a:pathLst>
                  <a:path w="275" h="209" extrusionOk="0">
                    <a:moveTo>
                      <a:pt x="128" y="0"/>
                    </a:moveTo>
                    <a:cubicBezTo>
                      <a:pt x="51" y="0"/>
                      <a:pt x="1" y="81"/>
                      <a:pt x="51" y="162"/>
                    </a:cubicBezTo>
                    <a:cubicBezTo>
                      <a:pt x="51" y="178"/>
                      <a:pt x="66" y="193"/>
                      <a:pt x="82" y="193"/>
                    </a:cubicBezTo>
                    <a:cubicBezTo>
                      <a:pt x="97" y="208"/>
                      <a:pt x="113" y="208"/>
                      <a:pt x="128" y="208"/>
                    </a:cubicBezTo>
                    <a:cubicBezTo>
                      <a:pt x="225" y="208"/>
                      <a:pt x="275" y="131"/>
                      <a:pt x="225" y="50"/>
                    </a:cubicBezTo>
                    <a:cubicBezTo>
                      <a:pt x="225" y="35"/>
                      <a:pt x="209" y="16"/>
                      <a:pt x="194" y="16"/>
                    </a:cubicBezTo>
                    <a:cubicBezTo>
                      <a:pt x="178" y="0"/>
                      <a:pt x="163" y="0"/>
                      <a:pt x="128" y="0"/>
                    </a:cubicBezTo>
                    <a:close/>
                  </a:path>
                </a:pathLst>
              </a:custGeom>
              <a:solidFill>
                <a:srgbClr val="0C22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30"/>
              <p:cNvSpPr/>
              <p:nvPr/>
            </p:nvSpPr>
            <p:spPr>
              <a:xfrm>
                <a:off x="7980122" y="2330961"/>
                <a:ext cx="41497" cy="32200"/>
              </a:xfrm>
              <a:custGeom>
                <a:avLst/>
                <a:gdLst/>
                <a:ahLst/>
                <a:cxnLst/>
                <a:rect l="l" t="t" r="r" b="b"/>
                <a:pathLst>
                  <a:path w="433" h="336" extrusionOk="0">
                    <a:moveTo>
                      <a:pt x="224" y="0"/>
                    </a:moveTo>
                    <a:cubicBezTo>
                      <a:pt x="97" y="0"/>
                      <a:pt x="1" y="128"/>
                      <a:pt x="82" y="255"/>
                    </a:cubicBezTo>
                    <a:cubicBezTo>
                      <a:pt x="97" y="274"/>
                      <a:pt x="112" y="290"/>
                      <a:pt x="128" y="305"/>
                    </a:cubicBezTo>
                    <a:cubicBezTo>
                      <a:pt x="159" y="321"/>
                      <a:pt x="193" y="336"/>
                      <a:pt x="224" y="336"/>
                    </a:cubicBezTo>
                    <a:cubicBezTo>
                      <a:pt x="336" y="336"/>
                      <a:pt x="433" y="209"/>
                      <a:pt x="352" y="81"/>
                    </a:cubicBezTo>
                    <a:cubicBezTo>
                      <a:pt x="336" y="62"/>
                      <a:pt x="336" y="47"/>
                      <a:pt x="305" y="31"/>
                    </a:cubicBezTo>
                    <a:cubicBezTo>
                      <a:pt x="274" y="16"/>
                      <a:pt x="240" y="0"/>
                      <a:pt x="2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30"/>
              <p:cNvSpPr/>
              <p:nvPr/>
            </p:nvSpPr>
            <p:spPr>
              <a:xfrm>
                <a:off x="8395953" y="2403411"/>
                <a:ext cx="41497" cy="32200"/>
              </a:xfrm>
              <a:custGeom>
                <a:avLst/>
                <a:gdLst/>
                <a:ahLst/>
                <a:cxnLst/>
                <a:rect l="l" t="t" r="r" b="b"/>
                <a:pathLst>
                  <a:path w="433" h="336" extrusionOk="0">
                    <a:moveTo>
                      <a:pt x="209" y="0"/>
                    </a:moveTo>
                    <a:cubicBezTo>
                      <a:pt x="97" y="0"/>
                      <a:pt x="1" y="128"/>
                      <a:pt x="82" y="255"/>
                    </a:cubicBezTo>
                    <a:cubicBezTo>
                      <a:pt x="97" y="270"/>
                      <a:pt x="97" y="290"/>
                      <a:pt x="128" y="305"/>
                    </a:cubicBezTo>
                    <a:cubicBezTo>
                      <a:pt x="159" y="321"/>
                      <a:pt x="194" y="336"/>
                      <a:pt x="209" y="336"/>
                    </a:cubicBezTo>
                    <a:cubicBezTo>
                      <a:pt x="336" y="336"/>
                      <a:pt x="433" y="209"/>
                      <a:pt x="352" y="78"/>
                    </a:cubicBezTo>
                    <a:cubicBezTo>
                      <a:pt x="336" y="47"/>
                      <a:pt x="321" y="47"/>
                      <a:pt x="305" y="31"/>
                    </a:cubicBezTo>
                    <a:cubicBezTo>
                      <a:pt x="275" y="16"/>
                      <a:pt x="240" y="0"/>
                      <a:pt x="209" y="0"/>
                    </a:cubicBezTo>
                    <a:close/>
                  </a:path>
                </a:pathLst>
              </a:custGeom>
              <a:solidFill>
                <a:srgbClr val="0C22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30"/>
              <p:cNvSpPr/>
              <p:nvPr/>
            </p:nvSpPr>
            <p:spPr>
              <a:xfrm>
                <a:off x="7862915" y="2315436"/>
                <a:ext cx="41880" cy="32583"/>
              </a:xfrm>
              <a:custGeom>
                <a:avLst/>
                <a:gdLst/>
                <a:ahLst/>
                <a:cxnLst/>
                <a:rect l="l" t="t" r="r" b="b"/>
                <a:pathLst>
                  <a:path w="437" h="340" extrusionOk="0">
                    <a:moveTo>
                      <a:pt x="209" y="0"/>
                    </a:moveTo>
                    <a:cubicBezTo>
                      <a:pt x="97" y="0"/>
                      <a:pt x="1" y="128"/>
                      <a:pt x="82" y="259"/>
                    </a:cubicBezTo>
                    <a:cubicBezTo>
                      <a:pt x="97" y="274"/>
                      <a:pt x="97" y="290"/>
                      <a:pt x="128" y="305"/>
                    </a:cubicBezTo>
                    <a:cubicBezTo>
                      <a:pt x="163" y="321"/>
                      <a:pt x="194" y="340"/>
                      <a:pt x="209" y="340"/>
                    </a:cubicBezTo>
                    <a:cubicBezTo>
                      <a:pt x="340" y="340"/>
                      <a:pt x="437" y="193"/>
                      <a:pt x="356" y="81"/>
                    </a:cubicBezTo>
                    <a:cubicBezTo>
                      <a:pt x="340" y="51"/>
                      <a:pt x="321" y="31"/>
                      <a:pt x="306" y="31"/>
                    </a:cubicBezTo>
                    <a:cubicBezTo>
                      <a:pt x="275" y="16"/>
                      <a:pt x="244" y="0"/>
                      <a:pt x="20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30"/>
              <p:cNvSpPr/>
              <p:nvPr/>
            </p:nvSpPr>
            <p:spPr>
              <a:xfrm>
                <a:off x="7840010" y="2357220"/>
                <a:ext cx="29326" cy="116916"/>
              </a:xfrm>
              <a:custGeom>
                <a:avLst/>
                <a:gdLst/>
                <a:ahLst/>
                <a:cxnLst/>
                <a:rect l="l" t="t" r="r" b="b"/>
                <a:pathLst>
                  <a:path w="306" h="1220" extrusionOk="0">
                    <a:moveTo>
                      <a:pt x="159" y="0"/>
                    </a:moveTo>
                    <a:cubicBezTo>
                      <a:pt x="62" y="0"/>
                      <a:pt x="1" y="62"/>
                      <a:pt x="1" y="143"/>
                    </a:cubicBezTo>
                    <a:lnTo>
                      <a:pt x="1" y="1076"/>
                    </a:lnTo>
                    <a:cubicBezTo>
                      <a:pt x="1" y="1157"/>
                      <a:pt x="62" y="1219"/>
                      <a:pt x="159" y="1219"/>
                    </a:cubicBezTo>
                    <a:cubicBezTo>
                      <a:pt x="240" y="1219"/>
                      <a:pt x="305" y="1157"/>
                      <a:pt x="305" y="1076"/>
                    </a:cubicBezTo>
                    <a:lnTo>
                      <a:pt x="305" y="143"/>
                    </a:lnTo>
                    <a:cubicBezTo>
                      <a:pt x="305" y="62"/>
                      <a:pt x="240" y="0"/>
                      <a:pt x="1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0" name="Google Shape;420;p30"/>
            <p:cNvGrpSpPr/>
            <p:nvPr/>
          </p:nvGrpSpPr>
          <p:grpSpPr>
            <a:xfrm>
              <a:off x="1280485" y="2246871"/>
              <a:ext cx="1454569" cy="261862"/>
              <a:chOff x="5997971" y="2910579"/>
              <a:chExt cx="886259" cy="159542"/>
            </a:xfrm>
          </p:grpSpPr>
          <p:sp>
            <p:nvSpPr>
              <p:cNvPr id="421" name="Google Shape;421;p30"/>
              <p:cNvSpPr/>
              <p:nvPr/>
            </p:nvSpPr>
            <p:spPr>
              <a:xfrm>
                <a:off x="6024726" y="2966795"/>
                <a:ext cx="826886" cy="40259"/>
              </a:xfrm>
              <a:custGeom>
                <a:avLst/>
                <a:gdLst/>
                <a:ahLst/>
                <a:cxnLst/>
                <a:rect l="l" t="t" r="r" b="b"/>
                <a:pathLst>
                  <a:path w="29330" h="1428" extrusionOk="0">
                    <a:moveTo>
                      <a:pt x="0" y="0"/>
                    </a:moveTo>
                    <a:lnTo>
                      <a:pt x="0" y="579"/>
                    </a:lnTo>
                    <a:cubicBezTo>
                      <a:pt x="0" y="1042"/>
                      <a:pt x="386" y="1427"/>
                      <a:pt x="868" y="1427"/>
                    </a:cubicBezTo>
                    <a:lnTo>
                      <a:pt x="3198" y="1427"/>
                    </a:lnTo>
                    <a:lnTo>
                      <a:pt x="3198" y="0"/>
                    </a:lnTo>
                    <a:close/>
                    <a:moveTo>
                      <a:pt x="5674" y="0"/>
                    </a:moveTo>
                    <a:lnTo>
                      <a:pt x="5674" y="899"/>
                    </a:lnTo>
                    <a:lnTo>
                      <a:pt x="5674" y="1427"/>
                    </a:lnTo>
                    <a:lnTo>
                      <a:pt x="23864" y="1427"/>
                    </a:lnTo>
                    <a:lnTo>
                      <a:pt x="23864" y="0"/>
                    </a:lnTo>
                    <a:close/>
                    <a:moveTo>
                      <a:pt x="26325" y="0"/>
                    </a:moveTo>
                    <a:lnTo>
                      <a:pt x="26325" y="899"/>
                    </a:lnTo>
                    <a:lnTo>
                      <a:pt x="26325" y="1427"/>
                    </a:lnTo>
                    <a:lnTo>
                      <a:pt x="28477" y="1427"/>
                    </a:lnTo>
                    <a:cubicBezTo>
                      <a:pt x="28959" y="1427"/>
                      <a:pt x="29329" y="1042"/>
                      <a:pt x="29329" y="579"/>
                    </a:cubicBezTo>
                    <a:lnTo>
                      <a:pt x="29329" y="0"/>
                    </a:lnTo>
                    <a:close/>
                  </a:path>
                </a:pathLst>
              </a:custGeom>
              <a:solidFill>
                <a:schemeClr val="lt1">
                  <a:alpha val="344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30"/>
              <p:cNvSpPr/>
              <p:nvPr/>
            </p:nvSpPr>
            <p:spPr>
              <a:xfrm>
                <a:off x="6114858" y="2965386"/>
                <a:ext cx="69861" cy="104735"/>
              </a:xfrm>
              <a:custGeom>
                <a:avLst/>
                <a:gdLst/>
                <a:ahLst/>
                <a:cxnLst/>
                <a:rect l="l" t="t" r="r" b="b"/>
                <a:pathLst>
                  <a:path w="2478" h="3715" extrusionOk="0">
                    <a:moveTo>
                      <a:pt x="1" y="0"/>
                    </a:moveTo>
                    <a:lnTo>
                      <a:pt x="1" y="3086"/>
                    </a:lnTo>
                    <a:cubicBezTo>
                      <a:pt x="1" y="3441"/>
                      <a:pt x="275" y="3715"/>
                      <a:pt x="630" y="3715"/>
                    </a:cubicBezTo>
                    <a:lnTo>
                      <a:pt x="1833" y="3715"/>
                    </a:lnTo>
                    <a:cubicBezTo>
                      <a:pt x="2188" y="3715"/>
                      <a:pt x="2477" y="3441"/>
                      <a:pt x="2477" y="3086"/>
                    </a:cubicBezTo>
                    <a:lnTo>
                      <a:pt x="247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30"/>
              <p:cNvSpPr/>
              <p:nvPr/>
            </p:nvSpPr>
            <p:spPr>
              <a:xfrm>
                <a:off x="6114858" y="2966795"/>
                <a:ext cx="69861" cy="25373"/>
              </a:xfrm>
              <a:custGeom>
                <a:avLst/>
                <a:gdLst/>
                <a:ahLst/>
                <a:cxnLst/>
                <a:rect l="l" t="t" r="r" b="b"/>
                <a:pathLst>
                  <a:path w="2478" h="900" extrusionOk="0">
                    <a:moveTo>
                      <a:pt x="1" y="0"/>
                    </a:moveTo>
                    <a:lnTo>
                      <a:pt x="1" y="899"/>
                    </a:lnTo>
                    <a:lnTo>
                      <a:pt x="2477" y="899"/>
                    </a:lnTo>
                    <a:lnTo>
                      <a:pt x="247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30"/>
              <p:cNvSpPr/>
              <p:nvPr/>
            </p:nvSpPr>
            <p:spPr>
              <a:xfrm>
                <a:off x="6697489" y="2965386"/>
                <a:ext cx="69410" cy="104735"/>
              </a:xfrm>
              <a:custGeom>
                <a:avLst/>
                <a:gdLst/>
                <a:ahLst/>
                <a:cxnLst/>
                <a:rect l="l" t="t" r="r" b="b"/>
                <a:pathLst>
                  <a:path w="2462" h="3715" extrusionOk="0">
                    <a:moveTo>
                      <a:pt x="1" y="0"/>
                    </a:moveTo>
                    <a:lnTo>
                      <a:pt x="1" y="3086"/>
                    </a:lnTo>
                    <a:cubicBezTo>
                      <a:pt x="1" y="3441"/>
                      <a:pt x="275" y="3715"/>
                      <a:pt x="630" y="3715"/>
                    </a:cubicBezTo>
                    <a:lnTo>
                      <a:pt x="1833" y="3715"/>
                    </a:lnTo>
                    <a:cubicBezTo>
                      <a:pt x="2188" y="3715"/>
                      <a:pt x="2462" y="3441"/>
                      <a:pt x="2462" y="3086"/>
                    </a:cubicBezTo>
                    <a:lnTo>
                      <a:pt x="246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30"/>
              <p:cNvSpPr/>
              <p:nvPr/>
            </p:nvSpPr>
            <p:spPr>
              <a:xfrm>
                <a:off x="6697489" y="2966795"/>
                <a:ext cx="69410" cy="25373"/>
              </a:xfrm>
              <a:custGeom>
                <a:avLst/>
                <a:gdLst/>
                <a:ahLst/>
                <a:cxnLst/>
                <a:rect l="l" t="t" r="r" b="b"/>
                <a:pathLst>
                  <a:path w="2462" h="900" extrusionOk="0">
                    <a:moveTo>
                      <a:pt x="1" y="0"/>
                    </a:moveTo>
                    <a:lnTo>
                      <a:pt x="1" y="899"/>
                    </a:lnTo>
                    <a:lnTo>
                      <a:pt x="2462" y="899"/>
                    </a:lnTo>
                    <a:lnTo>
                      <a:pt x="246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30"/>
              <p:cNvSpPr/>
              <p:nvPr/>
            </p:nvSpPr>
            <p:spPr>
              <a:xfrm>
                <a:off x="5997971" y="2910579"/>
                <a:ext cx="886259" cy="56244"/>
              </a:xfrm>
              <a:custGeom>
                <a:avLst/>
                <a:gdLst/>
                <a:ahLst/>
                <a:cxnLst/>
                <a:rect l="l" t="t" r="r" b="b"/>
                <a:pathLst>
                  <a:path w="31436" h="1995" extrusionOk="0">
                    <a:moveTo>
                      <a:pt x="980" y="0"/>
                    </a:moveTo>
                    <a:cubicBezTo>
                      <a:pt x="706" y="0"/>
                      <a:pt x="467" y="112"/>
                      <a:pt x="290" y="290"/>
                    </a:cubicBezTo>
                    <a:cubicBezTo>
                      <a:pt x="112" y="467"/>
                      <a:pt x="1" y="722"/>
                      <a:pt x="1" y="995"/>
                    </a:cubicBezTo>
                    <a:lnTo>
                      <a:pt x="1" y="1142"/>
                    </a:lnTo>
                    <a:cubicBezTo>
                      <a:pt x="82" y="1624"/>
                      <a:pt x="483" y="1994"/>
                      <a:pt x="980" y="1994"/>
                    </a:cubicBezTo>
                    <a:lnTo>
                      <a:pt x="30440" y="1994"/>
                    </a:lnTo>
                    <a:cubicBezTo>
                      <a:pt x="30714" y="1994"/>
                      <a:pt x="30953" y="1879"/>
                      <a:pt x="31131" y="1705"/>
                    </a:cubicBezTo>
                    <a:cubicBezTo>
                      <a:pt x="31293" y="1558"/>
                      <a:pt x="31389" y="1366"/>
                      <a:pt x="31420" y="1142"/>
                    </a:cubicBezTo>
                    <a:cubicBezTo>
                      <a:pt x="31420" y="1092"/>
                      <a:pt x="31435" y="1046"/>
                      <a:pt x="31435" y="995"/>
                    </a:cubicBezTo>
                    <a:cubicBezTo>
                      <a:pt x="31435" y="452"/>
                      <a:pt x="30984" y="0"/>
                      <a:pt x="3044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30"/>
              <p:cNvSpPr/>
              <p:nvPr/>
            </p:nvSpPr>
            <p:spPr>
              <a:xfrm>
                <a:off x="5997971" y="2942747"/>
                <a:ext cx="885837" cy="24076"/>
              </a:xfrm>
              <a:custGeom>
                <a:avLst/>
                <a:gdLst/>
                <a:ahLst/>
                <a:cxnLst/>
                <a:rect l="l" t="t" r="r" b="b"/>
                <a:pathLst>
                  <a:path w="31421" h="854" extrusionOk="0">
                    <a:moveTo>
                      <a:pt x="1" y="1"/>
                    </a:moveTo>
                    <a:cubicBezTo>
                      <a:pt x="82" y="483"/>
                      <a:pt x="483" y="853"/>
                      <a:pt x="980" y="853"/>
                    </a:cubicBezTo>
                    <a:lnTo>
                      <a:pt x="30440" y="853"/>
                    </a:lnTo>
                    <a:cubicBezTo>
                      <a:pt x="30714" y="853"/>
                      <a:pt x="30953" y="738"/>
                      <a:pt x="31131" y="564"/>
                    </a:cubicBezTo>
                    <a:cubicBezTo>
                      <a:pt x="31293" y="417"/>
                      <a:pt x="31389" y="225"/>
                      <a:pt x="31420" y="1"/>
                    </a:cubicBezTo>
                    <a:close/>
                  </a:path>
                </a:pathLst>
              </a:custGeom>
              <a:solidFill>
                <a:srgbClr val="2E44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28" name="Google Shape;428;p30"/>
          <p:cNvGrpSpPr/>
          <p:nvPr/>
        </p:nvGrpSpPr>
        <p:grpSpPr>
          <a:xfrm>
            <a:off x="713211" y="1907818"/>
            <a:ext cx="1857630" cy="1008684"/>
            <a:chOff x="1280485" y="2627172"/>
            <a:chExt cx="1454569" cy="789824"/>
          </a:xfrm>
        </p:grpSpPr>
        <p:grpSp>
          <p:nvGrpSpPr>
            <p:cNvPr id="429" name="Google Shape;429;p30"/>
            <p:cNvGrpSpPr/>
            <p:nvPr/>
          </p:nvGrpSpPr>
          <p:grpSpPr>
            <a:xfrm>
              <a:off x="1337526" y="2627172"/>
              <a:ext cx="1357645" cy="531289"/>
              <a:chOff x="7655239" y="3053994"/>
              <a:chExt cx="1082655" cy="423677"/>
            </a:xfrm>
          </p:grpSpPr>
          <p:sp>
            <p:nvSpPr>
              <p:cNvPr id="430" name="Google Shape;430;p30"/>
              <p:cNvSpPr/>
              <p:nvPr/>
            </p:nvSpPr>
            <p:spPr>
              <a:xfrm>
                <a:off x="7681115" y="3226589"/>
                <a:ext cx="229621" cy="251081"/>
              </a:xfrm>
              <a:custGeom>
                <a:avLst/>
                <a:gdLst/>
                <a:ahLst/>
                <a:cxnLst/>
                <a:rect l="l" t="t" r="r" b="b"/>
                <a:pathLst>
                  <a:path w="2396" h="2620" extrusionOk="0">
                    <a:moveTo>
                      <a:pt x="0" y="1"/>
                    </a:moveTo>
                    <a:lnTo>
                      <a:pt x="50" y="757"/>
                    </a:lnTo>
                    <a:lnTo>
                      <a:pt x="147" y="2620"/>
                    </a:lnTo>
                    <a:lnTo>
                      <a:pt x="2237" y="2620"/>
                    </a:lnTo>
                    <a:lnTo>
                      <a:pt x="2349" y="757"/>
                    </a:lnTo>
                    <a:lnTo>
                      <a:pt x="239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30"/>
              <p:cNvSpPr/>
              <p:nvPr/>
            </p:nvSpPr>
            <p:spPr>
              <a:xfrm>
                <a:off x="7681115" y="3226589"/>
                <a:ext cx="229621" cy="72545"/>
              </a:xfrm>
              <a:custGeom>
                <a:avLst/>
                <a:gdLst/>
                <a:ahLst/>
                <a:cxnLst/>
                <a:rect l="l" t="t" r="r" b="b"/>
                <a:pathLst>
                  <a:path w="2396" h="757" extrusionOk="0">
                    <a:moveTo>
                      <a:pt x="0" y="1"/>
                    </a:moveTo>
                    <a:lnTo>
                      <a:pt x="50" y="757"/>
                    </a:lnTo>
                    <a:lnTo>
                      <a:pt x="2349" y="757"/>
                    </a:lnTo>
                    <a:lnTo>
                      <a:pt x="239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30"/>
              <p:cNvSpPr/>
              <p:nvPr/>
            </p:nvSpPr>
            <p:spPr>
              <a:xfrm>
                <a:off x="7655239" y="3200427"/>
                <a:ext cx="281755" cy="52516"/>
              </a:xfrm>
              <a:custGeom>
                <a:avLst/>
                <a:gdLst/>
                <a:ahLst/>
                <a:cxnLst/>
                <a:rect l="l" t="t" r="r" b="b"/>
                <a:pathLst>
                  <a:path w="2940" h="548" extrusionOk="0">
                    <a:moveTo>
                      <a:pt x="174" y="0"/>
                    </a:moveTo>
                    <a:cubicBezTo>
                      <a:pt x="77" y="0"/>
                      <a:pt x="0" y="81"/>
                      <a:pt x="0" y="177"/>
                    </a:cubicBezTo>
                    <a:lnTo>
                      <a:pt x="0" y="355"/>
                    </a:lnTo>
                    <a:cubicBezTo>
                      <a:pt x="0" y="467"/>
                      <a:pt x="77" y="548"/>
                      <a:pt x="174" y="548"/>
                    </a:cubicBezTo>
                    <a:lnTo>
                      <a:pt x="2746" y="548"/>
                    </a:lnTo>
                    <a:cubicBezTo>
                      <a:pt x="2858" y="548"/>
                      <a:pt x="2939" y="467"/>
                      <a:pt x="2939" y="355"/>
                    </a:cubicBezTo>
                    <a:lnTo>
                      <a:pt x="2939" y="177"/>
                    </a:lnTo>
                    <a:cubicBezTo>
                      <a:pt x="2939" y="81"/>
                      <a:pt x="2858" y="0"/>
                      <a:pt x="274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30"/>
              <p:cNvSpPr/>
              <p:nvPr/>
            </p:nvSpPr>
            <p:spPr>
              <a:xfrm>
                <a:off x="7713603" y="3342356"/>
                <a:ext cx="21563" cy="86153"/>
              </a:xfrm>
              <a:custGeom>
                <a:avLst/>
                <a:gdLst/>
                <a:ahLst/>
                <a:cxnLst/>
                <a:rect l="l" t="t" r="r" b="b"/>
                <a:pathLst>
                  <a:path w="225" h="899" extrusionOk="0">
                    <a:moveTo>
                      <a:pt x="112" y="0"/>
                    </a:moveTo>
                    <a:cubicBezTo>
                      <a:pt x="47" y="0"/>
                      <a:pt x="1" y="193"/>
                      <a:pt x="1" y="448"/>
                    </a:cubicBezTo>
                    <a:cubicBezTo>
                      <a:pt x="1" y="691"/>
                      <a:pt x="47" y="899"/>
                      <a:pt x="112" y="899"/>
                    </a:cubicBezTo>
                    <a:cubicBezTo>
                      <a:pt x="178" y="899"/>
                      <a:pt x="224" y="691"/>
                      <a:pt x="224" y="448"/>
                    </a:cubicBezTo>
                    <a:cubicBezTo>
                      <a:pt x="224" y="193"/>
                      <a:pt x="178" y="0"/>
                      <a:pt x="11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30"/>
              <p:cNvSpPr/>
              <p:nvPr/>
            </p:nvSpPr>
            <p:spPr>
              <a:xfrm>
                <a:off x="7761329" y="3342356"/>
                <a:ext cx="23384" cy="86153"/>
              </a:xfrm>
              <a:custGeom>
                <a:avLst/>
                <a:gdLst/>
                <a:ahLst/>
                <a:cxnLst/>
                <a:rect l="l" t="t" r="r" b="b"/>
                <a:pathLst>
                  <a:path w="244" h="899" extrusionOk="0">
                    <a:moveTo>
                      <a:pt x="127" y="0"/>
                    </a:moveTo>
                    <a:cubicBezTo>
                      <a:pt x="66" y="0"/>
                      <a:pt x="0" y="193"/>
                      <a:pt x="0" y="448"/>
                    </a:cubicBezTo>
                    <a:cubicBezTo>
                      <a:pt x="0" y="691"/>
                      <a:pt x="66" y="899"/>
                      <a:pt x="127" y="899"/>
                    </a:cubicBezTo>
                    <a:cubicBezTo>
                      <a:pt x="193" y="899"/>
                      <a:pt x="243" y="691"/>
                      <a:pt x="243" y="448"/>
                    </a:cubicBezTo>
                    <a:cubicBezTo>
                      <a:pt x="243" y="193"/>
                      <a:pt x="193" y="0"/>
                      <a:pt x="1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30"/>
              <p:cNvSpPr/>
              <p:nvPr/>
            </p:nvSpPr>
            <p:spPr>
              <a:xfrm>
                <a:off x="7810493" y="3342356"/>
                <a:ext cx="23384" cy="86153"/>
              </a:xfrm>
              <a:custGeom>
                <a:avLst/>
                <a:gdLst/>
                <a:ahLst/>
                <a:cxnLst/>
                <a:rect l="l" t="t" r="r" b="b"/>
                <a:pathLst>
                  <a:path w="244" h="899" extrusionOk="0">
                    <a:moveTo>
                      <a:pt x="116" y="0"/>
                    </a:moveTo>
                    <a:cubicBezTo>
                      <a:pt x="50" y="0"/>
                      <a:pt x="0" y="193"/>
                      <a:pt x="0" y="448"/>
                    </a:cubicBezTo>
                    <a:cubicBezTo>
                      <a:pt x="0" y="691"/>
                      <a:pt x="50" y="899"/>
                      <a:pt x="116" y="899"/>
                    </a:cubicBezTo>
                    <a:cubicBezTo>
                      <a:pt x="178" y="899"/>
                      <a:pt x="243" y="691"/>
                      <a:pt x="243" y="448"/>
                    </a:cubicBezTo>
                    <a:cubicBezTo>
                      <a:pt x="243" y="193"/>
                      <a:pt x="178" y="0"/>
                      <a:pt x="1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30"/>
              <p:cNvSpPr/>
              <p:nvPr/>
            </p:nvSpPr>
            <p:spPr>
              <a:xfrm>
                <a:off x="7859944" y="3342356"/>
                <a:ext cx="21563" cy="86153"/>
              </a:xfrm>
              <a:custGeom>
                <a:avLst/>
                <a:gdLst/>
                <a:ahLst/>
                <a:cxnLst/>
                <a:rect l="l" t="t" r="r" b="b"/>
                <a:pathLst>
                  <a:path w="225" h="899" extrusionOk="0">
                    <a:moveTo>
                      <a:pt x="113" y="0"/>
                    </a:moveTo>
                    <a:cubicBezTo>
                      <a:pt x="47" y="0"/>
                      <a:pt x="1" y="193"/>
                      <a:pt x="1" y="448"/>
                    </a:cubicBezTo>
                    <a:cubicBezTo>
                      <a:pt x="1" y="691"/>
                      <a:pt x="47" y="899"/>
                      <a:pt x="113" y="899"/>
                    </a:cubicBezTo>
                    <a:cubicBezTo>
                      <a:pt x="178" y="899"/>
                      <a:pt x="225" y="691"/>
                      <a:pt x="225" y="448"/>
                    </a:cubicBezTo>
                    <a:cubicBezTo>
                      <a:pt x="225" y="193"/>
                      <a:pt x="178" y="0"/>
                      <a:pt x="1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30"/>
              <p:cNvSpPr/>
              <p:nvPr/>
            </p:nvSpPr>
            <p:spPr>
              <a:xfrm>
                <a:off x="8366724" y="3316098"/>
                <a:ext cx="364940" cy="158603"/>
              </a:xfrm>
              <a:custGeom>
                <a:avLst/>
                <a:gdLst/>
                <a:ahLst/>
                <a:cxnLst/>
                <a:rect l="l" t="t" r="r" b="b"/>
                <a:pathLst>
                  <a:path w="3808" h="1655" extrusionOk="0">
                    <a:moveTo>
                      <a:pt x="1" y="0"/>
                    </a:moveTo>
                    <a:lnTo>
                      <a:pt x="1" y="1300"/>
                    </a:lnTo>
                    <a:cubicBezTo>
                      <a:pt x="1" y="1493"/>
                      <a:pt x="159" y="1655"/>
                      <a:pt x="352" y="1655"/>
                    </a:cubicBezTo>
                    <a:lnTo>
                      <a:pt x="3472" y="1655"/>
                    </a:lnTo>
                    <a:cubicBezTo>
                      <a:pt x="3665" y="1655"/>
                      <a:pt x="3808" y="1493"/>
                      <a:pt x="3808" y="1300"/>
                    </a:cubicBezTo>
                    <a:lnTo>
                      <a:pt x="380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30"/>
              <p:cNvSpPr/>
              <p:nvPr/>
            </p:nvSpPr>
            <p:spPr>
              <a:xfrm>
                <a:off x="8607080" y="3154140"/>
                <a:ext cx="36992" cy="212652"/>
              </a:xfrm>
              <a:custGeom>
                <a:avLst/>
                <a:gdLst/>
                <a:ahLst/>
                <a:cxnLst/>
                <a:rect l="l" t="t" r="r" b="b"/>
                <a:pathLst>
                  <a:path w="386" h="2219" extrusionOk="0">
                    <a:moveTo>
                      <a:pt x="305" y="1"/>
                    </a:moveTo>
                    <a:cubicBezTo>
                      <a:pt x="270" y="1"/>
                      <a:pt x="224" y="16"/>
                      <a:pt x="224" y="66"/>
                    </a:cubicBezTo>
                    <a:lnTo>
                      <a:pt x="0" y="2122"/>
                    </a:lnTo>
                    <a:cubicBezTo>
                      <a:pt x="0" y="2172"/>
                      <a:pt x="31" y="2203"/>
                      <a:pt x="62" y="2219"/>
                    </a:cubicBezTo>
                    <a:lnTo>
                      <a:pt x="77" y="2219"/>
                    </a:lnTo>
                    <a:cubicBezTo>
                      <a:pt x="112" y="2219"/>
                      <a:pt x="143" y="2188"/>
                      <a:pt x="158" y="2138"/>
                    </a:cubicBezTo>
                    <a:lnTo>
                      <a:pt x="366" y="82"/>
                    </a:lnTo>
                    <a:cubicBezTo>
                      <a:pt x="386" y="36"/>
                      <a:pt x="351" y="1"/>
                      <a:pt x="30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30"/>
              <p:cNvSpPr/>
              <p:nvPr/>
            </p:nvSpPr>
            <p:spPr>
              <a:xfrm>
                <a:off x="8546607" y="3232723"/>
                <a:ext cx="75710" cy="55966"/>
              </a:xfrm>
              <a:custGeom>
                <a:avLst/>
                <a:gdLst/>
                <a:ahLst/>
                <a:cxnLst/>
                <a:rect l="l" t="t" r="r" b="b"/>
                <a:pathLst>
                  <a:path w="790" h="584" extrusionOk="0">
                    <a:moveTo>
                      <a:pt x="150" y="0"/>
                    </a:moveTo>
                    <a:cubicBezTo>
                      <a:pt x="118" y="0"/>
                      <a:pt x="99" y="2"/>
                      <a:pt x="99" y="2"/>
                    </a:cubicBezTo>
                    <a:cubicBezTo>
                      <a:pt x="99" y="2"/>
                      <a:pt x="1" y="584"/>
                      <a:pt x="528" y="584"/>
                    </a:cubicBezTo>
                    <a:cubicBezTo>
                      <a:pt x="602" y="584"/>
                      <a:pt x="689" y="572"/>
                      <a:pt x="789" y="546"/>
                    </a:cubicBezTo>
                    <a:cubicBezTo>
                      <a:pt x="723" y="45"/>
                      <a:pt x="298" y="0"/>
                      <a:pt x="15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30"/>
              <p:cNvSpPr/>
              <p:nvPr/>
            </p:nvSpPr>
            <p:spPr>
              <a:xfrm>
                <a:off x="8465051" y="3200427"/>
                <a:ext cx="84814" cy="100241"/>
              </a:xfrm>
              <a:custGeom>
                <a:avLst/>
                <a:gdLst/>
                <a:ahLst/>
                <a:cxnLst/>
                <a:rect l="l" t="t" r="r" b="b"/>
                <a:pathLst>
                  <a:path w="885" h="1046" extrusionOk="0">
                    <a:moveTo>
                      <a:pt x="691" y="0"/>
                    </a:moveTo>
                    <a:cubicBezTo>
                      <a:pt x="691" y="0"/>
                      <a:pt x="1" y="208"/>
                      <a:pt x="132" y="1045"/>
                    </a:cubicBezTo>
                    <a:cubicBezTo>
                      <a:pt x="884" y="852"/>
                      <a:pt x="691" y="0"/>
                      <a:pt x="69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30"/>
              <p:cNvSpPr/>
              <p:nvPr/>
            </p:nvSpPr>
            <p:spPr>
              <a:xfrm>
                <a:off x="8622222" y="3273931"/>
                <a:ext cx="81747" cy="49737"/>
              </a:xfrm>
              <a:custGeom>
                <a:avLst/>
                <a:gdLst/>
                <a:ahLst/>
                <a:cxnLst/>
                <a:rect l="l" t="t" r="r" b="b"/>
                <a:pathLst>
                  <a:path w="853" h="519" extrusionOk="0">
                    <a:moveTo>
                      <a:pt x="452" y="0"/>
                    </a:moveTo>
                    <a:cubicBezTo>
                      <a:pt x="295" y="0"/>
                      <a:pt x="123" y="99"/>
                      <a:pt x="0" y="440"/>
                    </a:cubicBezTo>
                    <a:cubicBezTo>
                      <a:pt x="112" y="496"/>
                      <a:pt x="214" y="519"/>
                      <a:pt x="305" y="519"/>
                    </a:cubicBezTo>
                    <a:cubicBezTo>
                      <a:pt x="660" y="519"/>
                      <a:pt x="853" y="182"/>
                      <a:pt x="853" y="182"/>
                    </a:cubicBezTo>
                    <a:cubicBezTo>
                      <a:pt x="853" y="182"/>
                      <a:pt x="666" y="0"/>
                      <a:pt x="45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30"/>
              <p:cNvSpPr/>
              <p:nvPr/>
            </p:nvSpPr>
            <p:spPr>
              <a:xfrm>
                <a:off x="8540761" y="3057156"/>
                <a:ext cx="197133" cy="159849"/>
              </a:xfrm>
              <a:custGeom>
                <a:avLst/>
                <a:gdLst/>
                <a:ahLst/>
                <a:cxnLst/>
                <a:rect l="l" t="t" r="r" b="b"/>
                <a:pathLst>
                  <a:path w="2057" h="1668" extrusionOk="0">
                    <a:moveTo>
                      <a:pt x="1022" y="1"/>
                    </a:moveTo>
                    <a:cubicBezTo>
                      <a:pt x="440" y="1"/>
                      <a:pt x="0" y="610"/>
                      <a:pt x="287" y="1240"/>
                    </a:cubicBezTo>
                    <a:cubicBezTo>
                      <a:pt x="353" y="1383"/>
                      <a:pt x="480" y="1510"/>
                      <a:pt x="627" y="1576"/>
                    </a:cubicBezTo>
                    <a:cubicBezTo>
                      <a:pt x="761" y="1639"/>
                      <a:pt x="894" y="1668"/>
                      <a:pt x="1021" y="1668"/>
                    </a:cubicBezTo>
                    <a:cubicBezTo>
                      <a:pt x="1610" y="1668"/>
                      <a:pt x="2057" y="1056"/>
                      <a:pt x="1768" y="434"/>
                    </a:cubicBezTo>
                    <a:cubicBezTo>
                      <a:pt x="1703" y="292"/>
                      <a:pt x="1575" y="161"/>
                      <a:pt x="1429" y="99"/>
                    </a:cubicBezTo>
                    <a:cubicBezTo>
                      <a:pt x="1290" y="31"/>
                      <a:pt x="1153" y="1"/>
                      <a:pt x="102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30"/>
              <p:cNvSpPr/>
              <p:nvPr/>
            </p:nvSpPr>
            <p:spPr>
              <a:xfrm>
                <a:off x="8582929" y="3091944"/>
                <a:ext cx="112894" cy="90945"/>
              </a:xfrm>
              <a:custGeom>
                <a:avLst/>
                <a:gdLst/>
                <a:ahLst/>
                <a:cxnLst/>
                <a:rect l="l" t="t" r="r" b="b"/>
                <a:pathLst>
                  <a:path w="1178" h="949" extrusionOk="0">
                    <a:moveTo>
                      <a:pt x="580" y="1"/>
                    </a:moveTo>
                    <a:cubicBezTo>
                      <a:pt x="248" y="1"/>
                      <a:pt x="1" y="344"/>
                      <a:pt x="171" y="700"/>
                    </a:cubicBezTo>
                    <a:cubicBezTo>
                      <a:pt x="202" y="781"/>
                      <a:pt x="267" y="858"/>
                      <a:pt x="364" y="893"/>
                    </a:cubicBezTo>
                    <a:cubicBezTo>
                      <a:pt x="443" y="931"/>
                      <a:pt x="522" y="948"/>
                      <a:pt x="596" y="948"/>
                    </a:cubicBezTo>
                    <a:cubicBezTo>
                      <a:pt x="929" y="948"/>
                      <a:pt x="1178" y="605"/>
                      <a:pt x="1004" y="249"/>
                    </a:cubicBezTo>
                    <a:cubicBezTo>
                      <a:pt x="973" y="152"/>
                      <a:pt x="892" y="87"/>
                      <a:pt x="811" y="56"/>
                    </a:cubicBezTo>
                    <a:cubicBezTo>
                      <a:pt x="732" y="18"/>
                      <a:pt x="654" y="1"/>
                      <a:pt x="58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30"/>
              <p:cNvSpPr/>
              <p:nvPr/>
            </p:nvSpPr>
            <p:spPr>
              <a:xfrm>
                <a:off x="8613117" y="3116286"/>
                <a:ext cx="52230" cy="41879"/>
              </a:xfrm>
              <a:custGeom>
                <a:avLst/>
                <a:gdLst/>
                <a:ahLst/>
                <a:cxnLst/>
                <a:rect l="l" t="t" r="r" b="b"/>
                <a:pathLst>
                  <a:path w="545" h="437" extrusionOk="0">
                    <a:moveTo>
                      <a:pt x="274" y="0"/>
                    </a:moveTo>
                    <a:cubicBezTo>
                      <a:pt x="116" y="0"/>
                      <a:pt x="1" y="161"/>
                      <a:pt x="80" y="334"/>
                    </a:cubicBezTo>
                    <a:cubicBezTo>
                      <a:pt x="95" y="365"/>
                      <a:pt x="130" y="396"/>
                      <a:pt x="161" y="411"/>
                    </a:cubicBezTo>
                    <a:cubicBezTo>
                      <a:pt x="199" y="429"/>
                      <a:pt x="236" y="437"/>
                      <a:pt x="272" y="437"/>
                    </a:cubicBezTo>
                    <a:cubicBezTo>
                      <a:pt x="430" y="437"/>
                      <a:pt x="544" y="277"/>
                      <a:pt x="465" y="107"/>
                    </a:cubicBezTo>
                    <a:cubicBezTo>
                      <a:pt x="450" y="76"/>
                      <a:pt x="419" y="45"/>
                      <a:pt x="384" y="26"/>
                    </a:cubicBezTo>
                    <a:cubicBezTo>
                      <a:pt x="347" y="8"/>
                      <a:pt x="309" y="0"/>
                      <a:pt x="2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30"/>
              <p:cNvSpPr/>
              <p:nvPr/>
            </p:nvSpPr>
            <p:spPr>
              <a:xfrm>
                <a:off x="8437354" y="3205794"/>
                <a:ext cx="66318" cy="171732"/>
              </a:xfrm>
              <a:custGeom>
                <a:avLst/>
                <a:gdLst/>
                <a:ahLst/>
                <a:cxnLst/>
                <a:rect l="l" t="t" r="r" b="b"/>
                <a:pathLst>
                  <a:path w="692" h="1792" extrusionOk="0">
                    <a:moveTo>
                      <a:pt x="101" y="0"/>
                    </a:moveTo>
                    <a:cubicBezTo>
                      <a:pt x="85" y="0"/>
                      <a:pt x="68" y="4"/>
                      <a:pt x="51" y="10"/>
                    </a:cubicBezTo>
                    <a:cubicBezTo>
                      <a:pt x="16" y="25"/>
                      <a:pt x="1" y="75"/>
                      <a:pt x="35" y="106"/>
                    </a:cubicBezTo>
                    <a:cubicBezTo>
                      <a:pt x="35" y="121"/>
                      <a:pt x="467" y="877"/>
                      <a:pt x="548" y="1730"/>
                    </a:cubicBezTo>
                    <a:cubicBezTo>
                      <a:pt x="548" y="1761"/>
                      <a:pt x="579" y="1792"/>
                      <a:pt x="614" y="1792"/>
                    </a:cubicBezTo>
                    <a:lnTo>
                      <a:pt x="629" y="1792"/>
                    </a:lnTo>
                    <a:cubicBezTo>
                      <a:pt x="660" y="1792"/>
                      <a:pt x="691" y="1745"/>
                      <a:pt x="691" y="1714"/>
                    </a:cubicBezTo>
                    <a:cubicBezTo>
                      <a:pt x="614" y="827"/>
                      <a:pt x="178" y="75"/>
                      <a:pt x="163" y="40"/>
                    </a:cubicBezTo>
                    <a:cubicBezTo>
                      <a:pt x="153" y="11"/>
                      <a:pt x="129" y="0"/>
                      <a:pt x="1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30"/>
              <p:cNvSpPr/>
              <p:nvPr/>
            </p:nvSpPr>
            <p:spPr>
              <a:xfrm>
                <a:off x="8303568" y="3053994"/>
                <a:ext cx="234029" cy="166174"/>
              </a:xfrm>
              <a:custGeom>
                <a:avLst/>
                <a:gdLst/>
                <a:ahLst/>
                <a:cxnLst/>
                <a:rect l="l" t="t" r="r" b="b"/>
                <a:pathLst>
                  <a:path w="2442" h="1734" extrusionOk="0">
                    <a:moveTo>
                      <a:pt x="1879" y="1"/>
                    </a:moveTo>
                    <a:lnTo>
                      <a:pt x="1447" y="645"/>
                    </a:lnTo>
                    <a:lnTo>
                      <a:pt x="772" y="97"/>
                    </a:lnTo>
                    <a:lnTo>
                      <a:pt x="772" y="903"/>
                    </a:lnTo>
                    <a:lnTo>
                      <a:pt x="0" y="934"/>
                    </a:lnTo>
                    <a:cubicBezTo>
                      <a:pt x="0" y="934"/>
                      <a:pt x="422" y="1734"/>
                      <a:pt x="1102" y="1734"/>
                    </a:cubicBezTo>
                    <a:cubicBezTo>
                      <a:pt x="1229" y="1734"/>
                      <a:pt x="1365" y="1706"/>
                      <a:pt x="1509" y="1640"/>
                    </a:cubicBezTo>
                    <a:cubicBezTo>
                      <a:pt x="2442" y="1223"/>
                      <a:pt x="1879" y="1"/>
                      <a:pt x="187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30"/>
              <p:cNvSpPr/>
              <p:nvPr/>
            </p:nvSpPr>
            <p:spPr>
              <a:xfrm>
                <a:off x="8401895" y="3342356"/>
                <a:ext cx="295843" cy="106182"/>
              </a:xfrm>
              <a:custGeom>
                <a:avLst/>
                <a:gdLst/>
                <a:ahLst/>
                <a:cxnLst/>
                <a:rect l="l" t="t" r="r" b="b"/>
                <a:pathLst>
                  <a:path w="3087" h="1108" extrusionOk="0">
                    <a:moveTo>
                      <a:pt x="0" y="0"/>
                    </a:moveTo>
                    <a:lnTo>
                      <a:pt x="0" y="833"/>
                    </a:lnTo>
                    <a:cubicBezTo>
                      <a:pt x="0" y="980"/>
                      <a:pt x="116" y="1107"/>
                      <a:pt x="259" y="1107"/>
                    </a:cubicBezTo>
                    <a:lnTo>
                      <a:pt x="2816" y="1107"/>
                    </a:lnTo>
                    <a:cubicBezTo>
                      <a:pt x="2974" y="1107"/>
                      <a:pt x="3086" y="980"/>
                      <a:pt x="3086" y="833"/>
                    </a:cubicBezTo>
                    <a:lnTo>
                      <a:pt x="308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30"/>
              <p:cNvSpPr/>
              <p:nvPr/>
            </p:nvSpPr>
            <p:spPr>
              <a:xfrm>
                <a:off x="8401895" y="3380785"/>
                <a:ext cx="295843" cy="67754"/>
              </a:xfrm>
              <a:custGeom>
                <a:avLst/>
                <a:gdLst/>
                <a:ahLst/>
                <a:cxnLst/>
                <a:rect l="l" t="t" r="r" b="b"/>
                <a:pathLst>
                  <a:path w="3087" h="707" extrusionOk="0">
                    <a:moveTo>
                      <a:pt x="0" y="0"/>
                    </a:moveTo>
                    <a:lnTo>
                      <a:pt x="0" y="706"/>
                    </a:lnTo>
                    <a:lnTo>
                      <a:pt x="3086" y="706"/>
                    </a:lnTo>
                    <a:lnTo>
                      <a:pt x="308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30"/>
              <p:cNvSpPr/>
              <p:nvPr/>
            </p:nvSpPr>
            <p:spPr>
              <a:xfrm>
                <a:off x="8422212" y="3354527"/>
                <a:ext cx="27792" cy="72545"/>
              </a:xfrm>
              <a:custGeom>
                <a:avLst/>
                <a:gdLst/>
                <a:ahLst/>
                <a:cxnLst/>
                <a:rect l="l" t="t" r="r" b="b"/>
                <a:pathLst>
                  <a:path w="290" h="757" extrusionOk="0">
                    <a:moveTo>
                      <a:pt x="143" y="0"/>
                    </a:moveTo>
                    <a:cubicBezTo>
                      <a:pt x="62" y="0"/>
                      <a:pt x="1" y="66"/>
                      <a:pt x="1" y="162"/>
                    </a:cubicBezTo>
                    <a:lnTo>
                      <a:pt x="1" y="594"/>
                    </a:lnTo>
                    <a:cubicBezTo>
                      <a:pt x="1" y="691"/>
                      <a:pt x="62" y="756"/>
                      <a:pt x="143" y="756"/>
                    </a:cubicBezTo>
                    <a:cubicBezTo>
                      <a:pt x="224" y="756"/>
                      <a:pt x="290" y="691"/>
                      <a:pt x="290" y="594"/>
                    </a:cubicBezTo>
                    <a:lnTo>
                      <a:pt x="290" y="162"/>
                    </a:lnTo>
                    <a:cubicBezTo>
                      <a:pt x="290" y="66"/>
                      <a:pt x="224" y="0"/>
                      <a:pt x="1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30"/>
              <p:cNvSpPr/>
              <p:nvPr/>
            </p:nvSpPr>
            <p:spPr>
              <a:xfrm>
                <a:off x="8038486" y="3268373"/>
                <a:ext cx="166465" cy="209298"/>
              </a:xfrm>
              <a:custGeom>
                <a:avLst/>
                <a:gdLst/>
                <a:ahLst/>
                <a:cxnLst/>
                <a:rect l="l" t="t" r="r" b="b"/>
                <a:pathLst>
                  <a:path w="1737" h="2184" extrusionOk="0">
                    <a:moveTo>
                      <a:pt x="128" y="1"/>
                    </a:moveTo>
                    <a:cubicBezTo>
                      <a:pt x="67" y="1"/>
                      <a:pt x="1" y="47"/>
                      <a:pt x="1" y="128"/>
                    </a:cubicBezTo>
                    <a:lnTo>
                      <a:pt x="1" y="2057"/>
                    </a:lnTo>
                    <a:cubicBezTo>
                      <a:pt x="1" y="2122"/>
                      <a:pt x="67" y="2184"/>
                      <a:pt x="128" y="2184"/>
                    </a:cubicBezTo>
                    <a:lnTo>
                      <a:pt x="1609" y="2184"/>
                    </a:lnTo>
                    <a:cubicBezTo>
                      <a:pt x="1690" y="2184"/>
                      <a:pt x="1737" y="2122"/>
                      <a:pt x="1737" y="2057"/>
                    </a:cubicBezTo>
                    <a:lnTo>
                      <a:pt x="1737" y="128"/>
                    </a:lnTo>
                    <a:cubicBezTo>
                      <a:pt x="1737" y="47"/>
                      <a:pt x="1690" y="1"/>
                      <a:pt x="160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30"/>
              <p:cNvSpPr/>
              <p:nvPr/>
            </p:nvSpPr>
            <p:spPr>
              <a:xfrm>
                <a:off x="8112471" y="3197456"/>
                <a:ext cx="24821" cy="132441"/>
              </a:xfrm>
              <a:custGeom>
                <a:avLst/>
                <a:gdLst/>
                <a:ahLst/>
                <a:cxnLst/>
                <a:rect l="l" t="t" r="r" b="b"/>
                <a:pathLst>
                  <a:path w="259" h="1382" extrusionOk="0">
                    <a:moveTo>
                      <a:pt x="193" y="0"/>
                    </a:moveTo>
                    <a:cubicBezTo>
                      <a:pt x="162" y="0"/>
                      <a:pt x="112" y="16"/>
                      <a:pt x="112" y="66"/>
                    </a:cubicBezTo>
                    <a:cubicBezTo>
                      <a:pt x="97" y="81"/>
                      <a:pt x="0" y="610"/>
                      <a:pt x="16" y="1319"/>
                    </a:cubicBezTo>
                    <a:cubicBezTo>
                      <a:pt x="31" y="1350"/>
                      <a:pt x="66" y="1381"/>
                      <a:pt x="97" y="1381"/>
                    </a:cubicBezTo>
                    <a:cubicBezTo>
                      <a:pt x="147" y="1381"/>
                      <a:pt x="178" y="1350"/>
                      <a:pt x="178" y="1300"/>
                    </a:cubicBezTo>
                    <a:cubicBezTo>
                      <a:pt x="147" y="625"/>
                      <a:pt x="259" y="97"/>
                      <a:pt x="259" y="97"/>
                    </a:cubicBezTo>
                    <a:cubicBezTo>
                      <a:pt x="259" y="46"/>
                      <a:pt x="243" y="16"/>
                      <a:pt x="19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30"/>
              <p:cNvSpPr/>
              <p:nvPr/>
            </p:nvSpPr>
            <p:spPr>
              <a:xfrm>
                <a:off x="8043374" y="3141969"/>
                <a:ext cx="99860" cy="106182"/>
              </a:xfrm>
              <a:custGeom>
                <a:avLst/>
                <a:gdLst/>
                <a:ahLst/>
                <a:cxnLst/>
                <a:rect l="l" t="t" r="r" b="b"/>
                <a:pathLst>
                  <a:path w="1042" h="1108" extrusionOk="0">
                    <a:moveTo>
                      <a:pt x="255" y="1"/>
                    </a:moveTo>
                    <a:cubicBezTo>
                      <a:pt x="255" y="1"/>
                      <a:pt x="0" y="676"/>
                      <a:pt x="721" y="1108"/>
                    </a:cubicBezTo>
                    <a:cubicBezTo>
                      <a:pt x="1041" y="386"/>
                      <a:pt x="255" y="1"/>
                      <a:pt x="2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30"/>
              <p:cNvSpPr/>
              <p:nvPr/>
            </p:nvSpPr>
            <p:spPr>
              <a:xfrm>
                <a:off x="8126463" y="3190173"/>
                <a:ext cx="95547" cy="66604"/>
              </a:xfrm>
              <a:custGeom>
                <a:avLst/>
                <a:gdLst/>
                <a:ahLst/>
                <a:cxnLst/>
                <a:rect l="l" t="t" r="r" b="b"/>
                <a:pathLst>
                  <a:path w="997" h="695" extrusionOk="0">
                    <a:moveTo>
                      <a:pt x="871" y="1"/>
                    </a:moveTo>
                    <a:cubicBezTo>
                      <a:pt x="654" y="1"/>
                      <a:pt x="214" y="78"/>
                      <a:pt x="1" y="670"/>
                    </a:cubicBezTo>
                    <a:cubicBezTo>
                      <a:pt x="73" y="687"/>
                      <a:pt x="140" y="695"/>
                      <a:pt x="203" y="695"/>
                    </a:cubicBezTo>
                    <a:cubicBezTo>
                      <a:pt x="797" y="695"/>
                      <a:pt x="996" y="11"/>
                      <a:pt x="996" y="11"/>
                    </a:cubicBezTo>
                    <a:cubicBezTo>
                      <a:pt x="996" y="11"/>
                      <a:pt x="947" y="1"/>
                      <a:pt x="87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30"/>
              <p:cNvSpPr/>
              <p:nvPr/>
            </p:nvSpPr>
            <p:spPr>
              <a:xfrm>
                <a:off x="8058516" y="3288402"/>
                <a:ext cx="126502" cy="167899"/>
              </a:xfrm>
              <a:custGeom>
                <a:avLst/>
                <a:gdLst/>
                <a:ahLst/>
                <a:cxnLst/>
                <a:rect l="l" t="t" r="r" b="b"/>
                <a:pathLst>
                  <a:path w="1320" h="1752" extrusionOk="0">
                    <a:moveTo>
                      <a:pt x="147" y="0"/>
                    </a:moveTo>
                    <a:cubicBezTo>
                      <a:pt x="66" y="0"/>
                      <a:pt x="0" y="62"/>
                      <a:pt x="0" y="143"/>
                    </a:cubicBezTo>
                    <a:lnTo>
                      <a:pt x="0" y="1605"/>
                    </a:lnTo>
                    <a:cubicBezTo>
                      <a:pt x="0" y="1686"/>
                      <a:pt x="66" y="1751"/>
                      <a:pt x="147" y="1751"/>
                    </a:cubicBezTo>
                    <a:lnTo>
                      <a:pt x="1173" y="1751"/>
                    </a:lnTo>
                    <a:cubicBezTo>
                      <a:pt x="1254" y="1751"/>
                      <a:pt x="1319" y="1686"/>
                      <a:pt x="1319" y="1605"/>
                    </a:cubicBezTo>
                    <a:lnTo>
                      <a:pt x="1319" y="143"/>
                    </a:lnTo>
                    <a:cubicBezTo>
                      <a:pt x="1319" y="62"/>
                      <a:pt x="1254" y="0"/>
                      <a:pt x="117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30"/>
              <p:cNvSpPr/>
              <p:nvPr/>
            </p:nvSpPr>
            <p:spPr>
              <a:xfrm>
                <a:off x="8058516" y="3408481"/>
                <a:ext cx="126502" cy="47820"/>
              </a:xfrm>
              <a:custGeom>
                <a:avLst/>
                <a:gdLst/>
                <a:ahLst/>
                <a:cxnLst/>
                <a:rect l="l" t="t" r="r" b="b"/>
                <a:pathLst>
                  <a:path w="1320" h="499" extrusionOk="0">
                    <a:moveTo>
                      <a:pt x="0" y="1"/>
                    </a:moveTo>
                    <a:lnTo>
                      <a:pt x="0" y="352"/>
                    </a:lnTo>
                    <a:cubicBezTo>
                      <a:pt x="0" y="433"/>
                      <a:pt x="66" y="498"/>
                      <a:pt x="147" y="498"/>
                    </a:cubicBezTo>
                    <a:lnTo>
                      <a:pt x="1173" y="498"/>
                    </a:lnTo>
                    <a:cubicBezTo>
                      <a:pt x="1254" y="498"/>
                      <a:pt x="1319" y="433"/>
                      <a:pt x="1319" y="352"/>
                    </a:cubicBezTo>
                    <a:lnTo>
                      <a:pt x="1319" y="82"/>
                    </a:lnTo>
                    <a:cubicBezTo>
                      <a:pt x="1157" y="143"/>
                      <a:pt x="980" y="178"/>
                      <a:pt x="806" y="178"/>
                    </a:cubicBezTo>
                    <a:cubicBezTo>
                      <a:pt x="517" y="178"/>
                      <a:pt x="228" y="97"/>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30"/>
              <p:cNvSpPr/>
              <p:nvPr/>
            </p:nvSpPr>
            <p:spPr>
              <a:xfrm>
                <a:off x="8132405" y="3375993"/>
                <a:ext cx="32680" cy="26354"/>
              </a:xfrm>
              <a:custGeom>
                <a:avLst/>
                <a:gdLst/>
                <a:ahLst/>
                <a:cxnLst/>
                <a:rect l="l" t="t" r="r" b="b"/>
                <a:pathLst>
                  <a:path w="341" h="275" extrusionOk="0">
                    <a:moveTo>
                      <a:pt x="178" y="0"/>
                    </a:moveTo>
                    <a:cubicBezTo>
                      <a:pt x="82" y="0"/>
                      <a:pt x="1" y="112"/>
                      <a:pt x="51" y="208"/>
                    </a:cubicBezTo>
                    <a:cubicBezTo>
                      <a:pt x="66" y="228"/>
                      <a:pt x="82" y="259"/>
                      <a:pt x="112" y="274"/>
                    </a:cubicBezTo>
                    <a:lnTo>
                      <a:pt x="178" y="274"/>
                    </a:lnTo>
                    <a:cubicBezTo>
                      <a:pt x="259" y="274"/>
                      <a:pt x="340" y="178"/>
                      <a:pt x="290" y="81"/>
                    </a:cubicBezTo>
                    <a:cubicBezTo>
                      <a:pt x="274" y="50"/>
                      <a:pt x="259" y="35"/>
                      <a:pt x="228" y="16"/>
                    </a:cubicBezTo>
                    <a:cubicBezTo>
                      <a:pt x="209" y="16"/>
                      <a:pt x="193" y="0"/>
                      <a:pt x="1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30"/>
              <p:cNvSpPr/>
              <p:nvPr/>
            </p:nvSpPr>
            <p:spPr>
              <a:xfrm>
                <a:off x="8077012" y="3353089"/>
                <a:ext cx="40347" cy="32200"/>
              </a:xfrm>
              <a:custGeom>
                <a:avLst/>
                <a:gdLst/>
                <a:ahLst/>
                <a:cxnLst/>
                <a:rect l="l" t="t" r="r" b="b"/>
                <a:pathLst>
                  <a:path w="421" h="336" extrusionOk="0">
                    <a:moveTo>
                      <a:pt x="208" y="0"/>
                    </a:moveTo>
                    <a:cubicBezTo>
                      <a:pt x="97" y="0"/>
                      <a:pt x="0" y="143"/>
                      <a:pt x="81" y="255"/>
                    </a:cubicBezTo>
                    <a:cubicBezTo>
                      <a:pt x="81" y="289"/>
                      <a:pt x="97" y="305"/>
                      <a:pt x="112" y="305"/>
                    </a:cubicBezTo>
                    <a:cubicBezTo>
                      <a:pt x="147" y="320"/>
                      <a:pt x="177" y="336"/>
                      <a:pt x="208" y="336"/>
                    </a:cubicBezTo>
                    <a:cubicBezTo>
                      <a:pt x="339" y="336"/>
                      <a:pt x="420" y="208"/>
                      <a:pt x="355" y="81"/>
                    </a:cubicBezTo>
                    <a:cubicBezTo>
                      <a:pt x="339" y="62"/>
                      <a:pt x="324" y="46"/>
                      <a:pt x="305" y="31"/>
                    </a:cubicBezTo>
                    <a:cubicBezTo>
                      <a:pt x="274" y="15"/>
                      <a:pt x="243" y="0"/>
                      <a:pt x="20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30"/>
              <p:cNvSpPr/>
              <p:nvPr/>
            </p:nvSpPr>
            <p:spPr>
              <a:xfrm>
                <a:off x="8067716" y="3308335"/>
                <a:ext cx="27792" cy="95449"/>
              </a:xfrm>
              <a:custGeom>
                <a:avLst/>
                <a:gdLst/>
                <a:ahLst/>
                <a:cxnLst/>
                <a:rect l="l" t="t" r="r" b="b"/>
                <a:pathLst>
                  <a:path w="290" h="996" extrusionOk="0">
                    <a:moveTo>
                      <a:pt x="147" y="0"/>
                    </a:moveTo>
                    <a:cubicBezTo>
                      <a:pt x="66" y="0"/>
                      <a:pt x="1" y="66"/>
                      <a:pt x="1" y="162"/>
                    </a:cubicBezTo>
                    <a:lnTo>
                      <a:pt x="1" y="853"/>
                    </a:lnTo>
                    <a:cubicBezTo>
                      <a:pt x="1" y="934"/>
                      <a:pt x="66" y="995"/>
                      <a:pt x="147" y="995"/>
                    </a:cubicBezTo>
                    <a:cubicBezTo>
                      <a:pt x="228" y="995"/>
                      <a:pt x="290" y="934"/>
                      <a:pt x="290" y="853"/>
                    </a:cubicBezTo>
                    <a:lnTo>
                      <a:pt x="290" y="162"/>
                    </a:lnTo>
                    <a:cubicBezTo>
                      <a:pt x="290" y="66"/>
                      <a:pt x="228" y="0"/>
                      <a:pt x="1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30"/>
              <p:cNvSpPr/>
              <p:nvPr/>
            </p:nvSpPr>
            <p:spPr>
              <a:xfrm>
                <a:off x="8132405" y="3334593"/>
                <a:ext cx="26355" cy="18592"/>
              </a:xfrm>
              <a:custGeom>
                <a:avLst/>
                <a:gdLst/>
                <a:ahLst/>
                <a:cxnLst/>
                <a:rect l="l" t="t" r="r" b="b"/>
                <a:pathLst>
                  <a:path w="275" h="194" extrusionOk="0">
                    <a:moveTo>
                      <a:pt x="147" y="0"/>
                    </a:moveTo>
                    <a:cubicBezTo>
                      <a:pt x="66" y="0"/>
                      <a:pt x="1" y="81"/>
                      <a:pt x="51" y="158"/>
                    </a:cubicBezTo>
                    <a:cubicBezTo>
                      <a:pt x="66" y="158"/>
                      <a:pt x="66" y="178"/>
                      <a:pt x="82" y="178"/>
                    </a:cubicBezTo>
                    <a:cubicBezTo>
                      <a:pt x="97" y="193"/>
                      <a:pt x="112" y="193"/>
                      <a:pt x="147" y="193"/>
                    </a:cubicBezTo>
                    <a:cubicBezTo>
                      <a:pt x="209" y="193"/>
                      <a:pt x="274" y="112"/>
                      <a:pt x="228" y="31"/>
                    </a:cubicBezTo>
                    <a:cubicBezTo>
                      <a:pt x="228" y="31"/>
                      <a:pt x="209" y="16"/>
                      <a:pt x="193" y="16"/>
                    </a:cubicBezTo>
                    <a:cubicBezTo>
                      <a:pt x="178" y="0"/>
                      <a:pt x="163" y="0"/>
                      <a:pt x="1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0" name="Google Shape;460;p30"/>
            <p:cNvGrpSpPr/>
            <p:nvPr/>
          </p:nvGrpSpPr>
          <p:grpSpPr>
            <a:xfrm>
              <a:off x="1280485" y="3155134"/>
              <a:ext cx="1454569" cy="261862"/>
              <a:chOff x="5997971" y="2910579"/>
              <a:chExt cx="886259" cy="159542"/>
            </a:xfrm>
          </p:grpSpPr>
          <p:sp>
            <p:nvSpPr>
              <p:cNvPr id="461" name="Google Shape;461;p30"/>
              <p:cNvSpPr/>
              <p:nvPr/>
            </p:nvSpPr>
            <p:spPr>
              <a:xfrm>
                <a:off x="6024726" y="2966795"/>
                <a:ext cx="826886" cy="40259"/>
              </a:xfrm>
              <a:custGeom>
                <a:avLst/>
                <a:gdLst/>
                <a:ahLst/>
                <a:cxnLst/>
                <a:rect l="l" t="t" r="r" b="b"/>
                <a:pathLst>
                  <a:path w="29330" h="1428" extrusionOk="0">
                    <a:moveTo>
                      <a:pt x="0" y="0"/>
                    </a:moveTo>
                    <a:lnTo>
                      <a:pt x="0" y="579"/>
                    </a:lnTo>
                    <a:cubicBezTo>
                      <a:pt x="0" y="1042"/>
                      <a:pt x="386" y="1427"/>
                      <a:pt x="868" y="1427"/>
                    </a:cubicBezTo>
                    <a:lnTo>
                      <a:pt x="3198" y="1427"/>
                    </a:lnTo>
                    <a:lnTo>
                      <a:pt x="3198" y="0"/>
                    </a:lnTo>
                    <a:close/>
                    <a:moveTo>
                      <a:pt x="5674" y="0"/>
                    </a:moveTo>
                    <a:lnTo>
                      <a:pt x="5674" y="899"/>
                    </a:lnTo>
                    <a:lnTo>
                      <a:pt x="5674" y="1427"/>
                    </a:lnTo>
                    <a:lnTo>
                      <a:pt x="23864" y="1427"/>
                    </a:lnTo>
                    <a:lnTo>
                      <a:pt x="23864" y="0"/>
                    </a:lnTo>
                    <a:close/>
                    <a:moveTo>
                      <a:pt x="26325" y="0"/>
                    </a:moveTo>
                    <a:lnTo>
                      <a:pt x="26325" y="899"/>
                    </a:lnTo>
                    <a:lnTo>
                      <a:pt x="26325" y="1427"/>
                    </a:lnTo>
                    <a:lnTo>
                      <a:pt x="28477" y="1427"/>
                    </a:lnTo>
                    <a:cubicBezTo>
                      <a:pt x="28959" y="1427"/>
                      <a:pt x="29329" y="1042"/>
                      <a:pt x="29329" y="579"/>
                    </a:cubicBezTo>
                    <a:lnTo>
                      <a:pt x="29329" y="0"/>
                    </a:lnTo>
                    <a:close/>
                  </a:path>
                </a:pathLst>
              </a:custGeom>
              <a:solidFill>
                <a:schemeClr val="lt1">
                  <a:alpha val="344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30"/>
              <p:cNvSpPr/>
              <p:nvPr/>
            </p:nvSpPr>
            <p:spPr>
              <a:xfrm>
                <a:off x="6114858" y="2965386"/>
                <a:ext cx="69861" cy="104735"/>
              </a:xfrm>
              <a:custGeom>
                <a:avLst/>
                <a:gdLst/>
                <a:ahLst/>
                <a:cxnLst/>
                <a:rect l="l" t="t" r="r" b="b"/>
                <a:pathLst>
                  <a:path w="2478" h="3715" extrusionOk="0">
                    <a:moveTo>
                      <a:pt x="1" y="0"/>
                    </a:moveTo>
                    <a:lnTo>
                      <a:pt x="1" y="3086"/>
                    </a:lnTo>
                    <a:cubicBezTo>
                      <a:pt x="1" y="3441"/>
                      <a:pt x="275" y="3715"/>
                      <a:pt x="630" y="3715"/>
                    </a:cubicBezTo>
                    <a:lnTo>
                      <a:pt x="1833" y="3715"/>
                    </a:lnTo>
                    <a:cubicBezTo>
                      <a:pt x="2188" y="3715"/>
                      <a:pt x="2477" y="3441"/>
                      <a:pt x="2477" y="3086"/>
                    </a:cubicBezTo>
                    <a:lnTo>
                      <a:pt x="247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30"/>
              <p:cNvSpPr/>
              <p:nvPr/>
            </p:nvSpPr>
            <p:spPr>
              <a:xfrm>
                <a:off x="6114858" y="2966795"/>
                <a:ext cx="69861" cy="25373"/>
              </a:xfrm>
              <a:custGeom>
                <a:avLst/>
                <a:gdLst/>
                <a:ahLst/>
                <a:cxnLst/>
                <a:rect l="l" t="t" r="r" b="b"/>
                <a:pathLst>
                  <a:path w="2478" h="900" extrusionOk="0">
                    <a:moveTo>
                      <a:pt x="1" y="0"/>
                    </a:moveTo>
                    <a:lnTo>
                      <a:pt x="1" y="899"/>
                    </a:lnTo>
                    <a:lnTo>
                      <a:pt x="2477" y="899"/>
                    </a:lnTo>
                    <a:lnTo>
                      <a:pt x="247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30"/>
              <p:cNvSpPr/>
              <p:nvPr/>
            </p:nvSpPr>
            <p:spPr>
              <a:xfrm>
                <a:off x="6697489" y="2965386"/>
                <a:ext cx="69410" cy="104735"/>
              </a:xfrm>
              <a:custGeom>
                <a:avLst/>
                <a:gdLst/>
                <a:ahLst/>
                <a:cxnLst/>
                <a:rect l="l" t="t" r="r" b="b"/>
                <a:pathLst>
                  <a:path w="2462" h="3715" extrusionOk="0">
                    <a:moveTo>
                      <a:pt x="1" y="0"/>
                    </a:moveTo>
                    <a:lnTo>
                      <a:pt x="1" y="3086"/>
                    </a:lnTo>
                    <a:cubicBezTo>
                      <a:pt x="1" y="3441"/>
                      <a:pt x="275" y="3715"/>
                      <a:pt x="630" y="3715"/>
                    </a:cubicBezTo>
                    <a:lnTo>
                      <a:pt x="1833" y="3715"/>
                    </a:lnTo>
                    <a:cubicBezTo>
                      <a:pt x="2188" y="3715"/>
                      <a:pt x="2462" y="3441"/>
                      <a:pt x="2462" y="3086"/>
                    </a:cubicBezTo>
                    <a:lnTo>
                      <a:pt x="246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30"/>
              <p:cNvSpPr/>
              <p:nvPr/>
            </p:nvSpPr>
            <p:spPr>
              <a:xfrm>
                <a:off x="6697489" y="2966795"/>
                <a:ext cx="69410" cy="25373"/>
              </a:xfrm>
              <a:custGeom>
                <a:avLst/>
                <a:gdLst/>
                <a:ahLst/>
                <a:cxnLst/>
                <a:rect l="l" t="t" r="r" b="b"/>
                <a:pathLst>
                  <a:path w="2462" h="900" extrusionOk="0">
                    <a:moveTo>
                      <a:pt x="1" y="0"/>
                    </a:moveTo>
                    <a:lnTo>
                      <a:pt x="1" y="899"/>
                    </a:lnTo>
                    <a:lnTo>
                      <a:pt x="2462" y="899"/>
                    </a:lnTo>
                    <a:lnTo>
                      <a:pt x="246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30"/>
              <p:cNvSpPr/>
              <p:nvPr/>
            </p:nvSpPr>
            <p:spPr>
              <a:xfrm>
                <a:off x="5997971" y="2910579"/>
                <a:ext cx="886259" cy="56244"/>
              </a:xfrm>
              <a:custGeom>
                <a:avLst/>
                <a:gdLst/>
                <a:ahLst/>
                <a:cxnLst/>
                <a:rect l="l" t="t" r="r" b="b"/>
                <a:pathLst>
                  <a:path w="31436" h="1995" extrusionOk="0">
                    <a:moveTo>
                      <a:pt x="980" y="0"/>
                    </a:moveTo>
                    <a:cubicBezTo>
                      <a:pt x="706" y="0"/>
                      <a:pt x="467" y="112"/>
                      <a:pt x="290" y="290"/>
                    </a:cubicBezTo>
                    <a:cubicBezTo>
                      <a:pt x="112" y="467"/>
                      <a:pt x="1" y="722"/>
                      <a:pt x="1" y="995"/>
                    </a:cubicBezTo>
                    <a:lnTo>
                      <a:pt x="1" y="1142"/>
                    </a:lnTo>
                    <a:cubicBezTo>
                      <a:pt x="82" y="1624"/>
                      <a:pt x="483" y="1994"/>
                      <a:pt x="980" y="1994"/>
                    </a:cubicBezTo>
                    <a:lnTo>
                      <a:pt x="30440" y="1994"/>
                    </a:lnTo>
                    <a:cubicBezTo>
                      <a:pt x="30714" y="1994"/>
                      <a:pt x="30953" y="1879"/>
                      <a:pt x="31131" y="1705"/>
                    </a:cubicBezTo>
                    <a:cubicBezTo>
                      <a:pt x="31293" y="1558"/>
                      <a:pt x="31389" y="1366"/>
                      <a:pt x="31420" y="1142"/>
                    </a:cubicBezTo>
                    <a:cubicBezTo>
                      <a:pt x="31420" y="1092"/>
                      <a:pt x="31435" y="1046"/>
                      <a:pt x="31435" y="995"/>
                    </a:cubicBezTo>
                    <a:cubicBezTo>
                      <a:pt x="31435" y="452"/>
                      <a:pt x="30984" y="0"/>
                      <a:pt x="3044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30"/>
              <p:cNvSpPr/>
              <p:nvPr/>
            </p:nvSpPr>
            <p:spPr>
              <a:xfrm>
                <a:off x="5997971" y="2942747"/>
                <a:ext cx="885837" cy="24076"/>
              </a:xfrm>
              <a:custGeom>
                <a:avLst/>
                <a:gdLst/>
                <a:ahLst/>
                <a:cxnLst/>
                <a:rect l="l" t="t" r="r" b="b"/>
                <a:pathLst>
                  <a:path w="31421" h="854" extrusionOk="0">
                    <a:moveTo>
                      <a:pt x="1" y="1"/>
                    </a:moveTo>
                    <a:cubicBezTo>
                      <a:pt x="82" y="483"/>
                      <a:pt x="483" y="853"/>
                      <a:pt x="980" y="853"/>
                    </a:cubicBezTo>
                    <a:lnTo>
                      <a:pt x="30440" y="853"/>
                    </a:lnTo>
                    <a:cubicBezTo>
                      <a:pt x="30714" y="853"/>
                      <a:pt x="30953" y="738"/>
                      <a:pt x="31131" y="564"/>
                    </a:cubicBezTo>
                    <a:cubicBezTo>
                      <a:pt x="31293" y="417"/>
                      <a:pt x="31389" y="225"/>
                      <a:pt x="31420" y="1"/>
                    </a:cubicBezTo>
                    <a:close/>
                  </a:path>
                </a:pathLst>
              </a:custGeom>
              <a:solidFill>
                <a:srgbClr val="2E44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68" name="Google Shape;468;p30"/>
          <p:cNvGrpSpPr/>
          <p:nvPr/>
        </p:nvGrpSpPr>
        <p:grpSpPr>
          <a:xfrm>
            <a:off x="1356188" y="2968873"/>
            <a:ext cx="2034899" cy="1417074"/>
            <a:chOff x="6980724" y="3152574"/>
            <a:chExt cx="1593375" cy="1109603"/>
          </a:xfrm>
        </p:grpSpPr>
        <p:grpSp>
          <p:nvGrpSpPr>
            <p:cNvPr id="469" name="Google Shape;469;p30"/>
            <p:cNvGrpSpPr/>
            <p:nvPr/>
          </p:nvGrpSpPr>
          <p:grpSpPr>
            <a:xfrm>
              <a:off x="7628399" y="3342801"/>
              <a:ext cx="923816" cy="628412"/>
              <a:chOff x="6358218" y="3496678"/>
              <a:chExt cx="513840" cy="349532"/>
            </a:xfrm>
          </p:grpSpPr>
          <p:sp>
            <p:nvSpPr>
              <p:cNvPr id="470" name="Google Shape;470;p30"/>
              <p:cNvSpPr/>
              <p:nvPr/>
            </p:nvSpPr>
            <p:spPr>
              <a:xfrm>
                <a:off x="6527064" y="3505784"/>
                <a:ext cx="171016" cy="265179"/>
              </a:xfrm>
              <a:custGeom>
                <a:avLst/>
                <a:gdLst/>
                <a:ahLst/>
                <a:cxnLst/>
                <a:rect l="l" t="t" r="r" b="b"/>
                <a:pathLst>
                  <a:path w="6066" h="9406" extrusionOk="0">
                    <a:moveTo>
                      <a:pt x="2730" y="1"/>
                    </a:moveTo>
                    <a:cubicBezTo>
                      <a:pt x="1" y="1"/>
                      <a:pt x="1001" y="8364"/>
                      <a:pt x="1001" y="8364"/>
                    </a:cubicBezTo>
                    <a:lnTo>
                      <a:pt x="2320" y="8634"/>
                    </a:lnTo>
                    <a:lnTo>
                      <a:pt x="6015" y="9405"/>
                    </a:lnTo>
                    <a:cubicBezTo>
                      <a:pt x="6015" y="9405"/>
                      <a:pt x="6031" y="9182"/>
                      <a:pt x="6031" y="8811"/>
                    </a:cubicBezTo>
                    <a:cubicBezTo>
                      <a:pt x="6065" y="7060"/>
                      <a:pt x="5969" y="1919"/>
                      <a:pt x="3863" y="407"/>
                    </a:cubicBezTo>
                    <a:cubicBezTo>
                      <a:pt x="3655" y="264"/>
                      <a:pt x="3427" y="148"/>
                      <a:pt x="3188" y="71"/>
                    </a:cubicBezTo>
                    <a:cubicBezTo>
                      <a:pt x="3025" y="23"/>
                      <a:pt x="2873" y="1"/>
                      <a:pt x="273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30"/>
              <p:cNvSpPr/>
              <p:nvPr/>
            </p:nvSpPr>
            <p:spPr>
              <a:xfrm>
                <a:off x="6527064" y="3505784"/>
                <a:ext cx="89878" cy="243414"/>
              </a:xfrm>
              <a:custGeom>
                <a:avLst/>
                <a:gdLst/>
                <a:ahLst/>
                <a:cxnLst/>
                <a:rect l="l" t="t" r="r" b="b"/>
                <a:pathLst>
                  <a:path w="3188" h="8634" extrusionOk="0">
                    <a:moveTo>
                      <a:pt x="2730" y="1"/>
                    </a:moveTo>
                    <a:cubicBezTo>
                      <a:pt x="1" y="1"/>
                      <a:pt x="1001" y="8364"/>
                      <a:pt x="1001" y="8364"/>
                    </a:cubicBezTo>
                    <a:lnTo>
                      <a:pt x="2320" y="8634"/>
                    </a:lnTo>
                    <a:cubicBezTo>
                      <a:pt x="1691" y="569"/>
                      <a:pt x="3188" y="71"/>
                      <a:pt x="3188" y="71"/>
                    </a:cubicBezTo>
                    <a:cubicBezTo>
                      <a:pt x="3025" y="23"/>
                      <a:pt x="2873" y="1"/>
                      <a:pt x="273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30"/>
              <p:cNvSpPr/>
              <p:nvPr/>
            </p:nvSpPr>
            <p:spPr>
              <a:xfrm>
                <a:off x="6578854" y="3507786"/>
                <a:ext cx="82040" cy="212064"/>
              </a:xfrm>
              <a:custGeom>
                <a:avLst/>
                <a:gdLst/>
                <a:ahLst/>
                <a:cxnLst/>
                <a:rect l="l" t="t" r="r" b="b"/>
                <a:pathLst>
                  <a:path w="2910" h="7522" extrusionOk="0">
                    <a:moveTo>
                      <a:pt x="1351" y="0"/>
                    </a:moveTo>
                    <a:cubicBezTo>
                      <a:pt x="1335" y="16"/>
                      <a:pt x="1" y="498"/>
                      <a:pt x="417" y="7521"/>
                    </a:cubicBezTo>
                    <a:lnTo>
                      <a:pt x="2057" y="7521"/>
                    </a:lnTo>
                    <a:cubicBezTo>
                      <a:pt x="2203" y="7020"/>
                      <a:pt x="2508" y="6171"/>
                      <a:pt x="2909" y="5269"/>
                    </a:cubicBezTo>
                    <a:cubicBezTo>
                      <a:pt x="2377" y="3340"/>
                      <a:pt x="1864" y="1157"/>
                      <a:pt x="2026" y="336"/>
                    </a:cubicBezTo>
                    <a:cubicBezTo>
                      <a:pt x="1818" y="193"/>
                      <a:pt x="1590" y="77"/>
                      <a:pt x="13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30"/>
              <p:cNvSpPr/>
              <p:nvPr/>
            </p:nvSpPr>
            <p:spPr>
              <a:xfrm>
                <a:off x="6548519" y="3505925"/>
                <a:ext cx="68423" cy="213925"/>
              </a:xfrm>
              <a:custGeom>
                <a:avLst/>
                <a:gdLst/>
                <a:ahLst/>
                <a:cxnLst/>
                <a:rect l="l" t="t" r="r" b="b"/>
                <a:pathLst>
                  <a:path w="2427" h="7588" extrusionOk="0">
                    <a:moveTo>
                      <a:pt x="1976" y="1"/>
                    </a:moveTo>
                    <a:cubicBezTo>
                      <a:pt x="174" y="1"/>
                      <a:pt x="1" y="3615"/>
                      <a:pt x="78" y="6091"/>
                    </a:cubicBezTo>
                    <a:cubicBezTo>
                      <a:pt x="97" y="6669"/>
                      <a:pt x="143" y="7202"/>
                      <a:pt x="174" y="7587"/>
                    </a:cubicBezTo>
                    <a:lnTo>
                      <a:pt x="1493" y="7587"/>
                    </a:lnTo>
                    <a:cubicBezTo>
                      <a:pt x="1077" y="564"/>
                      <a:pt x="2411" y="82"/>
                      <a:pt x="2427" y="66"/>
                    </a:cubicBezTo>
                    <a:cubicBezTo>
                      <a:pt x="2265" y="16"/>
                      <a:pt x="2103" y="1"/>
                      <a:pt x="1976" y="1"/>
                    </a:cubicBezTo>
                    <a:close/>
                  </a:path>
                </a:pathLst>
              </a:custGeom>
              <a:solidFill>
                <a:srgbClr val="86AC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30"/>
              <p:cNvSpPr/>
              <p:nvPr/>
            </p:nvSpPr>
            <p:spPr>
              <a:xfrm>
                <a:off x="6631377" y="3517230"/>
                <a:ext cx="53960" cy="139102"/>
              </a:xfrm>
              <a:custGeom>
                <a:avLst/>
                <a:gdLst/>
                <a:ahLst/>
                <a:cxnLst/>
                <a:rect l="l" t="t" r="r" b="b"/>
                <a:pathLst>
                  <a:path w="1914" h="4934" extrusionOk="0">
                    <a:moveTo>
                      <a:pt x="163" y="1"/>
                    </a:moveTo>
                    <a:lnTo>
                      <a:pt x="163" y="1"/>
                    </a:lnTo>
                    <a:cubicBezTo>
                      <a:pt x="1" y="822"/>
                      <a:pt x="514" y="3005"/>
                      <a:pt x="1046" y="4934"/>
                    </a:cubicBezTo>
                    <a:cubicBezTo>
                      <a:pt x="1305" y="4406"/>
                      <a:pt x="1575" y="3858"/>
                      <a:pt x="1914" y="3360"/>
                    </a:cubicBezTo>
                    <a:cubicBezTo>
                      <a:pt x="1594" y="1945"/>
                      <a:pt x="1062" y="645"/>
                      <a:pt x="163" y="1"/>
                    </a:cubicBezTo>
                    <a:close/>
                  </a:path>
                </a:pathLst>
              </a:custGeom>
              <a:solidFill>
                <a:srgbClr val="4976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30"/>
              <p:cNvSpPr/>
              <p:nvPr/>
            </p:nvSpPr>
            <p:spPr>
              <a:xfrm>
                <a:off x="6652691" y="3537134"/>
                <a:ext cx="11784" cy="8176"/>
              </a:xfrm>
              <a:custGeom>
                <a:avLst/>
                <a:gdLst/>
                <a:ahLst/>
                <a:cxnLst/>
                <a:rect l="l" t="t" r="r" b="b"/>
                <a:pathLst>
                  <a:path w="418" h="290" extrusionOk="0">
                    <a:moveTo>
                      <a:pt x="356" y="1"/>
                    </a:moveTo>
                    <a:lnTo>
                      <a:pt x="16" y="213"/>
                    </a:lnTo>
                    <a:cubicBezTo>
                      <a:pt x="1" y="228"/>
                      <a:pt x="1" y="244"/>
                      <a:pt x="16" y="259"/>
                    </a:cubicBezTo>
                    <a:cubicBezTo>
                      <a:pt x="16" y="274"/>
                      <a:pt x="32" y="290"/>
                      <a:pt x="47" y="290"/>
                    </a:cubicBezTo>
                    <a:lnTo>
                      <a:pt x="66" y="274"/>
                    </a:lnTo>
                    <a:lnTo>
                      <a:pt x="387" y="66"/>
                    </a:lnTo>
                    <a:cubicBezTo>
                      <a:pt x="417" y="66"/>
                      <a:pt x="417" y="35"/>
                      <a:pt x="402" y="20"/>
                    </a:cubicBezTo>
                    <a:cubicBezTo>
                      <a:pt x="387" y="1"/>
                      <a:pt x="371" y="1"/>
                      <a:pt x="35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30"/>
              <p:cNvSpPr/>
              <p:nvPr/>
            </p:nvSpPr>
            <p:spPr>
              <a:xfrm>
                <a:off x="6663150" y="3561944"/>
                <a:ext cx="19904" cy="3383"/>
              </a:xfrm>
              <a:custGeom>
                <a:avLst/>
                <a:gdLst/>
                <a:ahLst/>
                <a:cxnLst/>
                <a:rect l="l" t="t" r="r" b="b"/>
                <a:pathLst>
                  <a:path w="706" h="120" extrusionOk="0">
                    <a:moveTo>
                      <a:pt x="18" y="0"/>
                    </a:moveTo>
                    <a:cubicBezTo>
                      <a:pt x="8" y="0"/>
                      <a:pt x="0" y="16"/>
                      <a:pt x="0" y="39"/>
                    </a:cubicBezTo>
                    <a:cubicBezTo>
                      <a:pt x="0" y="54"/>
                      <a:pt x="16" y="69"/>
                      <a:pt x="31" y="69"/>
                    </a:cubicBezTo>
                    <a:lnTo>
                      <a:pt x="660" y="120"/>
                    </a:lnTo>
                    <a:lnTo>
                      <a:pt x="675" y="120"/>
                    </a:lnTo>
                    <a:cubicBezTo>
                      <a:pt x="691" y="120"/>
                      <a:pt x="706" y="104"/>
                      <a:pt x="706" y="69"/>
                    </a:cubicBezTo>
                    <a:cubicBezTo>
                      <a:pt x="706" y="54"/>
                      <a:pt x="691" y="39"/>
                      <a:pt x="675" y="39"/>
                    </a:cubicBezTo>
                    <a:lnTo>
                      <a:pt x="31" y="8"/>
                    </a:lnTo>
                    <a:cubicBezTo>
                      <a:pt x="27" y="2"/>
                      <a:pt x="22" y="0"/>
                      <a:pt x="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30"/>
              <p:cNvSpPr/>
              <p:nvPr/>
            </p:nvSpPr>
            <p:spPr>
              <a:xfrm>
                <a:off x="6672595" y="3600202"/>
                <a:ext cx="18184" cy="4060"/>
              </a:xfrm>
              <a:custGeom>
                <a:avLst/>
                <a:gdLst/>
                <a:ahLst/>
                <a:cxnLst/>
                <a:rect l="l" t="t" r="r" b="b"/>
                <a:pathLst>
                  <a:path w="645" h="144" extrusionOk="0">
                    <a:moveTo>
                      <a:pt x="595" y="1"/>
                    </a:moveTo>
                    <a:lnTo>
                      <a:pt x="35" y="62"/>
                    </a:lnTo>
                    <a:cubicBezTo>
                      <a:pt x="16" y="78"/>
                      <a:pt x="1" y="97"/>
                      <a:pt x="1" y="113"/>
                    </a:cubicBezTo>
                    <a:cubicBezTo>
                      <a:pt x="1" y="128"/>
                      <a:pt x="16" y="143"/>
                      <a:pt x="35" y="143"/>
                    </a:cubicBezTo>
                    <a:lnTo>
                      <a:pt x="51" y="143"/>
                    </a:lnTo>
                    <a:lnTo>
                      <a:pt x="614" y="78"/>
                    </a:lnTo>
                    <a:cubicBezTo>
                      <a:pt x="629" y="78"/>
                      <a:pt x="645" y="62"/>
                      <a:pt x="645" y="32"/>
                    </a:cubicBezTo>
                    <a:cubicBezTo>
                      <a:pt x="645" y="16"/>
                      <a:pt x="629" y="1"/>
                      <a:pt x="59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30"/>
              <p:cNvSpPr/>
              <p:nvPr/>
            </p:nvSpPr>
            <p:spPr>
              <a:xfrm>
                <a:off x="6681194" y="3654360"/>
                <a:ext cx="20468" cy="8401"/>
              </a:xfrm>
              <a:custGeom>
                <a:avLst/>
                <a:gdLst/>
                <a:ahLst/>
                <a:cxnLst/>
                <a:rect l="l" t="t" r="r" b="b"/>
                <a:pathLst>
                  <a:path w="726" h="298" extrusionOk="0">
                    <a:moveTo>
                      <a:pt x="692" y="0"/>
                    </a:moveTo>
                    <a:cubicBezTo>
                      <a:pt x="687" y="0"/>
                      <a:pt x="681" y="2"/>
                      <a:pt x="675" y="8"/>
                    </a:cubicBezTo>
                    <a:lnTo>
                      <a:pt x="35" y="217"/>
                    </a:lnTo>
                    <a:cubicBezTo>
                      <a:pt x="20" y="232"/>
                      <a:pt x="0" y="247"/>
                      <a:pt x="20" y="263"/>
                    </a:cubicBezTo>
                    <a:cubicBezTo>
                      <a:pt x="20" y="278"/>
                      <a:pt x="35" y="298"/>
                      <a:pt x="51" y="298"/>
                    </a:cubicBezTo>
                    <a:lnTo>
                      <a:pt x="66" y="298"/>
                    </a:lnTo>
                    <a:lnTo>
                      <a:pt x="695" y="70"/>
                    </a:lnTo>
                    <a:cubicBezTo>
                      <a:pt x="710" y="70"/>
                      <a:pt x="726" y="55"/>
                      <a:pt x="726" y="24"/>
                    </a:cubicBezTo>
                    <a:cubicBezTo>
                      <a:pt x="715" y="13"/>
                      <a:pt x="704" y="0"/>
                      <a:pt x="6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30"/>
              <p:cNvSpPr/>
              <p:nvPr/>
            </p:nvSpPr>
            <p:spPr>
              <a:xfrm>
                <a:off x="6688918" y="3694647"/>
                <a:ext cx="16775" cy="7048"/>
              </a:xfrm>
              <a:custGeom>
                <a:avLst/>
                <a:gdLst/>
                <a:ahLst/>
                <a:cxnLst/>
                <a:rect l="l" t="t" r="r" b="b"/>
                <a:pathLst>
                  <a:path w="595" h="250" extrusionOk="0">
                    <a:moveTo>
                      <a:pt x="36" y="0"/>
                    </a:moveTo>
                    <a:cubicBezTo>
                      <a:pt x="24" y="0"/>
                      <a:pt x="11" y="12"/>
                      <a:pt x="0" y="26"/>
                    </a:cubicBezTo>
                    <a:cubicBezTo>
                      <a:pt x="0" y="56"/>
                      <a:pt x="16" y="72"/>
                      <a:pt x="35" y="72"/>
                    </a:cubicBezTo>
                    <a:lnTo>
                      <a:pt x="548" y="249"/>
                    </a:lnTo>
                    <a:lnTo>
                      <a:pt x="563" y="249"/>
                    </a:lnTo>
                    <a:cubicBezTo>
                      <a:pt x="579" y="249"/>
                      <a:pt x="594" y="234"/>
                      <a:pt x="594" y="218"/>
                    </a:cubicBezTo>
                    <a:cubicBezTo>
                      <a:pt x="594" y="199"/>
                      <a:pt x="594" y="184"/>
                      <a:pt x="563" y="168"/>
                    </a:cubicBezTo>
                    <a:lnTo>
                      <a:pt x="50" y="6"/>
                    </a:lnTo>
                    <a:cubicBezTo>
                      <a:pt x="46" y="2"/>
                      <a:pt x="41" y="0"/>
                      <a:pt x="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30"/>
              <p:cNvSpPr/>
              <p:nvPr/>
            </p:nvSpPr>
            <p:spPr>
              <a:xfrm>
                <a:off x="6616491" y="3656756"/>
                <a:ext cx="10347" cy="14604"/>
              </a:xfrm>
              <a:custGeom>
                <a:avLst/>
                <a:gdLst/>
                <a:ahLst/>
                <a:cxnLst/>
                <a:rect l="l" t="t" r="r" b="b"/>
                <a:pathLst>
                  <a:path w="367" h="518" extrusionOk="0">
                    <a:moveTo>
                      <a:pt x="31" y="0"/>
                    </a:moveTo>
                    <a:cubicBezTo>
                      <a:pt x="16" y="20"/>
                      <a:pt x="0" y="35"/>
                      <a:pt x="16" y="66"/>
                    </a:cubicBezTo>
                    <a:lnTo>
                      <a:pt x="305" y="502"/>
                    </a:lnTo>
                    <a:cubicBezTo>
                      <a:pt x="305" y="517"/>
                      <a:pt x="321" y="517"/>
                      <a:pt x="336" y="517"/>
                    </a:cubicBezTo>
                    <a:lnTo>
                      <a:pt x="351" y="517"/>
                    </a:lnTo>
                    <a:cubicBezTo>
                      <a:pt x="367" y="502"/>
                      <a:pt x="367" y="482"/>
                      <a:pt x="351" y="467"/>
                    </a:cubicBezTo>
                    <a:lnTo>
                      <a:pt x="78" y="20"/>
                    </a:lnTo>
                    <a:cubicBezTo>
                      <a:pt x="62" y="0"/>
                      <a:pt x="47" y="0"/>
                      <a:pt x="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30"/>
              <p:cNvSpPr/>
              <p:nvPr/>
            </p:nvSpPr>
            <p:spPr>
              <a:xfrm>
                <a:off x="6580179" y="3596339"/>
                <a:ext cx="15027" cy="6061"/>
              </a:xfrm>
              <a:custGeom>
                <a:avLst/>
                <a:gdLst/>
                <a:ahLst/>
                <a:cxnLst/>
                <a:rect l="l" t="t" r="r" b="b"/>
                <a:pathLst>
                  <a:path w="533" h="215" extrusionOk="0">
                    <a:moveTo>
                      <a:pt x="36" y="0"/>
                    </a:moveTo>
                    <a:cubicBezTo>
                      <a:pt x="24" y="0"/>
                      <a:pt x="11" y="11"/>
                      <a:pt x="0" y="22"/>
                    </a:cubicBezTo>
                    <a:cubicBezTo>
                      <a:pt x="0" y="57"/>
                      <a:pt x="16" y="72"/>
                      <a:pt x="35" y="72"/>
                    </a:cubicBezTo>
                    <a:lnTo>
                      <a:pt x="467" y="215"/>
                    </a:lnTo>
                    <a:lnTo>
                      <a:pt x="482" y="215"/>
                    </a:lnTo>
                    <a:cubicBezTo>
                      <a:pt x="498" y="215"/>
                      <a:pt x="517" y="215"/>
                      <a:pt x="517" y="199"/>
                    </a:cubicBezTo>
                    <a:cubicBezTo>
                      <a:pt x="532" y="169"/>
                      <a:pt x="517" y="153"/>
                      <a:pt x="498" y="153"/>
                    </a:cubicBezTo>
                    <a:lnTo>
                      <a:pt x="50" y="7"/>
                    </a:lnTo>
                    <a:cubicBezTo>
                      <a:pt x="46" y="2"/>
                      <a:pt x="41" y="0"/>
                      <a:pt x="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30"/>
              <p:cNvSpPr/>
              <p:nvPr/>
            </p:nvSpPr>
            <p:spPr>
              <a:xfrm>
                <a:off x="6546686" y="3694816"/>
                <a:ext cx="14491" cy="6428"/>
              </a:xfrm>
              <a:custGeom>
                <a:avLst/>
                <a:gdLst/>
                <a:ahLst/>
                <a:cxnLst/>
                <a:rect l="l" t="t" r="r" b="b"/>
                <a:pathLst>
                  <a:path w="514" h="228" extrusionOk="0">
                    <a:moveTo>
                      <a:pt x="46" y="0"/>
                    </a:moveTo>
                    <a:cubicBezTo>
                      <a:pt x="31" y="0"/>
                      <a:pt x="16" y="20"/>
                      <a:pt x="0" y="35"/>
                    </a:cubicBezTo>
                    <a:cubicBezTo>
                      <a:pt x="0" y="50"/>
                      <a:pt x="16" y="66"/>
                      <a:pt x="31" y="81"/>
                    </a:cubicBezTo>
                    <a:lnTo>
                      <a:pt x="467" y="228"/>
                    </a:lnTo>
                    <a:lnTo>
                      <a:pt x="482" y="228"/>
                    </a:lnTo>
                    <a:cubicBezTo>
                      <a:pt x="498" y="228"/>
                      <a:pt x="513" y="212"/>
                      <a:pt x="513" y="193"/>
                    </a:cubicBezTo>
                    <a:cubicBezTo>
                      <a:pt x="513" y="178"/>
                      <a:pt x="513" y="162"/>
                      <a:pt x="498" y="147"/>
                    </a:cubicBezTo>
                    <a:lnTo>
                      <a:pt x="4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30"/>
              <p:cNvSpPr/>
              <p:nvPr/>
            </p:nvSpPr>
            <p:spPr>
              <a:xfrm>
                <a:off x="6578431" y="3614664"/>
                <a:ext cx="18522" cy="2312"/>
              </a:xfrm>
              <a:custGeom>
                <a:avLst/>
                <a:gdLst/>
                <a:ahLst/>
                <a:cxnLst/>
                <a:rect l="l" t="t" r="r" b="b"/>
                <a:pathLst>
                  <a:path w="657" h="82" extrusionOk="0">
                    <a:moveTo>
                      <a:pt x="31" y="1"/>
                    </a:moveTo>
                    <a:cubicBezTo>
                      <a:pt x="16" y="1"/>
                      <a:pt x="0" y="16"/>
                      <a:pt x="0" y="47"/>
                    </a:cubicBezTo>
                    <a:cubicBezTo>
                      <a:pt x="0" y="66"/>
                      <a:pt x="16" y="82"/>
                      <a:pt x="31" y="82"/>
                    </a:cubicBezTo>
                    <a:lnTo>
                      <a:pt x="625" y="66"/>
                    </a:lnTo>
                    <a:cubicBezTo>
                      <a:pt x="641" y="66"/>
                      <a:pt x="656" y="47"/>
                      <a:pt x="656" y="32"/>
                    </a:cubicBezTo>
                    <a:cubicBezTo>
                      <a:pt x="656" y="16"/>
                      <a:pt x="641" y="1"/>
                      <a:pt x="62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30"/>
              <p:cNvSpPr/>
              <p:nvPr/>
            </p:nvSpPr>
            <p:spPr>
              <a:xfrm>
                <a:off x="6557991" y="3670345"/>
                <a:ext cx="19058" cy="2735"/>
              </a:xfrm>
              <a:custGeom>
                <a:avLst/>
                <a:gdLst/>
                <a:ahLst/>
                <a:cxnLst/>
                <a:rect l="l" t="t" r="r" b="b"/>
                <a:pathLst>
                  <a:path w="676" h="97" extrusionOk="0">
                    <a:moveTo>
                      <a:pt x="629" y="0"/>
                    </a:moveTo>
                    <a:lnTo>
                      <a:pt x="50" y="20"/>
                    </a:lnTo>
                    <a:cubicBezTo>
                      <a:pt x="16" y="20"/>
                      <a:pt x="0" y="35"/>
                      <a:pt x="0" y="51"/>
                    </a:cubicBezTo>
                    <a:cubicBezTo>
                      <a:pt x="0" y="81"/>
                      <a:pt x="16" y="97"/>
                      <a:pt x="50" y="97"/>
                    </a:cubicBezTo>
                    <a:lnTo>
                      <a:pt x="644" y="81"/>
                    </a:lnTo>
                    <a:cubicBezTo>
                      <a:pt x="660" y="81"/>
                      <a:pt x="675" y="66"/>
                      <a:pt x="675" y="51"/>
                    </a:cubicBezTo>
                    <a:cubicBezTo>
                      <a:pt x="675" y="20"/>
                      <a:pt x="660" y="0"/>
                      <a:pt x="6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30"/>
              <p:cNvSpPr/>
              <p:nvPr/>
            </p:nvSpPr>
            <p:spPr>
              <a:xfrm>
                <a:off x="6582463" y="3568034"/>
                <a:ext cx="19058" cy="2735"/>
              </a:xfrm>
              <a:custGeom>
                <a:avLst/>
                <a:gdLst/>
                <a:ahLst/>
                <a:cxnLst/>
                <a:rect l="l" t="t" r="r" b="b"/>
                <a:pathLst>
                  <a:path w="676" h="97" extrusionOk="0">
                    <a:moveTo>
                      <a:pt x="629" y="0"/>
                    </a:moveTo>
                    <a:lnTo>
                      <a:pt x="31" y="15"/>
                    </a:lnTo>
                    <a:cubicBezTo>
                      <a:pt x="16" y="15"/>
                      <a:pt x="0" y="31"/>
                      <a:pt x="0" y="46"/>
                    </a:cubicBezTo>
                    <a:cubicBezTo>
                      <a:pt x="0" y="81"/>
                      <a:pt x="16" y="96"/>
                      <a:pt x="50" y="96"/>
                    </a:cubicBezTo>
                    <a:lnTo>
                      <a:pt x="629" y="81"/>
                    </a:lnTo>
                    <a:cubicBezTo>
                      <a:pt x="660" y="81"/>
                      <a:pt x="675" y="62"/>
                      <a:pt x="675" y="31"/>
                    </a:cubicBezTo>
                    <a:cubicBezTo>
                      <a:pt x="675" y="15"/>
                      <a:pt x="660" y="0"/>
                      <a:pt x="6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30"/>
              <p:cNvSpPr/>
              <p:nvPr/>
            </p:nvSpPr>
            <p:spPr>
              <a:xfrm>
                <a:off x="6608344" y="3634568"/>
                <a:ext cx="17197" cy="2312"/>
              </a:xfrm>
              <a:custGeom>
                <a:avLst/>
                <a:gdLst/>
                <a:ahLst/>
                <a:cxnLst/>
                <a:rect l="l" t="t" r="r" b="b"/>
                <a:pathLst>
                  <a:path w="610" h="82" extrusionOk="0">
                    <a:moveTo>
                      <a:pt x="579" y="1"/>
                    </a:moveTo>
                    <a:lnTo>
                      <a:pt x="46" y="16"/>
                    </a:lnTo>
                    <a:cubicBezTo>
                      <a:pt x="16" y="16"/>
                      <a:pt x="0" y="35"/>
                      <a:pt x="0" y="51"/>
                    </a:cubicBezTo>
                    <a:cubicBezTo>
                      <a:pt x="0" y="66"/>
                      <a:pt x="16" y="82"/>
                      <a:pt x="46" y="82"/>
                    </a:cubicBezTo>
                    <a:lnTo>
                      <a:pt x="579" y="66"/>
                    </a:lnTo>
                    <a:cubicBezTo>
                      <a:pt x="594" y="66"/>
                      <a:pt x="610" y="51"/>
                      <a:pt x="610" y="35"/>
                    </a:cubicBezTo>
                    <a:cubicBezTo>
                      <a:pt x="610" y="16"/>
                      <a:pt x="594" y="1"/>
                      <a:pt x="57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30"/>
              <p:cNvSpPr/>
              <p:nvPr/>
            </p:nvSpPr>
            <p:spPr>
              <a:xfrm>
                <a:off x="6545812" y="3633694"/>
                <a:ext cx="16775" cy="4060"/>
              </a:xfrm>
              <a:custGeom>
                <a:avLst/>
                <a:gdLst/>
                <a:ahLst/>
                <a:cxnLst/>
                <a:rect l="l" t="t" r="r" b="b"/>
                <a:pathLst>
                  <a:path w="595" h="144" extrusionOk="0">
                    <a:moveTo>
                      <a:pt x="31" y="1"/>
                    </a:moveTo>
                    <a:cubicBezTo>
                      <a:pt x="16" y="1"/>
                      <a:pt x="0" y="1"/>
                      <a:pt x="0" y="32"/>
                    </a:cubicBezTo>
                    <a:cubicBezTo>
                      <a:pt x="0" y="47"/>
                      <a:pt x="16" y="66"/>
                      <a:pt x="31" y="66"/>
                    </a:cubicBezTo>
                    <a:lnTo>
                      <a:pt x="544" y="143"/>
                    </a:lnTo>
                    <a:cubicBezTo>
                      <a:pt x="579" y="143"/>
                      <a:pt x="594" y="128"/>
                      <a:pt x="594" y="113"/>
                    </a:cubicBezTo>
                    <a:cubicBezTo>
                      <a:pt x="594" y="97"/>
                      <a:pt x="579" y="82"/>
                      <a:pt x="560" y="82"/>
                    </a:cubicBezTo>
                    <a:lnTo>
                      <a:pt x="3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30"/>
              <p:cNvSpPr/>
              <p:nvPr/>
            </p:nvSpPr>
            <p:spPr>
              <a:xfrm>
                <a:off x="6549393" y="3550300"/>
                <a:ext cx="15478" cy="2735"/>
              </a:xfrm>
              <a:custGeom>
                <a:avLst/>
                <a:gdLst/>
                <a:ahLst/>
                <a:cxnLst/>
                <a:rect l="l" t="t" r="r" b="b"/>
                <a:pathLst>
                  <a:path w="549" h="97" extrusionOk="0">
                    <a:moveTo>
                      <a:pt x="47" y="0"/>
                    </a:moveTo>
                    <a:cubicBezTo>
                      <a:pt x="16" y="0"/>
                      <a:pt x="1" y="16"/>
                      <a:pt x="1" y="35"/>
                    </a:cubicBezTo>
                    <a:cubicBezTo>
                      <a:pt x="1" y="50"/>
                      <a:pt x="16" y="66"/>
                      <a:pt x="47" y="66"/>
                    </a:cubicBezTo>
                    <a:lnTo>
                      <a:pt x="514" y="97"/>
                    </a:lnTo>
                    <a:cubicBezTo>
                      <a:pt x="529" y="97"/>
                      <a:pt x="548" y="81"/>
                      <a:pt x="548" y="66"/>
                    </a:cubicBezTo>
                    <a:cubicBezTo>
                      <a:pt x="548" y="35"/>
                      <a:pt x="529" y="16"/>
                      <a:pt x="514" y="16"/>
                    </a:cubicBezTo>
                    <a:lnTo>
                      <a:pt x="4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30"/>
              <p:cNvSpPr/>
              <p:nvPr/>
            </p:nvSpPr>
            <p:spPr>
              <a:xfrm>
                <a:off x="6558865" y="3523123"/>
                <a:ext cx="17310" cy="9585"/>
              </a:xfrm>
              <a:custGeom>
                <a:avLst/>
                <a:gdLst/>
                <a:ahLst/>
                <a:cxnLst/>
                <a:rect l="l" t="t" r="r" b="b"/>
                <a:pathLst>
                  <a:path w="614" h="340" extrusionOk="0">
                    <a:moveTo>
                      <a:pt x="66" y="0"/>
                    </a:moveTo>
                    <a:cubicBezTo>
                      <a:pt x="50" y="0"/>
                      <a:pt x="19" y="0"/>
                      <a:pt x="19" y="35"/>
                    </a:cubicBezTo>
                    <a:cubicBezTo>
                      <a:pt x="0" y="50"/>
                      <a:pt x="19" y="66"/>
                      <a:pt x="35" y="81"/>
                    </a:cubicBezTo>
                    <a:lnTo>
                      <a:pt x="548" y="324"/>
                    </a:lnTo>
                    <a:lnTo>
                      <a:pt x="563" y="339"/>
                    </a:lnTo>
                    <a:cubicBezTo>
                      <a:pt x="579" y="339"/>
                      <a:pt x="598" y="324"/>
                      <a:pt x="598" y="305"/>
                    </a:cubicBezTo>
                    <a:cubicBezTo>
                      <a:pt x="613" y="289"/>
                      <a:pt x="598" y="274"/>
                      <a:pt x="579" y="258"/>
                    </a:cubicBezTo>
                    <a:lnTo>
                      <a:pt x="6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30"/>
              <p:cNvSpPr/>
              <p:nvPr/>
            </p:nvSpPr>
            <p:spPr>
              <a:xfrm>
                <a:off x="6542119" y="3588783"/>
                <a:ext cx="17310" cy="9614"/>
              </a:xfrm>
              <a:custGeom>
                <a:avLst/>
                <a:gdLst/>
                <a:ahLst/>
                <a:cxnLst/>
                <a:rect l="l" t="t" r="r" b="b"/>
                <a:pathLst>
                  <a:path w="614" h="341" extrusionOk="0">
                    <a:moveTo>
                      <a:pt x="50" y="1"/>
                    </a:moveTo>
                    <a:cubicBezTo>
                      <a:pt x="35" y="1"/>
                      <a:pt x="16" y="1"/>
                      <a:pt x="0" y="35"/>
                    </a:cubicBezTo>
                    <a:cubicBezTo>
                      <a:pt x="0" y="51"/>
                      <a:pt x="0" y="66"/>
                      <a:pt x="16" y="82"/>
                    </a:cubicBezTo>
                    <a:lnTo>
                      <a:pt x="548" y="325"/>
                    </a:lnTo>
                    <a:lnTo>
                      <a:pt x="563" y="340"/>
                    </a:lnTo>
                    <a:cubicBezTo>
                      <a:pt x="579" y="340"/>
                      <a:pt x="594" y="325"/>
                      <a:pt x="594" y="309"/>
                    </a:cubicBezTo>
                    <a:cubicBezTo>
                      <a:pt x="613" y="290"/>
                      <a:pt x="594" y="275"/>
                      <a:pt x="579" y="259"/>
                    </a:cubicBezTo>
                    <a:lnTo>
                      <a:pt x="5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30"/>
              <p:cNvSpPr/>
              <p:nvPr/>
            </p:nvSpPr>
            <p:spPr>
              <a:xfrm>
                <a:off x="6614631" y="3540179"/>
                <a:ext cx="6343" cy="14716"/>
              </a:xfrm>
              <a:custGeom>
                <a:avLst/>
                <a:gdLst/>
                <a:ahLst/>
                <a:cxnLst/>
                <a:rect l="l" t="t" r="r" b="b"/>
                <a:pathLst>
                  <a:path w="225" h="522" extrusionOk="0">
                    <a:moveTo>
                      <a:pt x="180" y="0"/>
                    </a:moveTo>
                    <a:cubicBezTo>
                      <a:pt x="169" y="0"/>
                      <a:pt x="157" y="13"/>
                      <a:pt x="144" y="24"/>
                    </a:cubicBezTo>
                    <a:lnTo>
                      <a:pt x="1" y="471"/>
                    </a:lnTo>
                    <a:cubicBezTo>
                      <a:pt x="1" y="506"/>
                      <a:pt x="1" y="521"/>
                      <a:pt x="32" y="521"/>
                    </a:cubicBezTo>
                    <a:cubicBezTo>
                      <a:pt x="47" y="521"/>
                      <a:pt x="66" y="521"/>
                      <a:pt x="82" y="506"/>
                    </a:cubicBezTo>
                    <a:lnTo>
                      <a:pt x="225" y="55"/>
                    </a:lnTo>
                    <a:cubicBezTo>
                      <a:pt x="225" y="24"/>
                      <a:pt x="225" y="8"/>
                      <a:pt x="194" y="8"/>
                    </a:cubicBezTo>
                    <a:cubicBezTo>
                      <a:pt x="189" y="3"/>
                      <a:pt x="184" y="0"/>
                      <a:pt x="18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30"/>
              <p:cNvSpPr/>
              <p:nvPr/>
            </p:nvSpPr>
            <p:spPr>
              <a:xfrm>
                <a:off x="6622806" y="3503754"/>
                <a:ext cx="10882" cy="14914"/>
              </a:xfrm>
              <a:custGeom>
                <a:avLst/>
                <a:gdLst/>
                <a:ahLst/>
                <a:cxnLst/>
                <a:rect l="l" t="t" r="r" b="b"/>
                <a:pathLst>
                  <a:path w="386" h="529" extrusionOk="0">
                    <a:moveTo>
                      <a:pt x="345" y="0"/>
                    </a:moveTo>
                    <a:cubicBezTo>
                      <a:pt x="337" y="0"/>
                      <a:pt x="328" y="4"/>
                      <a:pt x="320" y="12"/>
                    </a:cubicBezTo>
                    <a:lnTo>
                      <a:pt x="0" y="463"/>
                    </a:lnTo>
                    <a:cubicBezTo>
                      <a:pt x="0" y="479"/>
                      <a:pt x="0" y="494"/>
                      <a:pt x="16" y="510"/>
                    </a:cubicBezTo>
                    <a:lnTo>
                      <a:pt x="31" y="529"/>
                    </a:lnTo>
                    <a:cubicBezTo>
                      <a:pt x="46" y="529"/>
                      <a:pt x="66" y="510"/>
                      <a:pt x="66" y="510"/>
                    </a:cubicBezTo>
                    <a:lnTo>
                      <a:pt x="386" y="62"/>
                    </a:lnTo>
                    <a:cubicBezTo>
                      <a:pt x="386" y="47"/>
                      <a:pt x="386" y="27"/>
                      <a:pt x="370" y="12"/>
                    </a:cubicBezTo>
                    <a:cubicBezTo>
                      <a:pt x="363" y="4"/>
                      <a:pt x="354" y="0"/>
                      <a:pt x="3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30"/>
              <p:cNvSpPr/>
              <p:nvPr/>
            </p:nvSpPr>
            <p:spPr>
              <a:xfrm>
                <a:off x="6592471" y="3496678"/>
                <a:ext cx="7189" cy="16577"/>
              </a:xfrm>
              <a:custGeom>
                <a:avLst/>
                <a:gdLst/>
                <a:ahLst/>
                <a:cxnLst/>
                <a:rect l="l" t="t" r="r" b="b"/>
                <a:pathLst>
                  <a:path w="255" h="588" extrusionOk="0">
                    <a:moveTo>
                      <a:pt x="39" y="0"/>
                    </a:moveTo>
                    <a:cubicBezTo>
                      <a:pt x="33" y="0"/>
                      <a:pt x="25" y="3"/>
                      <a:pt x="15" y="8"/>
                    </a:cubicBezTo>
                    <a:cubicBezTo>
                      <a:pt x="0" y="8"/>
                      <a:pt x="0" y="24"/>
                      <a:pt x="0" y="55"/>
                    </a:cubicBezTo>
                    <a:lnTo>
                      <a:pt x="177" y="552"/>
                    </a:lnTo>
                    <a:cubicBezTo>
                      <a:pt x="177" y="568"/>
                      <a:pt x="193" y="587"/>
                      <a:pt x="208" y="587"/>
                    </a:cubicBezTo>
                    <a:lnTo>
                      <a:pt x="224" y="587"/>
                    </a:lnTo>
                    <a:cubicBezTo>
                      <a:pt x="239" y="568"/>
                      <a:pt x="255" y="552"/>
                      <a:pt x="239" y="537"/>
                    </a:cubicBezTo>
                    <a:lnTo>
                      <a:pt x="62" y="24"/>
                    </a:lnTo>
                    <a:cubicBezTo>
                      <a:pt x="62" y="13"/>
                      <a:pt x="54" y="0"/>
                      <a:pt x="3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30"/>
              <p:cNvSpPr/>
              <p:nvPr/>
            </p:nvSpPr>
            <p:spPr>
              <a:xfrm>
                <a:off x="6632787" y="3557546"/>
                <a:ext cx="204790" cy="187198"/>
              </a:xfrm>
              <a:custGeom>
                <a:avLst/>
                <a:gdLst/>
                <a:ahLst/>
                <a:cxnLst/>
                <a:rect l="l" t="t" r="r" b="b"/>
                <a:pathLst>
                  <a:path w="7264" h="6640" extrusionOk="0">
                    <a:moveTo>
                      <a:pt x="4430" y="1"/>
                    </a:moveTo>
                    <a:cubicBezTo>
                      <a:pt x="1696" y="1"/>
                      <a:pt x="1" y="6219"/>
                      <a:pt x="1" y="6219"/>
                    </a:cubicBezTo>
                    <a:lnTo>
                      <a:pt x="3006" y="6528"/>
                    </a:lnTo>
                    <a:lnTo>
                      <a:pt x="4097" y="6640"/>
                    </a:lnTo>
                    <a:cubicBezTo>
                      <a:pt x="4097" y="6640"/>
                      <a:pt x="7264" y="83"/>
                      <a:pt x="4483" y="2"/>
                    </a:cubicBezTo>
                    <a:cubicBezTo>
                      <a:pt x="4465" y="1"/>
                      <a:pt x="4448" y="1"/>
                      <a:pt x="443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30"/>
              <p:cNvSpPr/>
              <p:nvPr/>
            </p:nvSpPr>
            <p:spPr>
              <a:xfrm>
                <a:off x="6717506" y="3557574"/>
                <a:ext cx="120072" cy="187170"/>
              </a:xfrm>
              <a:custGeom>
                <a:avLst/>
                <a:gdLst/>
                <a:ahLst/>
                <a:cxnLst/>
                <a:rect l="l" t="t" r="r" b="b"/>
                <a:pathLst>
                  <a:path w="4259" h="6639" extrusionOk="0">
                    <a:moveTo>
                      <a:pt x="1478" y="1"/>
                    </a:moveTo>
                    <a:cubicBezTo>
                      <a:pt x="1478" y="1"/>
                      <a:pt x="2508" y="722"/>
                      <a:pt x="1" y="6527"/>
                    </a:cubicBezTo>
                    <a:lnTo>
                      <a:pt x="1092" y="6639"/>
                    </a:lnTo>
                    <a:cubicBezTo>
                      <a:pt x="1092" y="6639"/>
                      <a:pt x="4259" y="82"/>
                      <a:pt x="147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30"/>
              <p:cNvSpPr/>
              <p:nvPr/>
            </p:nvSpPr>
            <p:spPr>
              <a:xfrm>
                <a:off x="6710655" y="3571727"/>
                <a:ext cx="8176" cy="8937"/>
              </a:xfrm>
              <a:custGeom>
                <a:avLst/>
                <a:gdLst/>
                <a:ahLst/>
                <a:cxnLst/>
                <a:rect l="l" t="t" r="r" b="b"/>
                <a:pathLst>
                  <a:path w="290" h="317" extrusionOk="0">
                    <a:moveTo>
                      <a:pt x="50" y="0"/>
                    </a:moveTo>
                    <a:cubicBezTo>
                      <a:pt x="38" y="0"/>
                      <a:pt x="26" y="4"/>
                      <a:pt x="16" y="12"/>
                    </a:cubicBezTo>
                    <a:cubicBezTo>
                      <a:pt x="1" y="27"/>
                      <a:pt x="1" y="62"/>
                      <a:pt x="16" y="62"/>
                    </a:cubicBezTo>
                    <a:lnTo>
                      <a:pt x="228" y="301"/>
                    </a:lnTo>
                    <a:lnTo>
                      <a:pt x="244" y="316"/>
                    </a:lnTo>
                    <a:cubicBezTo>
                      <a:pt x="259" y="316"/>
                      <a:pt x="259" y="316"/>
                      <a:pt x="274" y="301"/>
                    </a:cubicBezTo>
                    <a:cubicBezTo>
                      <a:pt x="290" y="286"/>
                      <a:pt x="290" y="270"/>
                      <a:pt x="274" y="255"/>
                    </a:cubicBezTo>
                    <a:lnTo>
                      <a:pt x="82" y="12"/>
                    </a:lnTo>
                    <a:cubicBezTo>
                      <a:pt x="74" y="4"/>
                      <a:pt x="62" y="0"/>
                      <a:pt x="5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30"/>
              <p:cNvSpPr/>
              <p:nvPr/>
            </p:nvSpPr>
            <p:spPr>
              <a:xfrm>
                <a:off x="6694360" y="3582299"/>
                <a:ext cx="16323" cy="5639"/>
              </a:xfrm>
              <a:custGeom>
                <a:avLst/>
                <a:gdLst/>
                <a:ahLst/>
                <a:cxnLst/>
                <a:rect l="l" t="t" r="r" b="b"/>
                <a:pathLst>
                  <a:path w="579" h="200" extrusionOk="0">
                    <a:moveTo>
                      <a:pt x="36" y="1"/>
                    </a:moveTo>
                    <a:cubicBezTo>
                      <a:pt x="24" y="1"/>
                      <a:pt x="11" y="12"/>
                      <a:pt x="0" y="22"/>
                    </a:cubicBezTo>
                    <a:cubicBezTo>
                      <a:pt x="0" y="57"/>
                      <a:pt x="16" y="73"/>
                      <a:pt x="35" y="73"/>
                    </a:cubicBezTo>
                    <a:lnTo>
                      <a:pt x="532" y="200"/>
                    </a:lnTo>
                    <a:cubicBezTo>
                      <a:pt x="548" y="200"/>
                      <a:pt x="563" y="184"/>
                      <a:pt x="579" y="169"/>
                    </a:cubicBezTo>
                    <a:cubicBezTo>
                      <a:pt x="579" y="154"/>
                      <a:pt x="563" y="134"/>
                      <a:pt x="548" y="119"/>
                    </a:cubicBezTo>
                    <a:lnTo>
                      <a:pt x="50" y="7"/>
                    </a:lnTo>
                    <a:cubicBezTo>
                      <a:pt x="46" y="2"/>
                      <a:pt x="41" y="1"/>
                      <a:pt x="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30"/>
              <p:cNvSpPr/>
              <p:nvPr/>
            </p:nvSpPr>
            <p:spPr>
              <a:xfrm>
                <a:off x="6670311" y="3619232"/>
                <a:ext cx="14181" cy="7217"/>
              </a:xfrm>
              <a:custGeom>
                <a:avLst/>
                <a:gdLst/>
                <a:ahLst/>
                <a:cxnLst/>
                <a:rect l="l" t="t" r="r" b="b"/>
                <a:pathLst>
                  <a:path w="503" h="256" extrusionOk="0">
                    <a:moveTo>
                      <a:pt x="66" y="1"/>
                    </a:moveTo>
                    <a:cubicBezTo>
                      <a:pt x="35" y="1"/>
                      <a:pt x="20" y="1"/>
                      <a:pt x="20" y="32"/>
                    </a:cubicBezTo>
                    <a:cubicBezTo>
                      <a:pt x="1" y="47"/>
                      <a:pt x="20" y="62"/>
                      <a:pt x="35" y="78"/>
                    </a:cubicBezTo>
                    <a:lnTo>
                      <a:pt x="452" y="255"/>
                    </a:lnTo>
                    <a:lnTo>
                      <a:pt x="467" y="255"/>
                    </a:lnTo>
                    <a:cubicBezTo>
                      <a:pt x="483" y="255"/>
                      <a:pt x="483" y="255"/>
                      <a:pt x="502" y="240"/>
                    </a:cubicBezTo>
                    <a:cubicBezTo>
                      <a:pt x="502" y="224"/>
                      <a:pt x="502" y="194"/>
                      <a:pt x="483" y="194"/>
                    </a:cubicBezTo>
                    <a:lnTo>
                      <a:pt x="6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30"/>
              <p:cNvSpPr/>
              <p:nvPr/>
            </p:nvSpPr>
            <p:spPr>
              <a:xfrm>
                <a:off x="6657258" y="3645451"/>
                <a:ext cx="14491" cy="10882"/>
              </a:xfrm>
              <a:custGeom>
                <a:avLst/>
                <a:gdLst/>
                <a:ahLst/>
                <a:cxnLst/>
                <a:rect l="l" t="t" r="r" b="b"/>
                <a:pathLst>
                  <a:path w="514" h="386" extrusionOk="0">
                    <a:moveTo>
                      <a:pt x="63" y="0"/>
                    </a:moveTo>
                    <a:cubicBezTo>
                      <a:pt x="47" y="0"/>
                      <a:pt x="32" y="0"/>
                      <a:pt x="16" y="16"/>
                    </a:cubicBezTo>
                    <a:cubicBezTo>
                      <a:pt x="1" y="35"/>
                      <a:pt x="16" y="50"/>
                      <a:pt x="32" y="66"/>
                    </a:cubicBezTo>
                    <a:lnTo>
                      <a:pt x="448" y="371"/>
                    </a:lnTo>
                    <a:cubicBezTo>
                      <a:pt x="464" y="386"/>
                      <a:pt x="464" y="386"/>
                      <a:pt x="483" y="386"/>
                    </a:cubicBezTo>
                    <a:cubicBezTo>
                      <a:pt x="498" y="386"/>
                      <a:pt x="498" y="371"/>
                      <a:pt x="514" y="371"/>
                    </a:cubicBezTo>
                    <a:cubicBezTo>
                      <a:pt x="514" y="355"/>
                      <a:pt x="514" y="324"/>
                      <a:pt x="498" y="324"/>
                    </a:cubicBezTo>
                    <a:lnTo>
                      <a:pt x="6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30"/>
              <p:cNvSpPr/>
              <p:nvPr/>
            </p:nvSpPr>
            <p:spPr>
              <a:xfrm>
                <a:off x="6643133" y="3677619"/>
                <a:ext cx="14153" cy="2312"/>
              </a:xfrm>
              <a:custGeom>
                <a:avLst/>
                <a:gdLst/>
                <a:ahLst/>
                <a:cxnLst/>
                <a:rect l="l" t="t" r="r" b="b"/>
                <a:pathLst>
                  <a:path w="502" h="82" extrusionOk="0">
                    <a:moveTo>
                      <a:pt x="35" y="1"/>
                    </a:moveTo>
                    <a:cubicBezTo>
                      <a:pt x="20" y="1"/>
                      <a:pt x="0" y="16"/>
                      <a:pt x="0" y="32"/>
                    </a:cubicBezTo>
                    <a:cubicBezTo>
                      <a:pt x="0" y="66"/>
                      <a:pt x="20" y="82"/>
                      <a:pt x="35" y="82"/>
                    </a:cubicBezTo>
                    <a:lnTo>
                      <a:pt x="467" y="82"/>
                    </a:lnTo>
                    <a:cubicBezTo>
                      <a:pt x="483" y="82"/>
                      <a:pt x="502" y="66"/>
                      <a:pt x="502" y="32"/>
                    </a:cubicBezTo>
                    <a:cubicBezTo>
                      <a:pt x="502" y="16"/>
                      <a:pt x="483" y="1"/>
                      <a:pt x="46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30"/>
              <p:cNvSpPr/>
              <p:nvPr/>
            </p:nvSpPr>
            <p:spPr>
              <a:xfrm>
                <a:off x="6710655" y="3667018"/>
                <a:ext cx="11897" cy="9332"/>
              </a:xfrm>
              <a:custGeom>
                <a:avLst/>
                <a:gdLst/>
                <a:ahLst/>
                <a:cxnLst/>
                <a:rect l="l" t="t" r="r" b="b"/>
                <a:pathLst>
                  <a:path w="422" h="331" extrusionOk="0">
                    <a:moveTo>
                      <a:pt x="369" y="0"/>
                    </a:moveTo>
                    <a:cubicBezTo>
                      <a:pt x="365" y="0"/>
                      <a:pt x="360" y="2"/>
                      <a:pt x="355" y="7"/>
                    </a:cubicBezTo>
                    <a:lnTo>
                      <a:pt x="16" y="265"/>
                    </a:lnTo>
                    <a:cubicBezTo>
                      <a:pt x="1" y="280"/>
                      <a:pt x="1" y="311"/>
                      <a:pt x="16" y="331"/>
                    </a:cubicBezTo>
                    <a:lnTo>
                      <a:pt x="66" y="331"/>
                    </a:lnTo>
                    <a:lnTo>
                      <a:pt x="402" y="72"/>
                    </a:lnTo>
                    <a:cubicBezTo>
                      <a:pt x="421" y="57"/>
                      <a:pt x="421" y="41"/>
                      <a:pt x="402" y="22"/>
                    </a:cubicBezTo>
                    <a:cubicBezTo>
                      <a:pt x="391" y="11"/>
                      <a:pt x="380" y="0"/>
                      <a:pt x="36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30"/>
              <p:cNvSpPr/>
              <p:nvPr/>
            </p:nvSpPr>
            <p:spPr>
              <a:xfrm>
                <a:off x="6756440" y="3607814"/>
                <a:ext cx="12320" cy="2312"/>
              </a:xfrm>
              <a:custGeom>
                <a:avLst/>
                <a:gdLst/>
                <a:ahLst/>
                <a:cxnLst/>
                <a:rect l="l" t="t" r="r" b="b"/>
                <a:pathLst>
                  <a:path w="437" h="82" extrusionOk="0">
                    <a:moveTo>
                      <a:pt x="31" y="1"/>
                    </a:moveTo>
                    <a:cubicBezTo>
                      <a:pt x="16" y="1"/>
                      <a:pt x="0" y="20"/>
                      <a:pt x="0" y="51"/>
                    </a:cubicBezTo>
                    <a:cubicBezTo>
                      <a:pt x="0" y="66"/>
                      <a:pt x="16" y="82"/>
                      <a:pt x="31" y="82"/>
                    </a:cubicBezTo>
                    <a:lnTo>
                      <a:pt x="402" y="82"/>
                    </a:lnTo>
                    <a:cubicBezTo>
                      <a:pt x="417" y="82"/>
                      <a:pt x="436" y="66"/>
                      <a:pt x="436" y="51"/>
                    </a:cubicBezTo>
                    <a:cubicBezTo>
                      <a:pt x="436" y="20"/>
                      <a:pt x="417" y="1"/>
                      <a:pt x="40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30"/>
              <p:cNvSpPr/>
              <p:nvPr/>
            </p:nvSpPr>
            <p:spPr>
              <a:xfrm>
                <a:off x="6747418" y="3640996"/>
                <a:ext cx="14914" cy="6315"/>
              </a:xfrm>
              <a:custGeom>
                <a:avLst/>
                <a:gdLst/>
                <a:ahLst/>
                <a:cxnLst/>
                <a:rect l="l" t="t" r="r" b="b"/>
                <a:pathLst>
                  <a:path w="529" h="224" extrusionOk="0">
                    <a:moveTo>
                      <a:pt x="47" y="0"/>
                    </a:moveTo>
                    <a:cubicBezTo>
                      <a:pt x="31" y="0"/>
                      <a:pt x="16" y="16"/>
                      <a:pt x="0" y="31"/>
                    </a:cubicBezTo>
                    <a:cubicBezTo>
                      <a:pt x="0" y="46"/>
                      <a:pt x="16" y="62"/>
                      <a:pt x="31" y="77"/>
                    </a:cubicBezTo>
                    <a:lnTo>
                      <a:pt x="482" y="224"/>
                    </a:lnTo>
                    <a:cubicBezTo>
                      <a:pt x="498" y="224"/>
                      <a:pt x="513" y="224"/>
                      <a:pt x="529" y="208"/>
                    </a:cubicBezTo>
                    <a:cubicBezTo>
                      <a:pt x="529" y="193"/>
                      <a:pt x="513" y="158"/>
                      <a:pt x="498" y="158"/>
                    </a:cubicBezTo>
                    <a:lnTo>
                      <a:pt x="4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30"/>
              <p:cNvSpPr/>
              <p:nvPr/>
            </p:nvSpPr>
            <p:spPr>
              <a:xfrm>
                <a:off x="6732420" y="3687458"/>
                <a:ext cx="14040" cy="6090"/>
              </a:xfrm>
              <a:custGeom>
                <a:avLst/>
                <a:gdLst/>
                <a:ahLst/>
                <a:cxnLst/>
                <a:rect l="l" t="t" r="r" b="b"/>
                <a:pathLst>
                  <a:path w="498" h="216" extrusionOk="0">
                    <a:moveTo>
                      <a:pt x="48" y="0"/>
                    </a:moveTo>
                    <a:cubicBezTo>
                      <a:pt x="33" y="0"/>
                      <a:pt x="15" y="11"/>
                      <a:pt x="15" y="22"/>
                    </a:cubicBezTo>
                    <a:cubicBezTo>
                      <a:pt x="0" y="38"/>
                      <a:pt x="15" y="68"/>
                      <a:pt x="35" y="68"/>
                    </a:cubicBezTo>
                    <a:lnTo>
                      <a:pt x="436" y="215"/>
                    </a:lnTo>
                    <a:lnTo>
                      <a:pt x="451" y="215"/>
                    </a:lnTo>
                    <a:cubicBezTo>
                      <a:pt x="467" y="215"/>
                      <a:pt x="482" y="200"/>
                      <a:pt x="482" y="184"/>
                    </a:cubicBezTo>
                    <a:cubicBezTo>
                      <a:pt x="498" y="165"/>
                      <a:pt x="482" y="149"/>
                      <a:pt x="467" y="134"/>
                    </a:cubicBezTo>
                    <a:lnTo>
                      <a:pt x="66" y="7"/>
                    </a:lnTo>
                    <a:cubicBezTo>
                      <a:pt x="61" y="2"/>
                      <a:pt x="55" y="0"/>
                      <a:pt x="4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30"/>
              <p:cNvSpPr/>
              <p:nvPr/>
            </p:nvSpPr>
            <p:spPr>
              <a:xfrm>
                <a:off x="6772764" y="3663156"/>
                <a:ext cx="14040" cy="4060"/>
              </a:xfrm>
              <a:custGeom>
                <a:avLst/>
                <a:gdLst/>
                <a:ahLst/>
                <a:cxnLst/>
                <a:rect l="l" t="t" r="r" b="b"/>
                <a:pathLst>
                  <a:path w="498" h="144" extrusionOk="0">
                    <a:moveTo>
                      <a:pt x="50" y="1"/>
                    </a:moveTo>
                    <a:cubicBezTo>
                      <a:pt x="31" y="1"/>
                      <a:pt x="0" y="16"/>
                      <a:pt x="0" y="32"/>
                    </a:cubicBezTo>
                    <a:cubicBezTo>
                      <a:pt x="0" y="47"/>
                      <a:pt x="15" y="63"/>
                      <a:pt x="31" y="82"/>
                    </a:cubicBezTo>
                    <a:lnTo>
                      <a:pt x="451" y="144"/>
                    </a:lnTo>
                    <a:cubicBezTo>
                      <a:pt x="482" y="144"/>
                      <a:pt x="498" y="128"/>
                      <a:pt x="498" y="113"/>
                    </a:cubicBezTo>
                    <a:cubicBezTo>
                      <a:pt x="498" y="97"/>
                      <a:pt x="482" y="63"/>
                      <a:pt x="467" y="63"/>
                    </a:cubicBezTo>
                    <a:lnTo>
                      <a:pt x="5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30"/>
              <p:cNvSpPr/>
              <p:nvPr/>
            </p:nvSpPr>
            <p:spPr>
              <a:xfrm>
                <a:off x="6784492" y="3627182"/>
                <a:ext cx="12743" cy="3834"/>
              </a:xfrm>
              <a:custGeom>
                <a:avLst/>
                <a:gdLst/>
                <a:ahLst/>
                <a:cxnLst/>
                <a:rect l="l" t="t" r="r" b="b"/>
                <a:pathLst>
                  <a:path w="452" h="136" extrusionOk="0">
                    <a:moveTo>
                      <a:pt x="421" y="0"/>
                    </a:moveTo>
                    <a:cubicBezTo>
                      <a:pt x="415" y="0"/>
                      <a:pt x="410" y="3"/>
                      <a:pt x="406" y="8"/>
                    </a:cubicBezTo>
                    <a:lnTo>
                      <a:pt x="35" y="54"/>
                    </a:lnTo>
                    <a:cubicBezTo>
                      <a:pt x="20" y="70"/>
                      <a:pt x="1" y="85"/>
                      <a:pt x="1" y="104"/>
                    </a:cubicBezTo>
                    <a:cubicBezTo>
                      <a:pt x="1" y="120"/>
                      <a:pt x="20" y="135"/>
                      <a:pt x="35" y="135"/>
                    </a:cubicBezTo>
                    <a:lnTo>
                      <a:pt x="51" y="135"/>
                    </a:lnTo>
                    <a:lnTo>
                      <a:pt x="421" y="70"/>
                    </a:lnTo>
                    <a:cubicBezTo>
                      <a:pt x="436" y="70"/>
                      <a:pt x="452" y="54"/>
                      <a:pt x="452" y="39"/>
                    </a:cubicBezTo>
                    <a:cubicBezTo>
                      <a:pt x="452" y="17"/>
                      <a:pt x="436" y="0"/>
                      <a:pt x="42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30"/>
              <p:cNvSpPr/>
              <p:nvPr/>
            </p:nvSpPr>
            <p:spPr>
              <a:xfrm>
                <a:off x="6784492" y="3582468"/>
                <a:ext cx="15478" cy="3637"/>
              </a:xfrm>
              <a:custGeom>
                <a:avLst/>
                <a:gdLst/>
                <a:ahLst/>
                <a:cxnLst/>
                <a:rect l="l" t="t" r="r" b="b"/>
                <a:pathLst>
                  <a:path w="549" h="129" extrusionOk="0">
                    <a:moveTo>
                      <a:pt x="502" y="1"/>
                    </a:moveTo>
                    <a:lnTo>
                      <a:pt x="35" y="67"/>
                    </a:lnTo>
                    <a:cubicBezTo>
                      <a:pt x="20" y="67"/>
                      <a:pt x="1" y="82"/>
                      <a:pt x="1" y="97"/>
                    </a:cubicBezTo>
                    <a:cubicBezTo>
                      <a:pt x="1" y="113"/>
                      <a:pt x="20" y="128"/>
                      <a:pt x="35" y="128"/>
                    </a:cubicBezTo>
                    <a:lnTo>
                      <a:pt x="51" y="128"/>
                    </a:lnTo>
                    <a:lnTo>
                      <a:pt x="517" y="67"/>
                    </a:lnTo>
                    <a:cubicBezTo>
                      <a:pt x="533" y="67"/>
                      <a:pt x="548" y="51"/>
                      <a:pt x="548" y="32"/>
                    </a:cubicBezTo>
                    <a:cubicBezTo>
                      <a:pt x="533" y="1"/>
                      <a:pt x="517" y="1"/>
                      <a:pt x="50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30"/>
              <p:cNvSpPr/>
              <p:nvPr/>
            </p:nvSpPr>
            <p:spPr>
              <a:xfrm>
                <a:off x="6732843" y="3600202"/>
                <a:ext cx="1889" cy="12658"/>
              </a:xfrm>
              <a:custGeom>
                <a:avLst/>
                <a:gdLst/>
                <a:ahLst/>
                <a:cxnLst/>
                <a:rect l="l" t="t" r="r" b="b"/>
                <a:pathLst>
                  <a:path w="67" h="449" extrusionOk="0">
                    <a:moveTo>
                      <a:pt x="35" y="1"/>
                    </a:moveTo>
                    <a:cubicBezTo>
                      <a:pt x="20" y="1"/>
                      <a:pt x="0" y="16"/>
                      <a:pt x="0" y="32"/>
                    </a:cubicBezTo>
                    <a:lnTo>
                      <a:pt x="0" y="402"/>
                    </a:lnTo>
                    <a:cubicBezTo>
                      <a:pt x="0" y="433"/>
                      <a:pt x="20" y="448"/>
                      <a:pt x="35" y="448"/>
                    </a:cubicBezTo>
                    <a:cubicBezTo>
                      <a:pt x="51" y="448"/>
                      <a:pt x="66" y="433"/>
                      <a:pt x="66" y="402"/>
                    </a:cubicBezTo>
                    <a:lnTo>
                      <a:pt x="66" y="32"/>
                    </a:lnTo>
                    <a:cubicBezTo>
                      <a:pt x="66" y="16"/>
                      <a:pt x="51" y="1"/>
                      <a:pt x="3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30"/>
              <p:cNvSpPr/>
              <p:nvPr/>
            </p:nvSpPr>
            <p:spPr>
              <a:xfrm>
                <a:off x="6746967" y="3550554"/>
                <a:ext cx="5920" cy="13363"/>
              </a:xfrm>
              <a:custGeom>
                <a:avLst/>
                <a:gdLst/>
                <a:ahLst/>
                <a:cxnLst/>
                <a:rect l="l" t="t" r="r" b="b"/>
                <a:pathLst>
                  <a:path w="210" h="474" extrusionOk="0">
                    <a:moveTo>
                      <a:pt x="45" y="0"/>
                    </a:moveTo>
                    <a:cubicBezTo>
                      <a:pt x="41" y="0"/>
                      <a:pt x="36" y="2"/>
                      <a:pt x="32" y="7"/>
                    </a:cubicBezTo>
                    <a:cubicBezTo>
                      <a:pt x="16" y="7"/>
                      <a:pt x="1" y="26"/>
                      <a:pt x="1" y="57"/>
                    </a:cubicBezTo>
                    <a:lnTo>
                      <a:pt x="128" y="458"/>
                    </a:lnTo>
                    <a:cubicBezTo>
                      <a:pt x="144" y="473"/>
                      <a:pt x="159" y="473"/>
                      <a:pt x="159" y="473"/>
                    </a:cubicBezTo>
                    <a:lnTo>
                      <a:pt x="174" y="473"/>
                    </a:lnTo>
                    <a:cubicBezTo>
                      <a:pt x="194" y="473"/>
                      <a:pt x="209" y="443"/>
                      <a:pt x="209" y="427"/>
                    </a:cubicBezTo>
                    <a:lnTo>
                      <a:pt x="78" y="26"/>
                    </a:lnTo>
                    <a:cubicBezTo>
                      <a:pt x="67" y="12"/>
                      <a:pt x="56" y="0"/>
                      <a:pt x="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30"/>
              <p:cNvSpPr/>
              <p:nvPr/>
            </p:nvSpPr>
            <p:spPr>
              <a:xfrm>
                <a:off x="6658132" y="3608349"/>
                <a:ext cx="69297" cy="111501"/>
              </a:xfrm>
              <a:custGeom>
                <a:avLst/>
                <a:gdLst/>
                <a:ahLst/>
                <a:cxnLst/>
                <a:rect l="l" t="t" r="r" b="b"/>
                <a:pathLst>
                  <a:path w="2458" h="3955" extrusionOk="0">
                    <a:moveTo>
                      <a:pt x="1995" y="1"/>
                    </a:moveTo>
                    <a:cubicBezTo>
                      <a:pt x="1528" y="1"/>
                      <a:pt x="275" y="3214"/>
                      <a:pt x="1" y="3954"/>
                    </a:cubicBezTo>
                    <a:lnTo>
                      <a:pt x="1046" y="3954"/>
                    </a:lnTo>
                    <a:cubicBezTo>
                      <a:pt x="1320" y="3229"/>
                      <a:pt x="2458" y="97"/>
                      <a:pt x="20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30"/>
              <p:cNvSpPr/>
              <p:nvPr/>
            </p:nvSpPr>
            <p:spPr>
              <a:xfrm>
                <a:off x="6396278" y="3631947"/>
                <a:ext cx="127797" cy="100957"/>
              </a:xfrm>
              <a:custGeom>
                <a:avLst/>
                <a:gdLst/>
                <a:ahLst/>
                <a:cxnLst/>
                <a:rect l="l" t="t" r="r" b="b"/>
                <a:pathLst>
                  <a:path w="4533" h="3581" extrusionOk="0">
                    <a:moveTo>
                      <a:pt x="2242" y="0"/>
                    </a:moveTo>
                    <a:cubicBezTo>
                      <a:pt x="1117" y="0"/>
                      <a:pt x="1" y="422"/>
                      <a:pt x="1" y="1266"/>
                    </a:cubicBezTo>
                    <a:cubicBezTo>
                      <a:pt x="1" y="2986"/>
                      <a:pt x="1366" y="3580"/>
                      <a:pt x="1366" y="3580"/>
                    </a:cubicBezTo>
                    <a:lnTo>
                      <a:pt x="3279" y="3580"/>
                    </a:lnTo>
                    <a:cubicBezTo>
                      <a:pt x="3279" y="3580"/>
                      <a:pt x="4533" y="3021"/>
                      <a:pt x="4533" y="1301"/>
                    </a:cubicBezTo>
                    <a:cubicBezTo>
                      <a:pt x="4533" y="434"/>
                      <a:pt x="3383" y="0"/>
                      <a:pt x="224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30"/>
              <p:cNvSpPr/>
              <p:nvPr/>
            </p:nvSpPr>
            <p:spPr>
              <a:xfrm>
                <a:off x="6403890" y="3631862"/>
                <a:ext cx="108344" cy="105609"/>
              </a:xfrm>
              <a:custGeom>
                <a:avLst/>
                <a:gdLst/>
                <a:ahLst/>
                <a:cxnLst/>
                <a:rect l="l" t="t" r="r" b="b"/>
                <a:pathLst>
                  <a:path w="3843" h="3746" extrusionOk="0">
                    <a:moveTo>
                      <a:pt x="1995" y="0"/>
                    </a:moveTo>
                    <a:cubicBezTo>
                      <a:pt x="1995" y="0"/>
                      <a:pt x="1" y="756"/>
                      <a:pt x="1675" y="3745"/>
                    </a:cubicBezTo>
                    <a:lnTo>
                      <a:pt x="2446" y="3745"/>
                    </a:lnTo>
                    <a:cubicBezTo>
                      <a:pt x="2446" y="3745"/>
                      <a:pt x="3843" y="883"/>
                      <a:pt x="199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30"/>
              <p:cNvSpPr/>
              <p:nvPr/>
            </p:nvSpPr>
            <p:spPr>
              <a:xfrm>
                <a:off x="6420213" y="3594873"/>
                <a:ext cx="52664" cy="44149"/>
              </a:xfrm>
              <a:custGeom>
                <a:avLst/>
                <a:gdLst/>
                <a:ahLst/>
                <a:cxnLst/>
                <a:rect l="l" t="t" r="r" b="b"/>
                <a:pathLst>
                  <a:path w="1868" h="1566" extrusionOk="0">
                    <a:moveTo>
                      <a:pt x="984" y="0"/>
                    </a:moveTo>
                    <a:cubicBezTo>
                      <a:pt x="894" y="0"/>
                      <a:pt x="802" y="14"/>
                      <a:pt x="710" y="43"/>
                    </a:cubicBezTo>
                    <a:cubicBezTo>
                      <a:pt x="259" y="170"/>
                      <a:pt x="0" y="606"/>
                      <a:pt x="116" y="1023"/>
                    </a:cubicBezTo>
                    <a:cubicBezTo>
                      <a:pt x="217" y="1356"/>
                      <a:pt x="531" y="1565"/>
                      <a:pt x="879" y="1565"/>
                    </a:cubicBezTo>
                    <a:cubicBezTo>
                      <a:pt x="971" y="1565"/>
                      <a:pt x="1064" y="1551"/>
                      <a:pt x="1158" y="1520"/>
                    </a:cubicBezTo>
                    <a:cubicBezTo>
                      <a:pt x="1609" y="1393"/>
                      <a:pt x="1867" y="961"/>
                      <a:pt x="1755" y="541"/>
                    </a:cubicBezTo>
                    <a:cubicBezTo>
                      <a:pt x="1651" y="209"/>
                      <a:pt x="1335" y="0"/>
                      <a:pt x="98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30"/>
              <p:cNvSpPr/>
              <p:nvPr/>
            </p:nvSpPr>
            <p:spPr>
              <a:xfrm>
                <a:off x="6413786" y="3599666"/>
                <a:ext cx="68113" cy="46771"/>
              </a:xfrm>
              <a:custGeom>
                <a:avLst/>
                <a:gdLst/>
                <a:ahLst/>
                <a:cxnLst/>
                <a:rect l="l" t="t" r="r" b="b"/>
                <a:pathLst>
                  <a:path w="2416" h="1659" extrusionOk="0">
                    <a:moveTo>
                      <a:pt x="1081" y="0"/>
                    </a:moveTo>
                    <a:cubicBezTo>
                      <a:pt x="730" y="193"/>
                      <a:pt x="664" y="695"/>
                      <a:pt x="664" y="695"/>
                    </a:cubicBezTo>
                    <a:cubicBezTo>
                      <a:pt x="664" y="695"/>
                      <a:pt x="364" y="545"/>
                      <a:pt x="142" y="545"/>
                    </a:cubicBezTo>
                    <a:cubicBezTo>
                      <a:pt x="122" y="545"/>
                      <a:pt x="104" y="546"/>
                      <a:pt x="86" y="548"/>
                    </a:cubicBezTo>
                    <a:cubicBezTo>
                      <a:pt x="0" y="990"/>
                      <a:pt x="470" y="1659"/>
                      <a:pt x="1151" y="1659"/>
                    </a:cubicBezTo>
                    <a:cubicBezTo>
                      <a:pt x="1238" y="1659"/>
                      <a:pt x="1328" y="1648"/>
                      <a:pt x="1420" y="1624"/>
                    </a:cubicBezTo>
                    <a:cubicBezTo>
                      <a:pt x="2126" y="1447"/>
                      <a:pt x="2415" y="564"/>
                      <a:pt x="2095" y="66"/>
                    </a:cubicBezTo>
                    <a:lnTo>
                      <a:pt x="2095" y="66"/>
                    </a:lnTo>
                    <a:cubicBezTo>
                      <a:pt x="1740" y="193"/>
                      <a:pt x="1659" y="467"/>
                      <a:pt x="1659" y="467"/>
                    </a:cubicBezTo>
                    <a:cubicBezTo>
                      <a:pt x="1659" y="467"/>
                      <a:pt x="1563" y="132"/>
                      <a:pt x="108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30"/>
              <p:cNvSpPr/>
              <p:nvPr/>
            </p:nvSpPr>
            <p:spPr>
              <a:xfrm>
                <a:off x="6394868" y="3647537"/>
                <a:ext cx="14068" cy="6090"/>
              </a:xfrm>
              <a:custGeom>
                <a:avLst/>
                <a:gdLst/>
                <a:ahLst/>
                <a:cxnLst/>
                <a:rect l="l" t="t" r="r" b="b"/>
                <a:pathLst>
                  <a:path w="499" h="216" extrusionOk="0">
                    <a:moveTo>
                      <a:pt x="41" y="1"/>
                    </a:moveTo>
                    <a:cubicBezTo>
                      <a:pt x="24" y="1"/>
                      <a:pt x="16" y="12"/>
                      <a:pt x="16" y="23"/>
                    </a:cubicBezTo>
                    <a:cubicBezTo>
                      <a:pt x="1" y="57"/>
                      <a:pt x="16" y="73"/>
                      <a:pt x="32" y="73"/>
                    </a:cubicBezTo>
                    <a:lnTo>
                      <a:pt x="437" y="200"/>
                    </a:lnTo>
                    <a:lnTo>
                      <a:pt x="452" y="216"/>
                    </a:lnTo>
                    <a:cubicBezTo>
                      <a:pt x="467" y="216"/>
                      <a:pt x="483" y="200"/>
                      <a:pt x="483" y="185"/>
                    </a:cubicBezTo>
                    <a:cubicBezTo>
                      <a:pt x="498" y="169"/>
                      <a:pt x="483" y="135"/>
                      <a:pt x="467" y="135"/>
                    </a:cubicBezTo>
                    <a:lnTo>
                      <a:pt x="66" y="7"/>
                    </a:lnTo>
                    <a:cubicBezTo>
                      <a:pt x="56" y="3"/>
                      <a:pt x="48" y="1"/>
                      <a:pt x="4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30"/>
              <p:cNvSpPr/>
              <p:nvPr/>
            </p:nvSpPr>
            <p:spPr>
              <a:xfrm>
                <a:off x="6389427" y="3667187"/>
                <a:ext cx="13645" cy="1889"/>
              </a:xfrm>
              <a:custGeom>
                <a:avLst/>
                <a:gdLst/>
                <a:ahLst/>
                <a:cxnLst/>
                <a:rect l="l" t="t" r="r" b="b"/>
                <a:pathLst>
                  <a:path w="484" h="67" extrusionOk="0">
                    <a:moveTo>
                      <a:pt x="32" y="1"/>
                    </a:moveTo>
                    <a:cubicBezTo>
                      <a:pt x="16" y="1"/>
                      <a:pt x="1" y="16"/>
                      <a:pt x="1" y="35"/>
                    </a:cubicBezTo>
                    <a:cubicBezTo>
                      <a:pt x="1" y="51"/>
                      <a:pt x="16" y="66"/>
                      <a:pt x="32" y="66"/>
                    </a:cubicBezTo>
                    <a:lnTo>
                      <a:pt x="452" y="66"/>
                    </a:lnTo>
                    <a:cubicBezTo>
                      <a:pt x="468" y="66"/>
                      <a:pt x="483" y="51"/>
                      <a:pt x="483" y="35"/>
                    </a:cubicBezTo>
                    <a:cubicBezTo>
                      <a:pt x="483" y="16"/>
                      <a:pt x="468" y="1"/>
                      <a:pt x="45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30"/>
              <p:cNvSpPr/>
              <p:nvPr/>
            </p:nvSpPr>
            <p:spPr>
              <a:xfrm>
                <a:off x="6393036" y="3683511"/>
                <a:ext cx="15901" cy="5892"/>
              </a:xfrm>
              <a:custGeom>
                <a:avLst/>
                <a:gdLst/>
                <a:ahLst/>
                <a:cxnLst/>
                <a:rect l="l" t="t" r="r" b="b"/>
                <a:pathLst>
                  <a:path w="564" h="209" extrusionOk="0">
                    <a:moveTo>
                      <a:pt x="502" y="0"/>
                    </a:moveTo>
                    <a:lnTo>
                      <a:pt x="35" y="147"/>
                    </a:lnTo>
                    <a:cubicBezTo>
                      <a:pt x="19" y="147"/>
                      <a:pt x="0" y="162"/>
                      <a:pt x="19" y="193"/>
                    </a:cubicBezTo>
                    <a:cubicBezTo>
                      <a:pt x="19" y="208"/>
                      <a:pt x="35" y="208"/>
                      <a:pt x="50" y="208"/>
                    </a:cubicBezTo>
                    <a:lnTo>
                      <a:pt x="66" y="208"/>
                    </a:lnTo>
                    <a:lnTo>
                      <a:pt x="532" y="81"/>
                    </a:lnTo>
                    <a:cubicBezTo>
                      <a:pt x="548" y="66"/>
                      <a:pt x="563" y="50"/>
                      <a:pt x="548" y="35"/>
                    </a:cubicBezTo>
                    <a:cubicBezTo>
                      <a:pt x="548" y="16"/>
                      <a:pt x="532" y="0"/>
                      <a:pt x="50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30"/>
              <p:cNvSpPr/>
              <p:nvPr/>
            </p:nvSpPr>
            <p:spPr>
              <a:xfrm>
                <a:off x="6417056" y="3694196"/>
                <a:ext cx="10037" cy="7499"/>
              </a:xfrm>
              <a:custGeom>
                <a:avLst/>
                <a:gdLst/>
                <a:ahLst/>
                <a:cxnLst/>
                <a:rect l="l" t="t" r="r" b="b"/>
                <a:pathLst>
                  <a:path w="356" h="266" extrusionOk="0">
                    <a:moveTo>
                      <a:pt x="307" y="1"/>
                    </a:moveTo>
                    <a:cubicBezTo>
                      <a:pt x="301" y="1"/>
                      <a:pt x="294" y="2"/>
                      <a:pt x="290" y="7"/>
                    </a:cubicBezTo>
                    <a:lnTo>
                      <a:pt x="16" y="200"/>
                    </a:lnTo>
                    <a:cubicBezTo>
                      <a:pt x="1" y="215"/>
                      <a:pt x="1" y="234"/>
                      <a:pt x="1" y="250"/>
                    </a:cubicBezTo>
                    <a:cubicBezTo>
                      <a:pt x="16" y="265"/>
                      <a:pt x="16" y="265"/>
                      <a:pt x="35" y="265"/>
                    </a:cubicBezTo>
                    <a:lnTo>
                      <a:pt x="66" y="265"/>
                    </a:lnTo>
                    <a:lnTo>
                      <a:pt x="340" y="72"/>
                    </a:lnTo>
                    <a:cubicBezTo>
                      <a:pt x="355" y="57"/>
                      <a:pt x="355" y="42"/>
                      <a:pt x="355" y="22"/>
                    </a:cubicBezTo>
                    <a:cubicBezTo>
                      <a:pt x="345" y="11"/>
                      <a:pt x="324" y="1"/>
                      <a:pt x="30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30"/>
              <p:cNvSpPr/>
              <p:nvPr/>
            </p:nvSpPr>
            <p:spPr>
              <a:xfrm>
                <a:off x="6427938" y="3659773"/>
                <a:ext cx="11333" cy="5695"/>
              </a:xfrm>
              <a:custGeom>
                <a:avLst/>
                <a:gdLst/>
                <a:ahLst/>
                <a:cxnLst/>
                <a:rect l="l" t="t" r="r" b="b"/>
                <a:pathLst>
                  <a:path w="402" h="202" extrusionOk="0">
                    <a:moveTo>
                      <a:pt x="42" y="1"/>
                    </a:moveTo>
                    <a:cubicBezTo>
                      <a:pt x="25" y="1"/>
                      <a:pt x="16" y="14"/>
                      <a:pt x="16" y="25"/>
                    </a:cubicBezTo>
                    <a:cubicBezTo>
                      <a:pt x="0" y="40"/>
                      <a:pt x="16" y="71"/>
                      <a:pt x="35" y="71"/>
                    </a:cubicBezTo>
                    <a:lnTo>
                      <a:pt x="355" y="183"/>
                    </a:lnTo>
                    <a:lnTo>
                      <a:pt x="355" y="202"/>
                    </a:lnTo>
                    <a:cubicBezTo>
                      <a:pt x="371" y="202"/>
                      <a:pt x="386" y="183"/>
                      <a:pt x="401" y="167"/>
                    </a:cubicBezTo>
                    <a:cubicBezTo>
                      <a:pt x="401" y="152"/>
                      <a:pt x="386" y="136"/>
                      <a:pt x="371" y="121"/>
                    </a:cubicBezTo>
                    <a:lnTo>
                      <a:pt x="66" y="9"/>
                    </a:lnTo>
                    <a:cubicBezTo>
                      <a:pt x="57" y="3"/>
                      <a:pt x="48" y="1"/>
                      <a:pt x="4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30"/>
              <p:cNvSpPr/>
              <p:nvPr/>
            </p:nvSpPr>
            <p:spPr>
              <a:xfrm>
                <a:off x="6480997" y="3657574"/>
                <a:ext cx="13194" cy="4201"/>
              </a:xfrm>
              <a:custGeom>
                <a:avLst/>
                <a:gdLst/>
                <a:ahLst/>
                <a:cxnLst/>
                <a:rect l="l" t="t" r="r" b="b"/>
                <a:pathLst>
                  <a:path w="468" h="149" extrusionOk="0">
                    <a:moveTo>
                      <a:pt x="430" y="0"/>
                    </a:moveTo>
                    <a:cubicBezTo>
                      <a:pt x="425" y="0"/>
                      <a:pt x="421" y="2"/>
                      <a:pt x="417" y="6"/>
                    </a:cubicBezTo>
                    <a:lnTo>
                      <a:pt x="31" y="87"/>
                    </a:lnTo>
                    <a:cubicBezTo>
                      <a:pt x="16" y="87"/>
                      <a:pt x="1" y="103"/>
                      <a:pt x="1" y="133"/>
                    </a:cubicBezTo>
                    <a:cubicBezTo>
                      <a:pt x="1" y="149"/>
                      <a:pt x="16" y="149"/>
                      <a:pt x="31" y="149"/>
                    </a:cubicBezTo>
                    <a:lnTo>
                      <a:pt x="47" y="149"/>
                    </a:lnTo>
                    <a:lnTo>
                      <a:pt x="433" y="68"/>
                    </a:lnTo>
                    <a:cubicBezTo>
                      <a:pt x="448" y="68"/>
                      <a:pt x="467" y="52"/>
                      <a:pt x="467" y="37"/>
                    </a:cubicBezTo>
                    <a:cubicBezTo>
                      <a:pt x="453" y="14"/>
                      <a:pt x="441" y="0"/>
                      <a:pt x="43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30"/>
              <p:cNvSpPr/>
              <p:nvPr/>
            </p:nvSpPr>
            <p:spPr>
              <a:xfrm>
                <a:off x="6480997" y="3691236"/>
                <a:ext cx="11333" cy="5018"/>
              </a:xfrm>
              <a:custGeom>
                <a:avLst/>
                <a:gdLst/>
                <a:ahLst/>
                <a:cxnLst/>
                <a:rect l="l" t="t" r="r" b="b"/>
                <a:pathLst>
                  <a:path w="402" h="178" extrusionOk="0">
                    <a:moveTo>
                      <a:pt x="47" y="0"/>
                    </a:moveTo>
                    <a:cubicBezTo>
                      <a:pt x="31" y="0"/>
                      <a:pt x="16" y="15"/>
                      <a:pt x="1" y="31"/>
                    </a:cubicBezTo>
                    <a:cubicBezTo>
                      <a:pt x="1" y="50"/>
                      <a:pt x="16" y="66"/>
                      <a:pt x="31" y="81"/>
                    </a:cubicBezTo>
                    <a:lnTo>
                      <a:pt x="352" y="177"/>
                    </a:lnTo>
                    <a:lnTo>
                      <a:pt x="371" y="177"/>
                    </a:lnTo>
                    <a:cubicBezTo>
                      <a:pt x="386" y="177"/>
                      <a:pt x="402" y="177"/>
                      <a:pt x="402" y="162"/>
                    </a:cubicBezTo>
                    <a:cubicBezTo>
                      <a:pt x="402" y="147"/>
                      <a:pt x="402" y="112"/>
                      <a:pt x="371" y="112"/>
                    </a:cubicBezTo>
                    <a:lnTo>
                      <a:pt x="4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30"/>
              <p:cNvSpPr/>
              <p:nvPr/>
            </p:nvSpPr>
            <p:spPr>
              <a:xfrm>
                <a:off x="6482294" y="3674489"/>
                <a:ext cx="10037" cy="1861"/>
              </a:xfrm>
              <a:custGeom>
                <a:avLst/>
                <a:gdLst/>
                <a:ahLst/>
                <a:cxnLst/>
                <a:rect l="l" t="t" r="r" b="b"/>
                <a:pathLst>
                  <a:path w="356" h="66" extrusionOk="0">
                    <a:moveTo>
                      <a:pt x="36" y="0"/>
                    </a:moveTo>
                    <a:cubicBezTo>
                      <a:pt x="16" y="0"/>
                      <a:pt x="1" y="15"/>
                      <a:pt x="1" y="31"/>
                    </a:cubicBezTo>
                    <a:cubicBezTo>
                      <a:pt x="1" y="46"/>
                      <a:pt x="16" y="66"/>
                      <a:pt x="36" y="66"/>
                    </a:cubicBezTo>
                    <a:lnTo>
                      <a:pt x="325" y="66"/>
                    </a:lnTo>
                    <a:cubicBezTo>
                      <a:pt x="340" y="66"/>
                      <a:pt x="356" y="46"/>
                      <a:pt x="356" y="31"/>
                    </a:cubicBezTo>
                    <a:cubicBezTo>
                      <a:pt x="356" y="15"/>
                      <a:pt x="340" y="0"/>
                      <a:pt x="3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30"/>
              <p:cNvSpPr/>
              <p:nvPr/>
            </p:nvSpPr>
            <p:spPr>
              <a:xfrm>
                <a:off x="6516774" y="3659040"/>
                <a:ext cx="13194" cy="4595"/>
              </a:xfrm>
              <a:custGeom>
                <a:avLst/>
                <a:gdLst/>
                <a:ahLst/>
                <a:cxnLst/>
                <a:rect l="l" t="t" r="r" b="b"/>
                <a:pathLst>
                  <a:path w="468" h="163" extrusionOk="0">
                    <a:moveTo>
                      <a:pt x="417" y="0"/>
                    </a:moveTo>
                    <a:lnTo>
                      <a:pt x="31" y="81"/>
                    </a:lnTo>
                    <a:cubicBezTo>
                      <a:pt x="16" y="97"/>
                      <a:pt x="1" y="112"/>
                      <a:pt x="1" y="132"/>
                    </a:cubicBezTo>
                    <a:cubicBezTo>
                      <a:pt x="1" y="147"/>
                      <a:pt x="16" y="162"/>
                      <a:pt x="31" y="162"/>
                    </a:cubicBezTo>
                    <a:lnTo>
                      <a:pt x="47" y="162"/>
                    </a:lnTo>
                    <a:lnTo>
                      <a:pt x="433" y="81"/>
                    </a:lnTo>
                    <a:cubicBezTo>
                      <a:pt x="467" y="81"/>
                      <a:pt x="467" y="66"/>
                      <a:pt x="467" y="35"/>
                    </a:cubicBezTo>
                    <a:cubicBezTo>
                      <a:pt x="467" y="16"/>
                      <a:pt x="452" y="0"/>
                      <a:pt x="41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30"/>
              <p:cNvSpPr/>
              <p:nvPr/>
            </p:nvSpPr>
            <p:spPr>
              <a:xfrm>
                <a:off x="6518070" y="3685344"/>
                <a:ext cx="10910" cy="2312"/>
              </a:xfrm>
              <a:custGeom>
                <a:avLst/>
                <a:gdLst/>
                <a:ahLst/>
                <a:cxnLst/>
                <a:rect l="l" t="t" r="r" b="b"/>
                <a:pathLst>
                  <a:path w="387" h="82" extrusionOk="0">
                    <a:moveTo>
                      <a:pt x="36" y="1"/>
                    </a:moveTo>
                    <a:cubicBezTo>
                      <a:pt x="20" y="1"/>
                      <a:pt x="1" y="16"/>
                      <a:pt x="1" y="32"/>
                    </a:cubicBezTo>
                    <a:cubicBezTo>
                      <a:pt x="1" y="47"/>
                      <a:pt x="20" y="66"/>
                      <a:pt x="36" y="66"/>
                    </a:cubicBezTo>
                    <a:lnTo>
                      <a:pt x="340" y="82"/>
                    </a:lnTo>
                    <a:cubicBezTo>
                      <a:pt x="356" y="82"/>
                      <a:pt x="371" y="66"/>
                      <a:pt x="387" y="47"/>
                    </a:cubicBezTo>
                    <a:cubicBezTo>
                      <a:pt x="387" y="16"/>
                      <a:pt x="371" y="1"/>
                      <a:pt x="3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30"/>
              <p:cNvSpPr/>
              <p:nvPr/>
            </p:nvSpPr>
            <p:spPr>
              <a:xfrm>
                <a:off x="6358218" y="3719823"/>
                <a:ext cx="487533" cy="126387"/>
              </a:xfrm>
              <a:custGeom>
                <a:avLst/>
                <a:gdLst/>
                <a:ahLst/>
                <a:cxnLst/>
                <a:rect l="l" t="t" r="r" b="b"/>
                <a:pathLst>
                  <a:path w="17293" h="4483" extrusionOk="0">
                    <a:moveTo>
                      <a:pt x="321" y="0"/>
                    </a:moveTo>
                    <a:cubicBezTo>
                      <a:pt x="144" y="0"/>
                      <a:pt x="16" y="128"/>
                      <a:pt x="16" y="305"/>
                    </a:cubicBezTo>
                    <a:lnTo>
                      <a:pt x="1" y="3919"/>
                    </a:lnTo>
                    <a:cubicBezTo>
                      <a:pt x="1" y="4224"/>
                      <a:pt x="240" y="4482"/>
                      <a:pt x="545" y="4482"/>
                    </a:cubicBezTo>
                    <a:lnTo>
                      <a:pt x="5979" y="4467"/>
                    </a:lnTo>
                    <a:cubicBezTo>
                      <a:pt x="6076" y="4467"/>
                      <a:pt x="6138" y="4401"/>
                      <a:pt x="6138" y="4305"/>
                    </a:cubicBezTo>
                    <a:cubicBezTo>
                      <a:pt x="6138" y="4112"/>
                      <a:pt x="6284" y="3919"/>
                      <a:pt x="6492" y="3888"/>
                    </a:cubicBezTo>
                    <a:cubicBezTo>
                      <a:pt x="6522" y="3882"/>
                      <a:pt x="6551" y="3879"/>
                      <a:pt x="6580" y="3879"/>
                    </a:cubicBezTo>
                    <a:cubicBezTo>
                      <a:pt x="6688" y="3879"/>
                      <a:pt x="6786" y="3924"/>
                      <a:pt x="6863" y="4000"/>
                    </a:cubicBezTo>
                    <a:cubicBezTo>
                      <a:pt x="6924" y="4081"/>
                      <a:pt x="6974" y="4178"/>
                      <a:pt x="6974" y="4305"/>
                    </a:cubicBezTo>
                    <a:cubicBezTo>
                      <a:pt x="6974" y="4401"/>
                      <a:pt x="7055" y="4467"/>
                      <a:pt x="7136" y="4467"/>
                    </a:cubicBezTo>
                    <a:lnTo>
                      <a:pt x="7310" y="4467"/>
                    </a:lnTo>
                    <a:cubicBezTo>
                      <a:pt x="7391" y="4467"/>
                      <a:pt x="7472" y="4401"/>
                      <a:pt x="7472" y="4320"/>
                    </a:cubicBezTo>
                    <a:cubicBezTo>
                      <a:pt x="7472" y="4097"/>
                      <a:pt x="7634" y="3904"/>
                      <a:pt x="7858" y="3888"/>
                    </a:cubicBezTo>
                    <a:cubicBezTo>
                      <a:pt x="7874" y="3886"/>
                      <a:pt x="7890" y="3885"/>
                      <a:pt x="7906" y="3885"/>
                    </a:cubicBezTo>
                    <a:cubicBezTo>
                      <a:pt x="8014" y="3885"/>
                      <a:pt x="8111" y="3930"/>
                      <a:pt x="8178" y="4000"/>
                    </a:cubicBezTo>
                    <a:cubicBezTo>
                      <a:pt x="8259" y="4081"/>
                      <a:pt x="8309" y="4178"/>
                      <a:pt x="8309" y="4305"/>
                    </a:cubicBezTo>
                    <a:cubicBezTo>
                      <a:pt x="8309" y="4401"/>
                      <a:pt x="8371" y="4467"/>
                      <a:pt x="8467" y="4467"/>
                    </a:cubicBezTo>
                    <a:lnTo>
                      <a:pt x="8645" y="4467"/>
                    </a:lnTo>
                    <a:cubicBezTo>
                      <a:pt x="8726" y="4467"/>
                      <a:pt x="8791" y="4401"/>
                      <a:pt x="8791" y="4320"/>
                    </a:cubicBezTo>
                    <a:cubicBezTo>
                      <a:pt x="8791" y="4112"/>
                      <a:pt x="8934" y="3919"/>
                      <a:pt x="9142" y="3888"/>
                    </a:cubicBezTo>
                    <a:cubicBezTo>
                      <a:pt x="9161" y="3886"/>
                      <a:pt x="9180" y="3885"/>
                      <a:pt x="9198" y="3885"/>
                    </a:cubicBezTo>
                    <a:cubicBezTo>
                      <a:pt x="9321" y="3885"/>
                      <a:pt x="9426" y="3930"/>
                      <a:pt x="9497" y="4000"/>
                    </a:cubicBezTo>
                    <a:cubicBezTo>
                      <a:pt x="9578" y="4081"/>
                      <a:pt x="9624" y="4178"/>
                      <a:pt x="9624" y="4305"/>
                    </a:cubicBezTo>
                    <a:cubicBezTo>
                      <a:pt x="9624" y="4386"/>
                      <a:pt x="9690" y="4467"/>
                      <a:pt x="9786" y="4467"/>
                    </a:cubicBezTo>
                    <a:lnTo>
                      <a:pt x="10045" y="4451"/>
                    </a:lnTo>
                    <a:lnTo>
                      <a:pt x="15283" y="4436"/>
                    </a:lnTo>
                    <a:cubicBezTo>
                      <a:pt x="15587" y="4436"/>
                      <a:pt x="15830" y="4178"/>
                      <a:pt x="15830" y="3873"/>
                    </a:cubicBezTo>
                    <a:lnTo>
                      <a:pt x="15830" y="3294"/>
                    </a:lnTo>
                    <a:cubicBezTo>
                      <a:pt x="16023" y="3036"/>
                      <a:pt x="16602" y="2604"/>
                      <a:pt x="17292" y="2604"/>
                    </a:cubicBezTo>
                    <a:lnTo>
                      <a:pt x="17292" y="899"/>
                    </a:lnTo>
                    <a:cubicBezTo>
                      <a:pt x="17292" y="899"/>
                      <a:pt x="17121" y="930"/>
                      <a:pt x="16894" y="930"/>
                    </a:cubicBezTo>
                    <a:cubicBezTo>
                      <a:pt x="16534" y="930"/>
                      <a:pt x="16032" y="852"/>
                      <a:pt x="15846" y="448"/>
                    </a:cubicBezTo>
                    <a:lnTo>
                      <a:pt x="15846" y="290"/>
                    </a:lnTo>
                    <a:cubicBezTo>
                      <a:pt x="15846" y="128"/>
                      <a:pt x="15718" y="0"/>
                      <a:pt x="155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30"/>
              <p:cNvSpPr/>
              <p:nvPr/>
            </p:nvSpPr>
            <p:spPr>
              <a:xfrm>
                <a:off x="6837128" y="3737444"/>
                <a:ext cx="34931" cy="64392"/>
              </a:xfrm>
              <a:custGeom>
                <a:avLst/>
                <a:gdLst/>
                <a:ahLst/>
                <a:cxnLst/>
                <a:rect l="l" t="t" r="r" b="b"/>
                <a:pathLst>
                  <a:path w="1239" h="2284" extrusionOk="0">
                    <a:moveTo>
                      <a:pt x="128" y="0"/>
                    </a:moveTo>
                    <a:cubicBezTo>
                      <a:pt x="62" y="0"/>
                      <a:pt x="0" y="50"/>
                      <a:pt x="0" y="112"/>
                    </a:cubicBezTo>
                    <a:lnTo>
                      <a:pt x="0" y="2153"/>
                    </a:lnTo>
                    <a:cubicBezTo>
                      <a:pt x="0" y="2218"/>
                      <a:pt x="62" y="2284"/>
                      <a:pt x="128" y="2284"/>
                    </a:cubicBezTo>
                    <a:lnTo>
                      <a:pt x="1107" y="2284"/>
                    </a:lnTo>
                    <a:cubicBezTo>
                      <a:pt x="1188" y="2284"/>
                      <a:pt x="1238" y="2218"/>
                      <a:pt x="1238" y="2153"/>
                    </a:cubicBezTo>
                    <a:lnTo>
                      <a:pt x="1238" y="112"/>
                    </a:lnTo>
                    <a:cubicBezTo>
                      <a:pt x="1238" y="50"/>
                      <a:pt x="1188" y="0"/>
                      <a:pt x="110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30"/>
              <p:cNvSpPr/>
              <p:nvPr/>
            </p:nvSpPr>
            <p:spPr>
              <a:xfrm>
                <a:off x="6837128" y="3747875"/>
                <a:ext cx="34931" cy="10037"/>
              </a:xfrm>
              <a:custGeom>
                <a:avLst/>
                <a:gdLst/>
                <a:ahLst/>
                <a:cxnLst/>
                <a:rect l="l" t="t" r="r" b="b"/>
                <a:pathLst>
                  <a:path w="1239" h="356" extrusionOk="0">
                    <a:moveTo>
                      <a:pt x="0" y="1"/>
                    </a:moveTo>
                    <a:lnTo>
                      <a:pt x="0" y="355"/>
                    </a:lnTo>
                    <a:lnTo>
                      <a:pt x="1238" y="355"/>
                    </a:lnTo>
                    <a:lnTo>
                      <a:pt x="123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30"/>
              <p:cNvSpPr/>
              <p:nvPr/>
            </p:nvSpPr>
            <p:spPr>
              <a:xfrm>
                <a:off x="6837128" y="3764622"/>
                <a:ext cx="34931" cy="10037"/>
              </a:xfrm>
              <a:custGeom>
                <a:avLst/>
                <a:gdLst/>
                <a:ahLst/>
                <a:cxnLst/>
                <a:rect l="l" t="t" r="r" b="b"/>
                <a:pathLst>
                  <a:path w="1239" h="356" extrusionOk="0">
                    <a:moveTo>
                      <a:pt x="0" y="1"/>
                    </a:moveTo>
                    <a:lnTo>
                      <a:pt x="0" y="355"/>
                    </a:lnTo>
                    <a:lnTo>
                      <a:pt x="1238" y="355"/>
                    </a:lnTo>
                    <a:lnTo>
                      <a:pt x="123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30"/>
              <p:cNvSpPr/>
              <p:nvPr/>
            </p:nvSpPr>
            <p:spPr>
              <a:xfrm>
                <a:off x="6837128" y="3781368"/>
                <a:ext cx="34931" cy="10037"/>
              </a:xfrm>
              <a:custGeom>
                <a:avLst/>
                <a:gdLst/>
                <a:ahLst/>
                <a:cxnLst/>
                <a:rect l="l" t="t" r="r" b="b"/>
                <a:pathLst>
                  <a:path w="1239" h="356" extrusionOk="0">
                    <a:moveTo>
                      <a:pt x="0" y="1"/>
                    </a:moveTo>
                    <a:lnTo>
                      <a:pt x="0" y="355"/>
                    </a:lnTo>
                    <a:lnTo>
                      <a:pt x="1238" y="355"/>
                    </a:lnTo>
                    <a:lnTo>
                      <a:pt x="123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30"/>
              <p:cNvSpPr/>
              <p:nvPr/>
            </p:nvSpPr>
            <p:spPr>
              <a:xfrm>
                <a:off x="6384014" y="3719823"/>
                <a:ext cx="392891" cy="95178"/>
              </a:xfrm>
              <a:custGeom>
                <a:avLst/>
                <a:gdLst/>
                <a:ahLst/>
                <a:cxnLst/>
                <a:rect l="l" t="t" r="r" b="b"/>
                <a:pathLst>
                  <a:path w="13936" h="3376" extrusionOk="0">
                    <a:moveTo>
                      <a:pt x="0" y="0"/>
                    </a:moveTo>
                    <a:lnTo>
                      <a:pt x="0" y="2330"/>
                    </a:lnTo>
                    <a:cubicBezTo>
                      <a:pt x="0" y="2909"/>
                      <a:pt x="482" y="3375"/>
                      <a:pt x="1061" y="3375"/>
                    </a:cubicBezTo>
                    <a:lnTo>
                      <a:pt x="12875" y="3375"/>
                    </a:lnTo>
                    <a:cubicBezTo>
                      <a:pt x="13453" y="3375"/>
                      <a:pt x="13936" y="2909"/>
                      <a:pt x="13936" y="2330"/>
                    </a:cubicBezTo>
                    <a:lnTo>
                      <a:pt x="1393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30"/>
              <p:cNvSpPr/>
              <p:nvPr/>
            </p:nvSpPr>
            <p:spPr>
              <a:xfrm>
                <a:off x="6374964" y="3735583"/>
                <a:ext cx="156722" cy="15027"/>
              </a:xfrm>
              <a:custGeom>
                <a:avLst/>
                <a:gdLst/>
                <a:ahLst/>
                <a:cxnLst/>
                <a:rect l="l" t="t" r="r" b="b"/>
                <a:pathLst>
                  <a:path w="5559" h="533" extrusionOk="0">
                    <a:moveTo>
                      <a:pt x="256" y="1"/>
                    </a:moveTo>
                    <a:cubicBezTo>
                      <a:pt x="113" y="1"/>
                      <a:pt x="1" y="132"/>
                      <a:pt x="1" y="275"/>
                    </a:cubicBezTo>
                    <a:cubicBezTo>
                      <a:pt x="1" y="421"/>
                      <a:pt x="113" y="533"/>
                      <a:pt x="256" y="533"/>
                    </a:cubicBezTo>
                    <a:lnTo>
                      <a:pt x="5304" y="533"/>
                    </a:lnTo>
                    <a:cubicBezTo>
                      <a:pt x="5447" y="533"/>
                      <a:pt x="5559" y="421"/>
                      <a:pt x="5559" y="275"/>
                    </a:cubicBezTo>
                    <a:cubicBezTo>
                      <a:pt x="5559" y="132"/>
                      <a:pt x="5447" y="1"/>
                      <a:pt x="530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30"/>
              <p:cNvSpPr/>
              <p:nvPr/>
            </p:nvSpPr>
            <p:spPr>
              <a:xfrm>
                <a:off x="6384014" y="3771472"/>
                <a:ext cx="392891" cy="43529"/>
              </a:xfrm>
              <a:custGeom>
                <a:avLst/>
                <a:gdLst/>
                <a:ahLst/>
                <a:cxnLst/>
                <a:rect l="l" t="t" r="r" b="b"/>
                <a:pathLst>
                  <a:path w="13936" h="1544" extrusionOk="0">
                    <a:moveTo>
                      <a:pt x="0" y="1"/>
                    </a:moveTo>
                    <a:lnTo>
                      <a:pt x="0" y="498"/>
                    </a:lnTo>
                    <a:cubicBezTo>
                      <a:pt x="0" y="1077"/>
                      <a:pt x="482" y="1543"/>
                      <a:pt x="1061" y="1543"/>
                    </a:cubicBezTo>
                    <a:lnTo>
                      <a:pt x="12875" y="1543"/>
                    </a:lnTo>
                    <a:cubicBezTo>
                      <a:pt x="13453" y="1543"/>
                      <a:pt x="13936" y="1077"/>
                      <a:pt x="13936" y="498"/>
                    </a:cubicBezTo>
                    <a:lnTo>
                      <a:pt x="13936" y="305"/>
                    </a:lnTo>
                    <a:cubicBezTo>
                      <a:pt x="13018" y="463"/>
                      <a:pt x="12084" y="579"/>
                      <a:pt x="11155" y="656"/>
                    </a:cubicBezTo>
                    <a:cubicBezTo>
                      <a:pt x="11139" y="849"/>
                      <a:pt x="10977" y="1011"/>
                      <a:pt x="10784" y="1011"/>
                    </a:cubicBezTo>
                    <a:cubicBezTo>
                      <a:pt x="10719" y="1011"/>
                      <a:pt x="10657" y="996"/>
                      <a:pt x="10576" y="965"/>
                    </a:cubicBezTo>
                    <a:cubicBezTo>
                      <a:pt x="10526" y="930"/>
                      <a:pt x="10495" y="899"/>
                      <a:pt x="10464" y="834"/>
                    </a:cubicBezTo>
                    <a:cubicBezTo>
                      <a:pt x="10430" y="787"/>
                      <a:pt x="10414" y="737"/>
                      <a:pt x="10414" y="706"/>
                    </a:cubicBezTo>
                    <a:cubicBezTo>
                      <a:pt x="9755" y="737"/>
                      <a:pt x="9114" y="753"/>
                      <a:pt x="8470" y="753"/>
                    </a:cubicBezTo>
                    <a:cubicBezTo>
                      <a:pt x="7537" y="753"/>
                      <a:pt x="6623" y="722"/>
                      <a:pt x="5770" y="656"/>
                    </a:cubicBezTo>
                    <a:cubicBezTo>
                      <a:pt x="5739" y="868"/>
                      <a:pt x="5577" y="1011"/>
                      <a:pt x="5369" y="1011"/>
                    </a:cubicBezTo>
                    <a:cubicBezTo>
                      <a:pt x="5304" y="1011"/>
                      <a:pt x="5238" y="996"/>
                      <a:pt x="5161" y="965"/>
                    </a:cubicBezTo>
                    <a:cubicBezTo>
                      <a:pt x="5111" y="930"/>
                      <a:pt x="5064" y="884"/>
                      <a:pt x="5030" y="834"/>
                    </a:cubicBezTo>
                    <a:cubicBezTo>
                      <a:pt x="4983" y="753"/>
                      <a:pt x="4968" y="676"/>
                      <a:pt x="4968" y="610"/>
                    </a:cubicBezTo>
                    <a:cubicBezTo>
                      <a:pt x="4258" y="560"/>
                      <a:pt x="3599" y="498"/>
                      <a:pt x="2989" y="417"/>
                    </a:cubicBezTo>
                    <a:cubicBezTo>
                      <a:pt x="2974" y="691"/>
                      <a:pt x="2750" y="899"/>
                      <a:pt x="2476" y="899"/>
                    </a:cubicBezTo>
                    <a:cubicBezTo>
                      <a:pt x="2395" y="899"/>
                      <a:pt x="2314" y="884"/>
                      <a:pt x="2218" y="834"/>
                    </a:cubicBezTo>
                    <a:cubicBezTo>
                      <a:pt x="2137" y="787"/>
                      <a:pt x="2056" y="722"/>
                      <a:pt x="2025" y="625"/>
                    </a:cubicBezTo>
                    <a:cubicBezTo>
                      <a:pt x="1959" y="514"/>
                      <a:pt x="1944" y="402"/>
                      <a:pt x="1959" y="290"/>
                    </a:cubicBezTo>
                    <a:cubicBezTo>
                      <a:pt x="1061" y="174"/>
                      <a:pt x="386" y="62"/>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30"/>
              <p:cNvSpPr/>
              <p:nvPr/>
            </p:nvSpPr>
            <p:spPr>
              <a:xfrm>
                <a:off x="6439244" y="3767328"/>
                <a:ext cx="29489" cy="15929"/>
              </a:xfrm>
              <a:custGeom>
                <a:avLst/>
                <a:gdLst/>
                <a:ahLst/>
                <a:cxnLst/>
                <a:rect l="l" t="t" r="r" b="b"/>
                <a:pathLst>
                  <a:path w="1046" h="565" extrusionOk="0">
                    <a:moveTo>
                      <a:pt x="517" y="1"/>
                    </a:moveTo>
                    <a:cubicBezTo>
                      <a:pt x="259" y="1"/>
                      <a:pt x="51" y="194"/>
                      <a:pt x="0" y="437"/>
                    </a:cubicBezTo>
                    <a:cubicBezTo>
                      <a:pt x="324" y="483"/>
                      <a:pt x="660" y="533"/>
                      <a:pt x="1030" y="564"/>
                    </a:cubicBezTo>
                    <a:cubicBezTo>
                      <a:pt x="1046" y="468"/>
                      <a:pt x="1030" y="371"/>
                      <a:pt x="984" y="275"/>
                    </a:cubicBezTo>
                    <a:cubicBezTo>
                      <a:pt x="934" y="178"/>
                      <a:pt x="853" y="113"/>
                      <a:pt x="772" y="67"/>
                    </a:cubicBezTo>
                    <a:cubicBezTo>
                      <a:pt x="675" y="16"/>
                      <a:pt x="598" y="1"/>
                      <a:pt x="5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30"/>
              <p:cNvSpPr/>
              <p:nvPr/>
            </p:nvSpPr>
            <p:spPr>
              <a:xfrm>
                <a:off x="6438821" y="3779620"/>
                <a:ext cx="29489" cy="17226"/>
              </a:xfrm>
              <a:custGeom>
                <a:avLst/>
                <a:gdLst/>
                <a:ahLst/>
                <a:cxnLst/>
                <a:rect l="l" t="t" r="r" b="b"/>
                <a:pathLst>
                  <a:path w="1046" h="611" extrusionOk="0">
                    <a:moveTo>
                      <a:pt x="15" y="1"/>
                    </a:moveTo>
                    <a:lnTo>
                      <a:pt x="15" y="1"/>
                    </a:lnTo>
                    <a:cubicBezTo>
                      <a:pt x="0" y="113"/>
                      <a:pt x="15" y="225"/>
                      <a:pt x="81" y="336"/>
                    </a:cubicBezTo>
                    <a:cubicBezTo>
                      <a:pt x="112" y="433"/>
                      <a:pt x="193" y="498"/>
                      <a:pt x="274" y="545"/>
                    </a:cubicBezTo>
                    <a:cubicBezTo>
                      <a:pt x="370" y="595"/>
                      <a:pt x="451" y="610"/>
                      <a:pt x="532" y="610"/>
                    </a:cubicBezTo>
                    <a:cubicBezTo>
                      <a:pt x="806" y="610"/>
                      <a:pt x="1030" y="402"/>
                      <a:pt x="1045" y="128"/>
                    </a:cubicBezTo>
                    <a:cubicBezTo>
                      <a:pt x="675" y="97"/>
                      <a:pt x="339" y="47"/>
                      <a:pt x="15" y="1"/>
                    </a:cubicBezTo>
                    <a:close/>
                  </a:path>
                </a:pathLst>
              </a:custGeom>
              <a:solidFill>
                <a:srgbClr val="0C22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30"/>
              <p:cNvSpPr/>
              <p:nvPr/>
            </p:nvSpPr>
            <p:spPr>
              <a:xfrm>
                <a:off x="6494586" y="3766031"/>
                <a:ext cx="14491" cy="11784"/>
              </a:xfrm>
              <a:custGeom>
                <a:avLst/>
                <a:gdLst/>
                <a:ahLst/>
                <a:cxnLst/>
                <a:rect l="l" t="t" r="r" b="b"/>
                <a:pathLst>
                  <a:path w="514" h="418" extrusionOk="0">
                    <a:moveTo>
                      <a:pt x="255" y="1"/>
                    </a:moveTo>
                    <a:cubicBezTo>
                      <a:pt x="113" y="1"/>
                      <a:pt x="1" y="159"/>
                      <a:pt x="82" y="305"/>
                    </a:cubicBezTo>
                    <a:cubicBezTo>
                      <a:pt x="97" y="336"/>
                      <a:pt x="128" y="367"/>
                      <a:pt x="159" y="386"/>
                    </a:cubicBezTo>
                    <a:cubicBezTo>
                      <a:pt x="194" y="402"/>
                      <a:pt x="224" y="417"/>
                      <a:pt x="255" y="417"/>
                    </a:cubicBezTo>
                    <a:cubicBezTo>
                      <a:pt x="402" y="417"/>
                      <a:pt x="514" y="255"/>
                      <a:pt x="433" y="113"/>
                    </a:cubicBezTo>
                    <a:cubicBezTo>
                      <a:pt x="417" y="78"/>
                      <a:pt x="402" y="47"/>
                      <a:pt x="371" y="32"/>
                    </a:cubicBezTo>
                    <a:cubicBezTo>
                      <a:pt x="321" y="16"/>
                      <a:pt x="290" y="1"/>
                      <a:pt x="2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30"/>
              <p:cNvSpPr/>
              <p:nvPr/>
            </p:nvSpPr>
            <p:spPr>
              <a:xfrm>
                <a:off x="6524047" y="3777788"/>
                <a:ext cx="23090" cy="12207"/>
              </a:xfrm>
              <a:custGeom>
                <a:avLst/>
                <a:gdLst/>
                <a:ahLst/>
                <a:cxnLst/>
                <a:rect l="l" t="t" r="r" b="b"/>
                <a:pathLst>
                  <a:path w="819" h="433" extrusionOk="0">
                    <a:moveTo>
                      <a:pt x="402" y="0"/>
                    </a:moveTo>
                    <a:cubicBezTo>
                      <a:pt x="194" y="0"/>
                      <a:pt x="16" y="162"/>
                      <a:pt x="1" y="386"/>
                    </a:cubicBezTo>
                    <a:cubicBezTo>
                      <a:pt x="271" y="401"/>
                      <a:pt x="529" y="417"/>
                      <a:pt x="803" y="432"/>
                    </a:cubicBezTo>
                    <a:cubicBezTo>
                      <a:pt x="819" y="355"/>
                      <a:pt x="803" y="274"/>
                      <a:pt x="753" y="178"/>
                    </a:cubicBezTo>
                    <a:cubicBezTo>
                      <a:pt x="722" y="128"/>
                      <a:pt x="676" y="81"/>
                      <a:pt x="626" y="47"/>
                    </a:cubicBezTo>
                    <a:cubicBezTo>
                      <a:pt x="545" y="16"/>
                      <a:pt x="483" y="0"/>
                      <a:pt x="4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30"/>
              <p:cNvSpPr/>
              <p:nvPr/>
            </p:nvSpPr>
            <p:spPr>
              <a:xfrm>
                <a:off x="6524047" y="3788642"/>
                <a:ext cx="22667" cy="11362"/>
              </a:xfrm>
              <a:custGeom>
                <a:avLst/>
                <a:gdLst/>
                <a:ahLst/>
                <a:cxnLst/>
                <a:rect l="l" t="t" r="r" b="b"/>
                <a:pathLst>
                  <a:path w="804" h="403" extrusionOk="0">
                    <a:moveTo>
                      <a:pt x="1" y="1"/>
                    </a:moveTo>
                    <a:cubicBezTo>
                      <a:pt x="1" y="67"/>
                      <a:pt x="16" y="144"/>
                      <a:pt x="63" y="225"/>
                    </a:cubicBezTo>
                    <a:cubicBezTo>
                      <a:pt x="97" y="275"/>
                      <a:pt x="144" y="321"/>
                      <a:pt x="194" y="356"/>
                    </a:cubicBezTo>
                    <a:cubicBezTo>
                      <a:pt x="271" y="387"/>
                      <a:pt x="337" y="402"/>
                      <a:pt x="402" y="402"/>
                    </a:cubicBezTo>
                    <a:cubicBezTo>
                      <a:pt x="610" y="402"/>
                      <a:pt x="772" y="259"/>
                      <a:pt x="803" y="47"/>
                    </a:cubicBezTo>
                    <a:cubicBezTo>
                      <a:pt x="529" y="32"/>
                      <a:pt x="271" y="16"/>
                      <a:pt x="1" y="1"/>
                    </a:cubicBezTo>
                    <a:close/>
                  </a:path>
                </a:pathLst>
              </a:custGeom>
              <a:solidFill>
                <a:srgbClr val="0C22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30"/>
              <p:cNvSpPr/>
              <p:nvPr/>
            </p:nvSpPr>
            <p:spPr>
              <a:xfrm>
                <a:off x="6703494" y="3747452"/>
                <a:ext cx="31237" cy="25345"/>
              </a:xfrm>
              <a:custGeom>
                <a:avLst/>
                <a:gdLst/>
                <a:ahLst/>
                <a:cxnLst/>
                <a:rect l="l" t="t" r="r" b="b"/>
                <a:pathLst>
                  <a:path w="1108" h="899" extrusionOk="0">
                    <a:moveTo>
                      <a:pt x="544" y="0"/>
                    </a:moveTo>
                    <a:cubicBezTo>
                      <a:pt x="239" y="0"/>
                      <a:pt x="0" y="336"/>
                      <a:pt x="158" y="675"/>
                    </a:cubicBezTo>
                    <a:cubicBezTo>
                      <a:pt x="193" y="756"/>
                      <a:pt x="255" y="818"/>
                      <a:pt x="336" y="853"/>
                    </a:cubicBezTo>
                    <a:cubicBezTo>
                      <a:pt x="417" y="883"/>
                      <a:pt x="482" y="899"/>
                      <a:pt x="544" y="899"/>
                    </a:cubicBezTo>
                    <a:cubicBezTo>
                      <a:pt x="868" y="899"/>
                      <a:pt x="1107" y="579"/>
                      <a:pt x="945" y="239"/>
                    </a:cubicBezTo>
                    <a:cubicBezTo>
                      <a:pt x="914" y="158"/>
                      <a:pt x="849" y="97"/>
                      <a:pt x="771" y="62"/>
                    </a:cubicBezTo>
                    <a:cubicBezTo>
                      <a:pt x="690" y="16"/>
                      <a:pt x="625" y="0"/>
                      <a:pt x="5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30"/>
              <p:cNvSpPr/>
              <p:nvPr/>
            </p:nvSpPr>
            <p:spPr>
              <a:xfrm>
                <a:off x="6676739" y="3779084"/>
                <a:ext cx="21765" cy="12320"/>
              </a:xfrm>
              <a:custGeom>
                <a:avLst/>
                <a:gdLst/>
                <a:ahLst/>
                <a:cxnLst/>
                <a:rect l="l" t="t" r="r" b="b"/>
                <a:pathLst>
                  <a:path w="772" h="437" extrusionOk="0">
                    <a:moveTo>
                      <a:pt x="401" y="1"/>
                    </a:moveTo>
                    <a:cubicBezTo>
                      <a:pt x="178" y="1"/>
                      <a:pt x="0" y="193"/>
                      <a:pt x="31" y="436"/>
                    </a:cubicBezTo>
                    <a:cubicBezTo>
                      <a:pt x="274" y="421"/>
                      <a:pt x="513" y="406"/>
                      <a:pt x="772" y="386"/>
                    </a:cubicBezTo>
                    <a:cubicBezTo>
                      <a:pt x="772" y="325"/>
                      <a:pt x="756" y="244"/>
                      <a:pt x="706" y="178"/>
                    </a:cubicBezTo>
                    <a:cubicBezTo>
                      <a:pt x="691" y="132"/>
                      <a:pt x="641" y="82"/>
                      <a:pt x="594" y="51"/>
                    </a:cubicBezTo>
                    <a:cubicBezTo>
                      <a:pt x="529" y="20"/>
                      <a:pt x="467" y="1"/>
                      <a:pt x="4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30"/>
              <p:cNvSpPr/>
              <p:nvPr/>
            </p:nvSpPr>
            <p:spPr>
              <a:xfrm>
                <a:off x="6677613" y="3789967"/>
                <a:ext cx="20891" cy="10037"/>
              </a:xfrm>
              <a:custGeom>
                <a:avLst/>
                <a:gdLst/>
                <a:ahLst/>
                <a:cxnLst/>
                <a:rect l="l" t="t" r="r" b="b"/>
                <a:pathLst>
                  <a:path w="741" h="356" extrusionOk="0">
                    <a:moveTo>
                      <a:pt x="741" y="0"/>
                    </a:moveTo>
                    <a:lnTo>
                      <a:pt x="741" y="0"/>
                    </a:lnTo>
                    <a:cubicBezTo>
                      <a:pt x="482" y="20"/>
                      <a:pt x="243" y="35"/>
                      <a:pt x="0" y="50"/>
                    </a:cubicBezTo>
                    <a:cubicBezTo>
                      <a:pt x="0" y="81"/>
                      <a:pt x="16" y="131"/>
                      <a:pt x="50" y="178"/>
                    </a:cubicBezTo>
                    <a:cubicBezTo>
                      <a:pt x="81" y="243"/>
                      <a:pt x="112" y="274"/>
                      <a:pt x="162" y="309"/>
                    </a:cubicBezTo>
                    <a:cubicBezTo>
                      <a:pt x="243" y="340"/>
                      <a:pt x="305" y="355"/>
                      <a:pt x="370" y="355"/>
                    </a:cubicBezTo>
                    <a:cubicBezTo>
                      <a:pt x="563" y="355"/>
                      <a:pt x="725" y="193"/>
                      <a:pt x="741" y="0"/>
                    </a:cubicBezTo>
                    <a:close/>
                  </a:path>
                </a:pathLst>
              </a:custGeom>
              <a:solidFill>
                <a:srgbClr val="0C22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30"/>
              <p:cNvSpPr/>
              <p:nvPr/>
            </p:nvSpPr>
            <p:spPr>
              <a:xfrm>
                <a:off x="6756863" y="3521967"/>
                <a:ext cx="53538" cy="44741"/>
              </a:xfrm>
              <a:custGeom>
                <a:avLst/>
                <a:gdLst/>
                <a:ahLst/>
                <a:cxnLst/>
                <a:rect l="l" t="t" r="r" b="b"/>
                <a:pathLst>
                  <a:path w="1899" h="1587" extrusionOk="0">
                    <a:moveTo>
                      <a:pt x="888" y="0"/>
                    </a:moveTo>
                    <a:cubicBezTo>
                      <a:pt x="608" y="0"/>
                      <a:pt x="348" y="138"/>
                      <a:pt x="209" y="380"/>
                    </a:cubicBezTo>
                    <a:cubicBezTo>
                      <a:pt x="1" y="751"/>
                      <a:pt x="163" y="1233"/>
                      <a:pt x="564" y="1472"/>
                    </a:cubicBezTo>
                    <a:cubicBezTo>
                      <a:pt x="709" y="1550"/>
                      <a:pt x="863" y="1587"/>
                      <a:pt x="1013" y="1587"/>
                    </a:cubicBezTo>
                    <a:cubicBezTo>
                      <a:pt x="1293" y="1587"/>
                      <a:pt x="1554" y="1455"/>
                      <a:pt x="1690" y="1214"/>
                    </a:cubicBezTo>
                    <a:cubicBezTo>
                      <a:pt x="1899" y="847"/>
                      <a:pt x="1737" y="346"/>
                      <a:pt x="1335" y="122"/>
                    </a:cubicBezTo>
                    <a:cubicBezTo>
                      <a:pt x="1191" y="39"/>
                      <a:pt x="1037" y="0"/>
                      <a:pt x="88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30"/>
              <p:cNvSpPr/>
              <p:nvPr/>
            </p:nvSpPr>
            <p:spPr>
              <a:xfrm>
                <a:off x="6747841" y="3521375"/>
                <a:ext cx="65266" cy="52466"/>
              </a:xfrm>
              <a:custGeom>
                <a:avLst/>
                <a:gdLst/>
                <a:ahLst/>
                <a:cxnLst/>
                <a:rect l="l" t="t" r="r" b="b"/>
                <a:pathLst>
                  <a:path w="2315" h="1861" extrusionOk="0">
                    <a:moveTo>
                      <a:pt x="564" y="0"/>
                    </a:moveTo>
                    <a:cubicBezTo>
                      <a:pt x="143" y="270"/>
                      <a:pt x="1" y="1254"/>
                      <a:pt x="722" y="1701"/>
                    </a:cubicBezTo>
                    <a:cubicBezTo>
                      <a:pt x="895" y="1812"/>
                      <a:pt x="1085" y="1860"/>
                      <a:pt x="1270" y="1860"/>
                    </a:cubicBezTo>
                    <a:cubicBezTo>
                      <a:pt x="1758" y="1860"/>
                      <a:pt x="2223" y="1526"/>
                      <a:pt x="2315" y="1107"/>
                    </a:cubicBezTo>
                    <a:cubicBezTo>
                      <a:pt x="2185" y="1045"/>
                      <a:pt x="2068" y="1026"/>
                      <a:pt x="1973" y="1026"/>
                    </a:cubicBezTo>
                    <a:cubicBezTo>
                      <a:pt x="1818" y="1026"/>
                      <a:pt x="1721" y="1076"/>
                      <a:pt x="1721" y="1076"/>
                    </a:cubicBezTo>
                    <a:cubicBezTo>
                      <a:pt x="1721" y="1076"/>
                      <a:pt x="1898" y="772"/>
                      <a:pt x="1671" y="336"/>
                    </a:cubicBezTo>
                    <a:cubicBezTo>
                      <a:pt x="1609" y="319"/>
                      <a:pt x="1546" y="311"/>
                      <a:pt x="1486" y="311"/>
                    </a:cubicBezTo>
                    <a:cubicBezTo>
                      <a:pt x="1155" y="311"/>
                      <a:pt x="869" y="529"/>
                      <a:pt x="869" y="529"/>
                    </a:cubicBezTo>
                    <a:cubicBezTo>
                      <a:pt x="869" y="529"/>
                      <a:pt x="757" y="143"/>
                      <a:pt x="56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3" name="Google Shape;543;p30"/>
            <p:cNvGrpSpPr/>
            <p:nvPr/>
          </p:nvGrpSpPr>
          <p:grpSpPr>
            <a:xfrm>
              <a:off x="7030397" y="3152574"/>
              <a:ext cx="457141" cy="822746"/>
              <a:chOff x="6025600" y="3390870"/>
              <a:chExt cx="254269" cy="457624"/>
            </a:xfrm>
          </p:grpSpPr>
          <p:sp>
            <p:nvSpPr>
              <p:cNvPr id="544" name="Google Shape;544;p30"/>
              <p:cNvSpPr/>
              <p:nvPr/>
            </p:nvSpPr>
            <p:spPr>
              <a:xfrm>
                <a:off x="6025600" y="3690362"/>
                <a:ext cx="102903" cy="104199"/>
              </a:xfrm>
              <a:custGeom>
                <a:avLst/>
                <a:gdLst/>
                <a:ahLst/>
                <a:cxnLst/>
                <a:rect l="l" t="t" r="r" b="b"/>
                <a:pathLst>
                  <a:path w="3650" h="3696" extrusionOk="0">
                    <a:moveTo>
                      <a:pt x="1867" y="0"/>
                    </a:moveTo>
                    <a:cubicBezTo>
                      <a:pt x="837" y="0"/>
                      <a:pt x="0" y="818"/>
                      <a:pt x="0" y="1848"/>
                    </a:cubicBezTo>
                    <a:cubicBezTo>
                      <a:pt x="0" y="2858"/>
                      <a:pt x="837" y="3695"/>
                      <a:pt x="1867" y="3695"/>
                    </a:cubicBezTo>
                    <a:cubicBezTo>
                      <a:pt x="2716" y="3695"/>
                      <a:pt x="3441" y="3101"/>
                      <a:pt x="3649" y="2314"/>
                    </a:cubicBezTo>
                    <a:lnTo>
                      <a:pt x="2862" y="2314"/>
                    </a:lnTo>
                    <a:cubicBezTo>
                      <a:pt x="2685" y="2685"/>
                      <a:pt x="2299" y="2955"/>
                      <a:pt x="1867" y="2955"/>
                    </a:cubicBezTo>
                    <a:cubicBezTo>
                      <a:pt x="1254" y="2955"/>
                      <a:pt x="756" y="2457"/>
                      <a:pt x="756" y="1848"/>
                    </a:cubicBezTo>
                    <a:cubicBezTo>
                      <a:pt x="756" y="1238"/>
                      <a:pt x="1254" y="737"/>
                      <a:pt x="1867" y="737"/>
                    </a:cubicBezTo>
                    <a:cubicBezTo>
                      <a:pt x="2218" y="737"/>
                      <a:pt x="2542" y="914"/>
                      <a:pt x="2750" y="1188"/>
                    </a:cubicBezTo>
                    <a:lnTo>
                      <a:pt x="3583" y="1188"/>
                    </a:lnTo>
                    <a:cubicBezTo>
                      <a:pt x="3329" y="498"/>
                      <a:pt x="2654" y="0"/>
                      <a:pt x="186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30"/>
              <p:cNvSpPr/>
              <p:nvPr/>
            </p:nvSpPr>
            <p:spPr>
              <a:xfrm>
                <a:off x="6036905" y="3702541"/>
                <a:ext cx="48519" cy="79841"/>
              </a:xfrm>
              <a:custGeom>
                <a:avLst/>
                <a:gdLst/>
                <a:ahLst/>
                <a:cxnLst/>
                <a:rect l="l" t="t" r="r" b="b"/>
                <a:pathLst>
                  <a:path w="1721" h="2832" extrusionOk="0">
                    <a:moveTo>
                      <a:pt x="1431" y="0"/>
                    </a:moveTo>
                    <a:cubicBezTo>
                      <a:pt x="645" y="0"/>
                      <a:pt x="0" y="629"/>
                      <a:pt x="0" y="1416"/>
                    </a:cubicBezTo>
                    <a:cubicBezTo>
                      <a:pt x="0" y="2203"/>
                      <a:pt x="645" y="2831"/>
                      <a:pt x="1431" y="2831"/>
                    </a:cubicBezTo>
                    <a:cubicBezTo>
                      <a:pt x="1528" y="2831"/>
                      <a:pt x="1624" y="2831"/>
                      <a:pt x="1721" y="2797"/>
                    </a:cubicBezTo>
                    <a:cubicBezTo>
                      <a:pt x="1705" y="2700"/>
                      <a:pt x="1674" y="2604"/>
                      <a:pt x="1659" y="2507"/>
                    </a:cubicBezTo>
                    <a:cubicBezTo>
                      <a:pt x="1593" y="2507"/>
                      <a:pt x="1528" y="2523"/>
                      <a:pt x="1466" y="2523"/>
                    </a:cubicBezTo>
                    <a:cubicBezTo>
                      <a:pt x="853" y="2523"/>
                      <a:pt x="355" y="2025"/>
                      <a:pt x="355" y="1416"/>
                    </a:cubicBezTo>
                    <a:cubicBezTo>
                      <a:pt x="355" y="806"/>
                      <a:pt x="853" y="305"/>
                      <a:pt x="1466" y="305"/>
                    </a:cubicBezTo>
                    <a:cubicBezTo>
                      <a:pt x="1512" y="305"/>
                      <a:pt x="1563" y="305"/>
                      <a:pt x="1593" y="324"/>
                    </a:cubicBezTo>
                    <a:lnTo>
                      <a:pt x="1593" y="0"/>
                    </a:lnTo>
                    <a:close/>
                  </a:path>
                </a:pathLst>
              </a:custGeom>
              <a:solidFill>
                <a:srgbClr val="2E44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30"/>
              <p:cNvSpPr/>
              <p:nvPr/>
            </p:nvSpPr>
            <p:spPr>
              <a:xfrm>
                <a:off x="6170116" y="3431665"/>
                <a:ext cx="101155" cy="122778"/>
              </a:xfrm>
              <a:custGeom>
                <a:avLst/>
                <a:gdLst/>
                <a:ahLst/>
                <a:cxnLst/>
                <a:rect l="l" t="t" r="r" b="b"/>
                <a:pathLst>
                  <a:path w="3588" h="4355" extrusionOk="0">
                    <a:moveTo>
                      <a:pt x="2831" y="0"/>
                    </a:moveTo>
                    <a:cubicBezTo>
                      <a:pt x="2430" y="0"/>
                      <a:pt x="2091" y="336"/>
                      <a:pt x="2091" y="752"/>
                    </a:cubicBezTo>
                    <a:lnTo>
                      <a:pt x="2091" y="2665"/>
                    </a:lnTo>
                    <a:cubicBezTo>
                      <a:pt x="2091" y="2777"/>
                      <a:pt x="1994" y="2858"/>
                      <a:pt x="1883" y="2858"/>
                    </a:cubicBezTo>
                    <a:lnTo>
                      <a:pt x="756" y="2858"/>
                    </a:lnTo>
                    <a:cubicBezTo>
                      <a:pt x="340" y="2858"/>
                      <a:pt x="0" y="3198"/>
                      <a:pt x="0" y="3614"/>
                    </a:cubicBezTo>
                    <a:cubicBezTo>
                      <a:pt x="0" y="4031"/>
                      <a:pt x="340" y="4355"/>
                      <a:pt x="756" y="4355"/>
                    </a:cubicBezTo>
                    <a:lnTo>
                      <a:pt x="1883" y="4355"/>
                    </a:lnTo>
                    <a:cubicBezTo>
                      <a:pt x="2816" y="4355"/>
                      <a:pt x="3587" y="3599"/>
                      <a:pt x="3587" y="2665"/>
                    </a:cubicBezTo>
                    <a:lnTo>
                      <a:pt x="3587" y="752"/>
                    </a:lnTo>
                    <a:cubicBezTo>
                      <a:pt x="3587" y="336"/>
                      <a:pt x="3248" y="0"/>
                      <a:pt x="283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30"/>
              <p:cNvSpPr/>
              <p:nvPr/>
            </p:nvSpPr>
            <p:spPr>
              <a:xfrm>
                <a:off x="6087680" y="3488756"/>
                <a:ext cx="114631" cy="112347"/>
              </a:xfrm>
              <a:custGeom>
                <a:avLst/>
                <a:gdLst/>
                <a:ahLst/>
                <a:cxnLst/>
                <a:rect l="l" t="t" r="r" b="b"/>
                <a:pathLst>
                  <a:path w="4066" h="3985" extrusionOk="0">
                    <a:moveTo>
                      <a:pt x="757" y="0"/>
                    </a:moveTo>
                    <a:cubicBezTo>
                      <a:pt x="340" y="0"/>
                      <a:pt x="1" y="336"/>
                      <a:pt x="1" y="752"/>
                    </a:cubicBezTo>
                    <a:lnTo>
                      <a:pt x="1" y="2233"/>
                    </a:lnTo>
                    <a:cubicBezTo>
                      <a:pt x="1" y="3198"/>
                      <a:pt x="787" y="3985"/>
                      <a:pt x="1767" y="3985"/>
                    </a:cubicBezTo>
                    <a:lnTo>
                      <a:pt x="3329" y="3985"/>
                    </a:lnTo>
                    <a:cubicBezTo>
                      <a:pt x="3730" y="3985"/>
                      <a:pt x="4066" y="3664"/>
                      <a:pt x="4066" y="3244"/>
                    </a:cubicBezTo>
                    <a:cubicBezTo>
                      <a:pt x="4066" y="2827"/>
                      <a:pt x="3730" y="2488"/>
                      <a:pt x="3329" y="2488"/>
                    </a:cubicBezTo>
                    <a:lnTo>
                      <a:pt x="1767" y="2488"/>
                    </a:lnTo>
                    <a:cubicBezTo>
                      <a:pt x="1624" y="2488"/>
                      <a:pt x="1497" y="2376"/>
                      <a:pt x="1497" y="2233"/>
                    </a:cubicBezTo>
                    <a:lnTo>
                      <a:pt x="1497" y="752"/>
                    </a:lnTo>
                    <a:cubicBezTo>
                      <a:pt x="1497" y="336"/>
                      <a:pt x="1158" y="0"/>
                      <a:pt x="75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30"/>
              <p:cNvSpPr/>
              <p:nvPr/>
            </p:nvSpPr>
            <p:spPr>
              <a:xfrm>
                <a:off x="6151621" y="3432088"/>
                <a:ext cx="59824" cy="209780"/>
              </a:xfrm>
              <a:custGeom>
                <a:avLst/>
                <a:gdLst/>
                <a:ahLst/>
                <a:cxnLst/>
                <a:rect l="l" t="t" r="r" b="b"/>
                <a:pathLst>
                  <a:path w="2122" h="7441" extrusionOk="0">
                    <a:moveTo>
                      <a:pt x="1061" y="1"/>
                    </a:moveTo>
                    <a:cubicBezTo>
                      <a:pt x="915" y="1"/>
                      <a:pt x="787" y="32"/>
                      <a:pt x="656" y="82"/>
                    </a:cubicBezTo>
                    <a:cubicBezTo>
                      <a:pt x="271" y="240"/>
                      <a:pt x="1" y="610"/>
                      <a:pt x="1" y="1061"/>
                    </a:cubicBezTo>
                    <a:lnTo>
                      <a:pt x="1" y="7294"/>
                    </a:lnTo>
                    <a:cubicBezTo>
                      <a:pt x="1" y="7375"/>
                      <a:pt x="62" y="7441"/>
                      <a:pt x="143" y="7441"/>
                    </a:cubicBezTo>
                    <a:lnTo>
                      <a:pt x="1975" y="7441"/>
                    </a:lnTo>
                    <a:cubicBezTo>
                      <a:pt x="2056" y="7441"/>
                      <a:pt x="2122" y="7375"/>
                      <a:pt x="2122" y="7294"/>
                    </a:cubicBezTo>
                    <a:lnTo>
                      <a:pt x="2122" y="1061"/>
                    </a:lnTo>
                    <a:cubicBezTo>
                      <a:pt x="2122" y="772"/>
                      <a:pt x="1991" y="498"/>
                      <a:pt x="1798" y="305"/>
                    </a:cubicBezTo>
                    <a:cubicBezTo>
                      <a:pt x="1605" y="113"/>
                      <a:pt x="1351" y="1"/>
                      <a:pt x="106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30"/>
              <p:cNvSpPr/>
              <p:nvPr/>
            </p:nvSpPr>
            <p:spPr>
              <a:xfrm>
                <a:off x="6151621" y="3434372"/>
                <a:ext cx="18522" cy="207497"/>
              </a:xfrm>
              <a:custGeom>
                <a:avLst/>
                <a:gdLst/>
                <a:ahLst/>
                <a:cxnLst/>
                <a:rect l="l" t="t" r="r" b="b"/>
                <a:pathLst>
                  <a:path w="657" h="7360" extrusionOk="0">
                    <a:moveTo>
                      <a:pt x="656" y="1"/>
                    </a:moveTo>
                    <a:cubicBezTo>
                      <a:pt x="271" y="159"/>
                      <a:pt x="1" y="529"/>
                      <a:pt x="1" y="980"/>
                    </a:cubicBezTo>
                    <a:lnTo>
                      <a:pt x="1" y="7213"/>
                    </a:lnTo>
                    <a:cubicBezTo>
                      <a:pt x="1" y="7294"/>
                      <a:pt x="62" y="7360"/>
                      <a:pt x="143" y="7360"/>
                    </a:cubicBezTo>
                    <a:lnTo>
                      <a:pt x="656" y="7360"/>
                    </a:lnTo>
                    <a:lnTo>
                      <a:pt x="6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30"/>
              <p:cNvSpPr/>
              <p:nvPr/>
            </p:nvSpPr>
            <p:spPr>
              <a:xfrm>
                <a:off x="6088131" y="3626844"/>
                <a:ext cx="184886" cy="97039"/>
              </a:xfrm>
              <a:custGeom>
                <a:avLst/>
                <a:gdLst/>
                <a:ahLst/>
                <a:cxnLst/>
                <a:rect l="l" t="t" r="r" b="b"/>
                <a:pathLst>
                  <a:path w="6558" h="3442" extrusionOk="0">
                    <a:moveTo>
                      <a:pt x="3375" y="1"/>
                    </a:moveTo>
                    <a:cubicBezTo>
                      <a:pt x="2299" y="1"/>
                      <a:pt x="1481" y="386"/>
                      <a:pt x="903" y="772"/>
                    </a:cubicBezTo>
                    <a:cubicBezTo>
                      <a:pt x="305" y="1193"/>
                      <a:pt x="0" y="1624"/>
                      <a:pt x="0" y="1624"/>
                    </a:cubicBezTo>
                    <a:lnTo>
                      <a:pt x="3954" y="3441"/>
                    </a:lnTo>
                    <a:lnTo>
                      <a:pt x="6557" y="1624"/>
                    </a:lnTo>
                    <a:cubicBezTo>
                      <a:pt x="6557" y="1624"/>
                      <a:pt x="6364" y="1289"/>
                      <a:pt x="5932" y="919"/>
                    </a:cubicBezTo>
                    <a:cubicBezTo>
                      <a:pt x="5415" y="483"/>
                      <a:pt x="4582" y="1"/>
                      <a:pt x="33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30"/>
              <p:cNvSpPr/>
              <p:nvPr/>
            </p:nvSpPr>
            <p:spPr>
              <a:xfrm>
                <a:off x="6093995" y="3648608"/>
                <a:ext cx="174004" cy="39921"/>
              </a:xfrm>
              <a:custGeom>
                <a:avLst/>
                <a:gdLst/>
                <a:ahLst/>
                <a:cxnLst/>
                <a:rect l="l" t="t" r="r" b="b"/>
                <a:pathLst>
                  <a:path w="6172" h="1416" extrusionOk="0">
                    <a:moveTo>
                      <a:pt x="695" y="0"/>
                    </a:moveTo>
                    <a:cubicBezTo>
                      <a:pt x="386" y="228"/>
                      <a:pt x="147" y="451"/>
                      <a:pt x="0" y="613"/>
                    </a:cubicBezTo>
                    <a:lnTo>
                      <a:pt x="1304" y="613"/>
                    </a:lnTo>
                    <a:lnTo>
                      <a:pt x="2669" y="1126"/>
                    </a:lnTo>
                    <a:lnTo>
                      <a:pt x="3587" y="868"/>
                    </a:lnTo>
                    <a:lnTo>
                      <a:pt x="4694" y="1416"/>
                    </a:lnTo>
                    <a:lnTo>
                      <a:pt x="5902" y="613"/>
                    </a:lnTo>
                    <a:lnTo>
                      <a:pt x="6172" y="613"/>
                    </a:lnTo>
                    <a:cubicBezTo>
                      <a:pt x="6075" y="482"/>
                      <a:pt x="5917" y="309"/>
                      <a:pt x="5724" y="147"/>
                    </a:cubicBezTo>
                    <a:cubicBezTo>
                      <a:pt x="4918" y="355"/>
                      <a:pt x="4166" y="436"/>
                      <a:pt x="3491" y="436"/>
                    </a:cubicBezTo>
                    <a:cubicBezTo>
                      <a:pt x="2237" y="436"/>
                      <a:pt x="1223" y="178"/>
                      <a:pt x="6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30"/>
              <p:cNvSpPr/>
              <p:nvPr/>
            </p:nvSpPr>
            <p:spPr>
              <a:xfrm>
                <a:off x="6081816" y="3665891"/>
                <a:ext cx="198052" cy="182603"/>
              </a:xfrm>
              <a:custGeom>
                <a:avLst/>
                <a:gdLst/>
                <a:ahLst/>
                <a:cxnLst/>
                <a:rect l="l" t="t" r="r" b="b"/>
                <a:pathLst>
                  <a:path w="7025" h="6477" extrusionOk="0">
                    <a:moveTo>
                      <a:pt x="0" y="0"/>
                    </a:moveTo>
                    <a:lnTo>
                      <a:pt x="0" y="3198"/>
                    </a:lnTo>
                    <a:cubicBezTo>
                      <a:pt x="0" y="3807"/>
                      <a:pt x="178" y="4386"/>
                      <a:pt x="467" y="4868"/>
                    </a:cubicBezTo>
                    <a:cubicBezTo>
                      <a:pt x="1046" y="5832"/>
                      <a:pt x="2091" y="6476"/>
                      <a:pt x="3294" y="6476"/>
                    </a:cubicBezTo>
                    <a:lnTo>
                      <a:pt x="3746" y="6476"/>
                    </a:lnTo>
                    <a:cubicBezTo>
                      <a:pt x="5080" y="6476"/>
                      <a:pt x="6218" y="5690"/>
                      <a:pt x="6735" y="4563"/>
                    </a:cubicBezTo>
                    <a:cubicBezTo>
                      <a:pt x="6928" y="4147"/>
                      <a:pt x="7024" y="3680"/>
                      <a:pt x="7024" y="3198"/>
                    </a:cubicBezTo>
                    <a:lnTo>
                      <a:pt x="7024" y="0"/>
                    </a:lnTo>
                    <a:lnTo>
                      <a:pt x="6334" y="0"/>
                    </a:lnTo>
                    <a:lnTo>
                      <a:pt x="5126" y="803"/>
                    </a:lnTo>
                    <a:lnTo>
                      <a:pt x="4019" y="255"/>
                    </a:lnTo>
                    <a:lnTo>
                      <a:pt x="3101" y="513"/>
                    </a:lnTo>
                    <a:lnTo>
                      <a:pt x="173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30"/>
              <p:cNvSpPr/>
              <p:nvPr/>
            </p:nvSpPr>
            <p:spPr>
              <a:xfrm>
                <a:off x="6094982" y="3794534"/>
                <a:ext cx="176711" cy="53960"/>
              </a:xfrm>
              <a:custGeom>
                <a:avLst/>
                <a:gdLst/>
                <a:ahLst/>
                <a:cxnLst/>
                <a:rect l="l" t="t" r="r" b="b"/>
                <a:pathLst>
                  <a:path w="6268" h="1914" extrusionOk="0">
                    <a:moveTo>
                      <a:pt x="6268" y="0"/>
                    </a:moveTo>
                    <a:lnTo>
                      <a:pt x="6268" y="0"/>
                    </a:lnTo>
                    <a:cubicBezTo>
                      <a:pt x="4146" y="112"/>
                      <a:pt x="1527" y="243"/>
                      <a:pt x="0" y="305"/>
                    </a:cubicBezTo>
                    <a:cubicBezTo>
                      <a:pt x="579" y="1269"/>
                      <a:pt x="1624" y="1913"/>
                      <a:pt x="2827" y="1913"/>
                    </a:cubicBezTo>
                    <a:lnTo>
                      <a:pt x="3279" y="1913"/>
                    </a:lnTo>
                    <a:cubicBezTo>
                      <a:pt x="4613" y="1913"/>
                      <a:pt x="5751" y="1127"/>
                      <a:pt x="6268" y="0"/>
                    </a:cubicBezTo>
                    <a:close/>
                  </a:path>
                </a:pathLst>
              </a:custGeom>
              <a:solidFill>
                <a:srgbClr val="B2C5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30"/>
              <p:cNvSpPr/>
              <p:nvPr/>
            </p:nvSpPr>
            <p:spPr>
              <a:xfrm>
                <a:off x="6174683" y="3710266"/>
                <a:ext cx="55793" cy="68846"/>
              </a:xfrm>
              <a:custGeom>
                <a:avLst/>
                <a:gdLst/>
                <a:ahLst/>
                <a:cxnLst/>
                <a:rect l="l" t="t" r="r" b="b"/>
                <a:pathLst>
                  <a:path w="1979" h="2442" extrusionOk="0">
                    <a:moveTo>
                      <a:pt x="980" y="0"/>
                    </a:moveTo>
                    <a:cubicBezTo>
                      <a:pt x="436" y="0"/>
                      <a:pt x="0" y="548"/>
                      <a:pt x="0" y="1223"/>
                    </a:cubicBezTo>
                    <a:cubicBezTo>
                      <a:pt x="0" y="1898"/>
                      <a:pt x="436" y="2442"/>
                      <a:pt x="980" y="2442"/>
                    </a:cubicBezTo>
                    <a:cubicBezTo>
                      <a:pt x="1528" y="2442"/>
                      <a:pt x="1979" y="1898"/>
                      <a:pt x="1979" y="1223"/>
                    </a:cubicBezTo>
                    <a:cubicBezTo>
                      <a:pt x="1979" y="548"/>
                      <a:pt x="1528" y="0"/>
                      <a:pt x="9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30"/>
              <p:cNvSpPr/>
              <p:nvPr/>
            </p:nvSpPr>
            <p:spPr>
              <a:xfrm>
                <a:off x="6182831" y="3720697"/>
                <a:ext cx="38962" cy="48096"/>
              </a:xfrm>
              <a:custGeom>
                <a:avLst/>
                <a:gdLst/>
                <a:ahLst/>
                <a:cxnLst/>
                <a:rect l="l" t="t" r="r" b="b"/>
                <a:pathLst>
                  <a:path w="1382" h="1706" extrusionOk="0">
                    <a:moveTo>
                      <a:pt x="691" y="0"/>
                    </a:moveTo>
                    <a:cubicBezTo>
                      <a:pt x="321" y="0"/>
                      <a:pt x="1" y="386"/>
                      <a:pt x="1" y="853"/>
                    </a:cubicBezTo>
                    <a:cubicBezTo>
                      <a:pt x="1" y="1335"/>
                      <a:pt x="321" y="1705"/>
                      <a:pt x="691" y="1705"/>
                    </a:cubicBezTo>
                    <a:cubicBezTo>
                      <a:pt x="1077" y="1705"/>
                      <a:pt x="1381" y="1335"/>
                      <a:pt x="1381" y="853"/>
                    </a:cubicBezTo>
                    <a:cubicBezTo>
                      <a:pt x="1381" y="386"/>
                      <a:pt x="1077" y="0"/>
                      <a:pt x="69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30"/>
              <p:cNvSpPr/>
              <p:nvPr/>
            </p:nvSpPr>
            <p:spPr>
              <a:xfrm>
                <a:off x="6163801" y="3390870"/>
                <a:ext cx="48096" cy="43980"/>
              </a:xfrm>
              <a:custGeom>
                <a:avLst/>
                <a:gdLst/>
                <a:ahLst/>
                <a:cxnLst/>
                <a:rect l="l" t="t" r="r" b="b"/>
                <a:pathLst>
                  <a:path w="1706" h="1560" extrusionOk="0">
                    <a:moveTo>
                      <a:pt x="853" y="1"/>
                    </a:moveTo>
                    <a:cubicBezTo>
                      <a:pt x="371" y="1"/>
                      <a:pt x="1" y="352"/>
                      <a:pt x="1" y="772"/>
                    </a:cubicBezTo>
                    <a:cubicBezTo>
                      <a:pt x="1" y="1204"/>
                      <a:pt x="371" y="1559"/>
                      <a:pt x="853" y="1559"/>
                    </a:cubicBezTo>
                    <a:cubicBezTo>
                      <a:pt x="1320" y="1559"/>
                      <a:pt x="1705" y="1204"/>
                      <a:pt x="1705" y="772"/>
                    </a:cubicBezTo>
                    <a:cubicBezTo>
                      <a:pt x="1705" y="352"/>
                      <a:pt x="1320" y="1"/>
                      <a:pt x="85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30"/>
              <p:cNvSpPr/>
              <p:nvPr/>
            </p:nvSpPr>
            <p:spPr>
              <a:xfrm>
                <a:off x="6152495" y="3395325"/>
                <a:ext cx="69748" cy="47251"/>
              </a:xfrm>
              <a:custGeom>
                <a:avLst/>
                <a:gdLst/>
                <a:ahLst/>
                <a:cxnLst/>
                <a:rect l="l" t="t" r="r" b="b"/>
                <a:pathLst>
                  <a:path w="2474" h="1676" extrusionOk="0">
                    <a:moveTo>
                      <a:pt x="1350" y="1"/>
                    </a:moveTo>
                    <a:cubicBezTo>
                      <a:pt x="949" y="97"/>
                      <a:pt x="756" y="564"/>
                      <a:pt x="756" y="564"/>
                    </a:cubicBezTo>
                    <a:cubicBezTo>
                      <a:pt x="756" y="564"/>
                      <a:pt x="467" y="290"/>
                      <a:pt x="224" y="259"/>
                    </a:cubicBezTo>
                    <a:lnTo>
                      <a:pt x="224" y="259"/>
                    </a:lnTo>
                    <a:cubicBezTo>
                      <a:pt x="0" y="691"/>
                      <a:pt x="371" y="1625"/>
                      <a:pt x="1223" y="1675"/>
                    </a:cubicBezTo>
                    <a:cubicBezTo>
                      <a:pt x="1237" y="1676"/>
                      <a:pt x="1251" y="1676"/>
                      <a:pt x="1265" y="1676"/>
                    </a:cubicBezTo>
                    <a:cubicBezTo>
                      <a:pt x="1965" y="1676"/>
                      <a:pt x="2473" y="923"/>
                      <a:pt x="2299" y="356"/>
                    </a:cubicBezTo>
                    <a:lnTo>
                      <a:pt x="2299" y="356"/>
                    </a:lnTo>
                    <a:cubicBezTo>
                      <a:pt x="1929" y="387"/>
                      <a:pt x="1767" y="630"/>
                      <a:pt x="1767" y="630"/>
                    </a:cubicBezTo>
                    <a:cubicBezTo>
                      <a:pt x="1767" y="630"/>
                      <a:pt x="1767" y="275"/>
                      <a:pt x="135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30"/>
              <p:cNvSpPr/>
              <p:nvPr/>
            </p:nvSpPr>
            <p:spPr>
              <a:xfrm>
                <a:off x="6082690" y="3514524"/>
                <a:ext cx="10882" cy="2312"/>
              </a:xfrm>
              <a:custGeom>
                <a:avLst/>
                <a:gdLst/>
                <a:ahLst/>
                <a:cxnLst/>
                <a:rect l="l" t="t" r="r" b="b"/>
                <a:pathLst>
                  <a:path w="386" h="82" extrusionOk="0">
                    <a:moveTo>
                      <a:pt x="35" y="0"/>
                    </a:moveTo>
                    <a:cubicBezTo>
                      <a:pt x="16" y="0"/>
                      <a:pt x="0" y="16"/>
                      <a:pt x="0" y="31"/>
                    </a:cubicBezTo>
                    <a:cubicBezTo>
                      <a:pt x="0" y="66"/>
                      <a:pt x="16" y="81"/>
                      <a:pt x="35" y="81"/>
                    </a:cubicBezTo>
                    <a:lnTo>
                      <a:pt x="355" y="81"/>
                    </a:lnTo>
                    <a:cubicBezTo>
                      <a:pt x="370" y="81"/>
                      <a:pt x="386" y="66"/>
                      <a:pt x="386" y="31"/>
                    </a:cubicBezTo>
                    <a:cubicBezTo>
                      <a:pt x="386" y="16"/>
                      <a:pt x="370" y="0"/>
                      <a:pt x="35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30"/>
              <p:cNvSpPr/>
              <p:nvPr/>
            </p:nvSpPr>
            <p:spPr>
              <a:xfrm>
                <a:off x="6121709" y="3504092"/>
                <a:ext cx="10910" cy="1861"/>
              </a:xfrm>
              <a:custGeom>
                <a:avLst/>
                <a:gdLst/>
                <a:ahLst/>
                <a:cxnLst/>
                <a:rect l="l" t="t" r="r" b="b"/>
                <a:pathLst>
                  <a:path w="387" h="66" extrusionOk="0">
                    <a:moveTo>
                      <a:pt x="32" y="0"/>
                    </a:moveTo>
                    <a:cubicBezTo>
                      <a:pt x="16" y="0"/>
                      <a:pt x="1" y="15"/>
                      <a:pt x="1" y="35"/>
                    </a:cubicBezTo>
                    <a:cubicBezTo>
                      <a:pt x="1" y="50"/>
                      <a:pt x="16" y="66"/>
                      <a:pt x="32" y="66"/>
                    </a:cubicBezTo>
                    <a:lnTo>
                      <a:pt x="336" y="66"/>
                    </a:lnTo>
                    <a:cubicBezTo>
                      <a:pt x="367" y="66"/>
                      <a:pt x="387" y="50"/>
                      <a:pt x="387" y="35"/>
                    </a:cubicBezTo>
                    <a:cubicBezTo>
                      <a:pt x="387" y="15"/>
                      <a:pt x="367" y="0"/>
                      <a:pt x="3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30"/>
              <p:cNvSpPr/>
              <p:nvPr/>
            </p:nvSpPr>
            <p:spPr>
              <a:xfrm>
                <a:off x="6082690" y="3538121"/>
                <a:ext cx="10882" cy="4060"/>
              </a:xfrm>
              <a:custGeom>
                <a:avLst/>
                <a:gdLst/>
                <a:ahLst/>
                <a:cxnLst/>
                <a:rect l="l" t="t" r="r" b="b"/>
                <a:pathLst>
                  <a:path w="386" h="144" extrusionOk="0">
                    <a:moveTo>
                      <a:pt x="50" y="0"/>
                    </a:moveTo>
                    <a:cubicBezTo>
                      <a:pt x="35" y="0"/>
                      <a:pt x="16" y="0"/>
                      <a:pt x="16" y="31"/>
                    </a:cubicBezTo>
                    <a:cubicBezTo>
                      <a:pt x="0" y="47"/>
                      <a:pt x="16" y="62"/>
                      <a:pt x="35" y="62"/>
                    </a:cubicBezTo>
                    <a:lnTo>
                      <a:pt x="340" y="143"/>
                    </a:lnTo>
                    <a:cubicBezTo>
                      <a:pt x="355" y="143"/>
                      <a:pt x="370" y="143"/>
                      <a:pt x="386" y="128"/>
                    </a:cubicBezTo>
                    <a:cubicBezTo>
                      <a:pt x="386" y="97"/>
                      <a:pt x="370" y="81"/>
                      <a:pt x="355" y="81"/>
                    </a:cubicBezTo>
                    <a:lnTo>
                      <a:pt x="5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30"/>
              <p:cNvSpPr/>
              <p:nvPr/>
            </p:nvSpPr>
            <p:spPr>
              <a:xfrm>
                <a:off x="6112151" y="3531270"/>
                <a:ext cx="10037" cy="6879"/>
              </a:xfrm>
              <a:custGeom>
                <a:avLst/>
                <a:gdLst/>
                <a:ahLst/>
                <a:cxnLst/>
                <a:rect l="l" t="t" r="r" b="b"/>
                <a:pathLst>
                  <a:path w="356" h="244" extrusionOk="0">
                    <a:moveTo>
                      <a:pt x="66" y="0"/>
                    </a:moveTo>
                    <a:cubicBezTo>
                      <a:pt x="51" y="0"/>
                      <a:pt x="31" y="0"/>
                      <a:pt x="16" y="16"/>
                    </a:cubicBezTo>
                    <a:cubicBezTo>
                      <a:pt x="0" y="35"/>
                      <a:pt x="0" y="66"/>
                      <a:pt x="31" y="66"/>
                    </a:cubicBezTo>
                    <a:lnTo>
                      <a:pt x="290" y="228"/>
                    </a:lnTo>
                    <a:cubicBezTo>
                      <a:pt x="290" y="243"/>
                      <a:pt x="305" y="243"/>
                      <a:pt x="305" y="243"/>
                    </a:cubicBezTo>
                    <a:cubicBezTo>
                      <a:pt x="321" y="243"/>
                      <a:pt x="340" y="228"/>
                      <a:pt x="340" y="228"/>
                    </a:cubicBezTo>
                    <a:cubicBezTo>
                      <a:pt x="355" y="209"/>
                      <a:pt x="355" y="178"/>
                      <a:pt x="321" y="178"/>
                    </a:cubicBezTo>
                    <a:lnTo>
                      <a:pt x="6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30"/>
              <p:cNvSpPr/>
              <p:nvPr/>
            </p:nvSpPr>
            <p:spPr>
              <a:xfrm>
                <a:off x="6109868" y="3568175"/>
                <a:ext cx="7302" cy="9332"/>
              </a:xfrm>
              <a:custGeom>
                <a:avLst/>
                <a:gdLst/>
                <a:ahLst/>
                <a:cxnLst/>
                <a:rect l="l" t="t" r="r" b="b"/>
                <a:pathLst>
                  <a:path w="259" h="331" extrusionOk="0">
                    <a:moveTo>
                      <a:pt x="206" y="0"/>
                    </a:moveTo>
                    <a:cubicBezTo>
                      <a:pt x="196" y="0"/>
                      <a:pt x="187" y="8"/>
                      <a:pt x="178" y="26"/>
                    </a:cubicBezTo>
                    <a:lnTo>
                      <a:pt x="16" y="284"/>
                    </a:lnTo>
                    <a:cubicBezTo>
                      <a:pt x="0" y="300"/>
                      <a:pt x="0" y="315"/>
                      <a:pt x="16" y="331"/>
                    </a:cubicBezTo>
                    <a:lnTo>
                      <a:pt x="35" y="331"/>
                    </a:lnTo>
                    <a:cubicBezTo>
                      <a:pt x="51" y="331"/>
                      <a:pt x="66" y="331"/>
                      <a:pt x="66" y="315"/>
                    </a:cubicBezTo>
                    <a:lnTo>
                      <a:pt x="243" y="57"/>
                    </a:lnTo>
                    <a:cubicBezTo>
                      <a:pt x="259" y="41"/>
                      <a:pt x="243" y="26"/>
                      <a:pt x="228" y="10"/>
                    </a:cubicBezTo>
                    <a:cubicBezTo>
                      <a:pt x="220" y="4"/>
                      <a:pt x="213" y="0"/>
                      <a:pt x="20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30"/>
              <p:cNvSpPr/>
              <p:nvPr/>
            </p:nvSpPr>
            <p:spPr>
              <a:xfrm>
                <a:off x="6127601" y="3520388"/>
                <a:ext cx="10882" cy="1889"/>
              </a:xfrm>
              <a:custGeom>
                <a:avLst/>
                <a:gdLst/>
                <a:ahLst/>
                <a:cxnLst/>
                <a:rect l="l" t="t" r="r" b="b"/>
                <a:pathLst>
                  <a:path w="386" h="67" extrusionOk="0">
                    <a:moveTo>
                      <a:pt x="31" y="1"/>
                    </a:moveTo>
                    <a:cubicBezTo>
                      <a:pt x="16" y="1"/>
                      <a:pt x="0" y="16"/>
                      <a:pt x="0" y="35"/>
                    </a:cubicBezTo>
                    <a:cubicBezTo>
                      <a:pt x="0" y="51"/>
                      <a:pt x="16" y="66"/>
                      <a:pt x="31" y="66"/>
                    </a:cubicBezTo>
                    <a:lnTo>
                      <a:pt x="336" y="66"/>
                    </a:lnTo>
                    <a:cubicBezTo>
                      <a:pt x="370" y="66"/>
                      <a:pt x="386" y="51"/>
                      <a:pt x="386" y="35"/>
                    </a:cubicBezTo>
                    <a:cubicBezTo>
                      <a:pt x="386" y="16"/>
                      <a:pt x="370" y="1"/>
                      <a:pt x="3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30"/>
              <p:cNvSpPr/>
              <p:nvPr/>
            </p:nvSpPr>
            <p:spPr>
              <a:xfrm>
                <a:off x="6082690" y="3562141"/>
                <a:ext cx="10882" cy="5469"/>
              </a:xfrm>
              <a:custGeom>
                <a:avLst/>
                <a:gdLst/>
                <a:ahLst/>
                <a:cxnLst/>
                <a:rect l="l" t="t" r="r" b="b"/>
                <a:pathLst>
                  <a:path w="386" h="194" extrusionOk="0">
                    <a:moveTo>
                      <a:pt x="324" y="1"/>
                    </a:moveTo>
                    <a:lnTo>
                      <a:pt x="35" y="113"/>
                    </a:lnTo>
                    <a:cubicBezTo>
                      <a:pt x="16" y="128"/>
                      <a:pt x="0" y="143"/>
                      <a:pt x="16" y="159"/>
                    </a:cubicBezTo>
                    <a:cubicBezTo>
                      <a:pt x="16" y="174"/>
                      <a:pt x="35" y="194"/>
                      <a:pt x="50" y="194"/>
                    </a:cubicBezTo>
                    <a:lnTo>
                      <a:pt x="66" y="174"/>
                    </a:lnTo>
                    <a:lnTo>
                      <a:pt x="355" y="62"/>
                    </a:lnTo>
                    <a:cubicBezTo>
                      <a:pt x="370" y="62"/>
                      <a:pt x="386" y="32"/>
                      <a:pt x="370" y="16"/>
                    </a:cubicBezTo>
                    <a:cubicBezTo>
                      <a:pt x="370" y="1"/>
                      <a:pt x="340" y="1"/>
                      <a:pt x="32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30"/>
              <p:cNvSpPr/>
              <p:nvPr/>
            </p:nvSpPr>
            <p:spPr>
              <a:xfrm>
                <a:off x="6105836" y="3592477"/>
                <a:ext cx="10488" cy="5469"/>
              </a:xfrm>
              <a:custGeom>
                <a:avLst/>
                <a:gdLst/>
                <a:ahLst/>
                <a:cxnLst/>
                <a:rect l="l" t="t" r="r" b="b"/>
                <a:pathLst>
                  <a:path w="372" h="194" extrusionOk="0">
                    <a:moveTo>
                      <a:pt x="321" y="1"/>
                    </a:moveTo>
                    <a:lnTo>
                      <a:pt x="32" y="113"/>
                    </a:lnTo>
                    <a:cubicBezTo>
                      <a:pt x="1" y="128"/>
                      <a:pt x="1" y="144"/>
                      <a:pt x="1" y="159"/>
                    </a:cubicBezTo>
                    <a:cubicBezTo>
                      <a:pt x="16" y="178"/>
                      <a:pt x="32" y="194"/>
                      <a:pt x="47" y="194"/>
                    </a:cubicBezTo>
                    <a:lnTo>
                      <a:pt x="336" y="82"/>
                    </a:lnTo>
                    <a:cubicBezTo>
                      <a:pt x="371" y="63"/>
                      <a:pt x="371" y="47"/>
                      <a:pt x="371" y="32"/>
                    </a:cubicBezTo>
                    <a:cubicBezTo>
                      <a:pt x="352" y="1"/>
                      <a:pt x="336" y="1"/>
                      <a:pt x="32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30"/>
              <p:cNvSpPr/>
              <p:nvPr/>
            </p:nvSpPr>
            <p:spPr>
              <a:xfrm>
                <a:off x="6112574" y="3481905"/>
                <a:ext cx="3750" cy="10882"/>
              </a:xfrm>
              <a:custGeom>
                <a:avLst/>
                <a:gdLst/>
                <a:ahLst/>
                <a:cxnLst/>
                <a:rect l="l" t="t" r="r" b="b"/>
                <a:pathLst>
                  <a:path w="133" h="386" extrusionOk="0">
                    <a:moveTo>
                      <a:pt x="97" y="0"/>
                    </a:moveTo>
                    <a:cubicBezTo>
                      <a:pt x="82" y="0"/>
                      <a:pt x="66" y="16"/>
                      <a:pt x="51" y="31"/>
                    </a:cubicBezTo>
                    <a:lnTo>
                      <a:pt x="1" y="340"/>
                    </a:lnTo>
                    <a:cubicBezTo>
                      <a:pt x="1" y="355"/>
                      <a:pt x="16" y="370"/>
                      <a:pt x="36" y="386"/>
                    </a:cubicBezTo>
                    <a:cubicBezTo>
                      <a:pt x="66" y="386"/>
                      <a:pt x="82" y="370"/>
                      <a:pt x="82" y="355"/>
                    </a:cubicBezTo>
                    <a:lnTo>
                      <a:pt x="132" y="50"/>
                    </a:lnTo>
                    <a:cubicBezTo>
                      <a:pt x="132" y="16"/>
                      <a:pt x="113" y="0"/>
                      <a:pt x="9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30"/>
              <p:cNvSpPr/>
              <p:nvPr/>
            </p:nvSpPr>
            <p:spPr>
              <a:xfrm>
                <a:off x="6135326" y="3554868"/>
                <a:ext cx="3609" cy="10882"/>
              </a:xfrm>
              <a:custGeom>
                <a:avLst/>
                <a:gdLst/>
                <a:ahLst/>
                <a:cxnLst/>
                <a:rect l="l" t="t" r="r" b="b"/>
                <a:pathLst>
                  <a:path w="128" h="386" extrusionOk="0">
                    <a:moveTo>
                      <a:pt x="96" y="0"/>
                    </a:moveTo>
                    <a:cubicBezTo>
                      <a:pt x="77" y="0"/>
                      <a:pt x="62" y="16"/>
                      <a:pt x="62" y="31"/>
                    </a:cubicBezTo>
                    <a:lnTo>
                      <a:pt x="0" y="336"/>
                    </a:lnTo>
                    <a:cubicBezTo>
                      <a:pt x="0" y="371"/>
                      <a:pt x="15" y="386"/>
                      <a:pt x="31" y="386"/>
                    </a:cubicBezTo>
                    <a:lnTo>
                      <a:pt x="46" y="386"/>
                    </a:lnTo>
                    <a:cubicBezTo>
                      <a:pt x="62" y="386"/>
                      <a:pt x="77" y="371"/>
                      <a:pt x="77" y="355"/>
                    </a:cubicBezTo>
                    <a:lnTo>
                      <a:pt x="127" y="47"/>
                    </a:lnTo>
                    <a:cubicBezTo>
                      <a:pt x="127" y="31"/>
                      <a:pt x="127" y="16"/>
                      <a:pt x="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30"/>
              <p:cNvSpPr/>
              <p:nvPr/>
            </p:nvSpPr>
            <p:spPr>
              <a:xfrm>
                <a:off x="6094531" y="3491998"/>
                <a:ext cx="8176" cy="8965"/>
              </a:xfrm>
              <a:custGeom>
                <a:avLst/>
                <a:gdLst/>
                <a:ahLst/>
                <a:cxnLst/>
                <a:rect l="l" t="t" r="r" b="b"/>
                <a:pathLst>
                  <a:path w="290" h="318" extrusionOk="0">
                    <a:moveTo>
                      <a:pt x="39" y="1"/>
                    </a:moveTo>
                    <a:cubicBezTo>
                      <a:pt x="31" y="1"/>
                      <a:pt x="24" y="5"/>
                      <a:pt x="16" y="12"/>
                    </a:cubicBezTo>
                    <a:cubicBezTo>
                      <a:pt x="1" y="28"/>
                      <a:pt x="1" y="43"/>
                      <a:pt x="16" y="59"/>
                    </a:cubicBezTo>
                    <a:lnTo>
                      <a:pt x="224" y="302"/>
                    </a:lnTo>
                    <a:cubicBezTo>
                      <a:pt x="224" y="302"/>
                      <a:pt x="240" y="317"/>
                      <a:pt x="255" y="317"/>
                    </a:cubicBezTo>
                    <a:lnTo>
                      <a:pt x="271" y="302"/>
                    </a:lnTo>
                    <a:cubicBezTo>
                      <a:pt x="290" y="286"/>
                      <a:pt x="290" y="271"/>
                      <a:pt x="271" y="252"/>
                    </a:cubicBezTo>
                    <a:lnTo>
                      <a:pt x="62" y="12"/>
                    </a:lnTo>
                    <a:cubicBezTo>
                      <a:pt x="55" y="5"/>
                      <a:pt x="47" y="1"/>
                      <a:pt x="3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30"/>
              <p:cNvSpPr/>
              <p:nvPr/>
            </p:nvSpPr>
            <p:spPr>
              <a:xfrm>
                <a:off x="6265802" y="3457856"/>
                <a:ext cx="10910" cy="1889"/>
              </a:xfrm>
              <a:custGeom>
                <a:avLst/>
                <a:gdLst/>
                <a:ahLst/>
                <a:cxnLst/>
                <a:rect l="l" t="t" r="r" b="b"/>
                <a:pathLst>
                  <a:path w="387" h="67" extrusionOk="0">
                    <a:moveTo>
                      <a:pt x="31" y="1"/>
                    </a:moveTo>
                    <a:cubicBezTo>
                      <a:pt x="16" y="1"/>
                      <a:pt x="0" y="16"/>
                      <a:pt x="0" y="36"/>
                    </a:cubicBezTo>
                    <a:cubicBezTo>
                      <a:pt x="0" y="51"/>
                      <a:pt x="16" y="66"/>
                      <a:pt x="31" y="66"/>
                    </a:cubicBezTo>
                    <a:lnTo>
                      <a:pt x="351" y="66"/>
                    </a:lnTo>
                    <a:cubicBezTo>
                      <a:pt x="367" y="66"/>
                      <a:pt x="386" y="51"/>
                      <a:pt x="386" y="36"/>
                    </a:cubicBezTo>
                    <a:cubicBezTo>
                      <a:pt x="386" y="16"/>
                      <a:pt x="367" y="1"/>
                      <a:pt x="35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30"/>
              <p:cNvSpPr/>
              <p:nvPr/>
            </p:nvSpPr>
            <p:spPr>
              <a:xfrm>
                <a:off x="6226755" y="3447002"/>
                <a:ext cx="10910" cy="2312"/>
              </a:xfrm>
              <a:custGeom>
                <a:avLst/>
                <a:gdLst/>
                <a:ahLst/>
                <a:cxnLst/>
                <a:rect l="l" t="t" r="r" b="b"/>
                <a:pathLst>
                  <a:path w="387" h="82" extrusionOk="0">
                    <a:moveTo>
                      <a:pt x="51" y="0"/>
                    </a:moveTo>
                    <a:cubicBezTo>
                      <a:pt x="16" y="0"/>
                      <a:pt x="1" y="16"/>
                      <a:pt x="1" y="50"/>
                    </a:cubicBezTo>
                    <a:cubicBezTo>
                      <a:pt x="1" y="66"/>
                      <a:pt x="16" y="81"/>
                      <a:pt x="51" y="81"/>
                    </a:cubicBezTo>
                    <a:lnTo>
                      <a:pt x="356" y="81"/>
                    </a:lnTo>
                    <a:cubicBezTo>
                      <a:pt x="371" y="81"/>
                      <a:pt x="387" y="66"/>
                      <a:pt x="387" y="50"/>
                    </a:cubicBezTo>
                    <a:cubicBezTo>
                      <a:pt x="387" y="16"/>
                      <a:pt x="371" y="0"/>
                      <a:pt x="35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30"/>
              <p:cNvSpPr/>
              <p:nvPr/>
            </p:nvSpPr>
            <p:spPr>
              <a:xfrm>
                <a:off x="6265802" y="3481285"/>
                <a:ext cx="10910" cy="4229"/>
              </a:xfrm>
              <a:custGeom>
                <a:avLst/>
                <a:gdLst/>
                <a:ahLst/>
                <a:cxnLst/>
                <a:rect l="l" t="t" r="r" b="b"/>
                <a:pathLst>
                  <a:path w="387" h="150" extrusionOk="0">
                    <a:moveTo>
                      <a:pt x="350" y="0"/>
                    </a:moveTo>
                    <a:cubicBezTo>
                      <a:pt x="345" y="0"/>
                      <a:pt x="341" y="2"/>
                      <a:pt x="336" y="7"/>
                    </a:cubicBezTo>
                    <a:lnTo>
                      <a:pt x="31" y="88"/>
                    </a:lnTo>
                    <a:cubicBezTo>
                      <a:pt x="16" y="88"/>
                      <a:pt x="0" y="103"/>
                      <a:pt x="0" y="119"/>
                    </a:cubicBezTo>
                    <a:cubicBezTo>
                      <a:pt x="16" y="134"/>
                      <a:pt x="31" y="149"/>
                      <a:pt x="47" y="149"/>
                    </a:cubicBezTo>
                    <a:lnTo>
                      <a:pt x="351" y="72"/>
                    </a:lnTo>
                    <a:cubicBezTo>
                      <a:pt x="367" y="72"/>
                      <a:pt x="386" y="38"/>
                      <a:pt x="386" y="22"/>
                    </a:cubicBezTo>
                    <a:cubicBezTo>
                      <a:pt x="373" y="11"/>
                      <a:pt x="361" y="0"/>
                      <a:pt x="35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30"/>
              <p:cNvSpPr/>
              <p:nvPr/>
            </p:nvSpPr>
            <p:spPr>
              <a:xfrm>
                <a:off x="6237214" y="3474434"/>
                <a:ext cx="10008" cy="7048"/>
              </a:xfrm>
              <a:custGeom>
                <a:avLst/>
                <a:gdLst/>
                <a:ahLst/>
                <a:cxnLst/>
                <a:rect l="l" t="t" r="r" b="b"/>
                <a:pathLst>
                  <a:path w="355" h="250" extrusionOk="0">
                    <a:moveTo>
                      <a:pt x="306" y="0"/>
                    </a:moveTo>
                    <a:cubicBezTo>
                      <a:pt x="300" y="0"/>
                      <a:pt x="294" y="2"/>
                      <a:pt x="289" y="7"/>
                    </a:cubicBezTo>
                    <a:lnTo>
                      <a:pt x="31" y="169"/>
                    </a:lnTo>
                    <a:cubicBezTo>
                      <a:pt x="16" y="184"/>
                      <a:pt x="0" y="200"/>
                      <a:pt x="16" y="219"/>
                    </a:cubicBezTo>
                    <a:cubicBezTo>
                      <a:pt x="16" y="234"/>
                      <a:pt x="31" y="250"/>
                      <a:pt x="50" y="250"/>
                    </a:cubicBezTo>
                    <a:lnTo>
                      <a:pt x="66" y="234"/>
                    </a:lnTo>
                    <a:lnTo>
                      <a:pt x="339" y="72"/>
                    </a:lnTo>
                    <a:cubicBezTo>
                      <a:pt x="355" y="57"/>
                      <a:pt x="355" y="42"/>
                      <a:pt x="339" y="26"/>
                    </a:cubicBezTo>
                    <a:cubicBezTo>
                      <a:pt x="339" y="12"/>
                      <a:pt x="322" y="0"/>
                      <a:pt x="30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30"/>
              <p:cNvSpPr/>
              <p:nvPr/>
            </p:nvSpPr>
            <p:spPr>
              <a:xfrm>
                <a:off x="6242205" y="3511479"/>
                <a:ext cx="7302" cy="9388"/>
              </a:xfrm>
              <a:custGeom>
                <a:avLst/>
                <a:gdLst/>
                <a:ahLst/>
                <a:cxnLst/>
                <a:rect l="l" t="t" r="r" b="b"/>
                <a:pathLst>
                  <a:path w="259" h="333" extrusionOk="0">
                    <a:moveTo>
                      <a:pt x="56" y="0"/>
                    </a:moveTo>
                    <a:cubicBezTo>
                      <a:pt x="48" y="0"/>
                      <a:pt x="39" y="4"/>
                      <a:pt x="31" y="12"/>
                    </a:cubicBezTo>
                    <a:cubicBezTo>
                      <a:pt x="16" y="12"/>
                      <a:pt x="0" y="43"/>
                      <a:pt x="16" y="62"/>
                    </a:cubicBezTo>
                    <a:lnTo>
                      <a:pt x="193" y="317"/>
                    </a:lnTo>
                    <a:cubicBezTo>
                      <a:pt x="193" y="332"/>
                      <a:pt x="209" y="332"/>
                      <a:pt x="224" y="332"/>
                    </a:cubicBezTo>
                    <a:lnTo>
                      <a:pt x="240" y="332"/>
                    </a:lnTo>
                    <a:cubicBezTo>
                      <a:pt x="259" y="317"/>
                      <a:pt x="259" y="286"/>
                      <a:pt x="259" y="270"/>
                    </a:cubicBezTo>
                    <a:lnTo>
                      <a:pt x="81" y="12"/>
                    </a:lnTo>
                    <a:cubicBezTo>
                      <a:pt x="74" y="4"/>
                      <a:pt x="65" y="0"/>
                      <a:pt x="5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30"/>
              <p:cNvSpPr/>
              <p:nvPr/>
            </p:nvSpPr>
            <p:spPr>
              <a:xfrm>
                <a:off x="6220891" y="3463749"/>
                <a:ext cx="10910" cy="1861"/>
              </a:xfrm>
              <a:custGeom>
                <a:avLst/>
                <a:gdLst/>
                <a:ahLst/>
                <a:cxnLst/>
                <a:rect l="l" t="t" r="r" b="b"/>
                <a:pathLst>
                  <a:path w="387" h="66" extrusionOk="0">
                    <a:moveTo>
                      <a:pt x="51" y="0"/>
                    </a:moveTo>
                    <a:cubicBezTo>
                      <a:pt x="16" y="0"/>
                      <a:pt x="1" y="19"/>
                      <a:pt x="1" y="35"/>
                    </a:cubicBezTo>
                    <a:cubicBezTo>
                      <a:pt x="1" y="50"/>
                      <a:pt x="16" y="66"/>
                      <a:pt x="51" y="66"/>
                    </a:cubicBezTo>
                    <a:lnTo>
                      <a:pt x="355" y="66"/>
                    </a:lnTo>
                    <a:cubicBezTo>
                      <a:pt x="371" y="66"/>
                      <a:pt x="386" y="50"/>
                      <a:pt x="386" y="35"/>
                    </a:cubicBezTo>
                    <a:cubicBezTo>
                      <a:pt x="386" y="19"/>
                      <a:pt x="371" y="0"/>
                      <a:pt x="35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30"/>
              <p:cNvSpPr/>
              <p:nvPr/>
            </p:nvSpPr>
            <p:spPr>
              <a:xfrm>
                <a:off x="6149789" y="3470148"/>
                <a:ext cx="10882" cy="2312"/>
              </a:xfrm>
              <a:custGeom>
                <a:avLst/>
                <a:gdLst/>
                <a:ahLst/>
                <a:cxnLst/>
                <a:rect l="l" t="t" r="r" b="b"/>
                <a:pathLst>
                  <a:path w="386" h="82" extrusionOk="0">
                    <a:moveTo>
                      <a:pt x="31" y="1"/>
                    </a:moveTo>
                    <a:cubicBezTo>
                      <a:pt x="15" y="1"/>
                      <a:pt x="0" y="16"/>
                      <a:pt x="0" y="32"/>
                    </a:cubicBezTo>
                    <a:cubicBezTo>
                      <a:pt x="0" y="62"/>
                      <a:pt x="15" y="82"/>
                      <a:pt x="31" y="82"/>
                    </a:cubicBezTo>
                    <a:lnTo>
                      <a:pt x="336" y="82"/>
                    </a:lnTo>
                    <a:cubicBezTo>
                      <a:pt x="370" y="82"/>
                      <a:pt x="386" y="62"/>
                      <a:pt x="386" y="32"/>
                    </a:cubicBezTo>
                    <a:cubicBezTo>
                      <a:pt x="386" y="16"/>
                      <a:pt x="370" y="1"/>
                      <a:pt x="3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30"/>
              <p:cNvSpPr/>
              <p:nvPr/>
            </p:nvSpPr>
            <p:spPr>
              <a:xfrm>
                <a:off x="6165210" y="3493013"/>
                <a:ext cx="9924" cy="6625"/>
              </a:xfrm>
              <a:custGeom>
                <a:avLst/>
                <a:gdLst/>
                <a:ahLst/>
                <a:cxnLst/>
                <a:rect l="l" t="t" r="r" b="b"/>
                <a:pathLst>
                  <a:path w="352" h="235" extrusionOk="0">
                    <a:moveTo>
                      <a:pt x="306" y="1"/>
                    </a:moveTo>
                    <a:cubicBezTo>
                      <a:pt x="300" y="1"/>
                      <a:pt x="295" y="3"/>
                      <a:pt x="290" y="7"/>
                    </a:cubicBezTo>
                    <a:lnTo>
                      <a:pt x="32" y="169"/>
                    </a:lnTo>
                    <a:cubicBezTo>
                      <a:pt x="16" y="185"/>
                      <a:pt x="1" y="200"/>
                      <a:pt x="16" y="216"/>
                    </a:cubicBezTo>
                    <a:cubicBezTo>
                      <a:pt x="32" y="235"/>
                      <a:pt x="32" y="235"/>
                      <a:pt x="47" y="235"/>
                    </a:cubicBezTo>
                    <a:lnTo>
                      <a:pt x="62" y="235"/>
                    </a:lnTo>
                    <a:lnTo>
                      <a:pt x="336" y="73"/>
                    </a:lnTo>
                    <a:cubicBezTo>
                      <a:pt x="352" y="57"/>
                      <a:pt x="352" y="42"/>
                      <a:pt x="336" y="23"/>
                    </a:cubicBezTo>
                    <a:cubicBezTo>
                      <a:pt x="336" y="12"/>
                      <a:pt x="321" y="1"/>
                      <a:pt x="30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30"/>
              <p:cNvSpPr/>
              <p:nvPr/>
            </p:nvSpPr>
            <p:spPr>
              <a:xfrm>
                <a:off x="6185537" y="3565835"/>
                <a:ext cx="10037" cy="6682"/>
              </a:xfrm>
              <a:custGeom>
                <a:avLst/>
                <a:gdLst/>
                <a:ahLst/>
                <a:cxnLst/>
                <a:rect l="l" t="t" r="r" b="b"/>
                <a:pathLst>
                  <a:path w="356" h="237" extrusionOk="0">
                    <a:moveTo>
                      <a:pt x="321" y="1"/>
                    </a:moveTo>
                    <a:cubicBezTo>
                      <a:pt x="311" y="1"/>
                      <a:pt x="298" y="5"/>
                      <a:pt x="290" y="12"/>
                    </a:cubicBezTo>
                    <a:lnTo>
                      <a:pt x="32" y="174"/>
                    </a:lnTo>
                    <a:cubicBezTo>
                      <a:pt x="16" y="190"/>
                      <a:pt x="1" y="205"/>
                      <a:pt x="16" y="221"/>
                    </a:cubicBezTo>
                    <a:cubicBezTo>
                      <a:pt x="16" y="236"/>
                      <a:pt x="32" y="236"/>
                      <a:pt x="51" y="236"/>
                    </a:cubicBezTo>
                    <a:lnTo>
                      <a:pt x="67" y="236"/>
                    </a:lnTo>
                    <a:lnTo>
                      <a:pt x="340" y="78"/>
                    </a:lnTo>
                    <a:cubicBezTo>
                      <a:pt x="356" y="63"/>
                      <a:pt x="356" y="43"/>
                      <a:pt x="340" y="12"/>
                    </a:cubicBezTo>
                    <a:cubicBezTo>
                      <a:pt x="340" y="5"/>
                      <a:pt x="332" y="1"/>
                      <a:pt x="32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30"/>
              <p:cNvSpPr/>
              <p:nvPr/>
            </p:nvSpPr>
            <p:spPr>
              <a:xfrm>
                <a:off x="6164675" y="3540405"/>
                <a:ext cx="10910" cy="1776"/>
              </a:xfrm>
              <a:custGeom>
                <a:avLst/>
                <a:gdLst/>
                <a:ahLst/>
                <a:cxnLst/>
                <a:rect l="l" t="t" r="r" b="b"/>
                <a:pathLst>
                  <a:path w="387" h="63" extrusionOk="0">
                    <a:moveTo>
                      <a:pt x="51" y="0"/>
                    </a:moveTo>
                    <a:cubicBezTo>
                      <a:pt x="20" y="0"/>
                      <a:pt x="0" y="16"/>
                      <a:pt x="0" y="31"/>
                    </a:cubicBezTo>
                    <a:cubicBezTo>
                      <a:pt x="0" y="47"/>
                      <a:pt x="20" y="62"/>
                      <a:pt x="51" y="62"/>
                    </a:cubicBezTo>
                    <a:lnTo>
                      <a:pt x="355" y="62"/>
                    </a:lnTo>
                    <a:cubicBezTo>
                      <a:pt x="371" y="62"/>
                      <a:pt x="386" y="47"/>
                      <a:pt x="386" y="31"/>
                    </a:cubicBezTo>
                    <a:cubicBezTo>
                      <a:pt x="386" y="16"/>
                      <a:pt x="371" y="0"/>
                      <a:pt x="35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30"/>
              <p:cNvSpPr/>
              <p:nvPr/>
            </p:nvSpPr>
            <p:spPr>
              <a:xfrm>
                <a:off x="6265802" y="3505305"/>
                <a:ext cx="10910" cy="5216"/>
              </a:xfrm>
              <a:custGeom>
                <a:avLst/>
                <a:gdLst/>
                <a:ahLst/>
                <a:cxnLst/>
                <a:rect l="l" t="t" r="r" b="b"/>
                <a:pathLst>
                  <a:path w="387" h="185" extrusionOk="0">
                    <a:moveTo>
                      <a:pt x="46" y="1"/>
                    </a:moveTo>
                    <a:cubicBezTo>
                      <a:pt x="31" y="1"/>
                      <a:pt x="16" y="12"/>
                      <a:pt x="16" y="23"/>
                    </a:cubicBezTo>
                    <a:cubicBezTo>
                      <a:pt x="0" y="38"/>
                      <a:pt x="16" y="69"/>
                      <a:pt x="31" y="69"/>
                    </a:cubicBezTo>
                    <a:lnTo>
                      <a:pt x="321" y="185"/>
                    </a:lnTo>
                    <a:lnTo>
                      <a:pt x="336" y="185"/>
                    </a:lnTo>
                    <a:cubicBezTo>
                      <a:pt x="351" y="185"/>
                      <a:pt x="367" y="185"/>
                      <a:pt x="367" y="165"/>
                    </a:cubicBezTo>
                    <a:cubicBezTo>
                      <a:pt x="386" y="150"/>
                      <a:pt x="367" y="119"/>
                      <a:pt x="351" y="119"/>
                    </a:cubicBezTo>
                    <a:lnTo>
                      <a:pt x="62" y="7"/>
                    </a:lnTo>
                    <a:cubicBezTo>
                      <a:pt x="58" y="3"/>
                      <a:pt x="52" y="1"/>
                      <a:pt x="4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30"/>
              <p:cNvSpPr/>
              <p:nvPr/>
            </p:nvSpPr>
            <p:spPr>
              <a:xfrm>
                <a:off x="6255371" y="3533977"/>
                <a:ext cx="10882" cy="5469"/>
              </a:xfrm>
              <a:custGeom>
                <a:avLst/>
                <a:gdLst/>
                <a:ahLst/>
                <a:cxnLst/>
                <a:rect l="l" t="t" r="r" b="b"/>
                <a:pathLst>
                  <a:path w="386" h="194" extrusionOk="0">
                    <a:moveTo>
                      <a:pt x="62" y="1"/>
                    </a:moveTo>
                    <a:cubicBezTo>
                      <a:pt x="46" y="1"/>
                      <a:pt x="16" y="16"/>
                      <a:pt x="16" y="35"/>
                    </a:cubicBezTo>
                    <a:cubicBezTo>
                      <a:pt x="0" y="51"/>
                      <a:pt x="16" y="66"/>
                      <a:pt x="31" y="82"/>
                    </a:cubicBezTo>
                    <a:lnTo>
                      <a:pt x="320" y="194"/>
                    </a:lnTo>
                    <a:lnTo>
                      <a:pt x="336" y="194"/>
                    </a:lnTo>
                    <a:cubicBezTo>
                      <a:pt x="351" y="194"/>
                      <a:pt x="370" y="194"/>
                      <a:pt x="370" y="178"/>
                    </a:cubicBezTo>
                    <a:cubicBezTo>
                      <a:pt x="386" y="147"/>
                      <a:pt x="370" y="132"/>
                      <a:pt x="351" y="132"/>
                    </a:cubicBezTo>
                    <a:lnTo>
                      <a:pt x="6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30"/>
              <p:cNvSpPr/>
              <p:nvPr/>
            </p:nvSpPr>
            <p:spPr>
              <a:xfrm>
                <a:off x="6206005" y="3604064"/>
                <a:ext cx="10347" cy="5187"/>
              </a:xfrm>
              <a:custGeom>
                <a:avLst/>
                <a:gdLst/>
                <a:ahLst/>
                <a:cxnLst/>
                <a:rect l="l" t="t" r="r" b="b"/>
                <a:pathLst>
                  <a:path w="367" h="184" extrusionOk="0">
                    <a:moveTo>
                      <a:pt x="33" y="0"/>
                    </a:moveTo>
                    <a:cubicBezTo>
                      <a:pt x="22" y="0"/>
                      <a:pt x="11" y="11"/>
                      <a:pt x="0" y="22"/>
                    </a:cubicBezTo>
                    <a:cubicBezTo>
                      <a:pt x="0" y="37"/>
                      <a:pt x="16" y="57"/>
                      <a:pt x="31" y="72"/>
                    </a:cubicBezTo>
                    <a:lnTo>
                      <a:pt x="320" y="184"/>
                    </a:lnTo>
                    <a:lnTo>
                      <a:pt x="336" y="184"/>
                    </a:lnTo>
                    <a:cubicBezTo>
                      <a:pt x="336" y="184"/>
                      <a:pt x="351" y="184"/>
                      <a:pt x="367" y="168"/>
                    </a:cubicBezTo>
                    <a:cubicBezTo>
                      <a:pt x="367" y="153"/>
                      <a:pt x="367" y="118"/>
                      <a:pt x="336" y="118"/>
                    </a:cubicBezTo>
                    <a:lnTo>
                      <a:pt x="46" y="6"/>
                    </a:lnTo>
                    <a:cubicBezTo>
                      <a:pt x="42" y="2"/>
                      <a:pt x="37" y="0"/>
                      <a:pt x="3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30"/>
              <p:cNvSpPr/>
              <p:nvPr/>
            </p:nvSpPr>
            <p:spPr>
              <a:xfrm>
                <a:off x="6231322" y="3546523"/>
                <a:ext cx="4595" cy="10657"/>
              </a:xfrm>
              <a:custGeom>
                <a:avLst/>
                <a:gdLst/>
                <a:ahLst/>
                <a:cxnLst/>
                <a:rect l="l" t="t" r="r" b="b"/>
                <a:pathLst>
                  <a:path w="163" h="378" extrusionOk="0">
                    <a:moveTo>
                      <a:pt x="46" y="1"/>
                    </a:moveTo>
                    <a:cubicBezTo>
                      <a:pt x="41" y="1"/>
                      <a:pt x="36" y="3"/>
                      <a:pt x="32" y="7"/>
                    </a:cubicBezTo>
                    <a:cubicBezTo>
                      <a:pt x="16" y="7"/>
                      <a:pt x="1" y="22"/>
                      <a:pt x="1" y="38"/>
                    </a:cubicBezTo>
                    <a:lnTo>
                      <a:pt x="82" y="343"/>
                    </a:lnTo>
                    <a:cubicBezTo>
                      <a:pt x="82" y="362"/>
                      <a:pt x="97" y="377"/>
                      <a:pt x="113" y="377"/>
                    </a:cubicBezTo>
                    <a:lnTo>
                      <a:pt x="128" y="377"/>
                    </a:lnTo>
                    <a:cubicBezTo>
                      <a:pt x="144" y="377"/>
                      <a:pt x="163" y="343"/>
                      <a:pt x="144" y="327"/>
                    </a:cubicBezTo>
                    <a:lnTo>
                      <a:pt x="82" y="22"/>
                    </a:lnTo>
                    <a:cubicBezTo>
                      <a:pt x="71" y="12"/>
                      <a:pt x="58" y="1"/>
                      <a:pt x="4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30"/>
              <p:cNvSpPr/>
              <p:nvPr/>
            </p:nvSpPr>
            <p:spPr>
              <a:xfrm>
                <a:off x="6243079" y="3425068"/>
                <a:ext cx="3721" cy="10629"/>
              </a:xfrm>
              <a:custGeom>
                <a:avLst/>
                <a:gdLst/>
                <a:ahLst/>
                <a:cxnLst/>
                <a:rect l="l" t="t" r="r" b="b"/>
                <a:pathLst>
                  <a:path w="132" h="377" extrusionOk="0">
                    <a:moveTo>
                      <a:pt x="50" y="1"/>
                    </a:moveTo>
                    <a:cubicBezTo>
                      <a:pt x="44" y="1"/>
                      <a:pt x="39" y="3"/>
                      <a:pt x="35" y="7"/>
                    </a:cubicBezTo>
                    <a:cubicBezTo>
                      <a:pt x="16" y="7"/>
                      <a:pt x="0" y="22"/>
                      <a:pt x="0" y="41"/>
                    </a:cubicBezTo>
                    <a:lnTo>
                      <a:pt x="50" y="346"/>
                    </a:lnTo>
                    <a:cubicBezTo>
                      <a:pt x="66" y="377"/>
                      <a:pt x="81" y="377"/>
                      <a:pt x="97" y="377"/>
                    </a:cubicBezTo>
                    <a:cubicBezTo>
                      <a:pt x="112" y="377"/>
                      <a:pt x="131" y="362"/>
                      <a:pt x="131" y="346"/>
                    </a:cubicBezTo>
                    <a:lnTo>
                      <a:pt x="81" y="41"/>
                    </a:lnTo>
                    <a:cubicBezTo>
                      <a:pt x="81" y="16"/>
                      <a:pt x="65" y="1"/>
                      <a:pt x="5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30"/>
              <p:cNvSpPr/>
              <p:nvPr/>
            </p:nvSpPr>
            <p:spPr>
              <a:xfrm>
                <a:off x="6219594" y="3507053"/>
                <a:ext cx="4032" cy="10657"/>
              </a:xfrm>
              <a:custGeom>
                <a:avLst/>
                <a:gdLst/>
                <a:ahLst/>
                <a:cxnLst/>
                <a:rect l="l" t="t" r="r" b="b"/>
                <a:pathLst>
                  <a:path w="143" h="378" extrusionOk="0">
                    <a:moveTo>
                      <a:pt x="58" y="1"/>
                    </a:moveTo>
                    <a:cubicBezTo>
                      <a:pt x="55" y="1"/>
                      <a:pt x="51" y="3"/>
                      <a:pt x="47" y="7"/>
                    </a:cubicBezTo>
                    <a:cubicBezTo>
                      <a:pt x="16" y="7"/>
                      <a:pt x="0" y="26"/>
                      <a:pt x="16" y="42"/>
                    </a:cubicBezTo>
                    <a:lnTo>
                      <a:pt x="62" y="346"/>
                    </a:lnTo>
                    <a:cubicBezTo>
                      <a:pt x="62" y="377"/>
                      <a:pt x="77" y="377"/>
                      <a:pt x="97" y="377"/>
                    </a:cubicBezTo>
                    <a:cubicBezTo>
                      <a:pt x="128" y="377"/>
                      <a:pt x="143" y="362"/>
                      <a:pt x="128" y="346"/>
                    </a:cubicBezTo>
                    <a:lnTo>
                      <a:pt x="77" y="42"/>
                    </a:lnTo>
                    <a:cubicBezTo>
                      <a:pt x="77" y="16"/>
                      <a:pt x="69" y="1"/>
                      <a:pt x="5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30"/>
              <p:cNvSpPr/>
              <p:nvPr/>
            </p:nvSpPr>
            <p:spPr>
              <a:xfrm>
                <a:off x="6256667" y="3435359"/>
                <a:ext cx="8176" cy="8514"/>
              </a:xfrm>
              <a:custGeom>
                <a:avLst/>
                <a:gdLst/>
                <a:ahLst/>
                <a:cxnLst/>
                <a:rect l="l" t="t" r="r" b="b"/>
                <a:pathLst>
                  <a:path w="290" h="302" extrusionOk="0">
                    <a:moveTo>
                      <a:pt x="251" y="0"/>
                    </a:moveTo>
                    <a:cubicBezTo>
                      <a:pt x="243" y="0"/>
                      <a:pt x="236" y="4"/>
                      <a:pt x="228" y="12"/>
                    </a:cubicBezTo>
                    <a:lnTo>
                      <a:pt x="16" y="236"/>
                    </a:lnTo>
                    <a:cubicBezTo>
                      <a:pt x="0" y="255"/>
                      <a:pt x="0" y="286"/>
                      <a:pt x="16" y="301"/>
                    </a:cubicBezTo>
                    <a:lnTo>
                      <a:pt x="35" y="301"/>
                    </a:lnTo>
                    <a:cubicBezTo>
                      <a:pt x="51" y="301"/>
                      <a:pt x="66" y="301"/>
                      <a:pt x="66" y="286"/>
                    </a:cubicBezTo>
                    <a:lnTo>
                      <a:pt x="274" y="62"/>
                    </a:lnTo>
                    <a:cubicBezTo>
                      <a:pt x="290" y="43"/>
                      <a:pt x="290" y="27"/>
                      <a:pt x="274" y="12"/>
                    </a:cubicBezTo>
                    <a:cubicBezTo>
                      <a:pt x="267" y="4"/>
                      <a:pt x="259" y="0"/>
                      <a:pt x="25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30"/>
              <p:cNvSpPr/>
              <p:nvPr/>
            </p:nvSpPr>
            <p:spPr>
              <a:xfrm>
                <a:off x="6192839" y="3480580"/>
                <a:ext cx="10910" cy="2227"/>
              </a:xfrm>
              <a:custGeom>
                <a:avLst/>
                <a:gdLst/>
                <a:ahLst/>
                <a:cxnLst/>
                <a:rect l="l" t="t" r="r" b="b"/>
                <a:pathLst>
                  <a:path w="387" h="79" extrusionOk="0">
                    <a:moveTo>
                      <a:pt x="31" y="1"/>
                    </a:moveTo>
                    <a:cubicBezTo>
                      <a:pt x="16" y="1"/>
                      <a:pt x="0" y="16"/>
                      <a:pt x="0" y="47"/>
                    </a:cubicBezTo>
                    <a:cubicBezTo>
                      <a:pt x="0" y="63"/>
                      <a:pt x="16" y="78"/>
                      <a:pt x="31" y="78"/>
                    </a:cubicBezTo>
                    <a:lnTo>
                      <a:pt x="336" y="78"/>
                    </a:lnTo>
                    <a:cubicBezTo>
                      <a:pt x="371" y="78"/>
                      <a:pt x="386" y="63"/>
                      <a:pt x="386" y="47"/>
                    </a:cubicBezTo>
                    <a:cubicBezTo>
                      <a:pt x="386" y="16"/>
                      <a:pt x="371" y="1"/>
                      <a:pt x="3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30"/>
              <p:cNvSpPr/>
              <p:nvPr/>
            </p:nvSpPr>
            <p:spPr>
              <a:xfrm>
                <a:off x="6206005" y="3582468"/>
                <a:ext cx="10882" cy="2312"/>
              </a:xfrm>
              <a:custGeom>
                <a:avLst/>
                <a:gdLst/>
                <a:ahLst/>
                <a:cxnLst/>
                <a:rect l="l" t="t" r="r" b="b"/>
                <a:pathLst>
                  <a:path w="386" h="82" extrusionOk="0">
                    <a:moveTo>
                      <a:pt x="31" y="1"/>
                    </a:moveTo>
                    <a:cubicBezTo>
                      <a:pt x="16" y="1"/>
                      <a:pt x="0" y="16"/>
                      <a:pt x="0" y="32"/>
                    </a:cubicBezTo>
                    <a:cubicBezTo>
                      <a:pt x="0" y="67"/>
                      <a:pt x="16" y="82"/>
                      <a:pt x="31" y="82"/>
                    </a:cubicBezTo>
                    <a:lnTo>
                      <a:pt x="336" y="82"/>
                    </a:lnTo>
                    <a:cubicBezTo>
                      <a:pt x="367" y="82"/>
                      <a:pt x="386" y="67"/>
                      <a:pt x="386" y="32"/>
                    </a:cubicBezTo>
                    <a:cubicBezTo>
                      <a:pt x="386" y="16"/>
                      <a:pt x="367" y="1"/>
                      <a:pt x="3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30"/>
              <p:cNvSpPr/>
              <p:nvPr/>
            </p:nvSpPr>
            <p:spPr>
              <a:xfrm>
                <a:off x="6182408" y="3517681"/>
                <a:ext cx="10882" cy="4144"/>
              </a:xfrm>
              <a:custGeom>
                <a:avLst/>
                <a:gdLst/>
                <a:ahLst/>
                <a:cxnLst/>
                <a:rect l="l" t="t" r="r" b="b"/>
                <a:pathLst>
                  <a:path w="386" h="147" extrusionOk="0">
                    <a:moveTo>
                      <a:pt x="320" y="0"/>
                    </a:moveTo>
                    <a:lnTo>
                      <a:pt x="31" y="81"/>
                    </a:lnTo>
                    <a:cubicBezTo>
                      <a:pt x="0" y="81"/>
                      <a:pt x="0" y="112"/>
                      <a:pt x="0" y="131"/>
                    </a:cubicBezTo>
                    <a:cubicBezTo>
                      <a:pt x="0" y="147"/>
                      <a:pt x="16" y="147"/>
                      <a:pt x="31" y="147"/>
                    </a:cubicBezTo>
                    <a:lnTo>
                      <a:pt x="46" y="147"/>
                    </a:lnTo>
                    <a:lnTo>
                      <a:pt x="355" y="66"/>
                    </a:lnTo>
                    <a:cubicBezTo>
                      <a:pt x="370" y="66"/>
                      <a:pt x="386" y="50"/>
                      <a:pt x="370" y="35"/>
                    </a:cubicBezTo>
                    <a:cubicBezTo>
                      <a:pt x="370" y="0"/>
                      <a:pt x="355" y="0"/>
                      <a:pt x="32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30"/>
              <p:cNvSpPr/>
              <p:nvPr/>
            </p:nvSpPr>
            <p:spPr>
              <a:xfrm>
                <a:off x="6183705" y="3458307"/>
                <a:ext cx="8176" cy="8711"/>
              </a:xfrm>
              <a:custGeom>
                <a:avLst/>
                <a:gdLst/>
                <a:ahLst/>
                <a:cxnLst/>
                <a:rect l="l" t="t" r="r" b="b"/>
                <a:pathLst>
                  <a:path w="290" h="309" extrusionOk="0">
                    <a:moveTo>
                      <a:pt x="274" y="0"/>
                    </a:moveTo>
                    <a:cubicBezTo>
                      <a:pt x="259" y="0"/>
                      <a:pt x="228" y="0"/>
                      <a:pt x="213" y="20"/>
                    </a:cubicBezTo>
                    <a:lnTo>
                      <a:pt x="0" y="243"/>
                    </a:lnTo>
                    <a:cubicBezTo>
                      <a:pt x="0" y="259"/>
                      <a:pt x="0" y="274"/>
                      <a:pt x="20" y="290"/>
                    </a:cubicBezTo>
                    <a:cubicBezTo>
                      <a:pt x="20" y="309"/>
                      <a:pt x="35" y="309"/>
                      <a:pt x="35" y="309"/>
                    </a:cubicBezTo>
                    <a:cubicBezTo>
                      <a:pt x="51" y="309"/>
                      <a:pt x="51" y="309"/>
                      <a:pt x="66" y="290"/>
                    </a:cubicBezTo>
                    <a:lnTo>
                      <a:pt x="274" y="66"/>
                    </a:lnTo>
                    <a:cubicBezTo>
                      <a:pt x="290" y="50"/>
                      <a:pt x="290" y="20"/>
                      <a:pt x="27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0" name="Google Shape;590;p30"/>
            <p:cNvGrpSpPr/>
            <p:nvPr/>
          </p:nvGrpSpPr>
          <p:grpSpPr>
            <a:xfrm>
              <a:off x="6980724" y="3975342"/>
              <a:ext cx="1593375" cy="286835"/>
              <a:chOff x="5997971" y="2910579"/>
              <a:chExt cx="886259" cy="159542"/>
            </a:xfrm>
          </p:grpSpPr>
          <p:sp>
            <p:nvSpPr>
              <p:cNvPr id="591" name="Google Shape;591;p30"/>
              <p:cNvSpPr/>
              <p:nvPr/>
            </p:nvSpPr>
            <p:spPr>
              <a:xfrm>
                <a:off x="6024726" y="2966795"/>
                <a:ext cx="826886" cy="40259"/>
              </a:xfrm>
              <a:custGeom>
                <a:avLst/>
                <a:gdLst/>
                <a:ahLst/>
                <a:cxnLst/>
                <a:rect l="l" t="t" r="r" b="b"/>
                <a:pathLst>
                  <a:path w="29330" h="1428" extrusionOk="0">
                    <a:moveTo>
                      <a:pt x="0" y="0"/>
                    </a:moveTo>
                    <a:lnTo>
                      <a:pt x="0" y="579"/>
                    </a:lnTo>
                    <a:cubicBezTo>
                      <a:pt x="0" y="1042"/>
                      <a:pt x="386" y="1427"/>
                      <a:pt x="868" y="1427"/>
                    </a:cubicBezTo>
                    <a:lnTo>
                      <a:pt x="3198" y="1427"/>
                    </a:lnTo>
                    <a:lnTo>
                      <a:pt x="3198" y="0"/>
                    </a:lnTo>
                    <a:close/>
                    <a:moveTo>
                      <a:pt x="5674" y="0"/>
                    </a:moveTo>
                    <a:lnTo>
                      <a:pt x="5674" y="899"/>
                    </a:lnTo>
                    <a:lnTo>
                      <a:pt x="5674" y="1427"/>
                    </a:lnTo>
                    <a:lnTo>
                      <a:pt x="23864" y="1427"/>
                    </a:lnTo>
                    <a:lnTo>
                      <a:pt x="23864" y="0"/>
                    </a:lnTo>
                    <a:close/>
                    <a:moveTo>
                      <a:pt x="26325" y="0"/>
                    </a:moveTo>
                    <a:lnTo>
                      <a:pt x="26325" y="899"/>
                    </a:lnTo>
                    <a:lnTo>
                      <a:pt x="26325" y="1427"/>
                    </a:lnTo>
                    <a:lnTo>
                      <a:pt x="28477" y="1427"/>
                    </a:lnTo>
                    <a:cubicBezTo>
                      <a:pt x="28959" y="1427"/>
                      <a:pt x="29329" y="1042"/>
                      <a:pt x="29329" y="579"/>
                    </a:cubicBezTo>
                    <a:lnTo>
                      <a:pt x="29329" y="0"/>
                    </a:lnTo>
                    <a:close/>
                  </a:path>
                </a:pathLst>
              </a:custGeom>
              <a:solidFill>
                <a:schemeClr val="lt1">
                  <a:alpha val="344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30"/>
              <p:cNvSpPr/>
              <p:nvPr/>
            </p:nvSpPr>
            <p:spPr>
              <a:xfrm>
                <a:off x="6114858" y="2965386"/>
                <a:ext cx="69861" cy="104735"/>
              </a:xfrm>
              <a:custGeom>
                <a:avLst/>
                <a:gdLst/>
                <a:ahLst/>
                <a:cxnLst/>
                <a:rect l="l" t="t" r="r" b="b"/>
                <a:pathLst>
                  <a:path w="2478" h="3715" extrusionOk="0">
                    <a:moveTo>
                      <a:pt x="1" y="0"/>
                    </a:moveTo>
                    <a:lnTo>
                      <a:pt x="1" y="3086"/>
                    </a:lnTo>
                    <a:cubicBezTo>
                      <a:pt x="1" y="3441"/>
                      <a:pt x="275" y="3715"/>
                      <a:pt x="630" y="3715"/>
                    </a:cubicBezTo>
                    <a:lnTo>
                      <a:pt x="1833" y="3715"/>
                    </a:lnTo>
                    <a:cubicBezTo>
                      <a:pt x="2188" y="3715"/>
                      <a:pt x="2477" y="3441"/>
                      <a:pt x="2477" y="3086"/>
                    </a:cubicBezTo>
                    <a:lnTo>
                      <a:pt x="247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30"/>
              <p:cNvSpPr/>
              <p:nvPr/>
            </p:nvSpPr>
            <p:spPr>
              <a:xfrm>
                <a:off x="6114858" y="2966795"/>
                <a:ext cx="69861" cy="25373"/>
              </a:xfrm>
              <a:custGeom>
                <a:avLst/>
                <a:gdLst/>
                <a:ahLst/>
                <a:cxnLst/>
                <a:rect l="l" t="t" r="r" b="b"/>
                <a:pathLst>
                  <a:path w="2478" h="900" extrusionOk="0">
                    <a:moveTo>
                      <a:pt x="1" y="0"/>
                    </a:moveTo>
                    <a:lnTo>
                      <a:pt x="1" y="899"/>
                    </a:lnTo>
                    <a:lnTo>
                      <a:pt x="2477" y="899"/>
                    </a:lnTo>
                    <a:lnTo>
                      <a:pt x="247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30"/>
              <p:cNvSpPr/>
              <p:nvPr/>
            </p:nvSpPr>
            <p:spPr>
              <a:xfrm>
                <a:off x="6697489" y="2965386"/>
                <a:ext cx="69410" cy="104735"/>
              </a:xfrm>
              <a:custGeom>
                <a:avLst/>
                <a:gdLst/>
                <a:ahLst/>
                <a:cxnLst/>
                <a:rect l="l" t="t" r="r" b="b"/>
                <a:pathLst>
                  <a:path w="2462" h="3715" extrusionOk="0">
                    <a:moveTo>
                      <a:pt x="1" y="0"/>
                    </a:moveTo>
                    <a:lnTo>
                      <a:pt x="1" y="3086"/>
                    </a:lnTo>
                    <a:cubicBezTo>
                      <a:pt x="1" y="3441"/>
                      <a:pt x="275" y="3715"/>
                      <a:pt x="630" y="3715"/>
                    </a:cubicBezTo>
                    <a:lnTo>
                      <a:pt x="1833" y="3715"/>
                    </a:lnTo>
                    <a:cubicBezTo>
                      <a:pt x="2188" y="3715"/>
                      <a:pt x="2462" y="3441"/>
                      <a:pt x="2462" y="3086"/>
                    </a:cubicBezTo>
                    <a:lnTo>
                      <a:pt x="246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30"/>
              <p:cNvSpPr/>
              <p:nvPr/>
            </p:nvSpPr>
            <p:spPr>
              <a:xfrm>
                <a:off x="6697489" y="2966795"/>
                <a:ext cx="69410" cy="25373"/>
              </a:xfrm>
              <a:custGeom>
                <a:avLst/>
                <a:gdLst/>
                <a:ahLst/>
                <a:cxnLst/>
                <a:rect l="l" t="t" r="r" b="b"/>
                <a:pathLst>
                  <a:path w="2462" h="900" extrusionOk="0">
                    <a:moveTo>
                      <a:pt x="1" y="0"/>
                    </a:moveTo>
                    <a:lnTo>
                      <a:pt x="1" y="899"/>
                    </a:lnTo>
                    <a:lnTo>
                      <a:pt x="2462" y="899"/>
                    </a:lnTo>
                    <a:lnTo>
                      <a:pt x="246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30"/>
              <p:cNvSpPr/>
              <p:nvPr/>
            </p:nvSpPr>
            <p:spPr>
              <a:xfrm>
                <a:off x="5997971" y="2910579"/>
                <a:ext cx="886259" cy="56244"/>
              </a:xfrm>
              <a:custGeom>
                <a:avLst/>
                <a:gdLst/>
                <a:ahLst/>
                <a:cxnLst/>
                <a:rect l="l" t="t" r="r" b="b"/>
                <a:pathLst>
                  <a:path w="31436" h="1995" extrusionOk="0">
                    <a:moveTo>
                      <a:pt x="980" y="0"/>
                    </a:moveTo>
                    <a:cubicBezTo>
                      <a:pt x="706" y="0"/>
                      <a:pt x="467" y="112"/>
                      <a:pt x="290" y="290"/>
                    </a:cubicBezTo>
                    <a:cubicBezTo>
                      <a:pt x="112" y="467"/>
                      <a:pt x="1" y="722"/>
                      <a:pt x="1" y="995"/>
                    </a:cubicBezTo>
                    <a:lnTo>
                      <a:pt x="1" y="1142"/>
                    </a:lnTo>
                    <a:cubicBezTo>
                      <a:pt x="82" y="1624"/>
                      <a:pt x="483" y="1994"/>
                      <a:pt x="980" y="1994"/>
                    </a:cubicBezTo>
                    <a:lnTo>
                      <a:pt x="30440" y="1994"/>
                    </a:lnTo>
                    <a:cubicBezTo>
                      <a:pt x="30714" y="1994"/>
                      <a:pt x="30953" y="1879"/>
                      <a:pt x="31131" y="1705"/>
                    </a:cubicBezTo>
                    <a:cubicBezTo>
                      <a:pt x="31293" y="1558"/>
                      <a:pt x="31389" y="1366"/>
                      <a:pt x="31420" y="1142"/>
                    </a:cubicBezTo>
                    <a:cubicBezTo>
                      <a:pt x="31420" y="1092"/>
                      <a:pt x="31435" y="1046"/>
                      <a:pt x="31435" y="995"/>
                    </a:cubicBezTo>
                    <a:cubicBezTo>
                      <a:pt x="31435" y="452"/>
                      <a:pt x="30984" y="0"/>
                      <a:pt x="3044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30"/>
              <p:cNvSpPr/>
              <p:nvPr/>
            </p:nvSpPr>
            <p:spPr>
              <a:xfrm>
                <a:off x="5997971" y="2942747"/>
                <a:ext cx="885837" cy="24076"/>
              </a:xfrm>
              <a:custGeom>
                <a:avLst/>
                <a:gdLst/>
                <a:ahLst/>
                <a:cxnLst/>
                <a:rect l="l" t="t" r="r" b="b"/>
                <a:pathLst>
                  <a:path w="31421" h="854" extrusionOk="0">
                    <a:moveTo>
                      <a:pt x="1" y="1"/>
                    </a:moveTo>
                    <a:cubicBezTo>
                      <a:pt x="82" y="483"/>
                      <a:pt x="483" y="853"/>
                      <a:pt x="980" y="853"/>
                    </a:cubicBezTo>
                    <a:lnTo>
                      <a:pt x="30440" y="853"/>
                    </a:lnTo>
                    <a:cubicBezTo>
                      <a:pt x="30714" y="853"/>
                      <a:pt x="30953" y="738"/>
                      <a:pt x="31131" y="564"/>
                    </a:cubicBezTo>
                    <a:cubicBezTo>
                      <a:pt x="31293" y="417"/>
                      <a:pt x="31389" y="225"/>
                      <a:pt x="31420" y="1"/>
                    </a:cubicBezTo>
                    <a:close/>
                  </a:path>
                </a:pathLst>
              </a:custGeom>
              <a:solidFill>
                <a:srgbClr val="2E44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98" name="Google Shape;598;p30"/>
          <p:cNvGrpSpPr/>
          <p:nvPr/>
        </p:nvGrpSpPr>
        <p:grpSpPr>
          <a:xfrm>
            <a:off x="3225271" y="1756560"/>
            <a:ext cx="1262911" cy="889689"/>
            <a:chOff x="7634076" y="2594473"/>
            <a:chExt cx="988890" cy="696648"/>
          </a:xfrm>
        </p:grpSpPr>
        <p:grpSp>
          <p:nvGrpSpPr>
            <p:cNvPr id="599" name="Google Shape;599;p30"/>
            <p:cNvGrpSpPr/>
            <p:nvPr/>
          </p:nvGrpSpPr>
          <p:grpSpPr>
            <a:xfrm>
              <a:off x="8194418" y="2594473"/>
              <a:ext cx="270614" cy="409851"/>
              <a:chOff x="6673046" y="1861217"/>
              <a:chExt cx="150520" cy="227966"/>
            </a:xfrm>
          </p:grpSpPr>
          <p:sp>
            <p:nvSpPr>
              <p:cNvPr id="600" name="Google Shape;600;p30"/>
              <p:cNvSpPr/>
              <p:nvPr/>
            </p:nvSpPr>
            <p:spPr>
              <a:xfrm>
                <a:off x="6707949" y="1871649"/>
                <a:ext cx="84296" cy="42571"/>
              </a:xfrm>
              <a:custGeom>
                <a:avLst/>
                <a:gdLst/>
                <a:ahLst/>
                <a:cxnLst/>
                <a:rect l="l" t="t" r="r" b="b"/>
                <a:pathLst>
                  <a:path w="2990" h="1510" extrusionOk="0">
                    <a:moveTo>
                      <a:pt x="2588" y="1"/>
                    </a:moveTo>
                    <a:cubicBezTo>
                      <a:pt x="1929" y="352"/>
                      <a:pt x="1801" y="1062"/>
                      <a:pt x="1801" y="1062"/>
                    </a:cubicBezTo>
                    <a:lnTo>
                      <a:pt x="1238" y="930"/>
                    </a:lnTo>
                    <a:cubicBezTo>
                      <a:pt x="1238" y="930"/>
                      <a:pt x="1045" y="225"/>
                      <a:pt x="563" y="63"/>
                    </a:cubicBezTo>
                    <a:cubicBezTo>
                      <a:pt x="0" y="788"/>
                      <a:pt x="532" y="1509"/>
                      <a:pt x="532" y="1509"/>
                    </a:cubicBezTo>
                    <a:lnTo>
                      <a:pt x="2588" y="1254"/>
                    </a:lnTo>
                    <a:cubicBezTo>
                      <a:pt x="2588" y="1254"/>
                      <a:pt x="2989" y="579"/>
                      <a:pt x="25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30"/>
              <p:cNvSpPr/>
              <p:nvPr/>
            </p:nvSpPr>
            <p:spPr>
              <a:xfrm>
                <a:off x="6717957" y="1861217"/>
                <a:ext cx="61657" cy="48970"/>
              </a:xfrm>
              <a:custGeom>
                <a:avLst/>
                <a:gdLst/>
                <a:ahLst/>
                <a:cxnLst/>
                <a:rect l="l" t="t" r="r" b="b"/>
                <a:pathLst>
                  <a:path w="2187" h="1737" extrusionOk="0">
                    <a:moveTo>
                      <a:pt x="899" y="1"/>
                    </a:moveTo>
                    <a:cubicBezTo>
                      <a:pt x="0" y="838"/>
                      <a:pt x="467" y="1736"/>
                      <a:pt x="467" y="1736"/>
                    </a:cubicBezTo>
                    <a:lnTo>
                      <a:pt x="1975" y="1223"/>
                    </a:lnTo>
                    <a:cubicBezTo>
                      <a:pt x="1975" y="1204"/>
                      <a:pt x="2187" y="467"/>
                      <a:pt x="8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30"/>
              <p:cNvSpPr/>
              <p:nvPr/>
            </p:nvSpPr>
            <p:spPr>
              <a:xfrm>
                <a:off x="6693035" y="1874383"/>
                <a:ext cx="117760" cy="72004"/>
              </a:xfrm>
              <a:custGeom>
                <a:avLst/>
                <a:gdLst/>
                <a:ahLst/>
                <a:cxnLst/>
                <a:rect l="l" t="t" r="r" b="b"/>
                <a:pathLst>
                  <a:path w="4177" h="2554" extrusionOk="0">
                    <a:moveTo>
                      <a:pt x="2090" y="0"/>
                    </a:moveTo>
                    <a:cubicBezTo>
                      <a:pt x="2084" y="0"/>
                      <a:pt x="2078" y="0"/>
                      <a:pt x="2072" y="0"/>
                    </a:cubicBezTo>
                    <a:cubicBezTo>
                      <a:pt x="1478" y="16"/>
                      <a:pt x="1204" y="756"/>
                      <a:pt x="1204" y="756"/>
                    </a:cubicBezTo>
                    <a:cubicBezTo>
                      <a:pt x="1204" y="756"/>
                      <a:pt x="965" y="336"/>
                      <a:pt x="352" y="255"/>
                    </a:cubicBezTo>
                    <a:lnTo>
                      <a:pt x="352" y="255"/>
                    </a:lnTo>
                    <a:cubicBezTo>
                      <a:pt x="1" y="1204"/>
                      <a:pt x="818" y="2538"/>
                      <a:pt x="2041" y="2554"/>
                    </a:cubicBezTo>
                    <a:cubicBezTo>
                      <a:pt x="2048" y="2554"/>
                      <a:pt x="2056" y="2554"/>
                      <a:pt x="2063" y="2554"/>
                    </a:cubicBezTo>
                    <a:cubicBezTo>
                      <a:pt x="3479" y="2554"/>
                      <a:pt x="4176" y="1042"/>
                      <a:pt x="3823" y="274"/>
                    </a:cubicBezTo>
                    <a:lnTo>
                      <a:pt x="3823" y="274"/>
                    </a:lnTo>
                    <a:cubicBezTo>
                      <a:pt x="3437" y="320"/>
                      <a:pt x="2924" y="756"/>
                      <a:pt x="2924" y="756"/>
                    </a:cubicBezTo>
                    <a:cubicBezTo>
                      <a:pt x="2924" y="756"/>
                      <a:pt x="2671" y="0"/>
                      <a:pt x="209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30"/>
              <p:cNvSpPr/>
              <p:nvPr/>
            </p:nvSpPr>
            <p:spPr>
              <a:xfrm>
                <a:off x="6690328" y="1889720"/>
                <a:ext cx="122355" cy="58528"/>
              </a:xfrm>
              <a:custGeom>
                <a:avLst/>
                <a:gdLst/>
                <a:ahLst/>
                <a:cxnLst/>
                <a:rect l="l" t="t" r="r" b="b"/>
                <a:pathLst>
                  <a:path w="4340" h="2076" extrusionOk="0">
                    <a:moveTo>
                      <a:pt x="2183" y="0"/>
                    </a:moveTo>
                    <a:cubicBezTo>
                      <a:pt x="2178" y="0"/>
                      <a:pt x="2173" y="0"/>
                      <a:pt x="2168" y="0"/>
                    </a:cubicBezTo>
                    <a:cubicBezTo>
                      <a:pt x="1508" y="0"/>
                      <a:pt x="1219" y="949"/>
                      <a:pt x="1219" y="949"/>
                    </a:cubicBezTo>
                    <a:cubicBezTo>
                      <a:pt x="1219" y="949"/>
                      <a:pt x="913" y="418"/>
                      <a:pt x="339" y="418"/>
                    </a:cubicBezTo>
                    <a:cubicBezTo>
                      <a:pt x="243" y="418"/>
                      <a:pt x="141" y="433"/>
                      <a:pt x="31" y="467"/>
                    </a:cubicBezTo>
                    <a:cubicBezTo>
                      <a:pt x="0" y="1528"/>
                      <a:pt x="787" y="2060"/>
                      <a:pt x="2137" y="2075"/>
                    </a:cubicBezTo>
                    <a:cubicBezTo>
                      <a:pt x="2163" y="2076"/>
                      <a:pt x="2189" y="2076"/>
                      <a:pt x="2214" y="2076"/>
                    </a:cubicBezTo>
                    <a:cubicBezTo>
                      <a:pt x="3731" y="2076"/>
                      <a:pt x="4340" y="1620"/>
                      <a:pt x="4340" y="451"/>
                    </a:cubicBezTo>
                    <a:cubicBezTo>
                      <a:pt x="4234" y="432"/>
                      <a:pt x="4137" y="423"/>
                      <a:pt x="4047" y="423"/>
                    </a:cubicBezTo>
                    <a:cubicBezTo>
                      <a:pt x="3330" y="423"/>
                      <a:pt x="3101" y="984"/>
                      <a:pt x="3101" y="984"/>
                    </a:cubicBezTo>
                    <a:cubicBezTo>
                      <a:pt x="3101" y="984"/>
                      <a:pt x="2817" y="0"/>
                      <a:pt x="218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30"/>
              <p:cNvSpPr/>
              <p:nvPr/>
            </p:nvSpPr>
            <p:spPr>
              <a:xfrm>
                <a:off x="6683900" y="1929528"/>
                <a:ext cx="128783" cy="42740"/>
              </a:xfrm>
              <a:custGeom>
                <a:avLst/>
                <a:gdLst/>
                <a:ahLst/>
                <a:cxnLst/>
                <a:rect l="l" t="t" r="r" b="b"/>
                <a:pathLst>
                  <a:path w="4568" h="1516" extrusionOk="0">
                    <a:moveTo>
                      <a:pt x="2108" y="1"/>
                    </a:moveTo>
                    <a:cubicBezTo>
                      <a:pt x="247" y="1"/>
                      <a:pt x="1" y="1516"/>
                      <a:pt x="1" y="1516"/>
                    </a:cubicBezTo>
                    <a:lnTo>
                      <a:pt x="4568" y="1516"/>
                    </a:lnTo>
                    <a:cubicBezTo>
                      <a:pt x="4568" y="1516"/>
                      <a:pt x="4244" y="85"/>
                      <a:pt x="2253" y="4"/>
                    </a:cubicBezTo>
                    <a:cubicBezTo>
                      <a:pt x="2204" y="2"/>
                      <a:pt x="2156" y="1"/>
                      <a:pt x="21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30"/>
              <p:cNvSpPr/>
              <p:nvPr/>
            </p:nvSpPr>
            <p:spPr>
              <a:xfrm>
                <a:off x="6769606" y="1953210"/>
                <a:ext cx="20355" cy="16352"/>
              </a:xfrm>
              <a:custGeom>
                <a:avLst/>
                <a:gdLst/>
                <a:ahLst/>
                <a:cxnLst/>
                <a:rect l="l" t="t" r="r" b="b"/>
                <a:pathLst>
                  <a:path w="722" h="580" extrusionOk="0">
                    <a:moveTo>
                      <a:pt x="0" y="1"/>
                    </a:moveTo>
                    <a:lnTo>
                      <a:pt x="0" y="579"/>
                    </a:lnTo>
                    <a:lnTo>
                      <a:pt x="721" y="579"/>
                    </a:lnTo>
                    <a:lnTo>
                      <a:pt x="7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30"/>
              <p:cNvSpPr/>
              <p:nvPr/>
            </p:nvSpPr>
            <p:spPr>
              <a:xfrm>
                <a:off x="6749702" y="1972240"/>
                <a:ext cx="451" cy="28"/>
              </a:xfrm>
              <a:custGeom>
                <a:avLst/>
                <a:gdLst/>
                <a:ahLst/>
                <a:cxnLst/>
                <a:rect l="l" t="t" r="r" b="b"/>
                <a:pathLst>
                  <a:path w="16" h="1" extrusionOk="0">
                    <a:moveTo>
                      <a:pt x="16" y="1"/>
                    </a:moveTo>
                    <a:lnTo>
                      <a:pt x="0" y="1"/>
                    </a:lnTo>
                    <a:lnTo>
                      <a:pt x="16" y="1"/>
                    </a:lnTo>
                    <a:close/>
                  </a:path>
                </a:pathLst>
              </a:custGeom>
              <a:solidFill>
                <a:srgbClr val="D0D6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30"/>
              <p:cNvSpPr/>
              <p:nvPr/>
            </p:nvSpPr>
            <p:spPr>
              <a:xfrm>
                <a:off x="6734252" y="1946359"/>
                <a:ext cx="31773" cy="25909"/>
              </a:xfrm>
              <a:custGeom>
                <a:avLst/>
                <a:gdLst/>
                <a:ahLst/>
                <a:cxnLst/>
                <a:rect l="l" t="t" r="r" b="b"/>
                <a:pathLst>
                  <a:path w="1127" h="919" extrusionOk="0">
                    <a:moveTo>
                      <a:pt x="564" y="1"/>
                    </a:moveTo>
                    <a:cubicBezTo>
                      <a:pt x="483" y="1"/>
                      <a:pt x="417" y="16"/>
                      <a:pt x="336" y="66"/>
                    </a:cubicBezTo>
                    <a:cubicBezTo>
                      <a:pt x="259" y="97"/>
                      <a:pt x="193" y="163"/>
                      <a:pt x="163" y="244"/>
                    </a:cubicBezTo>
                    <a:cubicBezTo>
                      <a:pt x="1" y="579"/>
                      <a:pt x="240" y="903"/>
                      <a:pt x="548" y="919"/>
                    </a:cubicBezTo>
                    <a:lnTo>
                      <a:pt x="564" y="919"/>
                    </a:lnTo>
                    <a:cubicBezTo>
                      <a:pt x="625" y="903"/>
                      <a:pt x="706" y="884"/>
                      <a:pt x="772" y="853"/>
                    </a:cubicBezTo>
                    <a:cubicBezTo>
                      <a:pt x="853" y="822"/>
                      <a:pt x="915" y="757"/>
                      <a:pt x="965" y="676"/>
                    </a:cubicBezTo>
                    <a:cubicBezTo>
                      <a:pt x="1127" y="340"/>
                      <a:pt x="868" y="1"/>
                      <a:pt x="5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30"/>
              <p:cNvSpPr/>
              <p:nvPr/>
            </p:nvSpPr>
            <p:spPr>
              <a:xfrm>
                <a:off x="6673046" y="1955494"/>
                <a:ext cx="150520" cy="133689"/>
              </a:xfrm>
              <a:custGeom>
                <a:avLst/>
                <a:gdLst/>
                <a:ahLst/>
                <a:cxnLst/>
                <a:rect l="l" t="t" r="r" b="b"/>
                <a:pathLst>
                  <a:path w="5339" h="4742" extrusionOk="0">
                    <a:moveTo>
                      <a:pt x="0" y="1"/>
                    </a:moveTo>
                    <a:lnTo>
                      <a:pt x="502" y="2361"/>
                    </a:lnTo>
                    <a:lnTo>
                      <a:pt x="0" y="4741"/>
                    </a:lnTo>
                    <a:lnTo>
                      <a:pt x="5049" y="4741"/>
                    </a:lnTo>
                    <a:lnTo>
                      <a:pt x="5145" y="3584"/>
                    </a:lnTo>
                    <a:lnTo>
                      <a:pt x="4470" y="3198"/>
                    </a:lnTo>
                    <a:lnTo>
                      <a:pt x="5338" y="1559"/>
                    </a:lnTo>
                    <a:lnTo>
                      <a:pt x="5095" y="305"/>
                    </a:lnTo>
                    <a:lnTo>
                      <a:pt x="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30"/>
              <p:cNvSpPr/>
              <p:nvPr/>
            </p:nvSpPr>
            <p:spPr>
              <a:xfrm>
                <a:off x="6678036" y="1978104"/>
                <a:ext cx="143669" cy="9501"/>
              </a:xfrm>
              <a:custGeom>
                <a:avLst/>
                <a:gdLst/>
                <a:ahLst/>
                <a:cxnLst/>
                <a:rect l="l" t="t" r="r" b="b"/>
                <a:pathLst>
                  <a:path w="5096" h="337" extrusionOk="0">
                    <a:moveTo>
                      <a:pt x="1" y="1"/>
                    </a:moveTo>
                    <a:lnTo>
                      <a:pt x="82" y="337"/>
                    </a:lnTo>
                    <a:lnTo>
                      <a:pt x="5096" y="337"/>
                    </a:lnTo>
                    <a:lnTo>
                      <a:pt x="503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30"/>
              <p:cNvSpPr/>
              <p:nvPr/>
            </p:nvSpPr>
            <p:spPr>
              <a:xfrm>
                <a:off x="6683900" y="2004436"/>
                <a:ext cx="137382" cy="9473"/>
              </a:xfrm>
              <a:custGeom>
                <a:avLst/>
                <a:gdLst/>
                <a:ahLst/>
                <a:cxnLst/>
                <a:rect l="l" t="t" r="r" b="b"/>
                <a:pathLst>
                  <a:path w="4873" h="336" extrusionOk="0">
                    <a:moveTo>
                      <a:pt x="1" y="0"/>
                    </a:moveTo>
                    <a:lnTo>
                      <a:pt x="66" y="336"/>
                    </a:lnTo>
                    <a:lnTo>
                      <a:pt x="4695" y="336"/>
                    </a:lnTo>
                    <a:lnTo>
                      <a:pt x="487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30"/>
              <p:cNvSpPr/>
              <p:nvPr/>
            </p:nvSpPr>
            <p:spPr>
              <a:xfrm>
                <a:off x="6683900" y="2030627"/>
                <a:ext cx="123793" cy="9614"/>
              </a:xfrm>
              <a:custGeom>
                <a:avLst/>
                <a:gdLst/>
                <a:ahLst/>
                <a:cxnLst/>
                <a:rect l="l" t="t" r="r" b="b"/>
                <a:pathLst>
                  <a:path w="4391" h="341" extrusionOk="0">
                    <a:moveTo>
                      <a:pt x="66" y="1"/>
                    </a:moveTo>
                    <a:lnTo>
                      <a:pt x="1" y="340"/>
                    </a:lnTo>
                    <a:lnTo>
                      <a:pt x="4213" y="340"/>
                    </a:lnTo>
                    <a:lnTo>
                      <a:pt x="439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30"/>
              <p:cNvSpPr/>
              <p:nvPr/>
            </p:nvSpPr>
            <p:spPr>
              <a:xfrm>
                <a:off x="6678036" y="2056959"/>
                <a:ext cx="140089" cy="9473"/>
              </a:xfrm>
              <a:custGeom>
                <a:avLst/>
                <a:gdLst/>
                <a:ahLst/>
                <a:cxnLst/>
                <a:rect l="l" t="t" r="r" b="b"/>
                <a:pathLst>
                  <a:path w="4969" h="336" extrusionOk="0">
                    <a:moveTo>
                      <a:pt x="82" y="0"/>
                    </a:moveTo>
                    <a:lnTo>
                      <a:pt x="1" y="336"/>
                    </a:lnTo>
                    <a:lnTo>
                      <a:pt x="4953" y="336"/>
                    </a:lnTo>
                    <a:lnTo>
                      <a:pt x="496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30"/>
              <p:cNvSpPr/>
              <p:nvPr/>
            </p:nvSpPr>
            <p:spPr>
              <a:xfrm>
                <a:off x="6673046" y="1983546"/>
                <a:ext cx="150520" cy="105637"/>
              </a:xfrm>
              <a:custGeom>
                <a:avLst/>
                <a:gdLst/>
                <a:ahLst/>
                <a:cxnLst/>
                <a:rect l="l" t="t" r="r" b="b"/>
                <a:pathLst>
                  <a:path w="5339" h="3747" extrusionOk="0">
                    <a:moveTo>
                      <a:pt x="5226" y="1"/>
                    </a:moveTo>
                    <a:cubicBezTo>
                      <a:pt x="4677" y="580"/>
                      <a:pt x="3197" y="2674"/>
                      <a:pt x="441" y="2674"/>
                    </a:cubicBezTo>
                    <a:cubicBezTo>
                      <a:pt x="371" y="2674"/>
                      <a:pt x="300" y="2673"/>
                      <a:pt x="228" y="2670"/>
                    </a:cubicBezTo>
                    <a:lnTo>
                      <a:pt x="0" y="3746"/>
                    </a:lnTo>
                    <a:lnTo>
                      <a:pt x="5049" y="3746"/>
                    </a:lnTo>
                    <a:lnTo>
                      <a:pt x="5145" y="2589"/>
                    </a:lnTo>
                    <a:lnTo>
                      <a:pt x="4470" y="2203"/>
                    </a:lnTo>
                    <a:lnTo>
                      <a:pt x="5338" y="564"/>
                    </a:lnTo>
                    <a:lnTo>
                      <a:pt x="522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4" name="Google Shape;614;p30"/>
            <p:cNvGrpSpPr/>
            <p:nvPr/>
          </p:nvGrpSpPr>
          <p:grpSpPr>
            <a:xfrm>
              <a:off x="7634076" y="3004286"/>
              <a:ext cx="988890" cy="286835"/>
              <a:chOff x="6361375" y="2370463"/>
              <a:chExt cx="550036" cy="159542"/>
            </a:xfrm>
          </p:grpSpPr>
          <p:sp>
            <p:nvSpPr>
              <p:cNvPr id="615" name="Google Shape;615;p30"/>
              <p:cNvSpPr/>
              <p:nvPr/>
            </p:nvSpPr>
            <p:spPr>
              <a:xfrm>
                <a:off x="6388581" y="2426228"/>
                <a:ext cx="490662" cy="40823"/>
              </a:xfrm>
              <a:custGeom>
                <a:avLst/>
                <a:gdLst/>
                <a:ahLst/>
                <a:cxnLst/>
                <a:rect l="l" t="t" r="r" b="b"/>
                <a:pathLst>
                  <a:path w="17404" h="1448" extrusionOk="0">
                    <a:moveTo>
                      <a:pt x="0" y="1"/>
                    </a:moveTo>
                    <a:lnTo>
                      <a:pt x="0" y="579"/>
                    </a:lnTo>
                    <a:cubicBezTo>
                      <a:pt x="0" y="1062"/>
                      <a:pt x="370" y="1447"/>
                      <a:pt x="852" y="1447"/>
                    </a:cubicBezTo>
                    <a:lnTo>
                      <a:pt x="3182" y="1447"/>
                    </a:lnTo>
                    <a:lnTo>
                      <a:pt x="3182" y="1"/>
                    </a:lnTo>
                    <a:close/>
                    <a:moveTo>
                      <a:pt x="5654" y="1"/>
                    </a:moveTo>
                    <a:lnTo>
                      <a:pt x="5654" y="900"/>
                    </a:lnTo>
                    <a:lnTo>
                      <a:pt x="5654" y="1447"/>
                    </a:lnTo>
                    <a:lnTo>
                      <a:pt x="11922" y="1447"/>
                    </a:lnTo>
                    <a:lnTo>
                      <a:pt x="11922" y="1"/>
                    </a:lnTo>
                    <a:close/>
                    <a:moveTo>
                      <a:pt x="14398" y="1"/>
                    </a:moveTo>
                    <a:lnTo>
                      <a:pt x="14398" y="900"/>
                    </a:lnTo>
                    <a:lnTo>
                      <a:pt x="14398" y="1447"/>
                    </a:lnTo>
                    <a:lnTo>
                      <a:pt x="16551" y="1447"/>
                    </a:lnTo>
                    <a:cubicBezTo>
                      <a:pt x="17017" y="1447"/>
                      <a:pt x="17403" y="1062"/>
                      <a:pt x="17403" y="579"/>
                    </a:cubicBezTo>
                    <a:lnTo>
                      <a:pt x="17403" y="1"/>
                    </a:lnTo>
                    <a:close/>
                  </a:path>
                </a:pathLst>
              </a:custGeom>
              <a:solidFill>
                <a:schemeClr val="lt1">
                  <a:alpha val="344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30"/>
              <p:cNvSpPr/>
              <p:nvPr/>
            </p:nvSpPr>
            <p:spPr>
              <a:xfrm>
                <a:off x="6478291" y="2424818"/>
                <a:ext cx="69720" cy="105186"/>
              </a:xfrm>
              <a:custGeom>
                <a:avLst/>
                <a:gdLst/>
                <a:ahLst/>
                <a:cxnLst/>
                <a:rect l="l" t="t" r="r" b="b"/>
                <a:pathLst>
                  <a:path w="2473" h="3731" extrusionOk="0">
                    <a:moveTo>
                      <a:pt x="0" y="1"/>
                    </a:moveTo>
                    <a:lnTo>
                      <a:pt x="0" y="3086"/>
                    </a:lnTo>
                    <a:cubicBezTo>
                      <a:pt x="0" y="3441"/>
                      <a:pt x="274" y="3731"/>
                      <a:pt x="625" y="3731"/>
                    </a:cubicBezTo>
                    <a:lnTo>
                      <a:pt x="1832" y="3731"/>
                    </a:lnTo>
                    <a:cubicBezTo>
                      <a:pt x="2183" y="3731"/>
                      <a:pt x="2472" y="3441"/>
                      <a:pt x="2472" y="3086"/>
                    </a:cubicBezTo>
                    <a:lnTo>
                      <a:pt x="247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30"/>
              <p:cNvSpPr/>
              <p:nvPr/>
            </p:nvSpPr>
            <p:spPr>
              <a:xfrm>
                <a:off x="6478291" y="2426228"/>
                <a:ext cx="69720" cy="25373"/>
              </a:xfrm>
              <a:custGeom>
                <a:avLst/>
                <a:gdLst/>
                <a:ahLst/>
                <a:cxnLst/>
                <a:rect l="l" t="t" r="r" b="b"/>
                <a:pathLst>
                  <a:path w="2473" h="900" extrusionOk="0">
                    <a:moveTo>
                      <a:pt x="0" y="1"/>
                    </a:moveTo>
                    <a:lnTo>
                      <a:pt x="0" y="900"/>
                    </a:lnTo>
                    <a:lnTo>
                      <a:pt x="2472" y="900"/>
                    </a:lnTo>
                    <a:lnTo>
                      <a:pt x="247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30"/>
              <p:cNvSpPr/>
              <p:nvPr/>
            </p:nvSpPr>
            <p:spPr>
              <a:xfrm>
                <a:off x="6724695" y="2424818"/>
                <a:ext cx="69833" cy="105186"/>
              </a:xfrm>
              <a:custGeom>
                <a:avLst/>
                <a:gdLst/>
                <a:ahLst/>
                <a:cxnLst/>
                <a:rect l="l" t="t" r="r" b="b"/>
                <a:pathLst>
                  <a:path w="2477" h="3731" extrusionOk="0">
                    <a:moveTo>
                      <a:pt x="0" y="1"/>
                    </a:moveTo>
                    <a:lnTo>
                      <a:pt x="0" y="3086"/>
                    </a:lnTo>
                    <a:cubicBezTo>
                      <a:pt x="0" y="3441"/>
                      <a:pt x="289" y="3731"/>
                      <a:pt x="629" y="3731"/>
                    </a:cubicBezTo>
                    <a:lnTo>
                      <a:pt x="1852" y="3731"/>
                    </a:lnTo>
                    <a:cubicBezTo>
                      <a:pt x="2187" y="3731"/>
                      <a:pt x="2476" y="3441"/>
                      <a:pt x="2476" y="3086"/>
                    </a:cubicBezTo>
                    <a:lnTo>
                      <a:pt x="247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30"/>
              <p:cNvSpPr/>
              <p:nvPr/>
            </p:nvSpPr>
            <p:spPr>
              <a:xfrm>
                <a:off x="6724695" y="2426228"/>
                <a:ext cx="69833" cy="25373"/>
              </a:xfrm>
              <a:custGeom>
                <a:avLst/>
                <a:gdLst/>
                <a:ahLst/>
                <a:cxnLst/>
                <a:rect l="l" t="t" r="r" b="b"/>
                <a:pathLst>
                  <a:path w="2477" h="900" extrusionOk="0">
                    <a:moveTo>
                      <a:pt x="0" y="1"/>
                    </a:moveTo>
                    <a:lnTo>
                      <a:pt x="0" y="900"/>
                    </a:lnTo>
                    <a:lnTo>
                      <a:pt x="2476" y="900"/>
                    </a:lnTo>
                    <a:lnTo>
                      <a:pt x="247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30"/>
              <p:cNvSpPr/>
              <p:nvPr/>
            </p:nvSpPr>
            <p:spPr>
              <a:xfrm>
                <a:off x="6361375" y="2370463"/>
                <a:ext cx="550036" cy="55793"/>
              </a:xfrm>
              <a:custGeom>
                <a:avLst/>
                <a:gdLst/>
                <a:ahLst/>
                <a:cxnLst/>
                <a:rect l="l" t="t" r="r" b="b"/>
                <a:pathLst>
                  <a:path w="19510" h="1979" extrusionOk="0">
                    <a:moveTo>
                      <a:pt x="996" y="0"/>
                    </a:moveTo>
                    <a:cubicBezTo>
                      <a:pt x="722" y="0"/>
                      <a:pt x="468" y="112"/>
                      <a:pt x="290" y="290"/>
                    </a:cubicBezTo>
                    <a:cubicBezTo>
                      <a:pt x="113" y="467"/>
                      <a:pt x="1" y="725"/>
                      <a:pt x="1" y="999"/>
                    </a:cubicBezTo>
                    <a:lnTo>
                      <a:pt x="1" y="1142"/>
                    </a:lnTo>
                    <a:cubicBezTo>
                      <a:pt x="82" y="1624"/>
                      <a:pt x="498" y="1979"/>
                      <a:pt x="996" y="1979"/>
                    </a:cubicBezTo>
                    <a:lnTo>
                      <a:pt x="18515" y="1979"/>
                    </a:lnTo>
                    <a:cubicBezTo>
                      <a:pt x="18788" y="1979"/>
                      <a:pt x="19043" y="1882"/>
                      <a:pt x="19220" y="1690"/>
                    </a:cubicBezTo>
                    <a:cubicBezTo>
                      <a:pt x="19367" y="1543"/>
                      <a:pt x="19463" y="1350"/>
                      <a:pt x="19494" y="1142"/>
                    </a:cubicBezTo>
                    <a:cubicBezTo>
                      <a:pt x="19510" y="1096"/>
                      <a:pt x="19510" y="1046"/>
                      <a:pt x="19510" y="999"/>
                    </a:cubicBezTo>
                    <a:cubicBezTo>
                      <a:pt x="19510" y="436"/>
                      <a:pt x="19058" y="0"/>
                      <a:pt x="1851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30"/>
              <p:cNvSpPr/>
              <p:nvPr/>
            </p:nvSpPr>
            <p:spPr>
              <a:xfrm>
                <a:off x="6361375" y="2402631"/>
                <a:ext cx="549613" cy="23625"/>
              </a:xfrm>
              <a:custGeom>
                <a:avLst/>
                <a:gdLst/>
                <a:ahLst/>
                <a:cxnLst/>
                <a:rect l="l" t="t" r="r" b="b"/>
                <a:pathLst>
                  <a:path w="19495" h="838" extrusionOk="0">
                    <a:moveTo>
                      <a:pt x="1" y="1"/>
                    </a:moveTo>
                    <a:cubicBezTo>
                      <a:pt x="82" y="483"/>
                      <a:pt x="498" y="838"/>
                      <a:pt x="996" y="838"/>
                    </a:cubicBezTo>
                    <a:lnTo>
                      <a:pt x="18515" y="838"/>
                    </a:lnTo>
                    <a:cubicBezTo>
                      <a:pt x="18788" y="838"/>
                      <a:pt x="19043" y="741"/>
                      <a:pt x="19220" y="549"/>
                    </a:cubicBezTo>
                    <a:cubicBezTo>
                      <a:pt x="19367" y="402"/>
                      <a:pt x="19463" y="209"/>
                      <a:pt x="19494" y="1"/>
                    </a:cubicBezTo>
                    <a:close/>
                  </a:path>
                </a:pathLst>
              </a:custGeom>
              <a:solidFill>
                <a:srgbClr val="2E44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2" name="Google Shape;622;p30"/>
            <p:cNvGrpSpPr/>
            <p:nvPr/>
          </p:nvGrpSpPr>
          <p:grpSpPr>
            <a:xfrm>
              <a:off x="7766064" y="2613227"/>
              <a:ext cx="224084" cy="391098"/>
              <a:chOff x="6434789" y="1871649"/>
              <a:chExt cx="124639" cy="217535"/>
            </a:xfrm>
          </p:grpSpPr>
          <p:sp>
            <p:nvSpPr>
              <p:cNvPr id="623" name="Google Shape;623;p30"/>
              <p:cNvSpPr/>
              <p:nvPr/>
            </p:nvSpPr>
            <p:spPr>
              <a:xfrm>
                <a:off x="6464702" y="1880980"/>
                <a:ext cx="67549" cy="75838"/>
              </a:xfrm>
              <a:custGeom>
                <a:avLst/>
                <a:gdLst/>
                <a:ahLst/>
                <a:cxnLst/>
                <a:rect l="l" t="t" r="r" b="b"/>
                <a:pathLst>
                  <a:path w="2396" h="2690" extrusionOk="0">
                    <a:moveTo>
                      <a:pt x="1182" y="1"/>
                    </a:moveTo>
                    <a:cubicBezTo>
                      <a:pt x="588" y="1"/>
                      <a:pt x="0" y="318"/>
                      <a:pt x="0" y="954"/>
                    </a:cubicBezTo>
                    <a:cubicBezTo>
                      <a:pt x="0" y="2239"/>
                      <a:pt x="721" y="2690"/>
                      <a:pt x="721" y="2690"/>
                    </a:cubicBezTo>
                    <a:lnTo>
                      <a:pt x="1720" y="2690"/>
                    </a:lnTo>
                    <a:cubicBezTo>
                      <a:pt x="1720" y="2690"/>
                      <a:pt x="2395" y="2273"/>
                      <a:pt x="2395" y="985"/>
                    </a:cubicBezTo>
                    <a:cubicBezTo>
                      <a:pt x="2395" y="329"/>
                      <a:pt x="1786" y="1"/>
                      <a:pt x="118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30"/>
              <p:cNvSpPr/>
              <p:nvPr/>
            </p:nvSpPr>
            <p:spPr>
              <a:xfrm>
                <a:off x="6468705" y="1881121"/>
                <a:ext cx="57118" cy="55821"/>
              </a:xfrm>
              <a:custGeom>
                <a:avLst/>
                <a:gdLst/>
                <a:ahLst/>
                <a:cxnLst/>
                <a:rect l="l" t="t" r="r" b="b"/>
                <a:pathLst>
                  <a:path w="2026" h="1980" extrusionOk="0">
                    <a:moveTo>
                      <a:pt x="1046" y="0"/>
                    </a:moveTo>
                    <a:cubicBezTo>
                      <a:pt x="1046" y="0"/>
                      <a:pt x="1" y="386"/>
                      <a:pt x="869" y="1979"/>
                    </a:cubicBezTo>
                    <a:lnTo>
                      <a:pt x="1289" y="1979"/>
                    </a:lnTo>
                    <a:cubicBezTo>
                      <a:pt x="1289" y="1979"/>
                      <a:pt x="2026" y="467"/>
                      <a:pt x="104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30"/>
              <p:cNvSpPr/>
              <p:nvPr/>
            </p:nvSpPr>
            <p:spPr>
              <a:xfrm>
                <a:off x="6514490" y="1871649"/>
                <a:ext cx="30814" cy="30814"/>
              </a:xfrm>
              <a:custGeom>
                <a:avLst/>
                <a:gdLst/>
                <a:ahLst/>
                <a:cxnLst/>
                <a:rect l="l" t="t" r="r" b="b"/>
                <a:pathLst>
                  <a:path w="1093" h="1093" extrusionOk="0">
                    <a:moveTo>
                      <a:pt x="548" y="1"/>
                    </a:moveTo>
                    <a:cubicBezTo>
                      <a:pt x="244" y="1"/>
                      <a:pt x="1" y="240"/>
                      <a:pt x="1" y="545"/>
                    </a:cubicBezTo>
                    <a:cubicBezTo>
                      <a:pt x="1" y="676"/>
                      <a:pt x="31" y="788"/>
                      <a:pt x="112" y="884"/>
                    </a:cubicBezTo>
                    <a:cubicBezTo>
                      <a:pt x="209" y="1011"/>
                      <a:pt x="371" y="1092"/>
                      <a:pt x="548" y="1092"/>
                    </a:cubicBezTo>
                    <a:cubicBezTo>
                      <a:pt x="838" y="1092"/>
                      <a:pt x="1092" y="853"/>
                      <a:pt x="1092" y="545"/>
                    </a:cubicBezTo>
                    <a:cubicBezTo>
                      <a:pt x="1092" y="433"/>
                      <a:pt x="1046" y="321"/>
                      <a:pt x="996" y="240"/>
                    </a:cubicBezTo>
                    <a:cubicBezTo>
                      <a:pt x="899" y="97"/>
                      <a:pt x="726" y="1"/>
                      <a:pt x="54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30"/>
              <p:cNvSpPr/>
              <p:nvPr/>
            </p:nvSpPr>
            <p:spPr>
              <a:xfrm>
                <a:off x="6456526" y="1903309"/>
                <a:ext cx="15901" cy="15478"/>
              </a:xfrm>
              <a:custGeom>
                <a:avLst/>
                <a:gdLst/>
                <a:ahLst/>
                <a:cxnLst/>
                <a:rect l="l" t="t" r="r" b="b"/>
                <a:pathLst>
                  <a:path w="564" h="549" extrusionOk="0">
                    <a:moveTo>
                      <a:pt x="290" y="0"/>
                    </a:moveTo>
                    <a:cubicBezTo>
                      <a:pt x="178" y="0"/>
                      <a:pt x="97" y="50"/>
                      <a:pt x="47" y="131"/>
                    </a:cubicBezTo>
                    <a:cubicBezTo>
                      <a:pt x="16" y="178"/>
                      <a:pt x="1" y="228"/>
                      <a:pt x="1" y="274"/>
                    </a:cubicBezTo>
                    <a:cubicBezTo>
                      <a:pt x="1" y="436"/>
                      <a:pt x="128" y="548"/>
                      <a:pt x="290" y="548"/>
                    </a:cubicBezTo>
                    <a:cubicBezTo>
                      <a:pt x="402" y="548"/>
                      <a:pt x="514" y="482"/>
                      <a:pt x="545" y="371"/>
                    </a:cubicBezTo>
                    <a:cubicBezTo>
                      <a:pt x="545" y="340"/>
                      <a:pt x="564" y="309"/>
                      <a:pt x="564" y="274"/>
                    </a:cubicBezTo>
                    <a:cubicBezTo>
                      <a:pt x="564" y="131"/>
                      <a:pt x="433" y="0"/>
                      <a:pt x="29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30"/>
              <p:cNvSpPr/>
              <p:nvPr/>
            </p:nvSpPr>
            <p:spPr>
              <a:xfrm>
                <a:off x="6456526" y="1907002"/>
                <a:ext cx="15365" cy="11784"/>
              </a:xfrm>
              <a:custGeom>
                <a:avLst/>
                <a:gdLst/>
                <a:ahLst/>
                <a:cxnLst/>
                <a:rect l="l" t="t" r="r" b="b"/>
                <a:pathLst>
                  <a:path w="545" h="418" extrusionOk="0">
                    <a:moveTo>
                      <a:pt x="47" y="0"/>
                    </a:moveTo>
                    <a:cubicBezTo>
                      <a:pt x="16" y="47"/>
                      <a:pt x="1" y="97"/>
                      <a:pt x="1" y="143"/>
                    </a:cubicBezTo>
                    <a:cubicBezTo>
                      <a:pt x="1" y="305"/>
                      <a:pt x="128" y="417"/>
                      <a:pt x="290" y="417"/>
                    </a:cubicBezTo>
                    <a:cubicBezTo>
                      <a:pt x="402" y="417"/>
                      <a:pt x="514" y="351"/>
                      <a:pt x="545" y="240"/>
                    </a:cubicBezTo>
                    <a:cubicBezTo>
                      <a:pt x="336" y="209"/>
                      <a:pt x="178" y="97"/>
                      <a:pt x="4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30"/>
              <p:cNvSpPr/>
              <p:nvPr/>
            </p:nvSpPr>
            <p:spPr>
              <a:xfrm>
                <a:off x="6517648" y="1878415"/>
                <a:ext cx="27657" cy="24048"/>
              </a:xfrm>
              <a:custGeom>
                <a:avLst/>
                <a:gdLst/>
                <a:ahLst/>
                <a:cxnLst/>
                <a:rect l="l" t="t" r="r" b="b"/>
                <a:pathLst>
                  <a:path w="981" h="853" extrusionOk="0">
                    <a:moveTo>
                      <a:pt x="884" y="0"/>
                    </a:moveTo>
                    <a:cubicBezTo>
                      <a:pt x="660" y="467"/>
                      <a:pt x="209" y="594"/>
                      <a:pt x="0" y="644"/>
                    </a:cubicBezTo>
                    <a:cubicBezTo>
                      <a:pt x="97" y="771"/>
                      <a:pt x="259" y="852"/>
                      <a:pt x="436" y="852"/>
                    </a:cubicBezTo>
                    <a:cubicBezTo>
                      <a:pt x="726" y="852"/>
                      <a:pt x="980" y="613"/>
                      <a:pt x="980" y="305"/>
                    </a:cubicBezTo>
                    <a:cubicBezTo>
                      <a:pt x="980" y="193"/>
                      <a:pt x="934" y="81"/>
                      <a:pt x="88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30"/>
              <p:cNvSpPr/>
              <p:nvPr/>
            </p:nvSpPr>
            <p:spPr>
              <a:xfrm>
                <a:off x="6446094" y="1925976"/>
                <a:ext cx="107357" cy="35410"/>
              </a:xfrm>
              <a:custGeom>
                <a:avLst/>
                <a:gdLst/>
                <a:ahLst/>
                <a:cxnLst/>
                <a:rect l="l" t="t" r="r" b="b"/>
                <a:pathLst>
                  <a:path w="3808" h="1256" extrusionOk="0">
                    <a:moveTo>
                      <a:pt x="2047" y="0"/>
                    </a:moveTo>
                    <a:cubicBezTo>
                      <a:pt x="2008" y="0"/>
                      <a:pt x="1969" y="1"/>
                      <a:pt x="1929" y="2"/>
                    </a:cubicBezTo>
                    <a:cubicBezTo>
                      <a:pt x="274" y="64"/>
                      <a:pt x="0" y="1256"/>
                      <a:pt x="0" y="1256"/>
                    </a:cubicBezTo>
                    <a:lnTo>
                      <a:pt x="3807" y="1256"/>
                    </a:lnTo>
                    <a:cubicBezTo>
                      <a:pt x="3807" y="1256"/>
                      <a:pt x="3594" y="0"/>
                      <a:pt x="20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30"/>
              <p:cNvSpPr/>
              <p:nvPr/>
            </p:nvSpPr>
            <p:spPr>
              <a:xfrm>
                <a:off x="6524047" y="1936915"/>
                <a:ext cx="8627" cy="6766"/>
              </a:xfrm>
              <a:custGeom>
                <a:avLst/>
                <a:gdLst/>
                <a:ahLst/>
                <a:cxnLst/>
                <a:rect l="l" t="t" r="r" b="b"/>
                <a:pathLst>
                  <a:path w="306" h="240" extrusionOk="0">
                    <a:moveTo>
                      <a:pt x="159" y="0"/>
                    </a:moveTo>
                    <a:cubicBezTo>
                      <a:pt x="63" y="0"/>
                      <a:pt x="1" y="97"/>
                      <a:pt x="47" y="193"/>
                    </a:cubicBezTo>
                    <a:cubicBezTo>
                      <a:pt x="63" y="193"/>
                      <a:pt x="78" y="208"/>
                      <a:pt x="78" y="224"/>
                    </a:cubicBezTo>
                    <a:cubicBezTo>
                      <a:pt x="113" y="224"/>
                      <a:pt x="128" y="239"/>
                      <a:pt x="159" y="239"/>
                    </a:cubicBezTo>
                    <a:cubicBezTo>
                      <a:pt x="240" y="239"/>
                      <a:pt x="306" y="143"/>
                      <a:pt x="256" y="46"/>
                    </a:cubicBezTo>
                    <a:cubicBezTo>
                      <a:pt x="256" y="31"/>
                      <a:pt x="240" y="16"/>
                      <a:pt x="225" y="16"/>
                    </a:cubicBezTo>
                    <a:cubicBezTo>
                      <a:pt x="209" y="0"/>
                      <a:pt x="175" y="0"/>
                      <a:pt x="15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30"/>
              <p:cNvSpPr/>
              <p:nvPr/>
            </p:nvSpPr>
            <p:spPr>
              <a:xfrm>
                <a:off x="6498166" y="1961358"/>
                <a:ext cx="28" cy="28"/>
              </a:xfrm>
              <a:custGeom>
                <a:avLst/>
                <a:gdLst/>
                <a:ahLst/>
                <a:cxnLst/>
                <a:rect l="l" t="t" r="r" b="b"/>
                <a:pathLst>
                  <a:path w="1" h="1" extrusionOk="0">
                    <a:moveTo>
                      <a:pt x="1" y="1"/>
                    </a:moveTo>
                    <a:lnTo>
                      <a:pt x="1" y="1"/>
                    </a:lnTo>
                    <a:lnTo>
                      <a:pt x="1" y="1"/>
                    </a:lnTo>
                    <a:close/>
                  </a:path>
                </a:pathLst>
              </a:custGeom>
              <a:solidFill>
                <a:srgbClr val="D0D6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30"/>
              <p:cNvSpPr/>
              <p:nvPr/>
            </p:nvSpPr>
            <p:spPr>
              <a:xfrm>
                <a:off x="6485029" y="1940072"/>
                <a:ext cx="26783" cy="21314"/>
              </a:xfrm>
              <a:custGeom>
                <a:avLst/>
                <a:gdLst/>
                <a:ahLst/>
                <a:cxnLst/>
                <a:rect l="l" t="t" r="r" b="b"/>
                <a:pathLst>
                  <a:path w="950" h="756" extrusionOk="0">
                    <a:moveTo>
                      <a:pt x="467" y="0"/>
                    </a:moveTo>
                    <a:cubicBezTo>
                      <a:pt x="193" y="0"/>
                      <a:pt x="0" y="289"/>
                      <a:pt x="147" y="579"/>
                    </a:cubicBezTo>
                    <a:cubicBezTo>
                      <a:pt x="178" y="625"/>
                      <a:pt x="209" y="675"/>
                      <a:pt x="274" y="706"/>
                    </a:cubicBezTo>
                    <a:cubicBezTo>
                      <a:pt x="340" y="741"/>
                      <a:pt x="401" y="756"/>
                      <a:pt x="467" y="756"/>
                    </a:cubicBezTo>
                    <a:cubicBezTo>
                      <a:pt x="741" y="756"/>
                      <a:pt x="949" y="467"/>
                      <a:pt x="787" y="177"/>
                    </a:cubicBezTo>
                    <a:cubicBezTo>
                      <a:pt x="756" y="127"/>
                      <a:pt x="725" y="81"/>
                      <a:pt x="660" y="46"/>
                    </a:cubicBezTo>
                    <a:cubicBezTo>
                      <a:pt x="594" y="15"/>
                      <a:pt x="533" y="0"/>
                      <a:pt x="4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30"/>
              <p:cNvSpPr/>
              <p:nvPr/>
            </p:nvSpPr>
            <p:spPr>
              <a:xfrm>
                <a:off x="6434789" y="1954535"/>
                <a:ext cx="124639" cy="134647"/>
              </a:xfrm>
              <a:custGeom>
                <a:avLst/>
                <a:gdLst/>
                <a:ahLst/>
                <a:cxnLst/>
                <a:rect l="l" t="t" r="r" b="b"/>
                <a:pathLst>
                  <a:path w="4421" h="4776" extrusionOk="0">
                    <a:moveTo>
                      <a:pt x="97" y="0"/>
                    </a:moveTo>
                    <a:lnTo>
                      <a:pt x="290" y="1416"/>
                    </a:lnTo>
                    <a:lnTo>
                      <a:pt x="660" y="2172"/>
                    </a:lnTo>
                    <a:lnTo>
                      <a:pt x="0" y="3151"/>
                    </a:lnTo>
                    <a:lnTo>
                      <a:pt x="97" y="4775"/>
                    </a:lnTo>
                    <a:lnTo>
                      <a:pt x="4420" y="4775"/>
                    </a:lnTo>
                    <a:lnTo>
                      <a:pt x="4289" y="710"/>
                    </a:lnTo>
                    <a:lnTo>
                      <a:pt x="442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30"/>
              <p:cNvSpPr/>
              <p:nvPr/>
            </p:nvSpPr>
            <p:spPr>
              <a:xfrm>
                <a:off x="6440653" y="1977681"/>
                <a:ext cx="115505" cy="9050"/>
              </a:xfrm>
              <a:custGeom>
                <a:avLst/>
                <a:gdLst/>
                <a:ahLst/>
                <a:cxnLst/>
                <a:rect l="l" t="t" r="r" b="b"/>
                <a:pathLst>
                  <a:path w="4097" h="321" extrusionOk="0">
                    <a:moveTo>
                      <a:pt x="1" y="1"/>
                    </a:moveTo>
                    <a:lnTo>
                      <a:pt x="47" y="321"/>
                    </a:lnTo>
                    <a:lnTo>
                      <a:pt x="4097" y="321"/>
                    </a:lnTo>
                    <a:lnTo>
                      <a:pt x="408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30"/>
              <p:cNvSpPr/>
              <p:nvPr/>
            </p:nvSpPr>
            <p:spPr>
              <a:xfrm>
                <a:off x="6447391" y="2003901"/>
                <a:ext cx="109331" cy="9585"/>
              </a:xfrm>
              <a:custGeom>
                <a:avLst/>
                <a:gdLst/>
                <a:ahLst/>
                <a:cxnLst/>
                <a:rect l="l" t="t" r="r" b="b"/>
                <a:pathLst>
                  <a:path w="3878" h="340" extrusionOk="0">
                    <a:moveTo>
                      <a:pt x="1" y="0"/>
                    </a:moveTo>
                    <a:lnTo>
                      <a:pt x="163" y="340"/>
                    </a:lnTo>
                    <a:lnTo>
                      <a:pt x="3877" y="340"/>
                    </a:lnTo>
                    <a:lnTo>
                      <a:pt x="387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30"/>
              <p:cNvSpPr/>
              <p:nvPr/>
            </p:nvSpPr>
            <p:spPr>
              <a:xfrm>
                <a:off x="6437073" y="2030205"/>
                <a:ext cx="120495" cy="9585"/>
              </a:xfrm>
              <a:custGeom>
                <a:avLst/>
                <a:gdLst/>
                <a:ahLst/>
                <a:cxnLst/>
                <a:rect l="l" t="t" r="r" b="b"/>
                <a:pathLst>
                  <a:path w="4274" h="340" extrusionOk="0">
                    <a:moveTo>
                      <a:pt x="224" y="1"/>
                    </a:moveTo>
                    <a:lnTo>
                      <a:pt x="0" y="340"/>
                    </a:lnTo>
                    <a:lnTo>
                      <a:pt x="4274" y="340"/>
                    </a:lnTo>
                    <a:lnTo>
                      <a:pt x="427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30"/>
              <p:cNvSpPr/>
              <p:nvPr/>
            </p:nvSpPr>
            <p:spPr>
              <a:xfrm>
                <a:off x="6435212" y="2056508"/>
                <a:ext cx="123229" cy="9501"/>
              </a:xfrm>
              <a:custGeom>
                <a:avLst/>
                <a:gdLst/>
                <a:ahLst/>
                <a:cxnLst/>
                <a:rect l="l" t="t" r="r" b="b"/>
                <a:pathLst>
                  <a:path w="4371" h="337" extrusionOk="0">
                    <a:moveTo>
                      <a:pt x="1" y="1"/>
                    </a:moveTo>
                    <a:lnTo>
                      <a:pt x="32" y="336"/>
                    </a:lnTo>
                    <a:lnTo>
                      <a:pt x="4371" y="336"/>
                    </a:lnTo>
                    <a:lnTo>
                      <a:pt x="435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30"/>
              <p:cNvSpPr/>
              <p:nvPr/>
            </p:nvSpPr>
            <p:spPr>
              <a:xfrm>
                <a:off x="6436537" y="2034349"/>
                <a:ext cx="122891" cy="54834"/>
              </a:xfrm>
              <a:custGeom>
                <a:avLst/>
                <a:gdLst/>
                <a:ahLst/>
                <a:cxnLst/>
                <a:rect l="l" t="t" r="r" b="b"/>
                <a:pathLst>
                  <a:path w="4359" h="1945" extrusionOk="0">
                    <a:moveTo>
                      <a:pt x="4293" y="0"/>
                    </a:moveTo>
                    <a:cubicBezTo>
                      <a:pt x="3314" y="1242"/>
                      <a:pt x="2075" y="1521"/>
                      <a:pt x="1075" y="1521"/>
                    </a:cubicBezTo>
                    <a:cubicBezTo>
                      <a:pt x="665" y="1521"/>
                      <a:pt x="295" y="1474"/>
                      <a:pt x="0" y="1427"/>
                    </a:cubicBezTo>
                    <a:lnTo>
                      <a:pt x="0" y="1427"/>
                    </a:lnTo>
                    <a:lnTo>
                      <a:pt x="35" y="1944"/>
                    </a:lnTo>
                    <a:lnTo>
                      <a:pt x="4358" y="1944"/>
                    </a:lnTo>
                    <a:lnTo>
                      <a:pt x="429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639"/>
        <p:cNvGrpSpPr/>
        <p:nvPr/>
      </p:nvGrpSpPr>
      <p:grpSpPr>
        <a:xfrm>
          <a:off x="0" y="0"/>
          <a:ext cx="0" cy="0"/>
          <a:chOff x="0" y="0"/>
          <a:chExt cx="0" cy="0"/>
        </a:xfrm>
      </p:grpSpPr>
      <p:sp>
        <p:nvSpPr>
          <p:cNvPr id="640" name="Google Shape;640;p31"/>
          <p:cNvSpPr/>
          <p:nvPr/>
        </p:nvSpPr>
        <p:spPr>
          <a:xfrm>
            <a:off x="-3000" y="4608600"/>
            <a:ext cx="9150000" cy="534900"/>
          </a:xfrm>
          <a:prstGeom prst="rect">
            <a:avLst/>
          </a:prstGeom>
          <a:solidFill>
            <a:schemeClr val="lt1">
              <a:alpha val="344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31"/>
          <p:cNvSpPr/>
          <p:nvPr/>
        </p:nvSpPr>
        <p:spPr>
          <a:xfrm>
            <a:off x="5748338" y="4695025"/>
            <a:ext cx="1845300" cy="237600"/>
          </a:xfrm>
          <a:prstGeom prst="ellipse">
            <a:avLst/>
          </a:prstGeom>
          <a:solidFill>
            <a:schemeClr val="dk1">
              <a:alpha val="532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42" name="Google Shape;642;p31"/>
          <p:cNvGrpSpPr/>
          <p:nvPr/>
        </p:nvGrpSpPr>
        <p:grpSpPr>
          <a:xfrm>
            <a:off x="5862912" y="3645395"/>
            <a:ext cx="1616171" cy="1180606"/>
            <a:chOff x="1591700" y="2665330"/>
            <a:chExt cx="522407" cy="381616"/>
          </a:xfrm>
        </p:grpSpPr>
        <p:sp>
          <p:nvSpPr>
            <p:cNvPr id="643" name="Google Shape;643;p31"/>
            <p:cNvSpPr/>
            <p:nvPr/>
          </p:nvSpPr>
          <p:spPr>
            <a:xfrm>
              <a:off x="1661083" y="2980384"/>
              <a:ext cx="109190" cy="66562"/>
            </a:xfrm>
            <a:custGeom>
              <a:avLst/>
              <a:gdLst/>
              <a:ahLst/>
              <a:cxnLst/>
              <a:rect l="l" t="t" r="r" b="b"/>
              <a:pathLst>
                <a:path w="3873" h="2361" extrusionOk="0">
                  <a:moveTo>
                    <a:pt x="0" y="0"/>
                  </a:moveTo>
                  <a:lnTo>
                    <a:pt x="112" y="641"/>
                  </a:lnTo>
                  <a:lnTo>
                    <a:pt x="336" y="2041"/>
                  </a:lnTo>
                  <a:cubicBezTo>
                    <a:pt x="351" y="2234"/>
                    <a:pt x="513" y="2361"/>
                    <a:pt x="706" y="2361"/>
                  </a:cubicBezTo>
                  <a:lnTo>
                    <a:pt x="3182" y="2361"/>
                  </a:lnTo>
                  <a:cubicBezTo>
                    <a:pt x="3360" y="2361"/>
                    <a:pt x="3518" y="2234"/>
                    <a:pt x="3553" y="2041"/>
                  </a:cubicBezTo>
                  <a:lnTo>
                    <a:pt x="3776" y="641"/>
                  </a:lnTo>
                  <a:lnTo>
                    <a:pt x="387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31"/>
            <p:cNvSpPr/>
            <p:nvPr/>
          </p:nvSpPr>
          <p:spPr>
            <a:xfrm>
              <a:off x="1756233" y="2980384"/>
              <a:ext cx="14040" cy="18071"/>
            </a:xfrm>
            <a:custGeom>
              <a:avLst/>
              <a:gdLst/>
              <a:ahLst/>
              <a:cxnLst/>
              <a:rect l="l" t="t" r="r" b="b"/>
              <a:pathLst>
                <a:path w="498" h="641" extrusionOk="0">
                  <a:moveTo>
                    <a:pt x="97" y="0"/>
                  </a:moveTo>
                  <a:lnTo>
                    <a:pt x="0" y="641"/>
                  </a:lnTo>
                  <a:lnTo>
                    <a:pt x="401" y="641"/>
                  </a:lnTo>
                  <a:lnTo>
                    <a:pt x="498" y="0"/>
                  </a:lnTo>
                  <a:close/>
                </a:path>
              </a:pathLst>
            </a:custGeom>
            <a:solidFill>
              <a:srgbClr val="E96A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31"/>
            <p:cNvSpPr/>
            <p:nvPr/>
          </p:nvSpPr>
          <p:spPr>
            <a:xfrm>
              <a:off x="1935200" y="2980384"/>
              <a:ext cx="109218" cy="66562"/>
            </a:xfrm>
            <a:custGeom>
              <a:avLst/>
              <a:gdLst/>
              <a:ahLst/>
              <a:cxnLst/>
              <a:rect l="l" t="t" r="r" b="b"/>
              <a:pathLst>
                <a:path w="3874" h="2361" extrusionOk="0">
                  <a:moveTo>
                    <a:pt x="1" y="0"/>
                  </a:moveTo>
                  <a:lnTo>
                    <a:pt x="113" y="641"/>
                  </a:lnTo>
                  <a:lnTo>
                    <a:pt x="321" y="2041"/>
                  </a:lnTo>
                  <a:cubicBezTo>
                    <a:pt x="352" y="2234"/>
                    <a:pt x="514" y="2361"/>
                    <a:pt x="691" y="2361"/>
                  </a:cubicBezTo>
                  <a:lnTo>
                    <a:pt x="3164" y="2361"/>
                  </a:lnTo>
                  <a:cubicBezTo>
                    <a:pt x="3356" y="2361"/>
                    <a:pt x="3518" y="2234"/>
                    <a:pt x="3549" y="2041"/>
                  </a:cubicBezTo>
                  <a:lnTo>
                    <a:pt x="3761" y="641"/>
                  </a:lnTo>
                  <a:lnTo>
                    <a:pt x="387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31"/>
            <p:cNvSpPr/>
            <p:nvPr/>
          </p:nvSpPr>
          <p:spPr>
            <a:xfrm>
              <a:off x="1935200" y="2980384"/>
              <a:ext cx="14068" cy="18071"/>
            </a:xfrm>
            <a:custGeom>
              <a:avLst/>
              <a:gdLst/>
              <a:ahLst/>
              <a:cxnLst/>
              <a:rect l="l" t="t" r="r" b="b"/>
              <a:pathLst>
                <a:path w="499" h="641" extrusionOk="0">
                  <a:moveTo>
                    <a:pt x="1" y="0"/>
                  </a:moveTo>
                  <a:lnTo>
                    <a:pt x="113" y="641"/>
                  </a:lnTo>
                  <a:lnTo>
                    <a:pt x="498" y="641"/>
                  </a:lnTo>
                  <a:lnTo>
                    <a:pt x="402" y="0"/>
                  </a:lnTo>
                  <a:close/>
                </a:path>
              </a:pathLst>
            </a:custGeom>
            <a:solidFill>
              <a:srgbClr val="E96A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31"/>
            <p:cNvSpPr/>
            <p:nvPr/>
          </p:nvSpPr>
          <p:spPr>
            <a:xfrm>
              <a:off x="1619329" y="2702545"/>
              <a:ext cx="466727" cy="233378"/>
            </a:xfrm>
            <a:custGeom>
              <a:avLst/>
              <a:gdLst/>
              <a:ahLst/>
              <a:cxnLst/>
              <a:rect l="l" t="t" r="r" b="b"/>
              <a:pathLst>
                <a:path w="16555" h="8278" extrusionOk="0">
                  <a:moveTo>
                    <a:pt x="964" y="1"/>
                  </a:moveTo>
                  <a:cubicBezTo>
                    <a:pt x="436" y="1"/>
                    <a:pt x="0" y="437"/>
                    <a:pt x="0" y="965"/>
                  </a:cubicBezTo>
                  <a:lnTo>
                    <a:pt x="0" y="7298"/>
                  </a:lnTo>
                  <a:cubicBezTo>
                    <a:pt x="0" y="7846"/>
                    <a:pt x="436" y="8278"/>
                    <a:pt x="964" y="8278"/>
                  </a:cubicBezTo>
                  <a:lnTo>
                    <a:pt x="15590" y="8278"/>
                  </a:lnTo>
                  <a:cubicBezTo>
                    <a:pt x="16123" y="8278"/>
                    <a:pt x="16555" y="7846"/>
                    <a:pt x="16555" y="7298"/>
                  </a:cubicBezTo>
                  <a:lnTo>
                    <a:pt x="16555" y="965"/>
                  </a:lnTo>
                  <a:cubicBezTo>
                    <a:pt x="16555" y="437"/>
                    <a:pt x="16123" y="1"/>
                    <a:pt x="1559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31"/>
            <p:cNvSpPr/>
            <p:nvPr/>
          </p:nvSpPr>
          <p:spPr>
            <a:xfrm>
              <a:off x="1645633" y="2723859"/>
              <a:ext cx="105609" cy="85282"/>
            </a:xfrm>
            <a:custGeom>
              <a:avLst/>
              <a:gdLst/>
              <a:ahLst/>
              <a:cxnLst/>
              <a:rect l="l" t="t" r="r" b="b"/>
              <a:pathLst>
                <a:path w="3746" h="3025" extrusionOk="0">
                  <a:moveTo>
                    <a:pt x="514" y="1"/>
                  </a:moveTo>
                  <a:cubicBezTo>
                    <a:pt x="244" y="1"/>
                    <a:pt x="1" y="228"/>
                    <a:pt x="1" y="518"/>
                  </a:cubicBezTo>
                  <a:lnTo>
                    <a:pt x="1" y="2508"/>
                  </a:lnTo>
                  <a:cubicBezTo>
                    <a:pt x="1" y="2797"/>
                    <a:pt x="244" y="3025"/>
                    <a:pt x="514" y="3025"/>
                  </a:cubicBezTo>
                  <a:lnTo>
                    <a:pt x="3233" y="3025"/>
                  </a:lnTo>
                  <a:cubicBezTo>
                    <a:pt x="3522" y="3025"/>
                    <a:pt x="3746" y="2797"/>
                    <a:pt x="3746" y="2508"/>
                  </a:cubicBezTo>
                  <a:lnTo>
                    <a:pt x="3746" y="518"/>
                  </a:lnTo>
                  <a:cubicBezTo>
                    <a:pt x="3746" y="228"/>
                    <a:pt x="3522" y="1"/>
                    <a:pt x="3233" y="1"/>
                  </a:cubicBezTo>
                  <a:close/>
                </a:path>
              </a:pathLst>
            </a:custGeom>
            <a:solidFill>
              <a:schemeClr val="accent6">
                <a:alpha val="31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31"/>
            <p:cNvSpPr/>
            <p:nvPr/>
          </p:nvSpPr>
          <p:spPr>
            <a:xfrm>
              <a:off x="1645633" y="2831724"/>
              <a:ext cx="105609" cy="85170"/>
            </a:xfrm>
            <a:custGeom>
              <a:avLst/>
              <a:gdLst/>
              <a:ahLst/>
              <a:cxnLst/>
              <a:rect l="l" t="t" r="r" b="b"/>
              <a:pathLst>
                <a:path w="3746" h="3021" extrusionOk="0">
                  <a:moveTo>
                    <a:pt x="514" y="1"/>
                  </a:moveTo>
                  <a:cubicBezTo>
                    <a:pt x="244" y="1"/>
                    <a:pt x="1" y="225"/>
                    <a:pt x="1" y="514"/>
                  </a:cubicBezTo>
                  <a:lnTo>
                    <a:pt x="1" y="2508"/>
                  </a:lnTo>
                  <a:cubicBezTo>
                    <a:pt x="1" y="2782"/>
                    <a:pt x="244" y="3021"/>
                    <a:pt x="514" y="3021"/>
                  </a:cubicBezTo>
                  <a:lnTo>
                    <a:pt x="3233" y="3021"/>
                  </a:lnTo>
                  <a:cubicBezTo>
                    <a:pt x="3522" y="3021"/>
                    <a:pt x="3746" y="2782"/>
                    <a:pt x="3746" y="2508"/>
                  </a:cubicBezTo>
                  <a:lnTo>
                    <a:pt x="3746" y="514"/>
                  </a:lnTo>
                  <a:cubicBezTo>
                    <a:pt x="3746" y="225"/>
                    <a:pt x="3522" y="1"/>
                    <a:pt x="3233" y="1"/>
                  </a:cubicBezTo>
                  <a:close/>
                </a:path>
              </a:pathLst>
            </a:custGeom>
            <a:solidFill>
              <a:schemeClr val="accent6">
                <a:alpha val="31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31"/>
            <p:cNvSpPr/>
            <p:nvPr/>
          </p:nvSpPr>
          <p:spPr>
            <a:xfrm>
              <a:off x="1629309" y="2838039"/>
              <a:ext cx="72567" cy="75725"/>
            </a:xfrm>
            <a:custGeom>
              <a:avLst/>
              <a:gdLst/>
              <a:ahLst/>
              <a:cxnLst/>
              <a:rect l="l" t="t" r="r" b="b"/>
              <a:pathLst>
                <a:path w="2574" h="2686" extrusionOk="0">
                  <a:moveTo>
                    <a:pt x="209" y="1"/>
                  </a:moveTo>
                  <a:lnTo>
                    <a:pt x="209" y="1"/>
                  </a:lnTo>
                  <a:cubicBezTo>
                    <a:pt x="1" y="2330"/>
                    <a:pt x="2122" y="2685"/>
                    <a:pt x="2122" y="2685"/>
                  </a:cubicBezTo>
                  <a:cubicBezTo>
                    <a:pt x="2122" y="2685"/>
                    <a:pt x="2574" y="517"/>
                    <a:pt x="20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31"/>
            <p:cNvSpPr/>
            <p:nvPr/>
          </p:nvSpPr>
          <p:spPr>
            <a:xfrm>
              <a:off x="1647917" y="2855942"/>
              <a:ext cx="43529" cy="59655"/>
            </a:xfrm>
            <a:custGeom>
              <a:avLst/>
              <a:gdLst/>
              <a:ahLst/>
              <a:cxnLst/>
              <a:rect l="l" t="t" r="r" b="b"/>
              <a:pathLst>
                <a:path w="1544" h="2116" extrusionOk="0">
                  <a:moveTo>
                    <a:pt x="80" y="0"/>
                  </a:moveTo>
                  <a:cubicBezTo>
                    <a:pt x="66" y="0"/>
                    <a:pt x="50" y="4"/>
                    <a:pt x="31" y="10"/>
                  </a:cubicBezTo>
                  <a:cubicBezTo>
                    <a:pt x="1" y="41"/>
                    <a:pt x="1" y="91"/>
                    <a:pt x="16" y="122"/>
                  </a:cubicBezTo>
                  <a:lnTo>
                    <a:pt x="1397" y="2081"/>
                  </a:lnTo>
                  <a:cubicBezTo>
                    <a:pt x="1416" y="2116"/>
                    <a:pt x="1432" y="2116"/>
                    <a:pt x="1462" y="2116"/>
                  </a:cubicBezTo>
                  <a:cubicBezTo>
                    <a:pt x="1478" y="2116"/>
                    <a:pt x="1493" y="2116"/>
                    <a:pt x="1513" y="2100"/>
                  </a:cubicBezTo>
                  <a:cubicBezTo>
                    <a:pt x="1543" y="2081"/>
                    <a:pt x="1543" y="2035"/>
                    <a:pt x="1528" y="2004"/>
                  </a:cubicBezTo>
                  <a:lnTo>
                    <a:pt x="143" y="41"/>
                  </a:lnTo>
                  <a:cubicBezTo>
                    <a:pt x="124" y="11"/>
                    <a:pt x="104" y="0"/>
                    <a:pt x="8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31"/>
            <p:cNvSpPr/>
            <p:nvPr/>
          </p:nvSpPr>
          <p:spPr>
            <a:xfrm>
              <a:off x="1676955" y="2818135"/>
              <a:ext cx="85592" cy="89314"/>
            </a:xfrm>
            <a:custGeom>
              <a:avLst/>
              <a:gdLst/>
              <a:ahLst/>
              <a:cxnLst/>
              <a:rect l="l" t="t" r="r" b="b"/>
              <a:pathLst>
                <a:path w="3036" h="3168" extrusionOk="0">
                  <a:moveTo>
                    <a:pt x="1929" y="1"/>
                  </a:moveTo>
                  <a:lnTo>
                    <a:pt x="1929" y="1"/>
                  </a:lnTo>
                  <a:cubicBezTo>
                    <a:pt x="0" y="1320"/>
                    <a:pt x="1076" y="3167"/>
                    <a:pt x="1076" y="3167"/>
                  </a:cubicBezTo>
                  <a:cubicBezTo>
                    <a:pt x="1076" y="3167"/>
                    <a:pt x="3036" y="2138"/>
                    <a:pt x="192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31"/>
            <p:cNvSpPr/>
            <p:nvPr/>
          </p:nvSpPr>
          <p:spPr>
            <a:xfrm>
              <a:off x="1658348" y="2776917"/>
              <a:ext cx="33098" cy="34395"/>
            </a:xfrm>
            <a:custGeom>
              <a:avLst/>
              <a:gdLst/>
              <a:ahLst/>
              <a:cxnLst/>
              <a:rect l="l" t="t" r="r" b="b"/>
              <a:pathLst>
                <a:path w="1174" h="1220" extrusionOk="0">
                  <a:moveTo>
                    <a:pt x="159" y="1"/>
                  </a:moveTo>
                  <a:cubicBezTo>
                    <a:pt x="1" y="996"/>
                    <a:pt x="915" y="1220"/>
                    <a:pt x="915" y="1220"/>
                  </a:cubicBezTo>
                  <a:cubicBezTo>
                    <a:pt x="915" y="1220"/>
                    <a:pt x="1173" y="290"/>
                    <a:pt x="1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31"/>
            <p:cNvSpPr/>
            <p:nvPr/>
          </p:nvSpPr>
          <p:spPr>
            <a:xfrm>
              <a:off x="1684116" y="2798231"/>
              <a:ext cx="30927" cy="25937"/>
            </a:xfrm>
            <a:custGeom>
              <a:avLst/>
              <a:gdLst/>
              <a:ahLst/>
              <a:cxnLst/>
              <a:rect l="l" t="t" r="r" b="b"/>
              <a:pathLst>
                <a:path w="1097" h="920" extrusionOk="0">
                  <a:moveTo>
                    <a:pt x="1096" y="1"/>
                  </a:moveTo>
                  <a:cubicBezTo>
                    <a:pt x="82" y="1"/>
                    <a:pt x="1" y="915"/>
                    <a:pt x="1" y="915"/>
                  </a:cubicBezTo>
                  <a:cubicBezTo>
                    <a:pt x="1" y="915"/>
                    <a:pt x="38" y="920"/>
                    <a:pt x="99" y="920"/>
                  </a:cubicBezTo>
                  <a:cubicBezTo>
                    <a:pt x="348" y="920"/>
                    <a:pt x="991" y="838"/>
                    <a:pt x="109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31"/>
            <p:cNvSpPr/>
            <p:nvPr/>
          </p:nvSpPr>
          <p:spPr>
            <a:xfrm>
              <a:off x="1705007" y="2840210"/>
              <a:ext cx="22639" cy="69523"/>
            </a:xfrm>
            <a:custGeom>
              <a:avLst/>
              <a:gdLst/>
              <a:ahLst/>
              <a:cxnLst/>
              <a:rect l="l" t="t" r="r" b="b"/>
              <a:pathLst>
                <a:path w="803" h="2466" extrusionOk="0">
                  <a:moveTo>
                    <a:pt x="716" y="1"/>
                  </a:moveTo>
                  <a:cubicBezTo>
                    <a:pt x="680" y="1"/>
                    <a:pt x="657" y="26"/>
                    <a:pt x="645" y="55"/>
                  </a:cubicBezTo>
                  <a:lnTo>
                    <a:pt x="16" y="2369"/>
                  </a:lnTo>
                  <a:cubicBezTo>
                    <a:pt x="0" y="2415"/>
                    <a:pt x="31" y="2446"/>
                    <a:pt x="66" y="2465"/>
                  </a:cubicBezTo>
                  <a:lnTo>
                    <a:pt x="81" y="2465"/>
                  </a:lnTo>
                  <a:cubicBezTo>
                    <a:pt x="112" y="2465"/>
                    <a:pt x="143" y="2446"/>
                    <a:pt x="162" y="2415"/>
                  </a:cubicBezTo>
                  <a:lnTo>
                    <a:pt x="787" y="86"/>
                  </a:lnTo>
                  <a:cubicBezTo>
                    <a:pt x="803" y="55"/>
                    <a:pt x="772" y="5"/>
                    <a:pt x="741" y="5"/>
                  </a:cubicBezTo>
                  <a:cubicBezTo>
                    <a:pt x="732" y="2"/>
                    <a:pt x="723" y="1"/>
                    <a:pt x="71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31"/>
            <p:cNvSpPr/>
            <p:nvPr/>
          </p:nvSpPr>
          <p:spPr>
            <a:xfrm>
              <a:off x="1668243" y="2764428"/>
              <a:ext cx="37665" cy="140286"/>
            </a:xfrm>
            <a:custGeom>
              <a:avLst/>
              <a:gdLst/>
              <a:ahLst/>
              <a:cxnLst/>
              <a:rect l="l" t="t" r="r" b="b"/>
              <a:pathLst>
                <a:path w="1336" h="4976" extrusionOk="0">
                  <a:moveTo>
                    <a:pt x="1249" y="0"/>
                  </a:moveTo>
                  <a:cubicBezTo>
                    <a:pt x="1228" y="0"/>
                    <a:pt x="1208" y="8"/>
                    <a:pt x="1193" y="24"/>
                  </a:cubicBezTo>
                  <a:cubicBezTo>
                    <a:pt x="630" y="637"/>
                    <a:pt x="421" y="1663"/>
                    <a:pt x="579" y="3047"/>
                  </a:cubicBezTo>
                  <a:cubicBezTo>
                    <a:pt x="711" y="4058"/>
                    <a:pt x="1000" y="4910"/>
                    <a:pt x="1000" y="4926"/>
                  </a:cubicBezTo>
                  <a:cubicBezTo>
                    <a:pt x="1015" y="4961"/>
                    <a:pt x="1046" y="4976"/>
                    <a:pt x="1081" y="4976"/>
                  </a:cubicBezTo>
                  <a:lnTo>
                    <a:pt x="1096" y="4976"/>
                  </a:lnTo>
                  <a:cubicBezTo>
                    <a:pt x="1142" y="4961"/>
                    <a:pt x="1158" y="4910"/>
                    <a:pt x="1142" y="4880"/>
                  </a:cubicBezTo>
                  <a:cubicBezTo>
                    <a:pt x="1127" y="4845"/>
                    <a:pt x="1" y="1520"/>
                    <a:pt x="1304" y="120"/>
                  </a:cubicBezTo>
                  <a:cubicBezTo>
                    <a:pt x="1335" y="89"/>
                    <a:pt x="1335" y="43"/>
                    <a:pt x="1304" y="24"/>
                  </a:cubicBezTo>
                  <a:cubicBezTo>
                    <a:pt x="1289" y="8"/>
                    <a:pt x="1269" y="0"/>
                    <a:pt x="124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31"/>
            <p:cNvSpPr/>
            <p:nvPr/>
          </p:nvSpPr>
          <p:spPr>
            <a:xfrm>
              <a:off x="1688260" y="2730568"/>
              <a:ext cx="51818" cy="45644"/>
            </a:xfrm>
            <a:custGeom>
              <a:avLst/>
              <a:gdLst/>
              <a:ahLst/>
              <a:cxnLst/>
              <a:rect l="l" t="t" r="r" b="b"/>
              <a:pathLst>
                <a:path w="1838" h="1619" extrusionOk="0">
                  <a:moveTo>
                    <a:pt x="522" y="1"/>
                  </a:moveTo>
                  <a:cubicBezTo>
                    <a:pt x="465" y="1"/>
                    <a:pt x="403" y="20"/>
                    <a:pt x="336" y="67"/>
                  </a:cubicBezTo>
                  <a:cubicBezTo>
                    <a:pt x="1" y="295"/>
                    <a:pt x="128" y="1066"/>
                    <a:pt x="209" y="1437"/>
                  </a:cubicBezTo>
                  <a:cubicBezTo>
                    <a:pt x="235" y="1544"/>
                    <a:pt x="318" y="1618"/>
                    <a:pt x="422" y="1618"/>
                  </a:cubicBezTo>
                  <a:cubicBezTo>
                    <a:pt x="442" y="1618"/>
                    <a:pt x="462" y="1616"/>
                    <a:pt x="483" y="1610"/>
                  </a:cubicBezTo>
                  <a:cubicBezTo>
                    <a:pt x="884" y="1548"/>
                    <a:pt x="1721" y="1356"/>
                    <a:pt x="1782" y="970"/>
                  </a:cubicBezTo>
                  <a:cubicBezTo>
                    <a:pt x="1838" y="641"/>
                    <a:pt x="1450" y="588"/>
                    <a:pt x="1199" y="588"/>
                  </a:cubicBezTo>
                  <a:cubicBezTo>
                    <a:pt x="1083" y="588"/>
                    <a:pt x="996" y="600"/>
                    <a:pt x="996" y="600"/>
                  </a:cubicBezTo>
                  <a:cubicBezTo>
                    <a:pt x="996" y="600"/>
                    <a:pt x="836" y="1"/>
                    <a:pt x="5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31"/>
            <p:cNvSpPr/>
            <p:nvPr/>
          </p:nvSpPr>
          <p:spPr>
            <a:xfrm>
              <a:off x="1702921" y="2736884"/>
              <a:ext cx="26811" cy="21173"/>
            </a:xfrm>
            <a:custGeom>
              <a:avLst/>
              <a:gdLst/>
              <a:ahLst/>
              <a:cxnLst/>
              <a:rect l="l" t="t" r="r" b="b"/>
              <a:pathLst>
                <a:path w="951" h="751" extrusionOk="0">
                  <a:moveTo>
                    <a:pt x="479" y="1"/>
                  </a:moveTo>
                  <a:cubicBezTo>
                    <a:pt x="412" y="1"/>
                    <a:pt x="340" y="18"/>
                    <a:pt x="267" y="56"/>
                  </a:cubicBezTo>
                  <a:cubicBezTo>
                    <a:pt x="217" y="71"/>
                    <a:pt x="171" y="117"/>
                    <a:pt x="155" y="167"/>
                  </a:cubicBezTo>
                  <a:cubicBezTo>
                    <a:pt x="0" y="465"/>
                    <a:pt x="197" y="750"/>
                    <a:pt x="465" y="750"/>
                  </a:cubicBezTo>
                  <a:cubicBezTo>
                    <a:pt x="530" y="750"/>
                    <a:pt x="599" y="734"/>
                    <a:pt x="668" y="696"/>
                  </a:cubicBezTo>
                  <a:cubicBezTo>
                    <a:pt x="734" y="665"/>
                    <a:pt x="765" y="634"/>
                    <a:pt x="796" y="569"/>
                  </a:cubicBezTo>
                  <a:cubicBezTo>
                    <a:pt x="951" y="283"/>
                    <a:pt x="755" y="1"/>
                    <a:pt x="47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31"/>
            <p:cNvSpPr/>
            <p:nvPr/>
          </p:nvSpPr>
          <p:spPr>
            <a:xfrm>
              <a:off x="1648339" y="2896990"/>
              <a:ext cx="102903" cy="48519"/>
            </a:xfrm>
            <a:custGeom>
              <a:avLst/>
              <a:gdLst/>
              <a:ahLst/>
              <a:cxnLst/>
              <a:rect l="l" t="t" r="r" b="b"/>
              <a:pathLst>
                <a:path w="3650" h="1721" extrusionOk="0">
                  <a:moveTo>
                    <a:pt x="1787" y="0"/>
                  </a:moveTo>
                  <a:cubicBezTo>
                    <a:pt x="549" y="0"/>
                    <a:pt x="1" y="1639"/>
                    <a:pt x="1" y="1639"/>
                  </a:cubicBezTo>
                  <a:lnTo>
                    <a:pt x="3650" y="1720"/>
                  </a:lnTo>
                  <a:cubicBezTo>
                    <a:pt x="3650" y="1720"/>
                    <a:pt x="3006" y="0"/>
                    <a:pt x="17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31"/>
            <p:cNvSpPr/>
            <p:nvPr/>
          </p:nvSpPr>
          <p:spPr>
            <a:xfrm>
              <a:off x="1800157" y="2723859"/>
              <a:ext cx="105186" cy="85282"/>
            </a:xfrm>
            <a:custGeom>
              <a:avLst/>
              <a:gdLst/>
              <a:ahLst/>
              <a:cxnLst/>
              <a:rect l="l" t="t" r="r" b="b"/>
              <a:pathLst>
                <a:path w="3731" h="3025" extrusionOk="0">
                  <a:moveTo>
                    <a:pt x="513" y="1"/>
                  </a:moveTo>
                  <a:cubicBezTo>
                    <a:pt x="224" y="1"/>
                    <a:pt x="0" y="228"/>
                    <a:pt x="0" y="518"/>
                  </a:cubicBezTo>
                  <a:lnTo>
                    <a:pt x="0" y="2508"/>
                  </a:lnTo>
                  <a:cubicBezTo>
                    <a:pt x="0" y="2797"/>
                    <a:pt x="224" y="3025"/>
                    <a:pt x="513" y="3025"/>
                  </a:cubicBezTo>
                  <a:lnTo>
                    <a:pt x="3229" y="3025"/>
                  </a:lnTo>
                  <a:cubicBezTo>
                    <a:pt x="3503" y="3025"/>
                    <a:pt x="3730" y="2797"/>
                    <a:pt x="3730" y="2508"/>
                  </a:cubicBezTo>
                  <a:lnTo>
                    <a:pt x="3730" y="518"/>
                  </a:lnTo>
                  <a:cubicBezTo>
                    <a:pt x="3730" y="228"/>
                    <a:pt x="3503" y="1"/>
                    <a:pt x="3229" y="1"/>
                  </a:cubicBezTo>
                  <a:close/>
                </a:path>
              </a:pathLst>
            </a:custGeom>
            <a:solidFill>
              <a:schemeClr val="accent6">
                <a:alpha val="31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31"/>
            <p:cNvSpPr/>
            <p:nvPr/>
          </p:nvSpPr>
          <p:spPr>
            <a:xfrm>
              <a:off x="1800157" y="2831724"/>
              <a:ext cx="105186" cy="85170"/>
            </a:xfrm>
            <a:custGeom>
              <a:avLst/>
              <a:gdLst/>
              <a:ahLst/>
              <a:cxnLst/>
              <a:rect l="l" t="t" r="r" b="b"/>
              <a:pathLst>
                <a:path w="3731" h="3021" extrusionOk="0">
                  <a:moveTo>
                    <a:pt x="513" y="1"/>
                  </a:moveTo>
                  <a:cubicBezTo>
                    <a:pt x="224" y="1"/>
                    <a:pt x="0" y="225"/>
                    <a:pt x="0" y="514"/>
                  </a:cubicBezTo>
                  <a:lnTo>
                    <a:pt x="0" y="2508"/>
                  </a:lnTo>
                  <a:cubicBezTo>
                    <a:pt x="0" y="2782"/>
                    <a:pt x="224" y="3021"/>
                    <a:pt x="513" y="3021"/>
                  </a:cubicBezTo>
                  <a:lnTo>
                    <a:pt x="3229" y="3021"/>
                  </a:lnTo>
                  <a:cubicBezTo>
                    <a:pt x="3503" y="3021"/>
                    <a:pt x="3730" y="2782"/>
                    <a:pt x="3730" y="2508"/>
                  </a:cubicBezTo>
                  <a:lnTo>
                    <a:pt x="3730" y="514"/>
                  </a:lnTo>
                  <a:cubicBezTo>
                    <a:pt x="3730" y="225"/>
                    <a:pt x="3503" y="1"/>
                    <a:pt x="3229" y="1"/>
                  </a:cubicBezTo>
                  <a:close/>
                </a:path>
              </a:pathLst>
            </a:custGeom>
            <a:solidFill>
              <a:schemeClr val="accent6">
                <a:alpha val="31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31"/>
            <p:cNvSpPr/>
            <p:nvPr/>
          </p:nvSpPr>
          <p:spPr>
            <a:xfrm>
              <a:off x="1865395" y="2753771"/>
              <a:ext cx="50267" cy="30081"/>
            </a:xfrm>
            <a:custGeom>
              <a:avLst/>
              <a:gdLst/>
              <a:ahLst/>
              <a:cxnLst/>
              <a:rect l="l" t="t" r="r" b="b"/>
              <a:pathLst>
                <a:path w="1783" h="1067" extrusionOk="0">
                  <a:moveTo>
                    <a:pt x="1303" y="0"/>
                  </a:moveTo>
                  <a:cubicBezTo>
                    <a:pt x="273" y="0"/>
                    <a:pt x="1" y="1015"/>
                    <a:pt x="1" y="1015"/>
                  </a:cubicBezTo>
                  <a:cubicBezTo>
                    <a:pt x="1" y="1015"/>
                    <a:pt x="169" y="1067"/>
                    <a:pt x="408" y="1067"/>
                  </a:cubicBezTo>
                  <a:cubicBezTo>
                    <a:pt x="822" y="1067"/>
                    <a:pt x="1448" y="912"/>
                    <a:pt x="1783" y="66"/>
                  </a:cubicBezTo>
                  <a:cubicBezTo>
                    <a:pt x="1607" y="20"/>
                    <a:pt x="1448" y="0"/>
                    <a:pt x="130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31"/>
            <p:cNvSpPr/>
            <p:nvPr/>
          </p:nvSpPr>
          <p:spPr>
            <a:xfrm>
              <a:off x="1834637" y="2763779"/>
              <a:ext cx="30786" cy="25937"/>
            </a:xfrm>
            <a:custGeom>
              <a:avLst/>
              <a:gdLst/>
              <a:ahLst/>
              <a:cxnLst/>
              <a:rect l="l" t="t" r="r" b="b"/>
              <a:pathLst>
                <a:path w="1092" h="920" extrusionOk="0">
                  <a:moveTo>
                    <a:pt x="0" y="0"/>
                  </a:moveTo>
                  <a:cubicBezTo>
                    <a:pt x="114" y="836"/>
                    <a:pt x="743" y="920"/>
                    <a:pt x="991" y="920"/>
                  </a:cubicBezTo>
                  <a:cubicBezTo>
                    <a:pt x="1053" y="920"/>
                    <a:pt x="1092" y="914"/>
                    <a:pt x="1092" y="914"/>
                  </a:cubicBezTo>
                  <a:cubicBezTo>
                    <a:pt x="1092" y="914"/>
                    <a:pt x="1011" y="0"/>
                    <a:pt x="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31"/>
            <p:cNvSpPr/>
            <p:nvPr/>
          </p:nvSpPr>
          <p:spPr>
            <a:xfrm>
              <a:off x="1853667" y="2815851"/>
              <a:ext cx="45249" cy="47674"/>
            </a:xfrm>
            <a:custGeom>
              <a:avLst/>
              <a:gdLst/>
              <a:ahLst/>
              <a:cxnLst/>
              <a:rect l="l" t="t" r="r" b="b"/>
              <a:pathLst>
                <a:path w="1605" h="1691" extrusionOk="0">
                  <a:moveTo>
                    <a:pt x="1524" y="1"/>
                  </a:moveTo>
                  <a:lnTo>
                    <a:pt x="1524" y="1"/>
                  </a:lnTo>
                  <a:cubicBezTo>
                    <a:pt x="0" y="290"/>
                    <a:pt x="255" y="1690"/>
                    <a:pt x="255" y="1690"/>
                  </a:cubicBezTo>
                  <a:cubicBezTo>
                    <a:pt x="255" y="1690"/>
                    <a:pt x="1605" y="1497"/>
                    <a:pt x="152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31"/>
            <p:cNvSpPr/>
            <p:nvPr/>
          </p:nvSpPr>
          <p:spPr>
            <a:xfrm>
              <a:off x="1854964" y="2872547"/>
              <a:ext cx="35804" cy="21060"/>
            </a:xfrm>
            <a:custGeom>
              <a:avLst/>
              <a:gdLst/>
              <a:ahLst/>
              <a:cxnLst/>
              <a:rect l="l" t="t" r="r" b="b"/>
              <a:pathLst>
                <a:path w="1270" h="747" extrusionOk="0">
                  <a:moveTo>
                    <a:pt x="932" y="1"/>
                  </a:moveTo>
                  <a:cubicBezTo>
                    <a:pt x="199" y="1"/>
                    <a:pt x="0" y="705"/>
                    <a:pt x="0" y="705"/>
                  </a:cubicBezTo>
                  <a:cubicBezTo>
                    <a:pt x="0" y="705"/>
                    <a:pt x="127" y="747"/>
                    <a:pt x="305" y="747"/>
                  </a:cubicBezTo>
                  <a:cubicBezTo>
                    <a:pt x="598" y="747"/>
                    <a:pt x="1030" y="635"/>
                    <a:pt x="1269" y="46"/>
                  </a:cubicBezTo>
                  <a:cubicBezTo>
                    <a:pt x="1146" y="14"/>
                    <a:pt x="1034" y="1"/>
                    <a:pt x="93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31"/>
            <p:cNvSpPr/>
            <p:nvPr/>
          </p:nvSpPr>
          <p:spPr>
            <a:xfrm>
              <a:off x="1832776" y="2834882"/>
              <a:ext cx="33944" cy="35804"/>
            </a:xfrm>
            <a:custGeom>
              <a:avLst/>
              <a:gdLst/>
              <a:ahLst/>
              <a:cxnLst/>
              <a:rect l="l" t="t" r="r" b="b"/>
              <a:pathLst>
                <a:path w="1204" h="1270" extrusionOk="0">
                  <a:moveTo>
                    <a:pt x="274" y="1"/>
                  </a:moveTo>
                  <a:cubicBezTo>
                    <a:pt x="1" y="1015"/>
                    <a:pt x="934" y="1270"/>
                    <a:pt x="934" y="1270"/>
                  </a:cubicBezTo>
                  <a:cubicBezTo>
                    <a:pt x="934" y="1270"/>
                    <a:pt x="1204" y="386"/>
                    <a:pt x="27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31"/>
            <p:cNvSpPr/>
            <p:nvPr/>
          </p:nvSpPr>
          <p:spPr>
            <a:xfrm>
              <a:off x="1812872" y="2792311"/>
              <a:ext cx="52551" cy="29123"/>
            </a:xfrm>
            <a:custGeom>
              <a:avLst/>
              <a:gdLst/>
              <a:ahLst/>
              <a:cxnLst/>
              <a:rect l="l" t="t" r="r" b="b"/>
              <a:pathLst>
                <a:path w="1864" h="1033" extrusionOk="0">
                  <a:moveTo>
                    <a:pt x="527" y="1"/>
                  </a:moveTo>
                  <a:cubicBezTo>
                    <a:pt x="368" y="1"/>
                    <a:pt x="193" y="24"/>
                    <a:pt x="1" y="80"/>
                  </a:cubicBezTo>
                  <a:cubicBezTo>
                    <a:pt x="336" y="863"/>
                    <a:pt x="888" y="1033"/>
                    <a:pt x="1304" y="1033"/>
                  </a:cubicBezTo>
                  <a:cubicBezTo>
                    <a:pt x="1624" y="1033"/>
                    <a:pt x="1864" y="932"/>
                    <a:pt x="1864" y="932"/>
                  </a:cubicBezTo>
                  <a:cubicBezTo>
                    <a:pt x="1864" y="932"/>
                    <a:pt x="1517" y="1"/>
                    <a:pt x="52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31"/>
            <p:cNvSpPr/>
            <p:nvPr/>
          </p:nvSpPr>
          <p:spPr>
            <a:xfrm>
              <a:off x="1851383" y="2725719"/>
              <a:ext cx="18607" cy="193457"/>
            </a:xfrm>
            <a:custGeom>
              <a:avLst/>
              <a:gdLst/>
              <a:ahLst/>
              <a:cxnLst/>
              <a:rect l="l" t="t" r="r" b="b"/>
              <a:pathLst>
                <a:path w="660" h="6862" extrusionOk="0">
                  <a:moveTo>
                    <a:pt x="544" y="0"/>
                  </a:moveTo>
                  <a:cubicBezTo>
                    <a:pt x="513" y="0"/>
                    <a:pt x="467" y="31"/>
                    <a:pt x="467" y="81"/>
                  </a:cubicBezTo>
                  <a:cubicBezTo>
                    <a:pt x="498" y="3279"/>
                    <a:pt x="15" y="6735"/>
                    <a:pt x="0" y="6766"/>
                  </a:cubicBezTo>
                  <a:cubicBezTo>
                    <a:pt x="0" y="6816"/>
                    <a:pt x="31" y="6847"/>
                    <a:pt x="62" y="6862"/>
                  </a:cubicBezTo>
                  <a:lnTo>
                    <a:pt x="81" y="6862"/>
                  </a:lnTo>
                  <a:cubicBezTo>
                    <a:pt x="112" y="6862"/>
                    <a:pt x="143" y="6831"/>
                    <a:pt x="158" y="6796"/>
                  </a:cubicBezTo>
                  <a:cubicBezTo>
                    <a:pt x="158" y="6750"/>
                    <a:pt x="660" y="3279"/>
                    <a:pt x="625" y="81"/>
                  </a:cubicBezTo>
                  <a:cubicBezTo>
                    <a:pt x="625" y="31"/>
                    <a:pt x="594" y="0"/>
                    <a:pt x="5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1"/>
            <p:cNvSpPr/>
            <p:nvPr/>
          </p:nvSpPr>
          <p:spPr>
            <a:xfrm>
              <a:off x="1819610" y="2668093"/>
              <a:ext cx="93345" cy="70002"/>
            </a:xfrm>
            <a:custGeom>
              <a:avLst/>
              <a:gdLst/>
              <a:ahLst/>
              <a:cxnLst/>
              <a:rect l="l" t="t" r="r" b="b"/>
              <a:pathLst>
                <a:path w="3311" h="2483" extrusionOk="0">
                  <a:moveTo>
                    <a:pt x="691" y="0"/>
                  </a:moveTo>
                  <a:cubicBezTo>
                    <a:pt x="530" y="0"/>
                    <a:pt x="385" y="69"/>
                    <a:pt x="290" y="258"/>
                  </a:cubicBezTo>
                  <a:cubicBezTo>
                    <a:pt x="1" y="837"/>
                    <a:pt x="934" y="1898"/>
                    <a:pt x="1401" y="2364"/>
                  </a:cubicBezTo>
                  <a:cubicBezTo>
                    <a:pt x="1476" y="2442"/>
                    <a:pt x="1574" y="2482"/>
                    <a:pt x="1673" y="2482"/>
                  </a:cubicBezTo>
                  <a:cubicBezTo>
                    <a:pt x="1762" y="2482"/>
                    <a:pt x="1853" y="2449"/>
                    <a:pt x="1929" y="2380"/>
                  </a:cubicBezTo>
                  <a:cubicBezTo>
                    <a:pt x="2396" y="1963"/>
                    <a:pt x="3310" y="1065"/>
                    <a:pt x="3071" y="420"/>
                  </a:cubicBezTo>
                  <a:cubicBezTo>
                    <a:pt x="2982" y="173"/>
                    <a:pt x="2816" y="87"/>
                    <a:pt x="2630" y="87"/>
                  </a:cubicBezTo>
                  <a:cubicBezTo>
                    <a:pt x="2212" y="87"/>
                    <a:pt x="1690" y="517"/>
                    <a:pt x="1690" y="517"/>
                  </a:cubicBezTo>
                  <a:cubicBezTo>
                    <a:pt x="1690" y="517"/>
                    <a:pt x="1130" y="0"/>
                    <a:pt x="69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31"/>
            <p:cNvSpPr/>
            <p:nvPr/>
          </p:nvSpPr>
          <p:spPr>
            <a:xfrm>
              <a:off x="1849523" y="2665330"/>
              <a:ext cx="35804" cy="34902"/>
            </a:xfrm>
            <a:custGeom>
              <a:avLst/>
              <a:gdLst/>
              <a:ahLst/>
              <a:cxnLst/>
              <a:rect l="l" t="t" r="r" b="b"/>
              <a:pathLst>
                <a:path w="1270" h="1238" extrusionOk="0">
                  <a:moveTo>
                    <a:pt x="633" y="1"/>
                  </a:moveTo>
                  <a:cubicBezTo>
                    <a:pt x="347" y="1"/>
                    <a:pt x="71" y="195"/>
                    <a:pt x="16" y="549"/>
                  </a:cubicBezTo>
                  <a:cubicBezTo>
                    <a:pt x="0" y="665"/>
                    <a:pt x="16" y="777"/>
                    <a:pt x="66" y="873"/>
                  </a:cubicBezTo>
                  <a:cubicBezTo>
                    <a:pt x="197" y="1122"/>
                    <a:pt x="418" y="1237"/>
                    <a:pt x="634" y="1237"/>
                  </a:cubicBezTo>
                  <a:cubicBezTo>
                    <a:pt x="920" y="1237"/>
                    <a:pt x="1199" y="1036"/>
                    <a:pt x="1254" y="680"/>
                  </a:cubicBezTo>
                  <a:cubicBezTo>
                    <a:pt x="1269" y="569"/>
                    <a:pt x="1254" y="453"/>
                    <a:pt x="1208" y="356"/>
                  </a:cubicBezTo>
                  <a:cubicBezTo>
                    <a:pt x="1074" y="114"/>
                    <a:pt x="851" y="1"/>
                    <a:pt x="63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31"/>
            <p:cNvSpPr/>
            <p:nvPr/>
          </p:nvSpPr>
          <p:spPr>
            <a:xfrm>
              <a:off x="1801031" y="2911453"/>
              <a:ext cx="102903" cy="48068"/>
            </a:xfrm>
            <a:custGeom>
              <a:avLst/>
              <a:gdLst/>
              <a:ahLst/>
              <a:cxnLst/>
              <a:rect l="l" t="t" r="r" b="b"/>
              <a:pathLst>
                <a:path w="3650" h="1705" extrusionOk="0">
                  <a:moveTo>
                    <a:pt x="1867" y="0"/>
                  </a:moveTo>
                  <a:cubicBezTo>
                    <a:pt x="629" y="0"/>
                    <a:pt x="0" y="1705"/>
                    <a:pt x="0" y="1705"/>
                  </a:cubicBezTo>
                  <a:lnTo>
                    <a:pt x="3649" y="1639"/>
                  </a:lnTo>
                  <a:cubicBezTo>
                    <a:pt x="3649" y="1639"/>
                    <a:pt x="3101" y="0"/>
                    <a:pt x="18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1"/>
            <p:cNvSpPr/>
            <p:nvPr/>
          </p:nvSpPr>
          <p:spPr>
            <a:xfrm>
              <a:off x="1954682" y="2723859"/>
              <a:ext cx="105073" cy="85282"/>
            </a:xfrm>
            <a:custGeom>
              <a:avLst/>
              <a:gdLst/>
              <a:ahLst/>
              <a:cxnLst/>
              <a:rect l="l" t="t" r="r" b="b"/>
              <a:pathLst>
                <a:path w="3727" h="3025" extrusionOk="0">
                  <a:moveTo>
                    <a:pt x="513" y="1"/>
                  </a:moveTo>
                  <a:cubicBezTo>
                    <a:pt x="224" y="1"/>
                    <a:pt x="0" y="228"/>
                    <a:pt x="0" y="518"/>
                  </a:cubicBezTo>
                  <a:lnTo>
                    <a:pt x="0" y="2508"/>
                  </a:lnTo>
                  <a:cubicBezTo>
                    <a:pt x="0" y="2797"/>
                    <a:pt x="224" y="3025"/>
                    <a:pt x="513" y="3025"/>
                  </a:cubicBezTo>
                  <a:lnTo>
                    <a:pt x="3213" y="3025"/>
                  </a:lnTo>
                  <a:cubicBezTo>
                    <a:pt x="3502" y="3025"/>
                    <a:pt x="3726" y="2797"/>
                    <a:pt x="3726" y="2508"/>
                  </a:cubicBezTo>
                  <a:lnTo>
                    <a:pt x="3726" y="518"/>
                  </a:lnTo>
                  <a:cubicBezTo>
                    <a:pt x="3726" y="228"/>
                    <a:pt x="3502" y="1"/>
                    <a:pt x="3213" y="1"/>
                  </a:cubicBezTo>
                  <a:close/>
                </a:path>
              </a:pathLst>
            </a:custGeom>
            <a:solidFill>
              <a:schemeClr val="accent6">
                <a:alpha val="31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31"/>
            <p:cNvSpPr/>
            <p:nvPr/>
          </p:nvSpPr>
          <p:spPr>
            <a:xfrm>
              <a:off x="1954682" y="2831724"/>
              <a:ext cx="105073" cy="85170"/>
            </a:xfrm>
            <a:custGeom>
              <a:avLst/>
              <a:gdLst/>
              <a:ahLst/>
              <a:cxnLst/>
              <a:rect l="l" t="t" r="r" b="b"/>
              <a:pathLst>
                <a:path w="3727" h="3021" extrusionOk="0">
                  <a:moveTo>
                    <a:pt x="513" y="1"/>
                  </a:moveTo>
                  <a:cubicBezTo>
                    <a:pt x="224" y="1"/>
                    <a:pt x="0" y="225"/>
                    <a:pt x="0" y="514"/>
                  </a:cubicBezTo>
                  <a:lnTo>
                    <a:pt x="0" y="2508"/>
                  </a:lnTo>
                  <a:cubicBezTo>
                    <a:pt x="0" y="2782"/>
                    <a:pt x="224" y="3021"/>
                    <a:pt x="513" y="3021"/>
                  </a:cubicBezTo>
                  <a:lnTo>
                    <a:pt x="3213" y="3021"/>
                  </a:lnTo>
                  <a:cubicBezTo>
                    <a:pt x="3502" y="3021"/>
                    <a:pt x="3726" y="2782"/>
                    <a:pt x="3726" y="2508"/>
                  </a:cubicBezTo>
                  <a:lnTo>
                    <a:pt x="3726" y="514"/>
                  </a:lnTo>
                  <a:cubicBezTo>
                    <a:pt x="3726" y="225"/>
                    <a:pt x="3502" y="1"/>
                    <a:pt x="3213" y="1"/>
                  </a:cubicBezTo>
                  <a:close/>
                </a:path>
              </a:pathLst>
            </a:custGeom>
            <a:solidFill>
              <a:schemeClr val="accent6">
                <a:alpha val="31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31"/>
            <p:cNvSpPr/>
            <p:nvPr/>
          </p:nvSpPr>
          <p:spPr>
            <a:xfrm>
              <a:off x="2009488" y="2821434"/>
              <a:ext cx="55257" cy="28221"/>
            </a:xfrm>
            <a:custGeom>
              <a:avLst/>
              <a:gdLst/>
              <a:ahLst/>
              <a:cxnLst/>
              <a:rect l="l" t="t" r="r" b="b"/>
              <a:pathLst>
                <a:path w="1960" h="1001" extrusionOk="0">
                  <a:moveTo>
                    <a:pt x="1279" y="1"/>
                  </a:moveTo>
                  <a:cubicBezTo>
                    <a:pt x="357" y="1"/>
                    <a:pt x="0" y="879"/>
                    <a:pt x="0" y="879"/>
                  </a:cubicBezTo>
                  <a:cubicBezTo>
                    <a:pt x="0" y="879"/>
                    <a:pt x="267" y="1000"/>
                    <a:pt x="625" y="1000"/>
                  </a:cubicBezTo>
                  <a:cubicBezTo>
                    <a:pt x="1038" y="1000"/>
                    <a:pt x="1573" y="839"/>
                    <a:pt x="1960" y="142"/>
                  </a:cubicBezTo>
                  <a:cubicBezTo>
                    <a:pt x="1705" y="42"/>
                    <a:pt x="1479" y="1"/>
                    <a:pt x="127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31"/>
            <p:cNvSpPr/>
            <p:nvPr/>
          </p:nvSpPr>
          <p:spPr>
            <a:xfrm>
              <a:off x="2007205" y="2828595"/>
              <a:ext cx="44939" cy="19904"/>
            </a:xfrm>
            <a:custGeom>
              <a:avLst/>
              <a:gdLst/>
              <a:ahLst/>
              <a:cxnLst/>
              <a:rect l="l" t="t" r="r" b="b"/>
              <a:pathLst>
                <a:path w="1594" h="706" extrusionOk="0">
                  <a:moveTo>
                    <a:pt x="1477" y="0"/>
                  </a:moveTo>
                  <a:lnTo>
                    <a:pt x="50" y="563"/>
                  </a:lnTo>
                  <a:cubicBezTo>
                    <a:pt x="16" y="579"/>
                    <a:pt x="0" y="609"/>
                    <a:pt x="16" y="660"/>
                  </a:cubicBezTo>
                  <a:cubicBezTo>
                    <a:pt x="16" y="690"/>
                    <a:pt x="50" y="706"/>
                    <a:pt x="81" y="706"/>
                  </a:cubicBezTo>
                  <a:cubicBezTo>
                    <a:pt x="97" y="706"/>
                    <a:pt x="97" y="706"/>
                    <a:pt x="112" y="690"/>
                  </a:cubicBezTo>
                  <a:lnTo>
                    <a:pt x="1528" y="143"/>
                  </a:lnTo>
                  <a:cubicBezTo>
                    <a:pt x="1574" y="127"/>
                    <a:pt x="1593" y="96"/>
                    <a:pt x="1574" y="46"/>
                  </a:cubicBezTo>
                  <a:cubicBezTo>
                    <a:pt x="1558" y="15"/>
                    <a:pt x="1528" y="0"/>
                    <a:pt x="14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31"/>
            <p:cNvSpPr/>
            <p:nvPr/>
          </p:nvSpPr>
          <p:spPr>
            <a:xfrm>
              <a:off x="1950114" y="2824873"/>
              <a:ext cx="52551" cy="53115"/>
            </a:xfrm>
            <a:custGeom>
              <a:avLst/>
              <a:gdLst/>
              <a:ahLst/>
              <a:cxnLst/>
              <a:rect l="l" t="t" r="r" b="b"/>
              <a:pathLst>
                <a:path w="1864" h="1884" extrusionOk="0">
                  <a:moveTo>
                    <a:pt x="0" y="1"/>
                  </a:moveTo>
                  <a:lnTo>
                    <a:pt x="0" y="1"/>
                  </a:lnTo>
                  <a:cubicBezTo>
                    <a:pt x="76" y="1826"/>
                    <a:pt x="1632" y="1883"/>
                    <a:pt x="1828" y="1883"/>
                  </a:cubicBezTo>
                  <a:cubicBezTo>
                    <a:pt x="1841" y="1883"/>
                    <a:pt x="1848" y="1883"/>
                    <a:pt x="1848" y="1883"/>
                  </a:cubicBezTo>
                  <a:cubicBezTo>
                    <a:pt x="1848" y="1883"/>
                    <a:pt x="1863" y="163"/>
                    <a:pt x="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31"/>
            <p:cNvSpPr/>
            <p:nvPr/>
          </p:nvSpPr>
          <p:spPr>
            <a:xfrm>
              <a:off x="2004047" y="2774211"/>
              <a:ext cx="33070" cy="33944"/>
            </a:xfrm>
            <a:custGeom>
              <a:avLst/>
              <a:gdLst/>
              <a:ahLst/>
              <a:cxnLst/>
              <a:rect l="l" t="t" r="r" b="b"/>
              <a:pathLst>
                <a:path w="1173" h="1204" extrusionOk="0">
                  <a:moveTo>
                    <a:pt x="995" y="0"/>
                  </a:moveTo>
                  <a:cubicBezTo>
                    <a:pt x="0" y="290"/>
                    <a:pt x="259" y="1204"/>
                    <a:pt x="259" y="1204"/>
                  </a:cubicBezTo>
                  <a:cubicBezTo>
                    <a:pt x="259" y="1204"/>
                    <a:pt x="1173" y="996"/>
                    <a:pt x="99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31"/>
            <p:cNvSpPr/>
            <p:nvPr/>
          </p:nvSpPr>
          <p:spPr>
            <a:xfrm>
              <a:off x="1961420" y="2837391"/>
              <a:ext cx="43078" cy="42881"/>
            </a:xfrm>
            <a:custGeom>
              <a:avLst/>
              <a:gdLst/>
              <a:ahLst/>
              <a:cxnLst/>
              <a:rect l="l" t="t" r="r" b="b"/>
              <a:pathLst>
                <a:path w="1528" h="1521" extrusionOk="0">
                  <a:moveTo>
                    <a:pt x="90" y="0"/>
                  </a:moveTo>
                  <a:cubicBezTo>
                    <a:pt x="70" y="0"/>
                    <a:pt x="51" y="8"/>
                    <a:pt x="35" y="24"/>
                  </a:cubicBezTo>
                  <a:cubicBezTo>
                    <a:pt x="0" y="58"/>
                    <a:pt x="0" y="105"/>
                    <a:pt x="35" y="120"/>
                  </a:cubicBezTo>
                  <a:lnTo>
                    <a:pt x="1400" y="1485"/>
                  </a:lnTo>
                  <a:cubicBezTo>
                    <a:pt x="1416" y="1505"/>
                    <a:pt x="1431" y="1520"/>
                    <a:pt x="1447" y="1520"/>
                  </a:cubicBezTo>
                  <a:cubicBezTo>
                    <a:pt x="1462" y="1520"/>
                    <a:pt x="1481" y="1505"/>
                    <a:pt x="1497" y="1485"/>
                  </a:cubicBezTo>
                  <a:cubicBezTo>
                    <a:pt x="1528" y="1470"/>
                    <a:pt x="1528" y="1424"/>
                    <a:pt x="1497" y="1389"/>
                  </a:cubicBezTo>
                  <a:lnTo>
                    <a:pt x="147" y="24"/>
                  </a:lnTo>
                  <a:cubicBezTo>
                    <a:pt x="130" y="8"/>
                    <a:pt x="109" y="0"/>
                    <a:pt x="9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31"/>
            <p:cNvSpPr/>
            <p:nvPr/>
          </p:nvSpPr>
          <p:spPr>
            <a:xfrm>
              <a:off x="1989584" y="2761637"/>
              <a:ext cx="37552" cy="140370"/>
            </a:xfrm>
            <a:custGeom>
              <a:avLst/>
              <a:gdLst/>
              <a:ahLst/>
              <a:cxnLst/>
              <a:rect l="l" t="t" r="r" b="b"/>
              <a:pathLst>
                <a:path w="1332" h="4979" extrusionOk="0">
                  <a:moveTo>
                    <a:pt x="77" y="1"/>
                  </a:moveTo>
                  <a:cubicBezTo>
                    <a:pt x="60" y="1"/>
                    <a:pt x="44" y="4"/>
                    <a:pt x="31" y="11"/>
                  </a:cubicBezTo>
                  <a:cubicBezTo>
                    <a:pt x="0" y="45"/>
                    <a:pt x="0" y="92"/>
                    <a:pt x="31" y="123"/>
                  </a:cubicBezTo>
                  <a:cubicBezTo>
                    <a:pt x="1331" y="1523"/>
                    <a:pt x="209" y="4847"/>
                    <a:pt x="193" y="4882"/>
                  </a:cubicBezTo>
                  <a:cubicBezTo>
                    <a:pt x="174" y="4913"/>
                    <a:pt x="193" y="4963"/>
                    <a:pt x="240" y="4979"/>
                  </a:cubicBezTo>
                  <a:lnTo>
                    <a:pt x="255" y="4979"/>
                  </a:lnTo>
                  <a:cubicBezTo>
                    <a:pt x="290" y="4979"/>
                    <a:pt x="320" y="4963"/>
                    <a:pt x="336" y="4928"/>
                  </a:cubicBezTo>
                  <a:cubicBezTo>
                    <a:pt x="336" y="4913"/>
                    <a:pt x="625" y="4061"/>
                    <a:pt x="752" y="3035"/>
                  </a:cubicBezTo>
                  <a:cubicBezTo>
                    <a:pt x="914" y="1650"/>
                    <a:pt x="706" y="639"/>
                    <a:pt x="143" y="26"/>
                  </a:cubicBezTo>
                  <a:cubicBezTo>
                    <a:pt x="125" y="8"/>
                    <a:pt x="100" y="1"/>
                    <a:pt x="7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31"/>
            <p:cNvSpPr/>
            <p:nvPr/>
          </p:nvSpPr>
          <p:spPr>
            <a:xfrm>
              <a:off x="1965536" y="2738152"/>
              <a:ext cx="55285" cy="45193"/>
            </a:xfrm>
            <a:custGeom>
              <a:avLst/>
              <a:gdLst/>
              <a:ahLst/>
              <a:cxnLst/>
              <a:rect l="l" t="t" r="r" b="b"/>
              <a:pathLst>
                <a:path w="1961" h="1603" extrusionOk="0">
                  <a:moveTo>
                    <a:pt x="1472" y="1"/>
                  </a:moveTo>
                  <a:cubicBezTo>
                    <a:pt x="1191" y="1"/>
                    <a:pt x="915" y="443"/>
                    <a:pt x="915" y="443"/>
                  </a:cubicBezTo>
                  <a:cubicBezTo>
                    <a:pt x="915" y="443"/>
                    <a:pt x="631" y="317"/>
                    <a:pt x="387" y="317"/>
                  </a:cubicBezTo>
                  <a:cubicBezTo>
                    <a:pt x="221" y="317"/>
                    <a:pt x="74" y="375"/>
                    <a:pt x="47" y="570"/>
                  </a:cubicBezTo>
                  <a:cubicBezTo>
                    <a:pt x="1" y="956"/>
                    <a:pt x="757" y="1391"/>
                    <a:pt x="1108" y="1584"/>
                  </a:cubicBezTo>
                  <a:cubicBezTo>
                    <a:pt x="1138" y="1597"/>
                    <a:pt x="1170" y="1602"/>
                    <a:pt x="1202" y="1602"/>
                  </a:cubicBezTo>
                  <a:cubicBezTo>
                    <a:pt x="1291" y="1602"/>
                    <a:pt x="1379" y="1559"/>
                    <a:pt x="1413" y="1488"/>
                  </a:cubicBezTo>
                  <a:cubicBezTo>
                    <a:pt x="1605" y="1148"/>
                    <a:pt x="1960" y="443"/>
                    <a:pt x="1702" y="122"/>
                  </a:cubicBezTo>
                  <a:cubicBezTo>
                    <a:pt x="1629" y="35"/>
                    <a:pt x="1550" y="1"/>
                    <a:pt x="14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31"/>
            <p:cNvSpPr/>
            <p:nvPr/>
          </p:nvSpPr>
          <p:spPr>
            <a:xfrm>
              <a:off x="1979378" y="2740267"/>
              <a:ext cx="23992" cy="21229"/>
            </a:xfrm>
            <a:custGeom>
              <a:avLst/>
              <a:gdLst/>
              <a:ahLst/>
              <a:cxnLst/>
              <a:rect l="l" t="t" r="r" b="b"/>
              <a:pathLst>
                <a:path w="851" h="753" extrusionOk="0">
                  <a:moveTo>
                    <a:pt x="423" y="1"/>
                  </a:moveTo>
                  <a:cubicBezTo>
                    <a:pt x="199" y="1"/>
                    <a:pt x="0" y="201"/>
                    <a:pt x="54" y="479"/>
                  </a:cubicBezTo>
                  <a:cubicBezTo>
                    <a:pt x="73" y="530"/>
                    <a:pt x="104" y="591"/>
                    <a:pt x="135" y="626"/>
                  </a:cubicBezTo>
                  <a:cubicBezTo>
                    <a:pt x="223" y="714"/>
                    <a:pt x="326" y="753"/>
                    <a:pt x="424" y="753"/>
                  </a:cubicBezTo>
                  <a:cubicBezTo>
                    <a:pt x="649" y="753"/>
                    <a:pt x="851" y="550"/>
                    <a:pt x="794" y="271"/>
                  </a:cubicBezTo>
                  <a:cubicBezTo>
                    <a:pt x="779" y="225"/>
                    <a:pt x="763" y="159"/>
                    <a:pt x="713" y="128"/>
                  </a:cubicBezTo>
                  <a:cubicBezTo>
                    <a:pt x="625" y="40"/>
                    <a:pt x="521" y="1"/>
                    <a:pt x="42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31"/>
            <p:cNvSpPr/>
            <p:nvPr/>
          </p:nvSpPr>
          <p:spPr>
            <a:xfrm>
              <a:off x="1944222" y="2894707"/>
              <a:ext cx="114208" cy="48068"/>
            </a:xfrm>
            <a:custGeom>
              <a:avLst/>
              <a:gdLst/>
              <a:ahLst/>
              <a:cxnLst/>
              <a:rect l="l" t="t" r="r" b="b"/>
              <a:pathLst>
                <a:path w="4051" h="1705" extrusionOk="0">
                  <a:moveTo>
                    <a:pt x="1976" y="0"/>
                  </a:moveTo>
                  <a:cubicBezTo>
                    <a:pt x="610" y="0"/>
                    <a:pt x="1" y="1639"/>
                    <a:pt x="1" y="1639"/>
                  </a:cubicBezTo>
                  <a:lnTo>
                    <a:pt x="4051" y="1705"/>
                  </a:lnTo>
                  <a:cubicBezTo>
                    <a:pt x="4051" y="1705"/>
                    <a:pt x="3345" y="0"/>
                    <a:pt x="19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31"/>
            <p:cNvSpPr/>
            <p:nvPr/>
          </p:nvSpPr>
          <p:spPr>
            <a:xfrm>
              <a:off x="1650200" y="2980384"/>
              <a:ext cx="108767" cy="66562"/>
            </a:xfrm>
            <a:custGeom>
              <a:avLst/>
              <a:gdLst/>
              <a:ahLst/>
              <a:cxnLst/>
              <a:rect l="l" t="t" r="r" b="b"/>
              <a:pathLst>
                <a:path w="3858" h="2361" extrusionOk="0">
                  <a:moveTo>
                    <a:pt x="1" y="0"/>
                  </a:moveTo>
                  <a:lnTo>
                    <a:pt x="97" y="641"/>
                  </a:lnTo>
                  <a:lnTo>
                    <a:pt x="321" y="2041"/>
                  </a:lnTo>
                  <a:cubicBezTo>
                    <a:pt x="352" y="2234"/>
                    <a:pt x="514" y="2361"/>
                    <a:pt x="691" y="2361"/>
                  </a:cubicBezTo>
                  <a:lnTo>
                    <a:pt x="3167" y="2361"/>
                  </a:lnTo>
                  <a:cubicBezTo>
                    <a:pt x="3360" y="2361"/>
                    <a:pt x="3518" y="2234"/>
                    <a:pt x="3534" y="2041"/>
                  </a:cubicBezTo>
                  <a:lnTo>
                    <a:pt x="3761" y="641"/>
                  </a:lnTo>
                  <a:lnTo>
                    <a:pt x="385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31"/>
            <p:cNvSpPr/>
            <p:nvPr/>
          </p:nvSpPr>
          <p:spPr>
            <a:xfrm>
              <a:off x="1798297" y="2980384"/>
              <a:ext cx="108767" cy="66562"/>
            </a:xfrm>
            <a:custGeom>
              <a:avLst/>
              <a:gdLst/>
              <a:ahLst/>
              <a:cxnLst/>
              <a:rect l="l" t="t" r="r" b="b"/>
              <a:pathLst>
                <a:path w="3858" h="2361" extrusionOk="0">
                  <a:moveTo>
                    <a:pt x="1" y="0"/>
                  </a:moveTo>
                  <a:lnTo>
                    <a:pt x="97" y="641"/>
                  </a:lnTo>
                  <a:lnTo>
                    <a:pt x="325" y="2041"/>
                  </a:lnTo>
                  <a:cubicBezTo>
                    <a:pt x="356" y="2234"/>
                    <a:pt x="518" y="2361"/>
                    <a:pt x="691" y="2361"/>
                  </a:cubicBezTo>
                  <a:lnTo>
                    <a:pt x="3167" y="2361"/>
                  </a:lnTo>
                  <a:cubicBezTo>
                    <a:pt x="3360" y="2361"/>
                    <a:pt x="3507" y="2234"/>
                    <a:pt x="3538" y="2041"/>
                  </a:cubicBezTo>
                  <a:lnTo>
                    <a:pt x="3761" y="641"/>
                  </a:lnTo>
                  <a:lnTo>
                    <a:pt x="385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31"/>
            <p:cNvSpPr/>
            <p:nvPr/>
          </p:nvSpPr>
          <p:spPr>
            <a:xfrm>
              <a:off x="1946506" y="2980384"/>
              <a:ext cx="108795" cy="66562"/>
            </a:xfrm>
            <a:custGeom>
              <a:avLst/>
              <a:gdLst/>
              <a:ahLst/>
              <a:cxnLst/>
              <a:rect l="l" t="t" r="r" b="b"/>
              <a:pathLst>
                <a:path w="3859" h="2361" extrusionOk="0">
                  <a:moveTo>
                    <a:pt x="1" y="0"/>
                  </a:moveTo>
                  <a:lnTo>
                    <a:pt x="97" y="641"/>
                  </a:lnTo>
                  <a:lnTo>
                    <a:pt x="321" y="2041"/>
                  </a:lnTo>
                  <a:cubicBezTo>
                    <a:pt x="352" y="2234"/>
                    <a:pt x="514" y="2361"/>
                    <a:pt x="691" y="2361"/>
                  </a:cubicBezTo>
                  <a:lnTo>
                    <a:pt x="3168" y="2361"/>
                  </a:lnTo>
                  <a:cubicBezTo>
                    <a:pt x="3360" y="2361"/>
                    <a:pt x="3503" y="2234"/>
                    <a:pt x="3534" y="2041"/>
                  </a:cubicBezTo>
                  <a:lnTo>
                    <a:pt x="3762" y="641"/>
                  </a:lnTo>
                  <a:lnTo>
                    <a:pt x="385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31"/>
            <p:cNvSpPr/>
            <p:nvPr/>
          </p:nvSpPr>
          <p:spPr>
            <a:xfrm>
              <a:off x="1650200" y="2980384"/>
              <a:ext cx="108767" cy="18071"/>
            </a:xfrm>
            <a:custGeom>
              <a:avLst/>
              <a:gdLst/>
              <a:ahLst/>
              <a:cxnLst/>
              <a:rect l="l" t="t" r="r" b="b"/>
              <a:pathLst>
                <a:path w="3858" h="641" extrusionOk="0">
                  <a:moveTo>
                    <a:pt x="1" y="0"/>
                  </a:moveTo>
                  <a:lnTo>
                    <a:pt x="97" y="641"/>
                  </a:lnTo>
                  <a:lnTo>
                    <a:pt x="3761" y="641"/>
                  </a:lnTo>
                  <a:lnTo>
                    <a:pt x="3858" y="0"/>
                  </a:lnTo>
                  <a:close/>
                </a:path>
              </a:pathLst>
            </a:custGeom>
            <a:solidFill>
              <a:srgbClr val="E998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31"/>
            <p:cNvSpPr/>
            <p:nvPr/>
          </p:nvSpPr>
          <p:spPr>
            <a:xfrm>
              <a:off x="1798297" y="2980384"/>
              <a:ext cx="108767" cy="18071"/>
            </a:xfrm>
            <a:custGeom>
              <a:avLst/>
              <a:gdLst/>
              <a:ahLst/>
              <a:cxnLst/>
              <a:rect l="l" t="t" r="r" b="b"/>
              <a:pathLst>
                <a:path w="3858" h="641" extrusionOk="0">
                  <a:moveTo>
                    <a:pt x="1" y="0"/>
                  </a:moveTo>
                  <a:lnTo>
                    <a:pt x="97" y="641"/>
                  </a:lnTo>
                  <a:lnTo>
                    <a:pt x="3761" y="641"/>
                  </a:lnTo>
                  <a:lnTo>
                    <a:pt x="3858" y="0"/>
                  </a:lnTo>
                  <a:close/>
                </a:path>
              </a:pathLst>
            </a:custGeom>
            <a:solidFill>
              <a:srgbClr val="E998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31"/>
            <p:cNvSpPr/>
            <p:nvPr/>
          </p:nvSpPr>
          <p:spPr>
            <a:xfrm>
              <a:off x="1946506" y="2980384"/>
              <a:ext cx="108795" cy="18071"/>
            </a:xfrm>
            <a:custGeom>
              <a:avLst/>
              <a:gdLst/>
              <a:ahLst/>
              <a:cxnLst/>
              <a:rect l="l" t="t" r="r" b="b"/>
              <a:pathLst>
                <a:path w="3859" h="641" extrusionOk="0">
                  <a:moveTo>
                    <a:pt x="1" y="0"/>
                  </a:moveTo>
                  <a:lnTo>
                    <a:pt x="97" y="641"/>
                  </a:lnTo>
                  <a:lnTo>
                    <a:pt x="3762" y="641"/>
                  </a:lnTo>
                  <a:lnTo>
                    <a:pt x="3858" y="0"/>
                  </a:lnTo>
                  <a:close/>
                </a:path>
              </a:pathLst>
            </a:custGeom>
            <a:solidFill>
              <a:srgbClr val="E998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31"/>
            <p:cNvSpPr/>
            <p:nvPr/>
          </p:nvSpPr>
          <p:spPr>
            <a:xfrm>
              <a:off x="1591700" y="2931893"/>
              <a:ext cx="522407" cy="53960"/>
            </a:xfrm>
            <a:custGeom>
              <a:avLst/>
              <a:gdLst/>
              <a:ahLst/>
              <a:cxnLst/>
              <a:rect l="l" t="t" r="r" b="b"/>
              <a:pathLst>
                <a:path w="18530" h="1914" extrusionOk="0">
                  <a:moveTo>
                    <a:pt x="949" y="0"/>
                  </a:moveTo>
                  <a:cubicBezTo>
                    <a:pt x="421" y="0"/>
                    <a:pt x="0" y="432"/>
                    <a:pt x="0" y="964"/>
                  </a:cubicBezTo>
                  <a:cubicBezTo>
                    <a:pt x="0" y="1493"/>
                    <a:pt x="421" y="1913"/>
                    <a:pt x="949" y="1913"/>
                  </a:cubicBezTo>
                  <a:lnTo>
                    <a:pt x="17565" y="1913"/>
                  </a:lnTo>
                  <a:cubicBezTo>
                    <a:pt x="18098" y="1913"/>
                    <a:pt x="18530" y="1493"/>
                    <a:pt x="18530" y="964"/>
                  </a:cubicBezTo>
                  <a:cubicBezTo>
                    <a:pt x="18530" y="432"/>
                    <a:pt x="18098" y="0"/>
                    <a:pt x="1756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0" name="Google Shape;690;p31"/>
          <p:cNvGrpSpPr/>
          <p:nvPr/>
        </p:nvGrpSpPr>
        <p:grpSpPr>
          <a:xfrm>
            <a:off x="5251231" y="-28453"/>
            <a:ext cx="787671" cy="2226344"/>
            <a:chOff x="4221490" y="3070967"/>
            <a:chExt cx="251845" cy="702560"/>
          </a:xfrm>
        </p:grpSpPr>
        <p:sp>
          <p:nvSpPr>
            <p:cNvPr id="691" name="Google Shape;691;p31"/>
            <p:cNvSpPr/>
            <p:nvPr/>
          </p:nvSpPr>
          <p:spPr>
            <a:xfrm>
              <a:off x="4221490" y="3466089"/>
              <a:ext cx="232391" cy="307439"/>
            </a:xfrm>
            <a:custGeom>
              <a:avLst/>
              <a:gdLst/>
              <a:ahLst/>
              <a:cxnLst/>
              <a:rect l="l" t="t" r="r" b="b"/>
              <a:pathLst>
                <a:path w="8243" h="10905" extrusionOk="0">
                  <a:moveTo>
                    <a:pt x="2603" y="0"/>
                  </a:moveTo>
                  <a:cubicBezTo>
                    <a:pt x="2386" y="0"/>
                    <a:pt x="2190" y="148"/>
                    <a:pt x="2137" y="368"/>
                  </a:cubicBezTo>
                  <a:lnTo>
                    <a:pt x="1959" y="1140"/>
                  </a:lnTo>
                  <a:cubicBezTo>
                    <a:pt x="1929" y="1221"/>
                    <a:pt x="1975" y="1286"/>
                    <a:pt x="2056" y="1317"/>
                  </a:cubicBezTo>
                  <a:lnTo>
                    <a:pt x="2071" y="1317"/>
                  </a:lnTo>
                  <a:cubicBezTo>
                    <a:pt x="2249" y="1363"/>
                    <a:pt x="2376" y="1556"/>
                    <a:pt x="2330" y="1734"/>
                  </a:cubicBezTo>
                  <a:cubicBezTo>
                    <a:pt x="2295" y="1830"/>
                    <a:pt x="2249" y="1911"/>
                    <a:pt x="2168" y="1961"/>
                  </a:cubicBezTo>
                  <a:cubicBezTo>
                    <a:pt x="2115" y="1991"/>
                    <a:pt x="2057" y="2008"/>
                    <a:pt x="1996" y="2008"/>
                  </a:cubicBezTo>
                  <a:cubicBezTo>
                    <a:pt x="1962" y="2008"/>
                    <a:pt x="1928" y="2003"/>
                    <a:pt x="1894" y="1992"/>
                  </a:cubicBezTo>
                  <a:cubicBezTo>
                    <a:pt x="1884" y="1990"/>
                    <a:pt x="1873" y="1989"/>
                    <a:pt x="1863" y="1989"/>
                  </a:cubicBezTo>
                  <a:cubicBezTo>
                    <a:pt x="1794" y="1989"/>
                    <a:pt x="1733" y="2033"/>
                    <a:pt x="1717" y="2104"/>
                  </a:cubicBezTo>
                  <a:lnTo>
                    <a:pt x="1686" y="2231"/>
                  </a:lnTo>
                  <a:cubicBezTo>
                    <a:pt x="1670" y="2312"/>
                    <a:pt x="1717" y="2378"/>
                    <a:pt x="1782" y="2393"/>
                  </a:cubicBezTo>
                  <a:lnTo>
                    <a:pt x="1798" y="2409"/>
                  </a:lnTo>
                  <a:cubicBezTo>
                    <a:pt x="1990" y="2443"/>
                    <a:pt x="2102" y="2636"/>
                    <a:pt x="2056" y="2829"/>
                  </a:cubicBezTo>
                  <a:cubicBezTo>
                    <a:pt x="2040" y="2926"/>
                    <a:pt x="1975" y="3003"/>
                    <a:pt x="1894" y="3053"/>
                  </a:cubicBezTo>
                  <a:cubicBezTo>
                    <a:pt x="1841" y="3083"/>
                    <a:pt x="1783" y="3101"/>
                    <a:pt x="1721" y="3101"/>
                  </a:cubicBezTo>
                  <a:cubicBezTo>
                    <a:pt x="1688" y="3101"/>
                    <a:pt x="1654" y="3096"/>
                    <a:pt x="1620" y="3084"/>
                  </a:cubicBezTo>
                  <a:cubicBezTo>
                    <a:pt x="1612" y="3082"/>
                    <a:pt x="1604" y="3081"/>
                    <a:pt x="1596" y="3081"/>
                  </a:cubicBezTo>
                  <a:cubicBezTo>
                    <a:pt x="1539" y="3081"/>
                    <a:pt x="1475" y="3126"/>
                    <a:pt x="1462" y="3180"/>
                  </a:cubicBezTo>
                  <a:lnTo>
                    <a:pt x="1427" y="3327"/>
                  </a:lnTo>
                  <a:cubicBezTo>
                    <a:pt x="1412" y="3408"/>
                    <a:pt x="1462" y="3469"/>
                    <a:pt x="1524" y="3485"/>
                  </a:cubicBezTo>
                  <a:cubicBezTo>
                    <a:pt x="1717" y="3535"/>
                    <a:pt x="1832" y="3728"/>
                    <a:pt x="1782" y="3921"/>
                  </a:cubicBezTo>
                  <a:cubicBezTo>
                    <a:pt x="1767" y="4017"/>
                    <a:pt x="1701" y="4098"/>
                    <a:pt x="1620" y="4129"/>
                  </a:cubicBezTo>
                  <a:cubicBezTo>
                    <a:pt x="1574" y="4167"/>
                    <a:pt x="1507" y="4185"/>
                    <a:pt x="1436" y="4185"/>
                  </a:cubicBezTo>
                  <a:cubicBezTo>
                    <a:pt x="1413" y="4185"/>
                    <a:pt x="1389" y="4183"/>
                    <a:pt x="1366" y="4179"/>
                  </a:cubicBezTo>
                  <a:cubicBezTo>
                    <a:pt x="1354" y="4176"/>
                    <a:pt x="1342" y="4175"/>
                    <a:pt x="1331" y="4175"/>
                  </a:cubicBezTo>
                  <a:cubicBezTo>
                    <a:pt x="1266" y="4175"/>
                    <a:pt x="1217" y="4220"/>
                    <a:pt x="1204" y="4276"/>
                  </a:cubicBezTo>
                  <a:lnTo>
                    <a:pt x="787" y="6011"/>
                  </a:lnTo>
                  <a:lnTo>
                    <a:pt x="46" y="9062"/>
                  </a:lnTo>
                  <a:cubicBezTo>
                    <a:pt x="0" y="9321"/>
                    <a:pt x="143" y="9560"/>
                    <a:pt x="401" y="9625"/>
                  </a:cubicBezTo>
                  <a:lnTo>
                    <a:pt x="5527" y="10894"/>
                  </a:lnTo>
                  <a:cubicBezTo>
                    <a:pt x="5561" y="10901"/>
                    <a:pt x="5595" y="10904"/>
                    <a:pt x="5628" y="10904"/>
                  </a:cubicBezTo>
                  <a:cubicBezTo>
                    <a:pt x="5846" y="10904"/>
                    <a:pt x="6033" y="10764"/>
                    <a:pt x="6090" y="10543"/>
                  </a:cubicBezTo>
                  <a:lnTo>
                    <a:pt x="6827" y="7488"/>
                  </a:lnTo>
                  <a:lnTo>
                    <a:pt x="7247" y="5737"/>
                  </a:lnTo>
                  <a:cubicBezTo>
                    <a:pt x="7263" y="5672"/>
                    <a:pt x="7213" y="5606"/>
                    <a:pt x="7167" y="5606"/>
                  </a:cubicBezTo>
                  <a:lnTo>
                    <a:pt x="7151" y="5591"/>
                  </a:lnTo>
                  <a:cubicBezTo>
                    <a:pt x="6958" y="5545"/>
                    <a:pt x="6846" y="5367"/>
                    <a:pt x="6893" y="5174"/>
                  </a:cubicBezTo>
                  <a:cubicBezTo>
                    <a:pt x="6908" y="5078"/>
                    <a:pt x="6974" y="4997"/>
                    <a:pt x="7055" y="4951"/>
                  </a:cubicBezTo>
                  <a:cubicBezTo>
                    <a:pt x="7107" y="4918"/>
                    <a:pt x="7167" y="4900"/>
                    <a:pt x="7223" y="4900"/>
                  </a:cubicBezTo>
                  <a:cubicBezTo>
                    <a:pt x="7253" y="4900"/>
                    <a:pt x="7282" y="4905"/>
                    <a:pt x="7309" y="4916"/>
                  </a:cubicBezTo>
                  <a:lnTo>
                    <a:pt x="7328" y="4916"/>
                  </a:lnTo>
                  <a:cubicBezTo>
                    <a:pt x="7337" y="4918"/>
                    <a:pt x="7345" y="4919"/>
                    <a:pt x="7353" y="4919"/>
                  </a:cubicBezTo>
                  <a:cubicBezTo>
                    <a:pt x="7403" y="4919"/>
                    <a:pt x="7442" y="4878"/>
                    <a:pt x="7456" y="4835"/>
                  </a:cubicBezTo>
                  <a:lnTo>
                    <a:pt x="7502" y="4642"/>
                  </a:lnTo>
                  <a:cubicBezTo>
                    <a:pt x="7521" y="4580"/>
                    <a:pt x="7487" y="4530"/>
                    <a:pt x="7425" y="4515"/>
                  </a:cubicBezTo>
                  <a:cubicBezTo>
                    <a:pt x="7232" y="4468"/>
                    <a:pt x="7116" y="4276"/>
                    <a:pt x="7151" y="4083"/>
                  </a:cubicBezTo>
                  <a:cubicBezTo>
                    <a:pt x="7182" y="3986"/>
                    <a:pt x="7247" y="3905"/>
                    <a:pt x="7309" y="3855"/>
                  </a:cubicBezTo>
                  <a:cubicBezTo>
                    <a:pt x="7366" y="3833"/>
                    <a:pt x="7431" y="3812"/>
                    <a:pt x="7499" y="3812"/>
                  </a:cubicBezTo>
                  <a:cubicBezTo>
                    <a:pt x="7527" y="3812"/>
                    <a:pt x="7555" y="3815"/>
                    <a:pt x="7583" y="3824"/>
                  </a:cubicBezTo>
                  <a:cubicBezTo>
                    <a:pt x="7594" y="3827"/>
                    <a:pt x="7605" y="3828"/>
                    <a:pt x="7616" y="3828"/>
                  </a:cubicBezTo>
                  <a:cubicBezTo>
                    <a:pt x="7670" y="3828"/>
                    <a:pt x="7717" y="3798"/>
                    <a:pt x="7730" y="3743"/>
                  </a:cubicBezTo>
                  <a:lnTo>
                    <a:pt x="7776" y="3550"/>
                  </a:lnTo>
                  <a:cubicBezTo>
                    <a:pt x="7776" y="3485"/>
                    <a:pt x="7745" y="3439"/>
                    <a:pt x="7679" y="3423"/>
                  </a:cubicBezTo>
                  <a:cubicBezTo>
                    <a:pt x="7487" y="3373"/>
                    <a:pt x="7375" y="3180"/>
                    <a:pt x="7425" y="2987"/>
                  </a:cubicBezTo>
                  <a:cubicBezTo>
                    <a:pt x="7456" y="2891"/>
                    <a:pt x="7502" y="2829"/>
                    <a:pt x="7583" y="2779"/>
                  </a:cubicBezTo>
                  <a:cubicBezTo>
                    <a:pt x="7643" y="2745"/>
                    <a:pt x="7711" y="2725"/>
                    <a:pt x="7782" y="2725"/>
                  </a:cubicBezTo>
                  <a:cubicBezTo>
                    <a:pt x="7807" y="2725"/>
                    <a:pt x="7832" y="2728"/>
                    <a:pt x="7857" y="2733"/>
                  </a:cubicBezTo>
                  <a:cubicBezTo>
                    <a:pt x="7866" y="2737"/>
                    <a:pt x="7874" y="2739"/>
                    <a:pt x="7881" y="2739"/>
                  </a:cubicBezTo>
                  <a:cubicBezTo>
                    <a:pt x="7900" y="2739"/>
                    <a:pt x="7916" y="2727"/>
                    <a:pt x="7938" y="2713"/>
                  </a:cubicBezTo>
                  <a:cubicBezTo>
                    <a:pt x="7953" y="2698"/>
                    <a:pt x="7984" y="2683"/>
                    <a:pt x="7984" y="2652"/>
                  </a:cubicBezTo>
                  <a:lnTo>
                    <a:pt x="8177" y="1830"/>
                  </a:lnTo>
                  <a:cubicBezTo>
                    <a:pt x="8243" y="1591"/>
                    <a:pt x="8081" y="1333"/>
                    <a:pt x="7841" y="1267"/>
                  </a:cubicBezTo>
                  <a:lnTo>
                    <a:pt x="2715" y="14"/>
                  </a:lnTo>
                  <a:cubicBezTo>
                    <a:pt x="2678" y="4"/>
                    <a:pt x="2640" y="0"/>
                    <a:pt x="26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31"/>
            <p:cNvSpPr/>
            <p:nvPr/>
          </p:nvSpPr>
          <p:spPr>
            <a:xfrm>
              <a:off x="4398625" y="3294761"/>
              <a:ext cx="74710" cy="49929"/>
            </a:xfrm>
            <a:custGeom>
              <a:avLst/>
              <a:gdLst/>
              <a:ahLst/>
              <a:cxnLst/>
              <a:rect l="l" t="t" r="r" b="b"/>
              <a:pathLst>
                <a:path w="2650" h="1771" extrusionOk="0">
                  <a:moveTo>
                    <a:pt x="899" y="0"/>
                  </a:moveTo>
                  <a:cubicBezTo>
                    <a:pt x="255" y="81"/>
                    <a:pt x="62" y="629"/>
                    <a:pt x="0" y="644"/>
                  </a:cubicBezTo>
                  <a:lnTo>
                    <a:pt x="2137" y="1771"/>
                  </a:lnTo>
                  <a:cubicBezTo>
                    <a:pt x="2650" y="1238"/>
                    <a:pt x="2203" y="517"/>
                    <a:pt x="2203" y="517"/>
                  </a:cubicBezTo>
                  <a:lnTo>
                    <a:pt x="2203" y="517"/>
                  </a:lnTo>
                  <a:lnTo>
                    <a:pt x="1396" y="710"/>
                  </a:lnTo>
                  <a:cubicBezTo>
                    <a:pt x="1396" y="710"/>
                    <a:pt x="1366" y="691"/>
                    <a:pt x="89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31"/>
            <p:cNvSpPr/>
            <p:nvPr/>
          </p:nvSpPr>
          <p:spPr>
            <a:xfrm>
              <a:off x="4354673" y="3341787"/>
              <a:ext cx="69297" cy="218097"/>
            </a:xfrm>
            <a:custGeom>
              <a:avLst/>
              <a:gdLst/>
              <a:ahLst/>
              <a:cxnLst/>
              <a:rect l="l" t="t" r="r" b="b"/>
              <a:pathLst>
                <a:path w="2458" h="7736" extrusionOk="0">
                  <a:moveTo>
                    <a:pt x="2341" y="1"/>
                  </a:moveTo>
                  <a:cubicBezTo>
                    <a:pt x="2292" y="1"/>
                    <a:pt x="2247" y="31"/>
                    <a:pt x="2234" y="68"/>
                  </a:cubicBezTo>
                  <a:cubicBezTo>
                    <a:pt x="884" y="3346"/>
                    <a:pt x="16" y="7558"/>
                    <a:pt x="1" y="7589"/>
                  </a:cubicBezTo>
                  <a:cubicBezTo>
                    <a:pt x="1" y="7655"/>
                    <a:pt x="32" y="7720"/>
                    <a:pt x="97" y="7736"/>
                  </a:cubicBezTo>
                  <a:lnTo>
                    <a:pt x="113" y="7736"/>
                  </a:lnTo>
                  <a:cubicBezTo>
                    <a:pt x="175" y="7736"/>
                    <a:pt x="209" y="7686"/>
                    <a:pt x="225" y="7639"/>
                  </a:cubicBezTo>
                  <a:cubicBezTo>
                    <a:pt x="240" y="7589"/>
                    <a:pt x="1093" y="3412"/>
                    <a:pt x="2427" y="149"/>
                  </a:cubicBezTo>
                  <a:cubicBezTo>
                    <a:pt x="2458" y="103"/>
                    <a:pt x="2427" y="37"/>
                    <a:pt x="2377" y="6"/>
                  </a:cubicBezTo>
                  <a:cubicBezTo>
                    <a:pt x="2365" y="2"/>
                    <a:pt x="2353" y="1"/>
                    <a:pt x="23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31"/>
            <p:cNvSpPr/>
            <p:nvPr/>
          </p:nvSpPr>
          <p:spPr>
            <a:xfrm>
              <a:off x="4358281" y="3433836"/>
              <a:ext cx="101916" cy="107893"/>
            </a:xfrm>
            <a:custGeom>
              <a:avLst/>
              <a:gdLst/>
              <a:ahLst/>
              <a:cxnLst/>
              <a:rect l="l" t="t" r="r" b="b"/>
              <a:pathLst>
                <a:path w="3615" h="3827" extrusionOk="0">
                  <a:moveTo>
                    <a:pt x="3614" y="0"/>
                  </a:moveTo>
                  <a:cubicBezTo>
                    <a:pt x="1397" y="1447"/>
                    <a:pt x="0" y="3827"/>
                    <a:pt x="0" y="3827"/>
                  </a:cubicBezTo>
                  <a:cubicBezTo>
                    <a:pt x="0" y="3827"/>
                    <a:pt x="2989" y="2766"/>
                    <a:pt x="361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31"/>
            <p:cNvSpPr/>
            <p:nvPr/>
          </p:nvSpPr>
          <p:spPr>
            <a:xfrm>
              <a:off x="4312919" y="3395325"/>
              <a:ext cx="58105" cy="146855"/>
            </a:xfrm>
            <a:custGeom>
              <a:avLst/>
              <a:gdLst/>
              <a:ahLst/>
              <a:cxnLst/>
              <a:rect l="l" t="t" r="r" b="b"/>
              <a:pathLst>
                <a:path w="2061" h="5209" extrusionOk="0">
                  <a:moveTo>
                    <a:pt x="1077" y="1"/>
                  </a:moveTo>
                  <a:lnTo>
                    <a:pt x="1077" y="1"/>
                  </a:lnTo>
                  <a:cubicBezTo>
                    <a:pt x="1" y="2620"/>
                    <a:pt x="1818" y="5208"/>
                    <a:pt x="1818" y="5208"/>
                  </a:cubicBezTo>
                  <a:cubicBezTo>
                    <a:pt x="1818" y="5208"/>
                    <a:pt x="2061" y="2462"/>
                    <a:pt x="107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31"/>
            <p:cNvSpPr/>
            <p:nvPr/>
          </p:nvSpPr>
          <p:spPr>
            <a:xfrm>
              <a:off x="4376438" y="3400766"/>
              <a:ext cx="72004" cy="75725"/>
            </a:xfrm>
            <a:custGeom>
              <a:avLst/>
              <a:gdLst/>
              <a:ahLst/>
              <a:cxnLst/>
              <a:rect l="l" t="t" r="r" b="b"/>
              <a:pathLst>
                <a:path w="2554" h="2686" extrusionOk="0">
                  <a:moveTo>
                    <a:pt x="2554" y="1"/>
                  </a:moveTo>
                  <a:lnTo>
                    <a:pt x="2554" y="1"/>
                  </a:lnTo>
                  <a:cubicBezTo>
                    <a:pt x="980" y="1015"/>
                    <a:pt x="0" y="2685"/>
                    <a:pt x="0" y="2685"/>
                  </a:cubicBezTo>
                  <a:cubicBezTo>
                    <a:pt x="0" y="2685"/>
                    <a:pt x="2102" y="1945"/>
                    <a:pt x="25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31"/>
            <p:cNvSpPr/>
            <p:nvPr/>
          </p:nvSpPr>
          <p:spPr>
            <a:xfrm>
              <a:off x="4381879" y="3400766"/>
              <a:ext cx="66562" cy="73864"/>
            </a:xfrm>
            <a:custGeom>
              <a:avLst/>
              <a:gdLst/>
              <a:ahLst/>
              <a:cxnLst/>
              <a:rect l="l" t="t" r="r" b="b"/>
              <a:pathLst>
                <a:path w="2361" h="2620" extrusionOk="0">
                  <a:moveTo>
                    <a:pt x="2361" y="1"/>
                  </a:moveTo>
                  <a:lnTo>
                    <a:pt x="0" y="2620"/>
                  </a:lnTo>
                  <a:cubicBezTo>
                    <a:pt x="0" y="2620"/>
                    <a:pt x="1863" y="1945"/>
                    <a:pt x="236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31"/>
            <p:cNvSpPr/>
            <p:nvPr/>
          </p:nvSpPr>
          <p:spPr>
            <a:xfrm>
              <a:off x="4357830" y="3347820"/>
              <a:ext cx="40823" cy="104622"/>
            </a:xfrm>
            <a:custGeom>
              <a:avLst/>
              <a:gdLst/>
              <a:ahLst/>
              <a:cxnLst/>
              <a:rect l="l" t="t" r="r" b="b"/>
              <a:pathLst>
                <a:path w="1448" h="3711" extrusionOk="0">
                  <a:moveTo>
                    <a:pt x="1011" y="0"/>
                  </a:moveTo>
                  <a:lnTo>
                    <a:pt x="1011" y="0"/>
                  </a:lnTo>
                  <a:cubicBezTo>
                    <a:pt x="1" y="1721"/>
                    <a:pt x="996" y="3711"/>
                    <a:pt x="996" y="3711"/>
                  </a:cubicBezTo>
                  <a:cubicBezTo>
                    <a:pt x="996" y="3711"/>
                    <a:pt x="1447" y="1833"/>
                    <a:pt x="101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31"/>
            <p:cNvSpPr/>
            <p:nvPr/>
          </p:nvSpPr>
          <p:spPr>
            <a:xfrm>
              <a:off x="4357830" y="3347820"/>
              <a:ext cx="28531" cy="96926"/>
            </a:xfrm>
            <a:custGeom>
              <a:avLst/>
              <a:gdLst/>
              <a:ahLst/>
              <a:cxnLst/>
              <a:rect l="l" t="t" r="r" b="b"/>
              <a:pathLst>
                <a:path w="1012" h="3438" extrusionOk="0">
                  <a:moveTo>
                    <a:pt x="1011" y="0"/>
                  </a:moveTo>
                  <a:cubicBezTo>
                    <a:pt x="1" y="1624"/>
                    <a:pt x="884" y="3437"/>
                    <a:pt x="884" y="3437"/>
                  </a:cubicBezTo>
                  <a:lnTo>
                    <a:pt x="101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31"/>
            <p:cNvSpPr/>
            <p:nvPr/>
          </p:nvSpPr>
          <p:spPr>
            <a:xfrm>
              <a:off x="4392197" y="3307223"/>
              <a:ext cx="71694" cy="49280"/>
            </a:xfrm>
            <a:custGeom>
              <a:avLst/>
              <a:gdLst/>
              <a:ahLst/>
              <a:cxnLst/>
              <a:rect l="l" t="t" r="r" b="b"/>
              <a:pathLst>
                <a:path w="2543" h="1748" extrusionOk="0">
                  <a:moveTo>
                    <a:pt x="950" y="1"/>
                  </a:moveTo>
                  <a:cubicBezTo>
                    <a:pt x="612" y="1"/>
                    <a:pt x="317" y="139"/>
                    <a:pt x="194" y="395"/>
                  </a:cubicBezTo>
                  <a:cubicBezTo>
                    <a:pt x="1" y="796"/>
                    <a:pt x="309" y="1329"/>
                    <a:pt x="853" y="1599"/>
                  </a:cubicBezTo>
                  <a:cubicBezTo>
                    <a:pt x="1070" y="1698"/>
                    <a:pt x="1313" y="1747"/>
                    <a:pt x="1541" y="1747"/>
                  </a:cubicBezTo>
                  <a:cubicBezTo>
                    <a:pt x="1905" y="1747"/>
                    <a:pt x="2231" y="1622"/>
                    <a:pt x="2350" y="1375"/>
                  </a:cubicBezTo>
                  <a:cubicBezTo>
                    <a:pt x="2542" y="974"/>
                    <a:pt x="2107" y="411"/>
                    <a:pt x="1543" y="137"/>
                  </a:cubicBezTo>
                  <a:cubicBezTo>
                    <a:pt x="1347" y="45"/>
                    <a:pt x="1142" y="1"/>
                    <a:pt x="95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31"/>
            <p:cNvSpPr/>
            <p:nvPr/>
          </p:nvSpPr>
          <p:spPr>
            <a:xfrm>
              <a:off x="4383599" y="3298455"/>
              <a:ext cx="88440" cy="68959"/>
            </a:xfrm>
            <a:custGeom>
              <a:avLst/>
              <a:gdLst/>
              <a:ahLst/>
              <a:cxnLst/>
              <a:rect l="l" t="t" r="r" b="b"/>
              <a:pathLst>
                <a:path w="3137" h="2446" extrusionOk="0">
                  <a:moveTo>
                    <a:pt x="580" y="0"/>
                  </a:moveTo>
                  <a:lnTo>
                    <a:pt x="580" y="0"/>
                  </a:lnTo>
                  <a:cubicBezTo>
                    <a:pt x="51" y="432"/>
                    <a:pt x="1" y="1813"/>
                    <a:pt x="1062" y="2315"/>
                  </a:cubicBezTo>
                  <a:cubicBezTo>
                    <a:pt x="1254" y="2405"/>
                    <a:pt x="1453" y="2446"/>
                    <a:pt x="1649" y="2446"/>
                  </a:cubicBezTo>
                  <a:cubicBezTo>
                    <a:pt x="2387" y="2446"/>
                    <a:pt x="3073" y="1869"/>
                    <a:pt x="3137" y="1219"/>
                  </a:cubicBezTo>
                  <a:cubicBezTo>
                    <a:pt x="3011" y="1178"/>
                    <a:pt x="2896" y="1163"/>
                    <a:pt x="2794" y="1163"/>
                  </a:cubicBezTo>
                  <a:cubicBezTo>
                    <a:pt x="2507" y="1163"/>
                    <a:pt x="2331" y="1285"/>
                    <a:pt x="2331" y="1285"/>
                  </a:cubicBezTo>
                  <a:cubicBezTo>
                    <a:pt x="2331" y="1285"/>
                    <a:pt x="2446" y="529"/>
                    <a:pt x="2010" y="305"/>
                  </a:cubicBezTo>
                  <a:cubicBezTo>
                    <a:pt x="1944" y="269"/>
                    <a:pt x="1875" y="253"/>
                    <a:pt x="1806" y="253"/>
                  </a:cubicBezTo>
                  <a:cubicBezTo>
                    <a:pt x="1442" y="253"/>
                    <a:pt x="1077" y="675"/>
                    <a:pt x="1077" y="675"/>
                  </a:cubicBezTo>
                  <a:cubicBezTo>
                    <a:pt x="1077" y="675"/>
                    <a:pt x="853" y="159"/>
                    <a:pt x="58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31"/>
            <p:cNvSpPr/>
            <p:nvPr/>
          </p:nvSpPr>
          <p:spPr>
            <a:xfrm>
              <a:off x="4249091" y="3532257"/>
              <a:ext cx="165434" cy="223369"/>
            </a:xfrm>
            <a:custGeom>
              <a:avLst/>
              <a:gdLst/>
              <a:ahLst/>
              <a:cxnLst/>
              <a:rect l="l" t="t" r="r" b="b"/>
              <a:pathLst>
                <a:path w="5868" h="7923" extrusionOk="0">
                  <a:moveTo>
                    <a:pt x="1686" y="0"/>
                  </a:moveTo>
                  <a:lnTo>
                    <a:pt x="1" y="6893"/>
                  </a:lnTo>
                  <a:lnTo>
                    <a:pt x="4178" y="7922"/>
                  </a:lnTo>
                  <a:lnTo>
                    <a:pt x="5867" y="1026"/>
                  </a:lnTo>
                  <a:lnTo>
                    <a:pt x="168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31"/>
            <p:cNvSpPr/>
            <p:nvPr/>
          </p:nvSpPr>
          <p:spPr>
            <a:xfrm>
              <a:off x="4255829" y="3596931"/>
              <a:ext cx="143246" cy="131941"/>
            </a:xfrm>
            <a:custGeom>
              <a:avLst/>
              <a:gdLst/>
              <a:ahLst/>
              <a:cxnLst/>
              <a:rect l="l" t="t" r="r" b="b"/>
              <a:pathLst>
                <a:path w="5081" h="4680" extrusionOk="0">
                  <a:moveTo>
                    <a:pt x="884" y="1"/>
                  </a:moveTo>
                  <a:lnTo>
                    <a:pt x="325" y="2284"/>
                  </a:lnTo>
                  <a:lnTo>
                    <a:pt x="4502" y="3279"/>
                  </a:lnTo>
                  <a:lnTo>
                    <a:pt x="4390" y="3796"/>
                  </a:lnTo>
                  <a:lnTo>
                    <a:pt x="5081" y="919"/>
                  </a:lnTo>
                  <a:lnTo>
                    <a:pt x="4776" y="853"/>
                  </a:lnTo>
                  <a:cubicBezTo>
                    <a:pt x="4776" y="1289"/>
                    <a:pt x="4437" y="1594"/>
                    <a:pt x="4051" y="1594"/>
                  </a:cubicBezTo>
                  <a:cubicBezTo>
                    <a:pt x="3873" y="1594"/>
                    <a:pt x="3715" y="1544"/>
                    <a:pt x="3553" y="1417"/>
                  </a:cubicBezTo>
                  <a:cubicBezTo>
                    <a:pt x="3441" y="1320"/>
                    <a:pt x="3360" y="1193"/>
                    <a:pt x="3345" y="1062"/>
                  </a:cubicBezTo>
                  <a:cubicBezTo>
                    <a:pt x="3295" y="869"/>
                    <a:pt x="3330" y="695"/>
                    <a:pt x="3391" y="549"/>
                  </a:cubicBezTo>
                  <a:lnTo>
                    <a:pt x="884" y="1"/>
                  </a:lnTo>
                  <a:close/>
                  <a:moveTo>
                    <a:pt x="163" y="2990"/>
                  </a:moveTo>
                  <a:lnTo>
                    <a:pt x="1" y="3650"/>
                  </a:lnTo>
                  <a:lnTo>
                    <a:pt x="4163" y="4680"/>
                  </a:lnTo>
                  <a:lnTo>
                    <a:pt x="4325" y="4005"/>
                  </a:lnTo>
                  <a:lnTo>
                    <a:pt x="163" y="299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31"/>
            <p:cNvSpPr/>
            <p:nvPr/>
          </p:nvSpPr>
          <p:spPr>
            <a:xfrm>
              <a:off x="4351431" y="3601075"/>
              <a:ext cx="39047" cy="19932"/>
            </a:xfrm>
            <a:custGeom>
              <a:avLst/>
              <a:gdLst/>
              <a:ahLst/>
              <a:cxnLst/>
              <a:rect l="l" t="t" r="r" b="b"/>
              <a:pathLst>
                <a:path w="1385" h="707" extrusionOk="0">
                  <a:moveTo>
                    <a:pt x="660" y="1"/>
                  </a:moveTo>
                  <a:cubicBezTo>
                    <a:pt x="371" y="1"/>
                    <a:pt x="131" y="163"/>
                    <a:pt x="0" y="402"/>
                  </a:cubicBezTo>
                  <a:lnTo>
                    <a:pt x="1385" y="706"/>
                  </a:lnTo>
                  <a:cubicBezTo>
                    <a:pt x="1385" y="660"/>
                    <a:pt x="1370" y="595"/>
                    <a:pt x="1370" y="548"/>
                  </a:cubicBezTo>
                  <a:cubicBezTo>
                    <a:pt x="1335" y="402"/>
                    <a:pt x="1254" y="274"/>
                    <a:pt x="1142" y="178"/>
                  </a:cubicBezTo>
                  <a:cubicBezTo>
                    <a:pt x="984" y="66"/>
                    <a:pt x="822" y="1"/>
                    <a:pt x="6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31"/>
            <p:cNvSpPr/>
            <p:nvPr/>
          </p:nvSpPr>
          <p:spPr>
            <a:xfrm>
              <a:off x="4348696" y="3612381"/>
              <a:ext cx="41781" cy="29489"/>
            </a:xfrm>
            <a:custGeom>
              <a:avLst/>
              <a:gdLst/>
              <a:ahLst/>
              <a:cxnLst/>
              <a:rect l="l" t="t" r="r" b="b"/>
              <a:pathLst>
                <a:path w="1482" h="1046" extrusionOk="0">
                  <a:moveTo>
                    <a:pt x="97" y="1"/>
                  </a:moveTo>
                  <a:cubicBezTo>
                    <a:pt x="36" y="147"/>
                    <a:pt x="1" y="321"/>
                    <a:pt x="51" y="514"/>
                  </a:cubicBezTo>
                  <a:cubicBezTo>
                    <a:pt x="66" y="645"/>
                    <a:pt x="147" y="772"/>
                    <a:pt x="259" y="869"/>
                  </a:cubicBezTo>
                  <a:cubicBezTo>
                    <a:pt x="421" y="996"/>
                    <a:pt x="579" y="1046"/>
                    <a:pt x="757" y="1046"/>
                  </a:cubicBezTo>
                  <a:cubicBezTo>
                    <a:pt x="1143" y="1046"/>
                    <a:pt x="1482" y="741"/>
                    <a:pt x="1482" y="305"/>
                  </a:cubicBezTo>
                  <a:lnTo>
                    <a:pt x="97" y="1"/>
                  </a:lnTo>
                  <a:close/>
                </a:path>
              </a:pathLst>
            </a:custGeom>
            <a:solidFill>
              <a:srgbClr val="0C22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31"/>
            <p:cNvSpPr/>
            <p:nvPr/>
          </p:nvSpPr>
          <p:spPr>
            <a:xfrm>
              <a:off x="4324253" y="3577901"/>
              <a:ext cx="24048" cy="20919"/>
            </a:xfrm>
            <a:custGeom>
              <a:avLst/>
              <a:gdLst/>
              <a:ahLst/>
              <a:cxnLst/>
              <a:rect l="l" t="t" r="r" b="b"/>
              <a:pathLst>
                <a:path w="853" h="742" extrusionOk="0">
                  <a:moveTo>
                    <a:pt x="420" y="1"/>
                  </a:moveTo>
                  <a:cubicBezTo>
                    <a:pt x="193" y="1"/>
                    <a:pt x="0" y="213"/>
                    <a:pt x="66" y="483"/>
                  </a:cubicBezTo>
                  <a:cubicBezTo>
                    <a:pt x="81" y="549"/>
                    <a:pt x="116" y="599"/>
                    <a:pt x="162" y="630"/>
                  </a:cubicBezTo>
                  <a:cubicBezTo>
                    <a:pt x="243" y="711"/>
                    <a:pt x="339" y="742"/>
                    <a:pt x="420" y="742"/>
                  </a:cubicBezTo>
                  <a:cubicBezTo>
                    <a:pt x="644" y="742"/>
                    <a:pt x="852" y="533"/>
                    <a:pt x="771" y="259"/>
                  </a:cubicBezTo>
                  <a:cubicBezTo>
                    <a:pt x="771" y="194"/>
                    <a:pt x="741" y="148"/>
                    <a:pt x="694" y="117"/>
                  </a:cubicBezTo>
                  <a:cubicBezTo>
                    <a:pt x="613" y="36"/>
                    <a:pt x="517" y="1"/>
                    <a:pt x="4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31"/>
            <p:cNvSpPr/>
            <p:nvPr/>
          </p:nvSpPr>
          <p:spPr>
            <a:xfrm>
              <a:off x="4353714" y="3571163"/>
              <a:ext cx="13166" cy="11784"/>
            </a:xfrm>
            <a:custGeom>
              <a:avLst/>
              <a:gdLst/>
              <a:ahLst/>
              <a:cxnLst/>
              <a:rect l="l" t="t" r="r" b="b"/>
              <a:pathLst>
                <a:path w="467" h="418" extrusionOk="0">
                  <a:moveTo>
                    <a:pt x="228" y="1"/>
                  </a:moveTo>
                  <a:cubicBezTo>
                    <a:pt x="112" y="1"/>
                    <a:pt x="0" y="113"/>
                    <a:pt x="35" y="275"/>
                  </a:cubicBezTo>
                  <a:cubicBezTo>
                    <a:pt x="35" y="306"/>
                    <a:pt x="66" y="336"/>
                    <a:pt x="97" y="371"/>
                  </a:cubicBezTo>
                  <a:cubicBezTo>
                    <a:pt x="131" y="402"/>
                    <a:pt x="178" y="417"/>
                    <a:pt x="228" y="417"/>
                  </a:cubicBezTo>
                  <a:cubicBezTo>
                    <a:pt x="355" y="417"/>
                    <a:pt x="467" y="306"/>
                    <a:pt x="436" y="163"/>
                  </a:cubicBezTo>
                  <a:cubicBezTo>
                    <a:pt x="421" y="113"/>
                    <a:pt x="401" y="82"/>
                    <a:pt x="371" y="66"/>
                  </a:cubicBezTo>
                  <a:cubicBezTo>
                    <a:pt x="324" y="16"/>
                    <a:pt x="274" y="1"/>
                    <a:pt x="2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31"/>
            <p:cNvSpPr/>
            <p:nvPr/>
          </p:nvSpPr>
          <p:spPr>
            <a:xfrm>
              <a:off x="4377734" y="3703951"/>
              <a:ext cx="1889" cy="5892"/>
            </a:xfrm>
            <a:custGeom>
              <a:avLst/>
              <a:gdLst/>
              <a:ahLst/>
              <a:cxnLst/>
              <a:rect l="l" t="t" r="r" b="b"/>
              <a:pathLst>
                <a:path w="67" h="209" extrusionOk="0">
                  <a:moveTo>
                    <a:pt x="66" y="0"/>
                  </a:moveTo>
                  <a:lnTo>
                    <a:pt x="1" y="209"/>
                  </a:lnTo>
                  <a:lnTo>
                    <a:pt x="16" y="209"/>
                  </a:lnTo>
                  <a:lnTo>
                    <a:pt x="6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31"/>
            <p:cNvSpPr/>
            <p:nvPr/>
          </p:nvSpPr>
          <p:spPr>
            <a:xfrm>
              <a:off x="4260396" y="3661323"/>
              <a:ext cx="122384" cy="48519"/>
            </a:xfrm>
            <a:custGeom>
              <a:avLst/>
              <a:gdLst/>
              <a:ahLst/>
              <a:cxnLst/>
              <a:rect l="l" t="t" r="r" b="b"/>
              <a:pathLst>
                <a:path w="4341" h="1721" extrusionOk="0">
                  <a:moveTo>
                    <a:pt x="163" y="0"/>
                  </a:moveTo>
                  <a:lnTo>
                    <a:pt x="1" y="706"/>
                  </a:lnTo>
                  <a:lnTo>
                    <a:pt x="4163" y="1721"/>
                  </a:lnTo>
                  <a:lnTo>
                    <a:pt x="4228" y="1512"/>
                  </a:lnTo>
                  <a:lnTo>
                    <a:pt x="4340" y="995"/>
                  </a:lnTo>
                  <a:lnTo>
                    <a:pt x="163" y="0"/>
                  </a:lnTo>
                  <a:close/>
                </a:path>
              </a:pathLst>
            </a:custGeom>
            <a:solidFill>
              <a:srgbClr val="0C22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31"/>
            <p:cNvSpPr/>
            <p:nvPr/>
          </p:nvSpPr>
          <p:spPr>
            <a:xfrm>
              <a:off x="4222787" y="3693519"/>
              <a:ext cx="177162" cy="79728"/>
            </a:xfrm>
            <a:custGeom>
              <a:avLst/>
              <a:gdLst/>
              <a:ahLst/>
              <a:cxnLst/>
              <a:rect l="l" t="t" r="r" b="b"/>
              <a:pathLst>
                <a:path w="6284" h="2828" extrusionOk="0">
                  <a:moveTo>
                    <a:pt x="243" y="0"/>
                  </a:moveTo>
                  <a:lnTo>
                    <a:pt x="0" y="995"/>
                  </a:lnTo>
                  <a:lnTo>
                    <a:pt x="0" y="1107"/>
                  </a:lnTo>
                  <a:cubicBezTo>
                    <a:pt x="0" y="1319"/>
                    <a:pt x="128" y="1512"/>
                    <a:pt x="355" y="1558"/>
                  </a:cubicBezTo>
                  <a:lnTo>
                    <a:pt x="5481" y="2827"/>
                  </a:lnTo>
                  <a:lnTo>
                    <a:pt x="5593" y="2827"/>
                  </a:lnTo>
                  <a:cubicBezTo>
                    <a:pt x="5801" y="2827"/>
                    <a:pt x="5994" y="2685"/>
                    <a:pt x="6044" y="2476"/>
                  </a:cubicBezTo>
                  <a:lnTo>
                    <a:pt x="6284" y="1477"/>
                  </a:lnTo>
                  <a:lnTo>
                    <a:pt x="5354" y="1254"/>
                  </a:lnTo>
                  <a:lnTo>
                    <a:pt x="5111" y="2202"/>
                  </a:lnTo>
                  <a:lnTo>
                    <a:pt x="934" y="1173"/>
                  </a:lnTo>
                  <a:lnTo>
                    <a:pt x="1158" y="224"/>
                  </a:lnTo>
                  <a:lnTo>
                    <a:pt x="243" y="0"/>
                  </a:lnTo>
                  <a:close/>
                </a:path>
              </a:pathLst>
            </a:custGeom>
            <a:solidFill>
              <a:schemeClr val="accent3">
                <a:alpha val="316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31"/>
            <p:cNvSpPr/>
            <p:nvPr/>
          </p:nvSpPr>
          <p:spPr>
            <a:xfrm>
              <a:off x="4366852" y="3728845"/>
              <a:ext cx="6879" cy="26783"/>
            </a:xfrm>
            <a:custGeom>
              <a:avLst/>
              <a:gdLst/>
              <a:ahLst/>
              <a:cxnLst/>
              <a:rect l="l" t="t" r="r" b="b"/>
              <a:pathLst>
                <a:path w="244" h="950" extrusionOk="0">
                  <a:moveTo>
                    <a:pt x="225" y="1"/>
                  </a:moveTo>
                  <a:lnTo>
                    <a:pt x="1" y="949"/>
                  </a:lnTo>
                  <a:lnTo>
                    <a:pt x="24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31"/>
            <p:cNvSpPr/>
            <p:nvPr/>
          </p:nvSpPr>
          <p:spPr>
            <a:xfrm>
              <a:off x="4249091" y="3699806"/>
              <a:ext cx="124103" cy="55821"/>
            </a:xfrm>
            <a:custGeom>
              <a:avLst/>
              <a:gdLst/>
              <a:ahLst/>
              <a:cxnLst/>
              <a:rect l="l" t="t" r="r" b="b"/>
              <a:pathLst>
                <a:path w="4402" h="1980" extrusionOk="0">
                  <a:moveTo>
                    <a:pt x="240" y="1"/>
                  </a:moveTo>
                  <a:lnTo>
                    <a:pt x="1" y="950"/>
                  </a:lnTo>
                  <a:lnTo>
                    <a:pt x="4178" y="1979"/>
                  </a:lnTo>
                  <a:lnTo>
                    <a:pt x="4402" y="1031"/>
                  </a:lnTo>
                  <a:lnTo>
                    <a:pt x="240" y="1"/>
                  </a:lnTo>
                  <a:close/>
                </a:path>
              </a:pathLst>
            </a:custGeom>
            <a:solidFill>
              <a:srgbClr val="0C22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31"/>
            <p:cNvSpPr/>
            <p:nvPr/>
          </p:nvSpPr>
          <p:spPr>
            <a:xfrm>
              <a:off x="4280751" y="3513565"/>
              <a:ext cx="41781" cy="139637"/>
            </a:xfrm>
            <a:custGeom>
              <a:avLst/>
              <a:gdLst/>
              <a:ahLst/>
              <a:cxnLst/>
              <a:rect l="l" t="t" r="r" b="b"/>
              <a:pathLst>
                <a:path w="1482" h="4953" extrusionOk="0">
                  <a:moveTo>
                    <a:pt x="1320" y="1"/>
                  </a:moveTo>
                  <a:cubicBezTo>
                    <a:pt x="1253" y="1"/>
                    <a:pt x="1190" y="45"/>
                    <a:pt x="1177" y="115"/>
                  </a:cubicBezTo>
                  <a:lnTo>
                    <a:pt x="35" y="4759"/>
                  </a:lnTo>
                  <a:cubicBezTo>
                    <a:pt x="0" y="4840"/>
                    <a:pt x="66" y="4921"/>
                    <a:pt x="131" y="4952"/>
                  </a:cubicBezTo>
                  <a:lnTo>
                    <a:pt x="178" y="4952"/>
                  </a:lnTo>
                  <a:cubicBezTo>
                    <a:pt x="243" y="4952"/>
                    <a:pt x="309" y="4906"/>
                    <a:pt x="324" y="4840"/>
                  </a:cubicBezTo>
                  <a:lnTo>
                    <a:pt x="1466" y="196"/>
                  </a:lnTo>
                  <a:cubicBezTo>
                    <a:pt x="1481" y="115"/>
                    <a:pt x="1431" y="34"/>
                    <a:pt x="1350" y="3"/>
                  </a:cubicBezTo>
                  <a:cubicBezTo>
                    <a:pt x="1340" y="1"/>
                    <a:pt x="1330" y="1"/>
                    <a:pt x="13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31"/>
            <p:cNvSpPr/>
            <p:nvPr/>
          </p:nvSpPr>
          <p:spPr>
            <a:xfrm>
              <a:off x="4277143" y="3461324"/>
              <a:ext cx="184041" cy="55257"/>
            </a:xfrm>
            <a:custGeom>
              <a:avLst/>
              <a:gdLst/>
              <a:ahLst/>
              <a:cxnLst/>
              <a:rect l="l" t="t" r="r" b="b"/>
              <a:pathLst>
                <a:path w="6528" h="1960" extrusionOk="0">
                  <a:moveTo>
                    <a:pt x="261" y="1"/>
                  </a:moveTo>
                  <a:cubicBezTo>
                    <a:pt x="156" y="1"/>
                    <a:pt x="61" y="75"/>
                    <a:pt x="32" y="183"/>
                  </a:cubicBezTo>
                  <a:lnTo>
                    <a:pt x="32" y="202"/>
                  </a:lnTo>
                  <a:cubicBezTo>
                    <a:pt x="1" y="329"/>
                    <a:pt x="82" y="456"/>
                    <a:pt x="209" y="491"/>
                  </a:cubicBezTo>
                  <a:lnTo>
                    <a:pt x="6203" y="1953"/>
                  </a:lnTo>
                  <a:cubicBezTo>
                    <a:pt x="6222" y="1957"/>
                    <a:pt x="6241" y="1959"/>
                    <a:pt x="6259" y="1959"/>
                  </a:cubicBezTo>
                  <a:cubicBezTo>
                    <a:pt x="6369" y="1959"/>
                    <a:pt x="6466" y="1884"/>
                    <a:pt x="6492" y="1775"/>
                  </a:cubicBezTo>
                  <a:cubicBezTo>
                    <a:pt x="6527" y="1648"/>
                    <a:pt x="6461" y="1517"/>
                    <a:pt x="6334" y="1486"/>
                  </a:cubicBezTo>
                  <a:lnTo>
                    <a:pt x="321" y="9"/>
                  </a:lnTo>
                  <a:cubicBezTo>
                    <a:pt x="301" y="3"/>
                    <a:pt x="281" y="1"/>
                    <a:pt x="26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31"/>
            <p:cNvSpPr/>
            <p:nvPr/>
          </p:nvSpPr>
          <p:spPr>
            <a:xfrm>
              <a:off x="4279426" y="3474603"/>
              <a:ext cx="172623" cy="53538"/>
            </a:xfrm>
            <a:custGeom>
              <a:avLst/>
              <a:gdLst/>
              <a:ahLst/>
              <a:cxnLst/>
              <a:rect l="l" t="t" r="r" b="b"/>
              <a:pathLst>
                <a:path w="6123" h="1899" extrusionOk="0">
                  <a:moveTo>
                    <a:pt x="97" y="1"/>
                  </a:moveTo>
                  <a:cubicBezTo>
                    <a:pt x="97" y="20"/>
                    <a:pt x="97" y="36"/>
                    <a:pt x="82" y="51"/>
                  </a:cubicBezTo>
                  <a:lnTo>
                    <a:pt x="82" y="66"/>
                  </a:lnTo>
                  <a:lnTo>
                    <a:pt x="1" y="421"/>
                  </a:lnTo>
                  <a:lnTo>
                    <a:pt x="2300" y="984"/>
                  </a:lnTo>
                  <a:cubicBezTo>
                    <a:pt x="2250" y="822"/>
                    <a:pt x="2203" y="676"/>
                    <a:pt x="2153" y="502"/>
                  </a:cubicBezTo>
                  <a:lnTo>
                    <a:pt x="97" y="1"/>
                  </a:lnTo>
                  <a:close/>
                  <a:moveTo>
                    <a:pt x="3006" y="710"/>
                  </a:moveTo>
                  <a:cubicBezTo>
                    <a:pt x="3006" y="869"/>
                    <a:pt x="3021" y="1015"/>
                    <a:pt x="3021" y="1158"/>
                  </a:cubicBezTo>
                  <a:lnTo>
                    <a:pt x="3071" y="1158"/>
                  </a:lnTo>
                  <a:cubicBezTo>
                    <a:pt x="3102" y="1031"/>
                    <a:pt x="3133" y="903"/>
                    <a:pt x="3168" y="757"/>
                  </a:cubicBezTo>
                  <a:lnTo>
                    <a:pt x="3006" y="710"/>
                  </a:lnTo>
                  <a:close/>
                  <a:moveTo>
                    <a:pt x="3391" y="807"/>
                  </a:moveTo>
                  <a:cubicBezTo>
                    <a:pt x="3360" y="950"/>
                    <a:pt x="3326" y="1096"/>
                    <a:pt x="3295" y="1223"/>
                  </a:cubicBezTo>
                  <a:lnTo>
                    <a:pt x="3553" y="1289"/>
                  </a:lnTo>
                  <a:cubicBezTo>
                    <a:pt x="3650" y="1177"/>
                    <a:pt x="3746" y="1046"/>
                    <a:pt x="3843" y="919"/>
                  </a:cubicBezTo>
                  <a:lnTo>
                    <a:pt x="3391" y="807"/>
                  </a:lnTo>
                  <a:close/>
                  <a:moveTo>
                    <a:pt x="4807" y="1158"/>
                  </a:moveTo>
                  <a:cubicBezTo>
                    <a:pt x="4660" y="1274"/>
                    <a:pt x="4533" y="1385"/>
                    <a:pt x="4386" y="1497"/>
                  </a:cubicBezTo>
                  <a:lnTo>
                    <a:pt x="6026" y="1898"/>
                  </a:lnTo>
                  <a:lnTo>
                    <a:pt x="6122" y="1482"/>
                  </a:lnTo>
                  <a:lnTo>
                    <a:pt x="4807" y="1158"/>
                  </a:lnTo>
                  <a:close/>
                </a:path>
              </a:pathLst>
            </a:custGeom>
            <a:solidFill>
              <a:schemeClr val="accent3">
                <a:alpha val="316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31"/>
            <p:cNvSpPr/>
            <p:nvPr/>
          </p:nvSpPr>
          <p:spPr>
            <a:xfrm>
              <a:off x="4366006" y="3495917"/>
              <a:ext cx="9050" cy="13194"/>
            </a:xfrm>
            <a:custGeom>
              <a:avLst/>
              <a:gdLst/>
              <a:ahLst/>
              <a:cxnLst/>
              <a:rect l="l" t="t" r="r" b="b"/>
              <a:pathLst>
                <a:path w="321" h="468" extrusionOk="0">
                  <a:moveTo>
                    <a:pt x="97" y="1"/>
                  </a:moveTo>
                  <a:cubicBezTo>
                    <a:pt x="62" y="147"/>
                    <a:pt x="31" y="275"/>
                    <a:pt x="0" y="402"/>
                  </a:cubicBezTo>
                  <a:lnTo>
                    <a:pt x="224" y="467"/>
                  </a:lnTo>
                  <a:cubicBezTo>
                    <a:pt x="255" y="340"/>
                    <a:pt x="289" y="194"/>
                    <a:pt x="320" y="51"/>
                  </a:cubicBezTo>
                  <a:lnTo>
                    <a:pt x="97" y="1"/>
                  </a:lnTo>
                  <a:close/>
                </a:path>
              </a:pathLst>
            </a:custGeom>
            <a:solidFill>
              <a:srgbClr val="86AC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31"/>
            <p:cNvSpPr/>
            <p:nvPr/>
          </p:nvSpPr>
          <p:spPr>
            <a:xfrm>
              <a:off x="4379595" y="3500484"/>
              <a:ext cx="35353" cy="16352"/>
            </a:xfrm>
            <a:custGeom>
              <a:avLst/>
              <a:gdLst/>
              <a:ahLst/>
              <a:cxnLst/>
              <a:rect l="l" t="t" r="r" b="b"/>
              <a:pathLst>
                <a:path w="1254" h="580" extrusionOk="0">
                  <a:moveTo>
                    <a:pt x="290" y="1"/>
                  </a:moveTo>
                  <a:cubicBezTo>
                    <a:pt x="193" y="128"/>
                    <a:pt x="97" y="259"/>
                    <a:pt x="0" y="371"/>
                  </a:cubicBezTo>
                  <a:lnTo>
                    <a:pt x="833" y="579"/>
                  </a:lnTo>
                  <a:cubicBezTo>
                    <a:pt x="980" y="467"/>
                    <a:pt x="1107" y="356"/>
                    <a:pt x="1254" y="240"/>
                  </a:cubicBezTo>
                  <a:lnTo>
                    <a:pt x="290" y="1"/>
                  </a:lnTo>
                  <a:close/>
                </a:path>
              </a:pathLst>
            </a:custGeom>
            <a:solidFill>
              <a:srgbClr val="86AC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31"/>
            <p:cNvSpPr/>
            <p:nvPr/>
          </p:nvSpPr>
          <p:spPr>
            <a:xfrm>
              <a:off x="4340125" y="3488756"/>
              <a:ext cx="24471" cy="18494"/>
            </a:xfrm>
            <a:custGeom>
              <a:avLst/>
              <a:gdLst/>
              <a:ahLst/>
              <a:cxnLst/>
              <a:rect l="l" t="t" r="r" b="b"/>
              <a:pathLst>
                <a:path w="868" h="656" extrusionOk="0">
                  <a:moveTo>
                    <a:pt x="0" y="0"/>
                  </a:moveTo>
                  <a:cubicBezTo>
                    <a:pt x="50" y="174"/>
                    <a:pt x="97" y="320"/>
                    <a:pt x="147" y="482"/>
                  </a:cubicBezTo>
                  <a:lnTo>
                    <a:pt x="868" y="656"/>
                  </a:lnTo>
                  <a:cubicBezTo>
                    <a:pt x="868" y="513"/>
                    <a:pt x="853" y="367"/>
                    <a:pt x="853" y="208"/>
                  </a:cubicBezTo>
                  <a:lnTo>
                    <a:pt x="0" y="0"/>
                  </a:lnTo>
                  <a:close/>
                </a:path>
              </a:pathLst>
            </a:custGeom>
            <a:solidFill>
              <a:srgbClr val="86AC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31"/>
            <p:cNvSpPr/>
            <p:nvPr/>
          </p:nvSpPr>
          <p:spPr>
            <a:xfrm>
              <a:off x="4281287" y="3070967"/>
              <a:ext cx="172172" cy="446287"/>
            </a:xfrm>
            <a:custGeom>
              <a:avLst/>
              <a:gdLst/>
              <a:ahLst/>
              <a:cxnLst/>
              <a:rect l="l" t="t" r="r" b="b"/>
              <a:pathLst>
                <a:path w="6107" h="15830" extrusionOk="0">
                  <a:moveTo>
                    <a:pt x="174" y="0"/>
                  </a:moveTo>
                  <a:cubicBezTo>
                    <a:pt x="159" y="0"/>
                    <a:pt x="143" y="16"/>
                    <a:pt x="143" y="47"/>
                  </a:cubicBezTo>
                  <a:lnTo>
                    <a:pt x="0" y="14318"/>
                  </a:lnTo>
                  <a:cubicBezTo>
                    <a:pt x="0" y="14337"/>
                    <a:pt x="16" y="14353"/>
                    <a:pt x="31" y="14353"/>
                  </a:cubicBezTo>
                  <a:lnTo>
                    <a:pt x="6056" y="15830"/>
                  </a:lnTo>
                  <a:cubicBezTo>
                    <a:pt x="6075" y="15830"/>
                    <a:pt x="6091" y="15830"/>
                    <a:pt x="6106" y="15814"/>
                  </a:cubicBezTo>
                  <a:cubicBezTo>
                    <a:pt x="6106" y="15783"/>
                    <a:pt x="6091" y="15764"/>
                    <a:pt x="6075" y="15764"/>
                  </a:cubicBezTo>
                  <a:lnTo>
                    <a:pt x="78" y="14287"/>
                  </a:lnTo>
                  <a:lnTo>
                    <a:pt x="209" y="47"/>
                  </a:lnTo>
                  <a:cubicBezTo>
                    <a:pt x="209" y="16"/>
                    <a:pt x="193" y="0"/>
                    <a:pt x="1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31"/>
            <p:cNvSpPr/>
            <p:nvPr/>
          </p:nvSpPr>
          <p:spPr>
            <a:xfrm>
              <a:off x="4297611" y="3070967"/>
              <a:ext cx="1748" cy="73413"/>
            </a:xfrm>
            <a:custGeom>
              <a:avLst/>
              <a:gdLst/>
              <a:ahLst/>
              <a:cxnLst/>
              <a:rect l="l" t="t" r="r" b="b"/>
              <a:pathLst>
                <a:path w="62" h="2604" extrusionOk="0">
                  <a:moveTo>
                    <a:pt x="31" y="0"/>
                  </a:moveTo>
                  <a:cubicBezTo>
                    <a:pt x="15" y="0"/>
                    <a:pt x="0" y="16"/>
                    <a:pt x="0" y="47"/>
                  </a:cubicBezTo>
                  <a:lnTo>
                    <a:pt x="0" y="2573"/>
                  </a:lnTo>
                  <a:cubicBezTo>
                    <a:pt x="0" y="2588"/>
                    <a:pt x="15" y="2604"/>
                    <a:pt x="31" y="2604"/>
                  </a:cubicBezTo>
                  <a:cubicBezTo>
                    <a:pt x="46" y="2604"/>
                    <a:pt x="62" y="2588"/>
                    <a:pt x="62" y="2573"/>
                  </a:cubicBezTo>
                  <a:lnTo>
                    <a:pt x="62" y="47"/>
                  </a:lnTo>
                  <a:cubicBezTo>
                    <a:pt x="62" y="16"/>
                    <a:pt x="46" y="0"/>
                    <a:pt x="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31"/>
            <p:cNvSpPr/>
            <p:nvPr/>
          </p:nvSpPr>
          <p:spPr>
            <a:xfrm>
              <a:off x="4430060" y="3288108"/>
              <a:ext cx="9896" cy="8091"/>
            </a:xfrm>
            <a:custGeom>
              <a:avLst/>
              <a:gdLst/>
              <a:ahLst/>
              <a:cxnLst/>
              <a:rect l="l" t="t" r="r" b="b"/>
              <a:pathLst>
                <a:path w="351" h="287" extrusionOk="0">
                  <a:moveTo>
                    <a:pt x="173" y="1"/>
                  </a:moveTo>
                  <a:cubicBezTo>
                    <a:pt x="72" y="1"/>
                    <a:pt x="0" y="99"/>
                    <a:pt x="42" y="205"/>
                  </a:cubicBezTo>
                  <a:cubicBezTo>
                    <a:pt x="58" y="236"/>
                    <a:pt x="73" y="271"/>
                    <a:pt x="104" y="271"/>
                  </a:cubicBezTo>
                  <a:cubicBezTo>
                    <a:pt x="128" y="282"/>
                    <a:pt x="151" y="287"/>
                    <a:pt x="173" y="287"/>
                  </a:cubicBezTo>
                  <a:cubicBezTo>
                    <a:pt x="275" y="287"/>
                    <a:pt x="351" y="183"/>
                    <a:pt x="297" y="78"/>
                  </a:cubicBezTo>
                  <a:cubicBezTo>
                    <a:pt x="281" y="59"/>
                    <a:pt x="266" y="28"/>
                    <a:pt x="235" y="13"/>
                  </a:cubicBezTo>
                  <a:cubicBezTo>
                    <a:pt x="214" y="4"/>
                    <a:pt x="193" y="1"/>
                    <a:pt x="1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31"/>
            <p:cNvSpPr/>
            <p:nvPr/>
          </p:nvSpPr>
          <p:spPr>
            <a:xfrm>
              <a:off x="4446525" y="3284302"/>
              <a:ext cx="7866" cy="6033"/>
            </a:xfrm>
            <a:custGeom>
              <a:avLst/>
              <a:gdLst/>
              <a:ahLst/>
              <a:cxnLst/>
              <a:rect l="l" t="t" r="r" b="b"/>
              <a:pathLst>
                <a:path w="279" h="214" extrusionOk="0">
                  <a:moveTo>
                    <a:pt x="134" y="1"/>
                  </a:moveTo>
                  <a:cubicBezTo>
                    <a:pt x="60" y="1"/>
                    <a:pt x="0" y="87"/>
                    <a:pt x="52" y="163"/>
                  </a:cubicBezTo>
                  <a:cubicBezTo>
                    <a:pt x="52" y="178"/>
                    <a:pt x="68" y="194"/>
                    <a:pt x="83" y="194"/>
                  </a:cubicBezTo>
                  <a:cubicBezTo>
                    <a:pt x="103" y="207"/>
                    <a:pt x="124" y="213"/>
                    <a:pt x="143" y="213"/>
                  </a:cubicBezTo>
                  <a:cubicBezTo>
                    <a:pt x="218" y="213"/>
                    <a:pt x="279" y="124"/>
                    <a:pt x="230" y="36"/>
                  </a:cubicBezTo>
                  <a:cubicBezTo>
                    <a:pt x="230" y="36"/>
                    <a:pt x="214" y="20"/>
                    <a:pt x="195" y="20"/>
                  </a:cubicBezTo>
                  <a:cubicBezTo>
                    <a:pt x="175" y="7"/>
                    <a:pt x="154" y="1"/>
                    <a:pt x="13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23" name="Google Shape;723;p31"/>
          <p:cNvSpPr/>
          <p:nvPr/>
        </p:nvSpPr>
        <p:spPr>
          <a:xfrm>
            <a:off x="5938207" y="789919"/>
            <a:ext cx="23895" cy="19297"/>
          </a:xfrm>
          <a:custGeom>
            <a:avLst/>
            <a:gdLst/>
            <a:ahLst/>
            <a:cxnLst/>
            <a:rect l="l" t="t" r="r" b="b"/>
            <a:pathLst>
              <a:path w="271" h="216" extrusionOk="0">
                <a:moveTo>
                  <a:pt x="134" y="1"/>
                </a:moveTo>
                <a:cubicBezTo>
                  <a:pt x="53" y="1"/>
                  <a:pt x="1" y="87"/>
                  <a:pt x="41" y="163"/>
                </a:cubicBezTo>
                <a:cubicBezTo>
                  <a:pt x="56" y="182"/>
                  <a:pt x="56" y="198"/>
                  <a:pt x="71" y="198"/>
                </a:cubicBezTo>
                <a:cubicBezTo>
                  <a:pt x="94" y="210"/>
                  <a:pt x="115" y="216"/>
                  <a:pt x="136" y="216"/>
                </a:cubicBezTo>
                <a:cubicBezTo>
                  <a:pt x="216" y="216"/>
                  <a:pt x="271" y="128"/>
                  <a:pt x="233" y="51"/>
                </a:cubicBezTo>
                <a:cubicBezTo>
                  <a:pt x="218" y="36"/>
                  <a:pt x="218" y="20"/>
                  <a:pt x="203" y="20"/>
                </a:cubicBezTo>
                <a:cubicBezTo>
                  <a:pt x="178" y="7"/>
                  <a:pt x="155" y="1"/>
                  <a:pt x="13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31"/>
          <p:cNvSpPr/>
          <p:nvPr/>
        </p:nvSpPr>
        <p:spPr>
          <a:xfrm>
            <a:off x="5899938" y="799211"/>
            <a:ext cx="28304" cy="23675"/>
          </a:xfrm>
          <a:custGeom>
            <a:avLst/>
            <a:gdLst/>
            <a:ahLst/>
            <a:cxnLst/>
            <a:rect l="l" t="t" r="r" b="b"/>
            <a:pathLst>
              <a:path w="321" h="265" extrusionOk="0">
                <a:moveTo>
                  <a:pt x="161" y="1"/>
                </a:moveTo>
                <a:cubicBezTo>
                  <a:pt x="72" y="1"/>
                  <a:pt x="0" y="97"/>
                  <a:pt x="39" y="190"/>
                </a:cubicBezTo>
                <a:cubicBezTo>
                  <a:pt x="58" y="206"/>
                  <a:pt x="73" y="237"/>
                  <a:pt x="104" y="252"/>
                </a:cubicBezTo>
                <a:cubicBezTo>
                  <a:pt x="123" y="260"/>
                  <a:pt x="142" y="264"/>
                  <a:pt x="160" y="264"/>
                </a:cubicBezTo>
                <a:cubicBezTo>
                  <a:pt x="249" y="264"/>
                  <a:pt x="320" y="171"/>
                  <a:pt x="282" y="78"/>
                </a:cubicBezTo>
                <a:cubicBezTo>
                  <a:pt x="266" y="44"/>
                  <a:pt x="251" y="28"/>
                  <a:pt x="216" y="13"/>
                </a:cubicBezTo>
                <a:cubicBezTo>
                  <a:pt x="198" y="5"/>
                  <a:pt x="179" y="1"/>
                  <a:pt x="16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25" name="Google Shape;725;p31"/>
          <p:cNvGrpSpPr/>
          <p:nvPr/>
        </p:nvGrpSpPr>
        <p:grpSpPr>
          <a:xfrm>
            <a:off x="7134421" y="-70644"/>
            <a:ext cx="762274" cy="2435934"/>
            <a:chOff x="5200568" y="3081850"/>
            <a:chExt cx="243725" cy="768700"/>
          </a:xfrm>
        </p:grpSpPr>
        <p:sp>
          <p:nvSpPr>
            <p:cNvPr id="726" name="Google Shape;726;p31"/>
            <p:cNvSpPr/>
            <p:nvPr/>
          </p:nvSpPr>
          <p:spPr>
            <a:xfrm>
              <a:off x="5340967" y="3084979"/>
              <a:ext cx="2312" cy="405972"/>
            </a:xfrm>
            <a:custGeom>
              <a:avLst/>
              <a:gdLst/>
              <a:ahLst/>
              <a:cxnLst/>
              <a:rect l="l" t="t" r="r" b="b"/>
              <a:pathLst>
                <a:path w="82" h="14400" extrusionOk="0">
                  <a:moveTo>
                    <a:pt x="50" y="1"/>
                  </a:moveTo>
                  <a:cubicBezTo>
                    <a:pt x="20" y="1"/>
                    <a:pt x="0" y="16"/>
                    <a:pt x="0" y="32"/>
                  </a:cubicBezTo>
                  <a:lnTo>
                    <a:pt x="0" y="14368"/>
                  </a:lnTo>
                  <a:cubicBezTo>
                    <a:pt x="0" y="14384"/>
                    <a:pt x="20" y="14399"/>
                    <a:pt x="50" y="14399"/>
                  </a:cubicBezTo>
                  <a:cubicBezTo>
                    <a:pt x="66" y="14399"/>
                    <a:pt x="81" y="14384"/>
                    <a:pt x="81" y="14368"/>
                  </a:cubicBezTo>
                  <a:lnTo>
                    <a:pt x="81" y="32"/>
                  </a:lnTo>
                  <a:cubicBezTo>
                    <a:pt x="81" y="16"/>
                    <a:pt x="66" y="1"/>
                    <a:pt x="5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31"/>
            <p:cNvSpPr/>
            <p:nvPr/>
          </p:nvSpPr>
          <p:spPr>
            <a:xfrm>
              <a:off x="5280297" y="3486021"/>
              <a:ext cx="163996" cy="364529"/>
            </a:xfrm>
            <a:custGeom>
              <a:avLst/>
              <a:gdLst/>
              <a:ahLst/>
              <a:cxnLst/>
              <a:rect l="l" t="t" r="r" b="b"/>
              <a:pathLst>
                <a:path w="5817" h="12930" extrusionOk="0">
                  <a:moveTo>
                    <a:pt x="2249" y="1"/>
                  </a:moveTo>
                  <a:lnTo>
                    <a:pt x="498" y="336"/>
                  </a:lnTo>
                  <a:lnTo>
                    <a:pt x="853" y="2168"/>
                  </a:lnTo>
                  <a:cubicBezTo>
                    <a:pt x="949" y="2604"/>
                    <a:pt x="802" y="3036"/>
                    <a:pt x="467" y="3407"/>
                  </a:cubicBezTo>
                  <a:cubicBezTo>
                    <a:pt x="127" y="3777"/>
                    <a:pt x="0" y="4224"/>
                    <a:pt x="81" y="4645"/>
                  </a:cubicBezTo>
                  <a:lnTo>
                    <a:pt x="1558" y="12324"/>
                  </a:lnTo>
                  <a:cubicBezTo>
                    <a:pt x="1627" y="12679"/>
                    <a:pt x="2003" y="12929"/>
                    <a:pt x="2448" y="12929"/>
                  </a:cubicBezTo>
                  <a:cubicBezTo>
                    <a:pt x="2530" y="12929"/>
                    <a:pt x="2615" y="12921"/>
                    <a:pt x="2700" y="12903"/>
                  </a:cubicBezTo>
                  <a:lnTo>
                    <a:pt x="4872" y="12486"/>
                  </a:lnTo>
                  <a:cubicBezTo>
                    <a:pt x="5431" y="12374"/>
                    <a:pt x="5817" y="11938"/>
                    <a:pt x="5739" y="11522"/>
                  </a:cubicBezTo>
                  <a:lnTo>
                    <a:pt x="4258" y="3839"/>
                  </a:lnTo>
                  <a:cubicBezTo>
                    <a:pt x="4162" y="3422"/>
                    <a:pt x="3873" y="3052"/>
                    <a:pt x="3425" y="2843"/>
                  </a:cubicBezTo>
                  <a:cubicBezTo>
                    <a:pt x="2989" y="2620"/>
                    <a:pt x="2685" y="2265"/>
                    <a:pt x="2604" y="1833"/>
                  </a:cubicBezTo>
                  <a:lnTo>
                    <a:pt x="224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31"/>
            <p:cNvSpPr/>
            <p:nvPr/>
          </p:nvSpPr>
          <p:spPr>
            <a:xfrm>
              <a:off x="5272121" y="3291914"/>
              <a:ext cx="88891" cy="372141"/>
            </a:xfrm>
            <a:custGeom>
              <a:avLst/>
              <a:gdLst/>
              <a:ahLst/>
              <a:cxnLst/>
              <a:rect l="l" t="t" r="r" b="b"/>
              <a:pathLst>
                <a:path w="3153" h="13200" extrusionOk="0">
                  <a:moveTo>
                    <a:pt x="124" y="1"/>
                  </a:moveTo>
                  <a:cubicBezTo>
                    <a:pt x="115" y="1"/>
                    <a:pt x="106" y="2"/>
                    <a:pt x="97" y="5"/>
                  </a:cubicBezTo>
                  <a:cubicBezTo>
                    <a:pt x="32" y="40"/>
                    <a:pt x="1" y="101"/>
                    <a:pt x="16" y="151"/>
                  </a:cubicBezTo>
                  <a:cubicBezTo>
                    <a:pt x="1208" y="3476"/>
                    <a:pt x="2894" y="13007"/>
                    <a:pt x="2909" y="13103"/>
                  </a:cubicBezTo>
                  <a:cubicBezTo>
                    <a:pt x="2924" y="13169"/>
                    <a:pt x="2975" y="13200"/>
                    <a:pt x="3021" y="13200"/>
                  </a:cubicBezTo>
                  <a:lnTo>
                    <a:pt x="3040" y="13200"/>
                  </a:lnTo>
                  <a:cubicBezTo>
                    <a:pt x="3102" y="13184"/>
                    <a:pt x="3152" y="13134"/>
                    <a:pt x="3137" y="13073"/>
                  </a:cubicBezTo>
                  <a:cubicBezTo>
                    <a:pt x="3117" y="12976"/>
                    <a:pt x="1416" y="3414"/>
                    <a:pt x="244" y="86"/>
                  </a:cubicBezTo>
                  <a:cubicBezTo>
                    <a:pt x="215" y="31"/>
                    <a:pt x="168" y="1"/>
                    <a:pt x="12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31"/>
            <p:cNvSpPr/>
            <p:nvPr/>
          </p:nvSpPr>
          <p:spPr>
            <a:xfrm>
              <a:off x="5244943" y="3349568"/>
              <a:ext cx="68000" cy="79390"/>
            </a:xfrm>
            <a:custGeom>
              <a:avLst/>
              <a:gdLst/>
              <a:ahLst/>
              <a:cxnLst/>
              <a:rect l="l" t="t" r="r" b="b"/>
              <a:pathLst>
                <a:path w="2412" h="2816" extrusionOk="0">
                  <a:moveTo>
                    <a:pt x="1" y="0"/>
                  </a:moveTo>
                  <a:lnTo>
                    <a:pt x="1" y="0"/>
                  </a:lnTo>
                  <a:cubicBezTo>
                    <a:pt x="355" y="1963"/>
                    <a:pt x="2411" y="2816"/>
                    <a:pt x="2411" y="2816"/>
                  </a:cubicBezTo>
                  <a:cubicBezTo>
                    <a:pt x="2411" y="2816"/>
                    <a:pt x="1513" y="1096"/>
                    <a:pt x="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31"/>
            <p:cNvSpPr/>
            <p:nvPr/>
          </p:nvSpPr>
          <p:spPr>
            <a:xfrm>
              <a:off x="5308348" y="3332822"/>
              <a:ext cx="51677" cy="92020"/>
            </a:xfrm>
            <a:custGeom>
              <a:avLst/>
              <a:gdLst/>
              <a:ahLst/>
              <a:cxnLst/>
              <a:rect l="l" t="t" r="r" b="b"/>
              <a:pathLst>
                <a:path w="1833" h="3264" extrusionOk="0">
                  <a:moveTo>
                    <a:pt x="1786" y="0"/>
                  </a:moveTo>
                  <a:lnTo>
                    <a:pt x="1786" y="0"/>
                  </a:lnTo>
                  <a:cubicBezTo>
                    <a:pt x="517" y="1385"/>
                    <a:pt x="0" y="3263"/>
                    <a:pt x="0" y="3263"/>
                  </a:cubicBezTo>
                  <a:cubicBezTo>
                    <a:pt x="0" y="3263"/>
                    <a:pt x="1832" y="1994"/>
                    <a:pt x="17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31"/>
            <p:cNvSpPr/>
            <p:nvPr/>
          </p:nvSpPr>
          <p:spPr>
            <a:xfrm>
              <a:off x="5315199" y="3380890"/>
              <a:ext cx="87453" cy="78403"/>
            </a:xfrm>
            <a:custGeom>
              <a:avLst/>
              <a:gdLst/>
              <a:ahLst/>
              <a:cxnLst/>
              <a:rect l="l" t="t" r="r" b="b"/>
              <a:pathLst>
                <a:path w="3102" h="2781" extrusionOk="0">
                  <a:moveTo>
                    <a:pt x="3101" y="0"/>
                  </a:moveTo>
                  <a:lnTo>
                    <a:pt x="3101" y="0"/>
                  </a:lnTo>
                  <a:cubicBezTo>
                    <a:pt x="1254" y="995"/>
                    <a:pt x="0" y="2781"/>
                    <a:pt x="0" y="2781"/>
                  </a:cubicBezTo>
                  <a:cubicBezTo>
                    <a:pt x="0" y="2781"/>
                    <a:pt x="2411" y="2137"/>
                    <a:pt x="31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31"/>
            <p:cNvSpPr/>
            <p:nvPr/>
          </p:nvSpPr>
          <p:spPr>
            <a:xfrm>
              <a:off x="5321063" y="3380890"/>
              <a:ext cx="81589" cy="76571"/>
            </a:xfrm>
            <a:custGeom>
              <a:avLst/>
              <a:gdLst/>
              <a:ahLst/>
              <a:cxnLst/>
              <a:rect l="l" t="t" r="r" b="b"/>
              <a:pathLst>
                <a:path w="2894" h="2716" extrusionOk="0">
                  <a:moveTo>
                    <a:pt x="2893" y="0"/>
                  </a:moveTo>
                  <a:lnTo>
                    <a:pt x="1" y="2715"/>
                  </a:lnTo>
                  <a:cubicBezTo>
                    <a:pt x="2523" y="1878"/>
                    <a:pt x="2893" y="0"/>
                    <a:pt x="289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31"/>
            <p:cNvSpPr/>
            <p:nvPr/>
          </p:nvSpPr>
          <p:spPr>
            <a:xfrm>
              <a:off x="5212747" y="3431101"/>
              <a:ext cx="110204" cy="40964"/>
            </a:xfrm>
            <a:custGeom>
              <a:avLst/>
              <a:gdLst/>
              <a:ahLst/>
              <a:cxnLst/>
              <a:rect l="l" t="t" r="r" b="b"/>
              <a:pathLst>
                <a:path w="3909" h="1453" extrusionOk="0">
                  <a:moveTo>
                    <a:pt x="1" y="1"/>
                  </a:moveTo>
                  <a:cubicBezTo>
                    <a:pt x="1049" y="1286"/>
                    <a:pt x="2686" y="1453"/>
                    <a:pt x="3466" y="1453"/>
                  </a:cubicBezTo>
                  <a:cubicBezTo>
                    <a:pt x="3740" y="1453"/>
                    <a:pt x="3908" y="1432"/>
                    <a:pt x="3908" y="1432"/>
                  </a:cubicBezTo>
                  <a:cubicBezTo>
                    <a:pt x="3908" y="1432"/>
                    <a:pt x="2076" y="244"/>
                    <a:pt x="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31"/>
            <p:cNvSpPr/>
            <p:nvPr/>
          </p:nvSpPr>
          <p:spPr>
            <a:xfrm>
              <a:off x="5212747" y="3431101"/>
              <a:ext cx="105186" cy="41781"/>
            </a:xfrm>
            <a:custGeom>
              <a:avLst/>
              <a:gdLst/>
              <a:ahLst/>
              <a:cxnLst/>
              <a:rect l="l" t="t" r="r" b="b"/>
              <a:pathLst>
                <a:path w="3731" h="1482" extrusionOk="0">
                  <a:moveTo>
                    <a:pt x="1" y="1"/>
                  </a:moveTo>
                  <a:cubicBezTo>
                    <a:pt x="995" y="1325"/>
                    <a:pt x="2642" y="1482"/>
                    <a:pt x="3368" y="1482"/>
                  </a:cubicBezTo>
                  <a:cubicBezTo>
                    <a:pt x="3594" y="1482"/>
                    <a:pt x="3731" y="1467"/>
                    <a:pt x="3731" y="1467"/>
                  </a:cubicBez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31"/>
            <p:cNvSpPr/>
            <p:nvPr/>
          </p:nvSpPr>
          <p:spPr>
            <a:xfrm>
              <a:off x="5200568" y="3223631"/>
              <a:ext cx="114659" cy="72567"/>
            </a:xfrm>
            <a:custGeom>
              <a:avLst/>
              <a:gdLst/>
              <a:ahLst/>
              <a:cxnLst/>
              <a:rect l="l" t="t" r="r" b="b"/>
              <a:pathLst>
                <a:path w="4067" h="2574" extrusionOk="0">
                  <a:moveTo>
                    <a:pt x="2747" y="1"/>
                  </a:moveTo>
                  <a:cubicBezTo>
                    <a:pt x="1991" y="1015"/>
                    <a:pt x="1929" y="1015"/>
                    <a:pt x="1929" y="1015"/>
                  </a:cubicBezTo>
                  <a:lnTo>
                    <a:pt x="738" y="660"/>
                  </a:lnTo>
                  <a:cubicBezTo>
                    <a:pt x="738" y="660"/>
                    <a:pt x="1" y="1736"/>
                    <a:pt x="722" y="2573"/>
                  </a:cubicBezTo>
                  <a:lnTo>
                    <a:pt x="4066" y="1031"/>
                  </a:lnTo>
                  <a:cubicBezTo>
                    <a:pt x="3970" y="1015"/>
                    <a:pt x="3727" y="163"/>
                    <a:pt x="274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31"/>
            <p:cNvSpPr/>
            <p:nvPr/>
          </p:nvSpPr>
          <p:spPr>
            <a:xfrm>
              <a:off x="5214608" y="3242379"/>
              <a:ext cx="108767" cy="74005"/>
            </a:xfrm>
            <a:custGeom>
              <a:avLst/>
              <a:gdLst/>
              <a:ahLst/>
              <a:cxnLst/>
              <a:rect l="l" t="t" r="r" b="b"/>
              <a:pathLst>
                <a:path w="3858" h="2625" extrusionOk="0">
                  <a:moveTo>
                    <a:pt x="2406" y="0"/>
                  </a:moveTo>
                  <a:cubicBezTo>
                    <a:pt x="2135" y="0"/>
                    <a:pt x="1844" y="56"/>
                    <a:pt x="1559" y="173"/>
                  </a:cubicBezTo>
                  <a:cubicBezTo>
                    <a:pt x="691" y="524"/>
                    <a:pt x="0" y="1361"/>
                    <a:pt x="259" y="1989"/>
                  </a:cubicBezTo>
                  <a:cubicBezTo>
                    <a:pt x="426" y="2400"/>
                    <a:pt x="971" y="2624"/>
                    <a:pt x="1571" y="2624"/>
                  </a:cubicBezTo>
                  <a:cubicBezTo>
                    <a:pt x="1883" y="2624"/>
                    <a:pt x="2210" y="2564"/>
                    <a:pt x="2508" y="2437"/>
                  </a:cubicBezTo>
                  <a:cubicBezTo>
                    <a:pt x="3375" y="2086"/>
                    <a:pt x="3858" y="1280"/>
                    <a:pt x="3599" y="655"/>
                  </a:cubicBezTo>
                  <a:cubicBezTo>
                    <a:pt x="3428" y="233"/>
                    <a:pt x="2958" y="0"/>
                    <a:pt x="24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31"/>
            <p:cNvSpPr/>
            <p:nvPr/>
          </p:nvSpPr>
          <p:spPr>
            <a:xfrm>
              <a:off x="5201893" y="3230482"/>
              <a:ext cx="134647" cy="102846"/>
            </a:xfrm>
            <a:custGeom>
              <a:avLst/>
              <a:gdLst/>
              <a:ahLst/>
              <a:cxnLst/>
              <a:rect l="l" t="t" r="r" b="b"/>
              <a:pathLst>
                <a:path w="4776" h="3648" extrusionOk="0">
                  <a:moveTo>
                    <a:pt x="4004" y="1"/>
                  </a:moveTo>
                  <a:lnTo>
                    <a:pt x="4004" y="1"/>
                  </a:lnTo>
                  <a:cubicBezTo>
                    <a:pt x="3568" y="240"/>
                    <a:pt x="3198" y="980"/>
                    <a:pt x="3198" y="980"/>
                  </a:cubicBezTo>
                  <a:cubicBezTo>
                    <a:pt x="3198" y="980"/>
                    <a:pt x="2653" y="291"/>
                    <a:pt x="2072" y="291"/>
                  </a:cubicBezTo>
                  <a:cubicBezTo>
                    <a:pt x="1977" y="291"/>
                    <a:pt x="1881" y="309"/>
                    <a:pt x="1786" y="352"/>
                  </a:cubicBezTo>
                  <a:cubicBezTo>
                    <a:pt x="1111" y="676"/>
                    <a:pt x="1223" y="1833"/>
                    <a:pt x="1223" y="1833"/>
                  </a:cubicBezTo>
                  <a:cubicBezTo>
                    <a:pt x="1223" y="1833"/>
                    <a:pt x="935" y="1621"/>
                    <a:pt x="462" y="1621"/>
                  </a:cubicBezTo>
                  <a:cubicBezTo>
                    <a:pt x="323" y="1621"/>
                    <a:pt x="168" y="1639"/>
                    <a:pt x="0" y="1686"/>
                  </a:cubicBezTo>
                  <a:cubicBezTo>
                    <a:pt x="54" y="2694"/>
                    <a:pt x="1116" y="3648"/>
                    <a:pt x="2273" y="3648"/>
                  </a:cubicBezTo>
                  <a:cubicBezTo>
                    <a:pt x="2537" y="3648"/>
                    <a:pt x="2807" y="3598"/>
                    <a:pt x="3070" y="3487"/>
                  </a:cubicBezTo>
                  <a:cubicBezTo>
                    <a:pt x="4725" y="2812"/>
                    <a:pt x="4775" y="722"/>
                    <a:pt x="400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31"/>
            <p:cNvSpPr/>
            <p:nvPr/>
          </p:nvSpPr>
          <p:spPr>
            <a:xfrm>
              <a:off x="5296169" y="3495494"/>
              <a:ext cx="51226" cy="18184"/>
            </a:xfrm>
            <a:custGeom>
              <a:avLst/>
              <a:gdLst/>
              <a:ahLst/>
              <a:cxnLst/>
              <a:rect l="l" t="t" r="r" b="b"/>
              <a:pathLst>
                <a:path w="1817" h="645" extrusionOk="0">
                  <a:moveTo>
                    <a:pt x="0" y="340"/>
                  </a:moveTo>
                  <a:lnTo>
                    <a:pt x="0" y="340"/>
                  </a:lnTo>
                  <a:lnTo>
                    <a:pt x="66" y="644"/>
                  </a:lnTo>
                  <a:close/>
                  <a:moveTo>
                    <a:pt x="1751" y="0"/>
                  </a:moveTo>
                  <a:lnTo>
                    <a:pt x="1751" y="0"/>
                  </a:lnTo>
                  <a:lnTo>
                    <a:pt x="1817" y="305"/>
                  </a:lnTo>
                  <a:lnTo>
                    <a:pt x="1817" y="305"/>
                  </a:lnTo>
                  <a:close/>
                </a:path>
              </a:pathLst>
            </a:custGeom>
            <a:solidFill>
              <a:srgbClr val="D0D6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31"/>
            <p:cNvSpPr/>
            <p:nvPr/>
          </p:nvSpPr>
          <p:spPr>
            <a:xfrm>
              <a:off x="5296169" y="3495494"/>
              <a:ext cx="51226" cy="18184"/>
            </a:xfrm>
            <a:custGeom>
              <a:avLst/>
              <a:gdLst/>
              <a:ahLst/>
              <a:cxnLst/>
              <a:rect l="l" t="t" r="r" b="b"/>
              <a:pathLst>
                <a:path w="1817" h="645" extrusionOk="0">
                  <a:moveTo>
                    <a:pt x="1751" y="0"/>
                  </a:moveTo>
                  <a:lnTo>
                    <a:pt x="1173" y="112"/>
                  </a:lnTo>
                  <a:cubicBezTo>
                    <a:pt x="1188" y="209"/>
                    <a:pt x="1223" y="305"/>
                    <a:pt x="1238" y="417"/>
                  </a:cubicBezTo>
                  <a:lnTo>
                    <a:pt x="1817" y="305"/>
                  </a:lnTo>
                  <a:lnTo>
                    <a:pt x="1751" y="0"/>
                  </a:lnTo>
                  <a:close/>
                  <a:moveTo>
                    <a:pt x="949" y="162"/>
                  </a:moveTo>
                  <a:lnTo>
                    <a:pt x="0" y="340"/>
                  </a:lnTo>
                  <a:lnTo>
                    <a:pt x="66" y="644"/>
                  </a:lnTo>
                  <a:lnTo>
                    <a:pt x="1011" y="452"/>
                  </a:lnTo>
                  <a:cubicBezTo>
                    <a:pt x="995" y="355"/>
                    <a:pt x="980" y="259"/>
                    <a:pt x="949" y="162"/>
                  </a:cubicBezTo>
                  <a:close/>
                </a:path>
              </a:pathLst>
            </a:custGeom>
            <a:solidFill>
              <a:schemeClr val="accent3">
                <a:alpha val="316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31"/>
            <p:cNvSpPr/>
            <p:nvPr/>
          </p:nvSpPr>
          <p:spPr>
            <a:xfrm>
              <a:off x="5322924" y="3498651"/>
              <a:ext cx="8176" cy="9585"/>
            </a:xfrm>
            <a:custGeom>
              <a:avLst/>
              <a:gdLst/>
              <a:ahLst/>
              <a:cxnLst/>
              <a:rect l="l" t="t" r="r" b="b"/>
              <a:pathLst>
                <a:path w="290" h="340" extrusionOk="0">
                  <a:moveTo>
                    <a:pt x="224" y="0"/>
                  </a:moveTo>
                  <a:lnTo>
                    <a:pt x="0" y="50"/>
                  </a:lnTo>
                  <a:cubicBezTo>
                    <a:pt x="31" y="147"/>
                    <a:pt x="46" y="243"/>
                    <a:pt x="62" y="340"/>
                  </a:cubicBezTo>
                  <a:lnTo>
                    <a:pt x="289" y="305"/>
                  </a:lnTo>
                  <a:cubicBezTo>
                    <a:pt x="274" y="193"/>
                    <a:pt x="239" y="97"/>
                    <a:pt x="224" y="0"/>
                  </a:cubicBezTo>
                  <a:close/>
                </a:path>
              </a:pathLst>
            </a:custGeom>
            <a:solidFill>
              <a:srgbClr val="86AC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31"/>
            <p:cNvSpPr/>
            <p:nvPr/>
          </p:nvSpPr>
          <p:spPr>
            <a:xfrm>
              <a:off x="5302033" y="3625547"/>
              <a:ext cx="126923" cy="209611"/>
            </a:xfrm>
            <a:custGeom>
              <a:avLst/>
              <a:gdLst/>
              <a:ahLst/>
              <a:cxnLst/>
              <a:rect l="l" t="t" r="r" b="b"/>
              <a:pathLst>
                <a:path w="4502" h="7435" extrusionOk="0">
                  <a:moveTo>
                    <a:pt x="3198" y="0"/>
                  </a:moveTo>
                  <a:lnTo>
                    <a:pt x="1" y="610"/>
                  </a:lnTo>
                  <a:lnTo>
                    <a:pt x="1269" y="7136"/>
                  </a:lnTo>
                  <a:cubicBezTo>
                    <a:pt x="1299" y="7315"/>
                    <a:pt x="1447" y="7435"/>
                    <a:pt x="1610" y="7435"/>
                  </a:cubicBezTo>
                  <a:cubicBezTo>
                    <a:pt x="1637" y="7435"/>
                    <a:pt x="1663" y="7432"/>
                    <a:pt x="1690" y="7425"/>
                  </a:cubicBezTo>
                  <a:lnTo>
                    <a:pt x="4162" y="6959"/>
                  </a:lnTo>
                  <a:cubicBezTo>
                    <a:pt x="4355" y="6912"/>
                    <a:pt x="4502" y="6719"/>
                    <a:pt x="4452" y="6527"/>
                  </a:cubicBezTo>
                  <a:lnTo>
                    <a:pt x="319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31"/>
            <p:cNvSpPr/>
            <p:nvPr/>
          </p:nvSpPr>
          <p:spPr>
            <a:xfrm>
              <a:off x="5306178" y="3610013"/>
              <a:ext cx="37524" cy="156919"/>
            </a:xfrm>
            <a:custGeom>
              <a:avLst/>
              <a:gdLst/>
              <a:ahLst/>
              <a:cxnLst/>
              <a:rect l="l" t="t" r="r" b="b"/>
              <a:pathLst>
                <a:path w="1331" h="5566" extrusionOk="0">
                  <a:moveTo>
                    <a:pt x="157" y="1"/>
                  </a:moveTo>
                  <a:cubicBezTo>
                    <a:pt x="147" y="1"/>
                    <a:pt x="137" y="2"/>
                    <a:pt x="127" y="4"/>
                  </a:cubicBezTo>
                  <a:cubicBezTo>
                    <a:pt x="46" y="19"/>
                    <a:pt x="0" y="100"/>
                    <a:pt x="16" y="181"/>
                  </a:cubicBezTo>
                  <a:lnTo>
                    <a:pt x="1026" y="5454"/>
                  </a:lnTo>
                  <a:cubicBezTo>
                    <a:pt x="1041" y="5515"/>
                    <a:pt x="1092" y="5566"/>
                    <a:pt x="1173" y="5566"/>
                  </a:cubicBezTo>
                  <a:lnTo>
                    <a:pt x="1203" y="5566"/>
                  </a:lnTo>
                  <a:cubicBezTo>
                    <a:pt x="1284" y="5550"/>
                    <a:pt x="1331" y="5469"/>
                    <a:pt x="1315" y="5388"/>
                  </a:cubicBezTo>
                  <a:lnTo>
                    <a:pt x="305" y="116"/>
                  </a:lnTo>
                  <a:cubicBezTo>
                    <a:pt x="291" y="48"/>
                    <a:pt x="227" y="1"/>
                    <a:pt x="1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31"/>
            <p:cNvSpPr/>
            <p:nvPr/>
          </p:nvSpPr>
          <p:spPr>
            <a:xfrm>
              <a:off x="5332369" y="3799524"/>
              <a:ext cx="5469" cy="27206"/>
            </a:xfrm>
            <a:custGeom>
              <a:avLst/>
              <a:gdLst/>
              <a:ahLst/>
              <a:cxnLst/>
              <a:rect l="l" t="t" r="r" b="b"/>
              <a:pathLst>
                <a:path w="194" h="965" extrusionOk="0">
                  <a:moveTo>
                    <a:pt x="1" y="1"/>
                  </a:moveTo>
                  <a:lnTo>
                    <a:pt x="193" y="965"/>
                  </a:lnTo>
                  <a:lnTo>
                    <a:pt x="1" y="1"/>
                  </a:lnTo>
                  <a:close/>
                </a:path>
              </a:pathLst>
            </a:custGeom>
            <a:solidFill>
              <a:srgbClr val="B2C5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31"/>
            <p:cNvSpPr/>
            <p:nvPr/>
          </p:nvSpPr>
          <p:spPr>
            <a:xfrm>
              <a:off x="5332369" y="3796367"/>
              <a:ext cx="95601" cy="38962"/>
            </a:xfrm>
            <a:custGeom>
              <a:avLst/>
              <a:gdLst/>
              <a:ahLst/>
              <a:cxnLst/>
              <a:rect l="l" t="t" r="r" b="b"/>
              <a:pathLst>
                <a:path w="3391" h="1382" extrusionOk="0">
                  <a:moveTo>
                    <a:pt x="3279" y="1"/>
                  </a:moveTo>
                  <a:cubicBezTo>
                    <a:pt x="2701" y="225"/>
                    <a:pt x="2107" y="306"/>
                    <a:pt x="1559" y="306"/>
                  </a:cubicBezTo>
                  <a:cubicBezTo>
                    <a:pt x="965" y="306"/>
                    <a:pt x="436" y="209"/>
                    <a:pt x="1" y="113"/>
                  </a:cubicBezTo>
                  <a:lnTo>
                    <a:pt x="1" y="113"/>
                  </a:lnTo>
                  <a:lnTo>
                    <a:pt x="193" y="1077"/>
                  </a:lnTo>
                  <a:cubicBezTo>
                    <a:pt x="228" y="1254"/>
                    <a:pt x="371" y="1382"/>
                    <a:pt x="548" y="1382"/>
                  </a:cubicBezTo>
                  <a:cubicBezTo>
                    <a:pt x="564" y="1382"/>
                    <a:pt x="595" y="1382"/>
                    <a:pt x="614" y="1366"/>
                  </a:cubicBezTo>
                  <a:lnTo>
                    <a:pt x="3086" y="900"/>
                  </a:lnTo>
                  <a:cubicBezTo>
                    <a:pt x="3264" y="869"/>
                    <a:pt x="3391" y="707"/>
                    <a:pt x="3391" y="529"/>
                  </a:cubicBezTo>
                  <a:cubicBezTo>
                    <a:pt x="3391" y="514"/>
                    <a:pt x="3376" y="498"/>
                    <a:pt x="3376" y="468"/>
                  </a:cubicBezTo>
                  <a:lnTo>
                    <a:pt x="327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31"/>
            <p:cNvSpPr/>
            <p:nvPr/>
          </p:nvSpPr>
          <p:spPr>
            <a:xfrm>
              <a:off x="5388162" y="3775504"/>
              <a:ext cx="14040" cy="10882"/>
            </a:xfrm>
            <a:custGeom>
              <a:avLst/>
              <a:gdLst/>
              <a:ahLst/>
              <a:cxnLst/>
              <a:rect l="l" t="t" r="r" b="b"/>
              <a:pathLst>
                <a:path w="498" h="386" extrusionOk="0">
                  <a:moveTo>
                    <a:pt x="255" y="0"/>
                  </a:moveTo>
                  <a:cubicBezTo>
                    <a:pt x="97" y="0"/>
                    <a:pt x="0" y="178"/>
                    <a:pt x="97" y="320"/>
                  </a:cubicBezTo>
                  <a:cubicBezTo>
                    <a:pt x="128" y="340"/>
                    <a:pt x="158" y="371"/>
                    <a:pt x="193" y="371"/>
                  </a:cubicBezTo>
                  <a:cubicBezTo>
                    <a:pt x="209" y="386"/>
                    <a:pt x="224" y="386"/>
                    <a:pt x="239" y="386"/>
                  </a:cubicBezTo>
                  <a:cubicBezTo>
                    <a:pt x="401" y="386"/>
                    <a:pt x="498" y="209"/>
                    <a:pt x="401" y="66"/>
                  </a:cubicBezTo>
                  <a:cubicBezTo>
                    <a:pt x="371" y="50"/>
                    <a:pt x="336" y="16"/>
                    <a:pt x="305" y="16"/>
                  </a:cubicBezTo>
                  <a:cubicBezTo>
                    <a:pt x="290" y="0"/>
                    <a:pt x="274" y="0"/>
                    <a:pt x="2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31"/>
            <p:cNvSpPr/>
            <p:nvPr/>
          </p:nvSpPr>
          <p:spPr>
            <a:xfrm>
              <a:off x="5337810" y="3688078"/>
              <a:ext cx="14068" cy="10882"/>
            </a:xfrm>
            <a:custGeom>
              <a:avLst/>
              <a:gdLst/>
              <a:ahLst/>
              <a:cxnLst/>
              <a:rect l="l" t="t" r="r" b="b"/>
              <a:pathLst>
                <a:path w="499" h="386" extrusionOk="0">
                  <a:moveTo>
                    <a:pt x="259" y="0"/>
                  </a:moveTo>
                  <a:cubicBezTo>
                    <a:pt x="97" y="0"/>
                    <a:pt x="0" y="178"/>
                    <a:pt x="97" y="320"/>
                  </a:cubicBezTo>
                  <a:cubicBezTo>
                    <a:pt x="132" y="336"/>
                    <a:pt x="162" y="370"/>
                    <a:pt x="193" y="370"/>
                  </a:cubicBezTo>
                  <a:cubicBezTo>
                    <a:pt x="209" y="386"/>
                    <a:pt x="228" y="386"/>
                    <a:pt x="243" y="386"/>
                  </a:cubicBezTo>
                  <a:cubicBezTo>
                    <a:pt x="402" y="386"/>
                    <a:pt x="498" y="208"/>
                    <a:pt x="402" y="66"/>
                  </a:cubicBezTo>
                  <a:cubicBezTo>
                    <a:pt x="371" y="46"/>
                    <a:pt x="340" y="16"/>
                    <a:pt x="305" y="16"/>
                  </a:cubicBezTo>
                  <a:cubicBezTo>
                    <a:pt x="290" y="0"/>
                    <a:pt x="274" y="0"/>
                    <a:pt x="25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31"/>
            <p:cNvSpPr/>
            <p:nvPr/>
          </p:nvSpPr>
          <p:spPr>
            <a:xfrm>
              <a:off x="5348692" y="3764622"/>
              <a:ext cx="35804" cy="27206"/>
            </a:xfrm>
            <a:custGeom>
              <a:avLst/>
              <a:gdLst/>
              <a:ahLst/>
              <a:cxnLst/>
              <a:rect l="l" t="t" r="r" b="b"/>
              <a:pathLst>
                <a:path w="1270" h="965" extrusionOk="0">
                  <a:moveTo>
                    <a:pt x="644" y="1"/>
                  </a:moveTo>
                  <a:cubicBezTo>
                    <a:pt x="243" y="1"/>
                    <a:pt x="0" y="436"/>
                    <a:pt x="259" y="787"/>
                  </a:cubicBezTo>
                  <a:cubicBezTo>
                    <a:pt x="324" y="868"/>
                    <a:pt x="401" y="919"/>
                    <a:pt x="482" y="934"/>
                  </a:cubicBezTo>
                  <a:cubicBezTo>
                    <a:pt x="532" y="949"/>
                    <a:pt x="579" y="965"/>
                    <a:pt x="629" y="965"/>
                  </a:cubicBezTo>
                  <a:cubicBezTo>
                    <a:pt x="1030" y="965"/>
                    <a:pt x="1269" y="514"/>
                    <a:pt x="1015" y="163"/>
                  </a:cubicBezTo>
                  <a:cubicBezTo>
                    <a:pt x="949" y="97"/>
                    <a:pt x="868" y="31"/>
                    <a:pt x="787" y="16"/>
                  </a:cubicBezTo>
                  <a:cubicBezTo>
                    <a:pt x="741" y="1"/>
                    <a:pt x="691" y="1"/>
                    <a:pt x="6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31"/>
            <p:cNvSpPr/>
            <p:nvPr/>
          </p:nvSpPr>
          <p:spPr>
            <a:xfrm>
              <a:off x="5364114" y="3728422"/>
              <a:ext cx="40823" cy="31237"/>
            </a:xfrm>
            <a:custGeom>
              <a:avLst/>
              <a:gdLst/>
              <a:ahLst/>
              <a:cxnLst/>
              <a:rect l="l" t="t" r="r" b="b"/>
              <a:pathLst>
                <a:path w="1448" h="1108" extrusionOk="0">
                  <a:moveTo>
                    <a:pt x="722" y="0"/>
                  </a:moveTo>
                  <a:cubicBezTo>
                    <a:pt x="275" y="0"/>
                    <a:pt x="1" y="513"/>
                    <a:pt x="306" y="914"/>
                  </a:cubicBezTo>
                  <a:cubicBezTo>
                    <a:pt x="371" y="995"/>
                    <a:pt x="452" y="1045"/>
                    <a:pt x="549" y="1076"/>
                  </a:cubicBezTo>
                  <a:cubicBezTo>
                    <a:pt x="610" y="1092"/>
                    <a:pt x="660" y="1107"/>
                    <a:pt x="722" y="1107"/>
                  </a:cubicBezTo>
                  <a:cubicBezTo>
                    <a:pt x="1173" y="1107"/>
                    <a:pt x="1447" y="594"/>
                    <a:pt x="1143" y="193"/>
                  </a:cubicBezTo>
                  <a:cubicBezTo>
                    <a:pt x="1077" y="112"/>
                    <a:pt x="996" y="46"/>
                    <a:pt x="900" y="31"/>
                  </a:cubicBezTo>
                  <a:cubicBezTo>
                    <a:pt x="838" y="16"/>
                    <a:pt x="788" y="0"/>
                    <a:pt x="7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31"/>
            <p:cNvSpPr/>
            <p:nvPr/>
          </p:nvSpPr>
          <p:spPr>
            <a:xfrm>
              <a:off x="5283426" y="3475308"/>
              <a:ext cx="71694" cy="30786"/>
            </a:xfrm>
            <a:custGeom>
              <a:avLst/>
              <a:gdLst/>
              <a:ahLst/>
              <a:cxnLst/>
              <a:rect l="l" t="t" r="r" b="b"/>
              <a:pathLst>
                <a:path w="2543" h="1092" extrusionOk="0">
                  <a:moveTo>
                    <a:pt x="2126" y="1"/>
                  </a:moveTo>
                  <a:cubicBezTo>
                    <a:pt x="2098" y="1"/>
                    <a:pt x="2070" y="4"/>
                    <a:pt x="2041" y="11"/>
                  </a:cubicBezTo>
                  <a:lnTo>
                    <a:pt x="340" y="331"/>
                  </a:lnTo>
                  <a:cubicBezTo>
                    <a:pt x="132" y="381"/>
                    <a:pt x="1" y="574"/>
                    <a:pt x="36" y="782"/>
                  </a:cubicBezTo>
                  <a:cubicBezTo>
                    <a:pt x="77" y="969"/>
                    <a:pt x="238" y="1091"/>
                    <a:pt x="421" y="1091"/>
                  </a:cubicBezTo>
                  <a:cubicBezTo>
                    <a:pt x="442" y="1091"/>
                    <a:pt x="462" y="1090"/>
                    <a:pt x="483" y="1087"/>
                  </a:cubicBezTo>
                  <a:lnTo>
                    <a:pt x="2188" y="747"/>
                  </a:lnTo>
                  <a:cubicBezTo>
                    <a:pt x="2396" y="716"/>
                    <a:pt x="2543" y="508"/>
                    <a:pt x="2493" y="315"/>
                  </a:cubicBezTo>
                  <a:cubicBezTo>
                    <a:pt x="2466" y="135"/>
                    <a:pt x="2306" y="1"/>
                    <a:pt x="212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31"/>
            <p:cNvSpPr/>
            <p:nvPr/>
          </p:nvSpPr>
          <p:spPr>
            <a:xfrm>
              <a:off x="5295718" y="3495494"/>
              <a:ext cx="50718" cy="11333"/>
            </a:xfrm>
            <a:custGeom>
              <a:avLst/>
              <a:gdLst/>
              <a:ahLst/>
              <a:cxnLst/>
              <a:rect l="l" t="t" r="r" b="b"/>
              <a:pathLst>
                <a:path w="1799" h="402" extrusionOk="0">
                  <a:moveTo>
                    <a:pt x="1752" y="0"/>
                  </a:moveTo>
                  <a:lnTo>
                    <a:pt x="47" y="320"/>
                  </a:lnTo>
                  <a:cubicBezTo>
                    <a:pt x="16" y="340"/>
                    <a:pt x="1" y="355"/>
                    <a:pt x="16" y="371"/>
                  </a:cubicBezTo>
                  <a:cubicBezTo>
                    <a:pt x="16" y="386"/>
                    <a:pt x="32" y="401"/>
                    <a:pt x="47" y="401"/>
                  </a:cubicBezTo>
                  <a:lnTo>
                    <a:pt x="1767" y="81"/>
                  </a:lnTo>
                  <a:cubicBezTo>
                    <a:pt x="1783" y="66"/>
                    <a:pt x="1798" y="50"/>
                    <a:pt x="1798" y="31"/>
                  </a:cubicBezTo>
                  <a:cubicBezTo>
                    <a:pt x="1783" y="16"/>
                    <a:pt x="1767" y="0"/>
                    <a:pt x="17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31"/>
            <p:cNvSpPr/>
            <p:nvPr/>
          </p:nvSpPr>
          <p:spPr>
            <a:xfrm>
              <a:off x="5331495" y="3081850"/>
              <a:ext cx="2312" cy="32196"/>
            </a:xfrm>
            <a:custGeom>
              <a:avLst/>
              <a:gdLst/>
              <a:ahLst/>
              <a:cxnLst/>
              <a:rect l="l" t="t" r="r" b="b"/>
              <a:pathLst>
                <a:path w="82" h="1142" extrusionOk="0">
                  <a:moveTo>
                    <a:pt x="32" y="0"/>
                  </a:moveTo>
                  <a:cubicBezTo>
                    <a:pt x="16" y="0"/>
                    <a:pt x="1" y="16"/>
                    <a:pt x="1" y="31"/>
                  </a:cubicBezTo>
                  <a:lnTo>
                    <a:pt x="1" y="1092"/>
                  </a:lnTo>
                  <a:cubicBezTo>
                    <a:pt x="1" y="1126"/>
                    <a:pt x="16" y="1142"/>
                    <a:pt x="32" y="1142"/>
                  </a:cubicBezTo>
                  <a:cubicBezTo>
                    <a:pt x="66" y="1142"/>
                    <a:pt x="82" y="1126"/>
                    <a:pt x="82" y="1092"/>
                  </a:cubicBezTo>
                  <a:lnTo>
                    <a:pt x="82" y="31"/>
                  </a:lnTo>
                  <a:cubicBezTo>
                    <a:pt x="82" y="16"/>
                    <a:pt x="66" y="0"/>
                    <a:pt x="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2" name="Google Shape;752;p31"/>
          <p:cNvGrpSpPr/>
          <p:nvPr/>
        </p:nvGrpSpPr>
        <p:grpSpPr>
          <a:xfrm>
            <a:off x="5929358" y="-45885"/>
            <a:ext cx="324483" cy="2541453"/>
            <a:chOff x="4538574" y="3056505"/>
            <a:chExt cx="103748" cy="801999"/>
          </a:xfrm>
        </p:grpSpPr>
        <p:sp>
          <p:nvSpPr>
            <p:cNvPr id="753" name="Google Shape;753;p31"/>
            <p:cNvSpPr/>
            <p:nvPr/>
          </p:nvSpPr>
          <p:spPr>
            <a:xfrm>
              <a:off x="4603389" y="3056505"/>
              <a:ext cx="1861" cy="759365"/>
            </a:xfrm>
            <a:custGeom>
              <a:avLst/>
              <a:gdLst/>
              <a:ahLst/>
              <a:cxnLst/>
              <a:rect l="l" t="t" r="r" b="b"/>
              <a:pathLst>
                <a:path w="66" h="26935" extrusionOk="0">
                  <a:moveTo>
                    <a:pt x="31" y="0"/>
                  </a:moveTo>
                  <a:cubicBezTo>
                    <a:pt x="15" y="0"/>
                    <a:pt x="0" y="16"/>
                    <a:pt x="0" y="31"/>
                  </a:cubicBezTo>
                  <a:lnTo>
                    <a:pt x="0" y="26903"/>
                  </a:lnTo>
                  <a:cubicBezTo>
                    <a:pt x="0" y="26919"/>
                    <a:pt x="15" y="26934"/>
                    <a:pt x="31" y="26934"/>
                  </a:cubicBezTo>
                  <a:cubicBezTo>
                    <a:pt x="50" y="26934"/>
                    <a:pt x="66" y="26919"/>
                    <a:pt x="66" y="26903"/>
                  </a:cubicBezTo>
                  <a:lnTo>
                    <a:pt x="66" y="31"/>
                  </a:lnTo>
                  <a:cubicBezTo>
                    <a:pt x="66" y="16"/>
                    <a:pt x="50" y="0"/>
                    <a:pt x="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31"/>
            <p:cNvSpPr/>
            <p:nvPr/>
          </p:nvSpPr>
          <p:spPr>
            <a:xfrm>
              <a:off x="4544494" y="3738656"/>
              <a:ext cx="91569" cy="73244"/>
            </a:xfrm>
            <a:custGeom>
              <a:avLst/>
              <a:gdLst/>
              <a:ahLst/>
              <a:cxnLst/>
              <a:rect l="l" t="t" r="r" b="b"/>
              <a:pathLst>
                <a:path w="3248" h="2598" extrusionOk="0">
                  <a:moveTo>
                    <a:pt x="1636" y="1"/>
                  </a:moveTo>
                  <a:cubicBezTo>
                    <a:pt x="1426" y="1"/>
                    <a:pt x="1204" y="52"/>
                    <a:pt x="982" y="166"/>
                  </a:cubicBezTo>
                  <a:cubicBezTo>
                    <a:pt x="770" y="262"/>
                    <a:pt x="596" y="439"/>
                    <a:pt x="500" y="648"/>
                  </a:cubicBezTo>
                  <a:cubicBezTo>
                    <a:pt x="0" y="1619"/>
                    <a:pt x="699" y="2597"/>
                    <a:pt x="1625" y="2597"/>
                  </a:cubicBezTo>
                  <a:cubicBezTo>
                    <a:pt x="1836" y="2597"/>
                    <a:pt x="2059" y="2547"/>
                    <a:pt x="2282" y="2434"/>
                  </a:cubicBezTo>
                  <a:cubicBezTo>
                    <a:pt x="2490" y="2337"/>
                    <a:pt x="2652" y="2160"/>
                    <a:pt x="2764" y="1951"/>
                  </a:cubicBezTo>
                  <a:cubicBezTo>
                    <a:pt x="3247" y="970"/>
                    <a:pt x="2552" y="1"/>
                    <a:pt x="163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31"/>
            <p:cNvSpPr/>
            <p:nvPr/>
          </p:nvSpPr>
          <p:spPr>
            <a:xfrm>
              <a:off x="4561664" y="3752076"/>
              <a:ext cx="57259" cy="46433"/>
            </a:xfrm>
            <a:custGeom>
              <a:avLst/>
              <a:gdLst/>
              <a:ahLst/>
              <a:cxnLst/>
              <a:rect l="l" t="t" r="r" b="b"/>
              <a:pathLst>
                <a:path w="2031" h="1647" extrusionOk="0">
                  <a:moveTo>
                    <a:pt x="1013" y="1"/>
                  </a:moveTo>
                  <a:cubicBezTo>
                    <a:pt x="889" y="1"/>
                    <a:pt x="759" y="29"/>
                    <a:pt x="628" y="91"/>
                  </a:cubicBezTo>
                  <a:cubicBezTo>
                    <a:pt x="485" y="172"/>
                    <a:pt x="354" y="284"/>
                    <a:pt x="292" y="430"/>
                  </a:cubicBezTo>
                  <a:cubicBezTo>
                    <a:pt x="0" y="1040"/>
                    <a:pt x="440" y="1647"/>
                    <a:pt x="1024" y="1647"/>
                  </a:cubicBezTo>
                  <a:cubicBezTo>
                    <a:pt x="1149" y="1647"/>
                    <a:pt x="1281" y="1619"/>
                    <a:pt x="1414" y="1556"/>
                  </a:cubicBezTo>
                  <a:cubicBezTo>
                    <a:pt x="1561" y="1475"/>
                    <a:pt x="1673" y="1364"/>
                    <a:pt x="1754" y="1217"/>
                  </a:cubicBezTo>
                  <a:cubicBezTo>
                    <a:pt x="2030" y="607"/>
                    <a:pt x="1590" y="1"/>
                    <a:pt x="101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31"/>
            <p:cNvSpPr/>
            <p:nvPr/>
          </p:nvSpPr>
          <p:spPr>
            <a:xfrm>
              <a:off x="4589349" y="3787232"/>
              <a:ext cx="2312" cy="17761"/>
            </a:xfrm>
            <a:custGeom>
              <a:avLst/>
              <a:gdLst/>
              <a:ahLst/>
              <a:cxnLst/>
              <a:rect l="l" t="t" r="r" b="b"/>
              <a:pathLst>
                <a:path w="82" h="630" extrusionOk="0">
                  <a:moveTo>
                    <a:pt x="31" y="1"/>
                  </a:moveTo>
                  <a:cubicBezTo>
                    <a:pt x="16" y="1"/>
                    <a:pt x="0" y="20"/>
                    <a:pt x="0" y="36"/>
                  </a:cubicBezTo>
                  <a:lnTo>
                    <a:pt x="0" y="599"/>
                  </a:lnTo>
                  <a:cubicBezTo>
                    <a:pt x="0" y="614"/>
                    <a:pt x="16" y="630"/>
                    <a:pt x="31" y="630"/>
                  </a:cubicBezTo>
                  <a:cubicBezTo>
                    <a:pt x="66" y="630"/>
                    <a:pt x="81" y="614"/>
                    <a:pt x="81" y="599"/>
                  </a:cubicBezTo>
                  <a:lnTo>
                    <a:pt x="81" y="36"/>
                  </a:lnTo>
                  <a:cubicBezTo>
                    <a:pt x="81" y="20"/>
                    <a:pt x="66" y="1"/>
                    <a:pt x="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31"/>
            <p:cNvSpPr/>
            <p:nvPr/>
          </p:nvSpPr>
          <p:spPr>
            <a:xfrm>
              <a:off x="4563045" y="3797241"/>
              <a:ext cx="54383" cy="34931"/>
            </a:xfrm>
            <a:custGeom>
              <a:avLst/>
              <a:gdLst/>
              <a:ahLst/>
              <a:cxnLst/>
              <a:rect l="l" t="t" r="r" b="b"/>
              <a:pathLst>
                <a:path w="1929" h="1239" extrusionOk="0">
                  <a:moveTo>
                    <a:pt x="208" y="1"/>
                  </a:moveTo>
                  <a:cubicBezTo>
                    <a:pt x="97" y="1"/>
                    <a:pt x="0" y="82"/>
                    <a:pt x="0" y="194"/>
                  </a:cubicBezTo>
                  <a:lnTo>
                    <a:pt x="0" y="1046"/>
                  </a:lnTo>
                  <a:cubicBezTo>
                    <a:pt x="0" y="1158"/>
                    <a:pt x="97" y="1239"/>
                    <a:pt x="208" y="1239"/>
                  </a:cubicBezTo>
                  <a:lnTo>
                    <a:pt x="1736" y="1239"/>
                  </a:lnTo>
                  <a:cubicBezTo>
                    <a:pt x="1848" y="1239"/>
                    <a:pt x="1929" y="1158"/>
                    <a:pt x="1929" y="1046"/>
                  </a:cubicBezTo>
                  <a:lnTo>
                    <a:pt x="1929" y="194"/>
                  </a:lnTo>
                  <a:cubicBezTo>
                    <a:pt x="1929" y="82"/>
                    <a:pt x="1848" y="1"/>
                    <a:pt x="17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31"/>
            <p:cNvSpPr/>
            <p:nvPr/>
          </p:nvSpPr>
          <p:spPr>
            <a:xfrm>
              <a:off x="4539533" y="3814974"/>
              <a:ext cx="101493" cy="43529"/>
            </a:xfrm>
            <a:custGeom>
              <a:avLst/>
              <a:gdLst/>
              <a:ahLst/>
              <a:cxnLst/>
              <a:rect l="l" t="t" r="r" b="b"/>
              <a:pathLst>
                <a:path w="3600" h="1544" extrusionOk="0">
                  <a:moveTo>
                    <a:pt x="1" y="0"/>
                  </a:moveTo>
                  <a:cubicBezTo>
                    <a:pt x="1" y="270"/>
                    <a:pt x="97" y="529"/>
                    <a:pt x="240" y="772"/>
                  </a:cubicBezTo>
                  <a:cubicBezTo>
                    <a:pt x="560" y="1219"/>
                    <a:pt x="1139" y="1543"/>
                    <a:pt x="1798" y="1543"/>
                  </a:cubicBezTo>
                  <a:cubicBezTo>
                    <a:pt x="2473" y="1543"/>
                    <a:pt x="3052" y="1219"/>
                    <a:pt x="3357" y="772"/>
                  </a:cubicBezTo>
                  <a:cubicBezTo>
                    <a:pt x="3519" y="529"/>
                    <a:pt x="3600" y="270"/>
                    <a:pt x="360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31"/>
            <p:cNvSpPr/>
            <p:nvPr/>
          </p:nvSpPr>
          <p:spPr>
            <a:xfrm>
              <a:off x="4546299" y="3836710"/>
              <a:ext cx="87876" cy="21793"/>
            </a:xfrm>
            <a:custGeom>
              <a:avLst/>
              <a:gdLst/>
              <a:ahLst/>
              <a:cxnLst/>
              <a:rect l="l" t="t" r="r" b="b"/>
              <a:pathLst>
                <a:path w="3117" h="773" extrusionOk="0">
                  <a:moveTo>
                    <a:pt x="0" y="1"/>
                  </a:moveTo>
                  <a:cubicBezTo>
                    <a:pt x="320" y="448"/>
                    <a:pt x="899" y="772"/>
                    <a:pt x="1558" y="772"/>
                  </a:cubicBezTo>
                  <a:cubicBezTo>
                    <a:pt x="2233" y="772"/>
                    <a:pt x="2812" y="448"/>
                    <a:pt x="31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31"/>
            <p:cNvSpPr/>
            <p:nvPr/>
          </p:nvSpPr>
          <p:spPr>
            <a:xfrm>
              <a:off x="4583908" y="3769189"/>
              <a:ext cx="13194" cy="19481"/>
            </a:xfrm>
            <a:custGeom>
              <a:avLst/>
              <a:gdLst/>
              <a:ahLst/>
              <a:cxnLst/>
              <a:rect l="l" t="t" r="r" b="b"/>
              <a:pathLst>
                <a:path w="468" h="691" extrusionOk="0">
                  <a:moveTo>
                    <a:pt x="224" y="1"/>
                  </a:moveTo>
                  <a:cubicBezTo>
                    <a:pt x="224" y="1"/>
                    <a:pt x="1" y="336"/>
                    <a:pt x="1" y="467"/>
                  </a:cubicBezTo>
                  <a:cubicBezTo>
                    <a:pt x="1" y="579"/>
                    <a:pt x="97" y="691"/>
                    <a:pt x="224" y="691"/>
                  </a:cubicBezTo>
                  <a:cubicBezTo>
                    <a:pt x="355" y="691"/>
                    <a:pt x="467" y="579"/>
                    <a:pt x="467" y="467"/>
                  </a:cubicBezTo>
                  <a:cubicBezTo>
                    <a:pt x="467" y="336"/>
                    <a:pt x="224" y="1"/>
                    <a:pt x="22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31"/>
            <p:cNvSpPr/>
            <p:nvPr/>
          </p:nvSpPr>
          <p:spPr>
            <a:xfrm>
              <a:off x="4538574" y="3813564"/>
              <a:ext cx="103748" cy="2312"/>
            </a:xfrm>
            <a:custGeom>
              <a:avLst/>
              <a:gdLst/>
              <a:ahLst/>
              <a:cxnLst/>
              <a:rect l="l" t="t" r="r" b="b"/>
              <a:pathLst>
                <a:path w="3680" h="82" extrusionOk="0">
                  <a:moveTo>
                    <a:pt x="35" y="0"/>
                  </a:moveTo>
                  <a:cubicBezTo>
                    <a:pt x="16" y="0"/>
                    <a:pt x="0" y="16"/>
                    <a:pt x="0" y="50"/>
                  </a:cubicBezTo>
                  <a:cubicBezTo>
                    <a:pt x="0" y="66"/>
                    <a:pt x="16" y="81"/>
                    <a:pt x="35" y="81"/>
                  </a:cubicBezTo>
                  <a:lnTo>
                    <a:pt x="3634" y="81"/>
                  </a:lnTo>
                  <a:cubicBezTo>
                    <a:pt x="3664" y="81"/>
                    <a:pt x="3680" y="66"/>
                    <a:pt x="3680" y="50"/>
                  </a:cubicBezTo>
                  <a:cubicBezTo>
                    <a:pt x="3680" y="16"/>
                    <a:pt x="3664" y="0"/>
                    <a:pt x="36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2" name="Google Shape;762;p31"/>
          <p:cNvGrpSpPr/>
          <p:nvPr/>
        </p:nvGrpSpPr>
        <p:grpSpPr>
          <a:xfrm>
            <a:off x="6924293" y="-83780"/>
            <a:ext cx="323161" cy="2287460"/>
            <a:chOff x="5045620" y="3052360"/>
            <a:chExt cx="103326" cy="721847"/>
          </a:xfrm>
        </p:grpSpPr>
        <p:sp>
          <p:nvSpPr>
            <p:cNvPr id="763" name="Google Shape;763;p31"/>
            <p:cNvSpPr/>
            <p:nvPr/>
          </p:nvSpPr>
          <p:spPr>
            <a:xfrm>
              <a:off x="5082271" y="3052360"/>
              <a:ext cx="2312" cy="679242"/>
            </a:xfrm>
            <a:custGeom>
              <a:avLst/>
              <a:gdLst/>
              <a:ahLst/>
              <a:cxnLst/>
              <a:rect l="l" t="t" r="r" b="b"/>
              <a:pathLst>
                <a:path w="82" h="24093" extrusionOk="0">
                  <a:moveTo>
                    <a:pt x="35" y="1"/>
                  </a:moveTo>
                  <a:cubicBezTo>
                    <a:pt x="16" y="1"/>
                    <a:pt x="0" y="16"/>
                    <a:pt x="0" y="32"/>
                  </a:cubicBezTo>
                  <a:lnTo>
                    <a:pt x="0" y="24042"/>
                  </a:lnTo>
                  <a:cubicBezTo>
                    <a:pt x="0" y="24077"/>
                    <a:pt x="16" y="24092"/>
                    <a:pt x="35" y="24092"/>
                  </a:cubicBezTo>
                  <a:cubicBezTo>
                    <a:pt x="66" y="24092"/>
                    <a:pt x="81" y="24077"/>
                    <a:pt x="81" y="24042"/>
                  </a:cubicBezTo>
                  <a:lnTo>
                    <a:pt x="81" y="32"/>
                  </a:lnTo>
                  <a:cubicBezTo>
                    <a:pt x="81" y="16"/>
                    <a:pt x="66" y="1"/>
                    <a:pt x="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31"/>
            <p:cNvSpPr/>
            <p:nvPr/>
          </p:nvSpPr>
          <p:spPr>
            <a:xfrm>
              <a:off x="5051484" y="3654388"/>
              <a:ext cx="91541" cy="73216"/>
            </a:xfrm>
            <a:custGeom>
              <a:avLst/>
              <a:gdLst/>
              <a:ahLst/>
              <a:cxnLst/>
              <a:rect l="l" t="t" r="r" b="b"/>
              <a:pathLst>
                <a:path w="3247" h="2597" extrusionOk="0">
                  <a:moveTo>
                    <a:pt x="1621" y="0"/>
                  </a:moveTo>
                  <a:cubicBezTo>
                    <a:pt x="695" y="0"/>
                    <a:pt x="0" y="969"/>
                    <a:pt x="483" y="1951"/>
                  </a:cubicBezTo>
                  <a:cubicBezTo>
                    <a:pt x="595" y="2159"/>
                    <a:pt x="757" y="2337"/>
                    <a:pt x="965" y="2433"/>
                  </a:cubicBezTo>
                  <a:cubicBezTo>
                    <a:pt x="1188" y="2546"/>
                    <a:pt x="1411" y="2597"/>
                    <a:pt x="1622" y="2597"/>
                  </a:cubicBezTo>
                  <a:cubicBezTo>
                    <a:pt x="2548" y="2597"/>
                    <a:pt x="3247" y="1618"/>
                    <a:pt x="2747" y="647"/>
                  </a:cubicBezTo>
                  <a:cubicBezTo>
                    <a:pt x="2651" y="439"/>
                    <a:pt x="2493" y="262"/>
                    <a:pt x="2284" y="165"/>
                  </a:cubicBezTo>
                  <a:cubicBezTo>
                    <a:pt x="2059" y="52"/>
                    <a:pt x="1834" y="0"/>
                    <a:pt x="162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31"/>
            <p:cNvSpPr/>
            <p:nvPr/>
          </p:nvSpPr>
          <p:spPr>
            <a:xfrm>
              <a:off x="5068710" y="3667779"/>
              <a:ext cx="57174" cy="46461"/>
            </a:xfrm>
            <a:custGeom>
              <a:avLst/>
              <a:gdLst/>
              <a:ahLst/>
              <a:cxnLst/>
              <a:rect l="l" t="t" r="r" b="b"/>
              <a:pathLst>
                <a:path w="2028" h="1648" extrusionOk="0">
                  <a:moveTo>
                    <a:pt x="1009" y="0"/>
                  </a:moveTo>
                  <a:cubicBezTo>
                    <a:pt x="435" y="0"/>
                    <a:pt x="1" y="597"/>
                    <a:pt x="289" y="1218"/>
                  </a:cubicBezTo>
                  <a:cubicBezTo>
                    <a:pt x="354" y="1364"/>
                    <a:pt x="466" y="1476"/>
                    <a:pt x="628" y="1557"/>
                  </a:cubicBezTo>
                  <a:cubicBezTo>
                    <a:pt x="758" y="1619"/>
                    <a:pt x="888" y="1647"/>
                    <a:pt x="1012" y="1647"/>
                  </a:cubicBezTo>
                  <a:cubicBezTo>
                    <a:pt x="1588" y="1647"/>
                    <a:pt x="2027" y="1040"/>
                    <a:pt x="1735" y="431"/>
                  </a:cubicBezTo>
                  <a:cubicBezTo>
                    <a:pt x="1673" y="284"/>
                    <a:pt x="1542" y="157"/>
                    <a:pt x="1399" y="91"/>
                  </a:cubicBezTo>
                  <a:cubicBezTo>
                    <a:pt x="1267" y="29"/>
                    <a:pt x="1135" y="0"/>
                    <a:pt x="100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31"/>
            <p:cNvSpPr/>
            <p:nvPr/>
          </p:nvSpPr>
          <p:spPr>
            <a:xfrm>
              <a:off x="5096311" y="3702964"/>
              <a:ext cx="1861" cy="17761"/>
            </a:xfrm>
            <a:custGeom>
              <a:avLst/>
              <a:gdLst/>
              <a:ahLst/>
              <a:cxnLst/>
              <a:rect l="l" t="t" r="r" b="b"/>
              <a:pathLst>
                <a:path w="66" h="630" extrusionOk="0">
                  <a:moveTo>
                    <a:pt x="35" y="1"/>
                  </a:moveTo>
                  <a:cubicBezTo>
                    <a:pt x="19" y="1"/>
                    <a:pt x="0" y="20"/>
                    <a:pt x="0" y="35"/>
                  </a:cubicBezTo>
                  <a:lnTo>
                    <a:pt x="0" y="598"/>
                  </a:lnTo>
                  <a:cubicBezTo>
                    <a:pt x="0" y="614"/>
                    <a:pt x="19" y="629"/>
                    <a:pt x="35" y="629"/>
                  </a:cubicBezTo>
                  <a:cubicBezTo>
                    <a:pt x="50" y="629"/>
                    <a:pt x="66" y="614"/>
                    <a:pt x="66" y="598"/>
                  </a:cubicBezTo>
                  <a:lnTo>
                    <a:pt x="66" y="35"/>
                  </a:lnTo>
                  <a:cubicBezTo>
                    <a:pt x="66" y="20"/>
                    <a:pt x="50" y="1"/>
                    <a:pt x="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31"/>
            <p:cNvSpPr/>
            <p:nvPr/>
          </p:nvSpPr>
          <p:spPr>
            <a:xfrm>
              <a:off x="5070092" y="3712972"/>
              <a:ext cx="54383" cy="34931"/>
            </a:xfrm>
            <a:custGeom>
              <a:avLst/>
              <a:gdLst/>
              <a:ahLst/>
              <a:cxnLst/>
              <a:rect l="l" t="t" r="r" b="b"/>
              <a:pathLst>
                <a:path w="1929" h="1239" extrusionOk="0">
                  <a:moveTo>
                    <a:pt x="193" y="0"/>
                  </a:moveTo>
                  <a:cubicBezTo>
                    <a:pt x="81" y="0"/>
                    <a:pt x="0" y="81"/>
                    <a:pt x="0" y="193"/>
                  </a:cubicBezTo>
                  <a:lnTo>
                    <a:pt x="0" y="1046"/>
                  </a:lnTo>
                  <a:cubicBezTo>
                    <a:pt x="0" y="1158"/>
                    <a:pt x="81" y="1239"/>
                    <a:pt x="193" y="1239"/>
                  </a:cubicBezTo>
                  <a:lnTo>
                    <a:pt x="1721" y="1239"/>
                  </a:lnTo>
                  <a:cubicBezTo>
                    <a:pt x="1833" y="1239"/>
                    <a:pt x="1929" y="1158"/>
                    <a:pt x="1929" y="1046"/>
                  </a:cubicBezTo>
                  <a:lnTo>
                    <a:pt x="1929" y="193"/>
                  </a:lnTo>
                  <a:cubicBezTo>
                    <a:pt x="1929" y="81"/>
                    <a:pt x="1833" y="0"/>
                    <a:pt x="172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31"/>
            <p:cNvSpPr/>
            <p:nvPr/>
          </p:nvSpPr>
          <p:spPr>
            <a:xfrm>
              <a:off x="5046494" y="3730142"/>
              <a:ext cx="101493" cy="44065"/>
            </a:xfrm>
            <a:custGeom>
              <a:avLst/>
              <a:gdLst/>
              <a:ahLst/>
              <a:cxnLst/>
              <a:rect l="l" t="t" r="r" b="b"/>
              <a:pathLst>
                <a:path w="3600" h="1563" extrusionOk="0">
                  <a:moveTo>
                    <a:pt x="0" y="1"/>
                  </a:moveTo>
                  <a:cubicBezTo>
                    <a:pt x="0" y="290"/>
                    <a:pt x="81" y="549"/>
                    <a:pt x="243" y="792"/>
                  </a:cubicBezTo>
                  <a:cubicBezTo>
                    <a:pt x="548" y="1239"/>
                    <a:pt x="1127" y="1563"/>
                    <a:pt x="1802" y="1563"/>
                  </a:cubicBezTo>
                  <a:cubicBezTo>
                    <a:pt x="2461" y="1563"/>
                    <a:pt x="3055" y="1239"/>
                    <a:pt x="3360" y="792"/>
                  </a:cubicBezTo>
                  <a:cubicBezTo>
                    <a:pt x="3503" y="549"/>
                    <a:pt x="3599" y="290"/>
                    <a:pt x="359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31"/>
            <p:cNvSpPr/>
            <p:nvPr/>
          </p:nvSpPr>
          <p:spPr>
            <a:xfrm>
              <a:off x="5053345" y="3752442"/>
              <a:ext cx="87876" cy="21765"/>
            </a:xfrm>
            <a:custGeom>
              <a:avLst/>
              <a:gdLst/>
              <a:ahLst/>
              <a:cxnLst/>
              <a:rect l="l" t="t" r="r" b="b"/>
              <a:pathLst>
                <a:path w="3117" h="772" extrusionOk="0">
                  <a:moveTo>
                    <a:pt x="0" y="1"/>
                  </a:moveTo>
                  <a:cubicBezTo>
                    <a:pt x="305" y="448"/>
                    <a:pt x="884" y="772"/>
                    <a:pt x="1559" y="772"/>
                  </a:cubicBezTo>
                  <a:cubicBezTo>
                    <a:pt x="2218" y="772"/>
                    <a:pt x="2812" y="448"/>
                    <a:pt x="31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31"/>
            <p:cNvSpPr/>
            <p:nvPr/>
          </p:nvSpPr>
          <p:spPr>
            <a:xfrm>
              <a:off x="5090870" y="3684921"/>
              <a:ext cx="12743" cy="19481"/>
            </a:xfrm>
            <a:custGeom>
              <a:avLst/>
              <a:gdLst/>
              <a:ahLst/>
              <a:cxnLst/>
              <a:rect l="l" t="t" r="r" b="b"/>
              <a:pathLst>
                <a:path w="452" h="691" extrusionOk="0">
                  <a:moveTo>
                    <a:pt x="228" y="0"/>
                  </a:moveTo>
                  <a:cubicBezTo>
                    <a:pt x="228" y="0"/>
                    <a:pt x="0" y="336"/>
                    <a:pt x="0" y="467"/>
                  </a:cubicBezTo>
                  <a:cubicBezTo>
                    <a:pt x="0" y="579"/>
                    <a:pt x="97" y="691"/>
                    <a:pt x="228" y="691"/>
                  </a:cubicBezTo>
                  <a:cubicBezTo>
                    <a:pt x="355" y="691"/>
                    <a:pt x="451" y="579"/>
                    <a:pt x="451" y="467"/>
                  </a:cubicBezTo>
                  <a:cubicBezTo>
                    <a:pt x="451" y="336"/>
                    <a:pt x="228" y="0"/>
                    <a:pt x="22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31"/>
            <p:cNvSpPr/>
            <p:nvPr/>
          </p:nvSpPr>
          <p:spPr>
            <a:xfrm>
              <a:off x="5045620" y="3729296"/>
              <a:ext cx="103326" cy="2312"/>
            </a:xfrm>
            <a:custGeom>
              <a:avLst/>
              <a:gdLst/>
              <a:ahLst/>
              <a:cxnLst/>
              <a:rect l="l" t="t" r="r" b="b"/>
              <a:pathLst>
                <a:path w="3665" h="82" extrusionOk="0">
                  <a:moveTo>
                    <a:pt x="31" y="0"/>
                  </a:moveTo>
                  <a:cubicBezTo>
                    <a:pt x="16" y="0"/>
                    <a:pt x="1" y="15"/>
                    <a:pt x="1" y="31"/>
                  </a:cubicBezTo>
                  <a:cubicBezTo>
                    <a:pt x="1" y="66"/>
                    <a:pt x="16" y="81"/>
                    <a:pt x="31" y="81"/>
                  </a:cubicBezTo>
                  <a:lnTo>
                    <a:pt x="3630" y="81"/>
                  </a:lnTo>
                  <a:cubicBezTo>
                    <a:pt x="3649" y="81"/>
                    <a:pt x="3665" y="66"/>
                    <a:pt x="3665" y="31"/>
                  </a:cubicBezTo>
                  <a:cubicBezTo>
                    <a:pt x="3665" y="15"/>
                    <a:pt x="3649" y="0"/>
                    <a:pt x="36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2" name="Google Shape;772;p31"/>
          <p:cNvGrpSpPr/>
          <p:nvPr/>
        </p:nvGrpSpPr>
        <p:grpSpPr>
          <a:xfrm>
            <a:off x="7998518" y="-60624"/>
            <a:ext cx="323161" cy="2570954"/>
            <a:chOff x="5045620" y="2962899"/>
            <a:chExt cx="103326" cy="811308"/>
          </a:xfrm>
        </p:grpSpPr>
        <p:sp>
          <p:nvSpPr>
            <p:cNvPr id="773" name="Google Shape;773;p31"/>
            <p:cNvSpPr/>
            <p:nvPr/>
          </p:nvSpPr>
          <p:spPr>
            <a:xfrm>
              <a:off x="5082720" y="2962899"/>
              <a:ext cx="1862" cy="768687"/>
            </a:xfrm>
            <a:custGeom>
              <a:avLst/>
              <a:gdLst/>
              <a:ahLst/>
              <a:cxnLst/>
              <a:rect l="l" t="t" r="r" b="b"/>
              <a:pathLst>
                <a:path w="82" h="24093" extrusionOk="0">
                  <a:moveTo>
                    <a:pt x="35" y="1"/>
                  </a:moveTo>
                  <a:cubicBezTo>
                    <a:pt x="16" y="1"/>
                    <a:pt x="0" y="16"/>
                    <a:pt x="0" y="32"/>
                  </a:cubicBezTo>
                  <a:lnTo>
                    <a:pt x="0" y="24042"/>
                  </a:lnTo>
                  <a:cubicBezTo>
                    <a:pt x="0" y="24077"/>
                    <a:pt x="16" y="24092"/>
                    <a:pt x="35" y="24092"/>
                  </a:cubicBezTo>
                  <a:cubicBezTo>
                    <a:pt x="66" y="24092"/>
                    <a:pt x="81" y="24077"/>
                    <a:pt x="81" y="24042"/>
                  </a:cubicBezTo>
                  <a:lnTo>
                    <a:pt x="81" y="32"/>
                  </a:lnTo>
                  <a:cubicBezTo>
                    <a:pt x="81" y="16"/>
                    <a:pt x="66" y="1"/>
                    <a:pt x="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31"/>
            <p:cNvSpPr/>
            <p:nvPr/>
          </p:nvSpPr>
          <p:spPr>
            <a:xfrm>
              <a:off x="5051484" y="3654388"/>
              <a:ext cx="91541" cy="73216"/>
            </a:xfrm>
            <a:custGeom>
              <a:avLst/>
              <a:gdLst/>
              <a:ahLst/>
              <a:cxnLst/>
              <a:rect l="l" t="t" r="r" b="b"/>
              <a:pathLst>
                <a:path w="3247" h="2597" extrusionOk="0">
                  <a:moveTo>
                    <a:pt x="1621" y="0"/>
                  </a:moveTo>
                  <a:cubicBezTo>
                    <a:pt x="695" y="0"/>
                    <a:pt x="0" y="969"/>
                    <a:pt x="483" y="1951"/>
                  </a:cubicBezTo>
                  <a:cubicBezTo>
                    <a:pt x="595" y="2159"/>
                    <a:pt x="757" y="2337"/>
                    <a:pt x="965" y="2433"/>
                  </a:cubicBezTo>
                  <a:cubicBezTo>
                    <a:pt x="1188" y="2546"/>
                    <a:pt x="1411" y="2597"/>
                    <a:pt x="1622" y="2597"/>
                  </a:cubicBezTo>
                  <a:cubicBezTo>
                    <a:pt x="2548" y="2597"/>
                    <a:pt x="3247" y="1618"/>
                    <a:pt x="2747" y="647"/>
                  </a:cubicBezTo>
                  <a:cubicBezTo>
                    <a:pt x="2651" y="439"/>
                    <a:pt x="2493" y="262"/>
                    <a:pt x="2284" y="165"/>
                  </a:cubicBezTo>
                  <a:cubicBezTo>
                    <a:pt x="2059" y="52"/>
                    <a:pt x="1834" y="0"/>
                    <a:pt x="162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31"/>
            <p:cNvSpPr/>
            <p:nvPr/>
          </p:nvSpPr>
          <p:spPr>
            <a:xfrm>
              <a:off x="5068710" y="3667779"/>
              <a:ext cx="57174" cy="46461"/>
            </a:xfrm>
            <a:custGeom>
              <a:avLst/>
              <a:gdLst/>
              <a:ahLst/>
              <a:cxnLst/>
              <a:rect l="l" t="t" r="r" b="b"/>
              <a:pathLst>
                <a:path w="2028" h="1648" extrusionOk="0">
                  <a:moveTo>
                    <a:pt x="1009" y="0"/>
                  </a:moveTo>
                  <a:cubicBezTo>
                    <a:pt x="435" y="0"/>
                    <a:pt x="1" y="597"/>
                    <a:pt x="289" y="1218"/>
                  </a:cubicBezTo>
                  <a:cubicBezTo>
                    <a:pt x="354" y="1364"/>
                    <a:pt x="466" y="1476"/>
                    <a:pt x="628" y="1557"/>
                  </a:cubicBezTo>
                  <a:cubicBezTo>
                    <a:pt x="758" y="1619"/>
                    <a:pt x="888" y="1647"/>
                    <a:pt x="1012" y="1647"/>
                  </a:cubicBezTo>
                  <a:cubicBezTo>
                    <a:pt x="1588" y="1647"/>
                    <a:pt x="2027" y="1040"/>
                    <a:pt x="1735" y="431"/>
                  </a:cubicBezTo>
                  <a:cubicBezTo>
                    <a:pt x="1673" y="284"/>
                    <a:pt x="1542" y="157"/>
                    <a:pt x="1399" y="91"/>
                  </a:cubicBezTo>
                  <a:cubicBezTo>
                    <a:pt x="1267" y="29"/>
                    <a:pt x="1135" y="0"/>
                    <a:pt x="100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31"/>
            <p:cNvSpPr/>
            <p:nvPr/>
          </p:nvSpPr>
          <p:spPr>
            <a:xfrm>
              <a:off x="5096311" y="3702964"/>
              <a:ext cx="1861" cy="17761"/>
            </a:xfrm>
            <a:custGeom>
              <a:avLst/>
              <a:gdLst/>
              <a:ahLst/>
              <a:cxnLst/>
              <a:rect l="l" t="t" r="r" b="b"/>
              <a:pathLst>
                <a:path w="66" h="630" extrusionOk="0">
                  <a:moveTo>
                    <a:pt x="35" y="1"/>
                  </a:moveTo>
                  <a:cubicBezTo>
                    <a:pt x="19" y="1"/>
                    <a:pt x="0" y="20"/>
                    <a:pt x="0" y="35"/>
                  </a:cubicBezTo>
                  <a:lnTo>
                    <a:pt x="0" y="598"/>
                  </a:lnTo>
                  <a:cubicBezTo>
                    <a:pt x="0" y="614"/>
                    <a:pt x="19" y="629"/>
                    <a:pt x="35" y="629"/>
                  </a:cubicBezTo>
                  <a:cubicBezTo>
                    <a:pt x="50" y="629"/>
                    <a:pt x="66" y="614"/>
                    <a:pt x="66" y="598"/>
                  </a:cubicBezTo>
                  <a:lnTo>
                    <a:pt x="66" y="35"/>
                  </a:lnTo>
                  <a:cubicBezTo>
                    <a:pt x="66" y="20"/>
                    <a:pt x="50" y="1"/>
                    <a:pt x="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31"/>
            <p:cNvSpPr/>
            <p:nvPr/>
          </p:nvSpPr>
          <p:spPr>
            <a:xfrm>
              <a:off x="5070092" y="3712972"/>
              <a:ext cx="54383" cy="34931"/>
            </a:xfrm>
            <a:custGeom>
              <a:avLst/>
              <a:gdLst/>
              <a:ahLst/>
              <a:cxnLst/>
              <a:rect l="l" t="t" r="r" b="b"/>
              <a:pathLst>
                <a:path w="1929" h="1239" extrusionOk="0">
                  <a:moveTo>
                    <a:pt x="193" y="0"/>
                  </a:moveTo>
                  <a:cubicBezTo>
                    <a:pt x="81" y="0"/>
                    <a:pt x="0" y="81"/>
                    <a:pt x="0" y="193"/>
                  </a:cubicBezTo>
                  <a:lnTo>
                    <a:pt x="0" y="1046"/>
                  </a:lnTo>
                  <a:cubicBezTo>
                    <a:pt x="0" y="1158"/>
                    <a:pt x="81" y="1239"/>
                    <a:pt x="193" y="1239"/>
                  </a:cubicBezTo>
                  <a:lnTo>
                    <a:pt x="1721" y="1239"/>
                  </a:lnTo>
                  <a:cubicBezTo>
                    <a:pt x="1833" y="1239"/>
                    <a:pt x="1929" y="1158"/>
                    <a:pt x="1929" y="1046"/>
                  </a:cubicBezTo>
                  <a:lnTo>
                    <a:pt x="1929" y="193"/>
                  </a:lnTo>
                  <a:cubicBezTo>
                    <a:pt x="1929" y="81"/>
                    <a:pt x="1833" y="0"/>
                    <a:pt x="172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31"/>
            <p:cNvSpPr/>
            <p:nvPr/>
          </p:nvSpPr>
          <p:spPr>
            <a:xfrm>
              <a:off x="5046494" y="3730142"/>
              <a:ext cx="101493" cy="44065"/>
            </a:xfrm>
            <a:custGeom>
              <a:avLst/>
              <a:gdLst/>
              <a:ahLst/>
              <a:cxnLst/>
              <a:rect l="l" t="t" r="r" b="b"/>
              <a:pathLst>
                <a:path w="3600" h="1563" extrusionOk="0">
                  <a:moveTo>
                    <a:pt x="0" y="1"/>
                  </a:moveTo>
                  <a:cubicBezTo>
                    <a:pt x="0" y="290"/>
                    <a:pt x="81" y="549"/>
                    <a:pt x="243" y="792"/>
                  </a:cubicBezTo>
                  <a:cubicBezTo>
                    <a:pt x="548" y="1239"/>
                    <a:pt x="1127" y="1563"/>
                    <a:pt x="1802" y="1563"/>
                  </a:cubicBezTo>
                  <a:cubicBezTo>
                    <a:pt x="2461" y="1563"/>
                    <a:pt x="3055" y="1239"/>
                    <a:pt x="3360" y="792"/>
                  </a:cubicBezTo>
                  <a:cubicBezTo>
                    <a:pt x="3503" y="549"/>
                    <a:pt x="3599" y="290"/>
                    <a:pt x="359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31"/>
            <p:cNvSpPr/>
            <p:nvPr/>
          </p:nvSpPr>
          <p:spPr>
            <a:xfrm>
              <a:off x="5053345" y="3752442"/>
              <a:ext cx="87876" cy="21765"/>
            </a:xfrm>
            <a:custGeom>
              <a:avLst/>
              <a:gdLst/>
              <a:ahLst/>
              <a:cxnLst/>
              <a:rect l="l" t="t" r="r" b="b"/>
              <a:pathLst>
                <a:path w="3117" h="772" extrusionOk="0">
                  <a:moveTo>
                    <a:pt x="0" y="1"/>
                  </a:moveTo>
                  <a:cubicBezTo>
                    <a:pt x="305" y="448"/>
                    <a:pt x="884" y="772"/>
                    <a:pt x="1559" y="772"/>
                  </a:cubicBezTo>
                  <a:cubicBezTo>
                    <a:pt x="2218" y="772"/>
                    <a:pt x="2812" y="448"/>
                    <a:pt x="31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31"/>
            <p:cNvSpPr/>
            <p:nvPr/>
          </p:nvSpPr>
          <p:spPr>
            <a:xfrm>
              <a:off x="5090870" y="3684921"/>
              <a:ext cx="12743" cy="19481"/>
            </a:xfrm>
            <a:custGeom>
              <a:avLst/>
              <a:gdLst/>
              <a:ahLst/>
              <a:cxnLst/>
              <a:rect l="l" t="t" r="r" b="b"/>
              <a:pathLst>
                <a:path w="452" h="691" extrusionOk="0">
                  <a:moveTo>
                    <a:pt x="228" y="0"/>
                  </a:moveTo>
                  <a:cubicBezTo>
                    <a:pt x="228" y="0"/>
                    <a:pt x="0" y="336"/>
                    <a:pt x="0" y="467"/>
                  </a:cubicBezTo>
                  <a:cubicBezTo>
                    <a:pt x="0" y="579"/>
                    <a:pt x="97" y="691"/>
                    <a:pt x="228" y="691"/>
                  </a:cubicBezTo>
                  <a:cubicBezTo>
                    <a:pt x="355" y="691"/>
                    <a:pt x="451" y="579"/>
                    <a:pt x="451" y="467"/>
                  </a:cubicBezTo>
                  <a:cubicBezTo>
                    <a:pt x="451" y="336"/>
                    <a:pt x="228" y="0"/>
                    <a:pt x="22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31"/>
            <p:cNvSpPr/>
            <p:nvPr/>
          </p:nvSpPr>
          <p:spPr>
            <a:xfrm>
              <a:off x="5045620" y="3729296"/>
              <a:ext cx="103326" cy="2312"/>
            </a:xfrm>
            <a:custGeom>
              <a:avLst/>
              <a:gdLst/>
              <a:ahLst/>
              <a:cxnLst/>
              <a:rect l="l" t="t" r="r" b="b"/>
              <a:pathLst>
                <a:path w="3665" h="82" extrusionOk="0">
                  <a:moveTo>
                    <a:pt x="31" y="0"/>
                  </a:moveTo>
                  <a:cubicBezTo>
                    <a:pt x="16" y="0"/>
                    <a:pt x="1" y="15"/>
                    <a:pt x="1" y="31"/>
                  </a:cubicBezTo>
                  <a:cubicBezTo>
                    <a:pt x="1" y="66"/>
                    <a:pt x="16" y="81"/>
                    <a:pt x="31" y="81"/>
                  </a:cubicBezTo>
                  <a:lnTo>
                    <a:pt x="3630" y="81"/>
                  </a:lnTo>
                  <a:cubicBezTo>
                    <a:pt x="3649" y="81"/>
                    <a:pt x="3665" y="66"/>
                    <a:pt x="3665" y="31"/>
                  </a:cubicBezTo>
                  <a:cubicBezTo>
                    <a:pt x="3665" y="15"/>
                    <a:pt x="3649" y="0"/>
                    <a:pt x="36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2" name="Google Shape;782;p31"/>
          <p:cNvGrpSpPr/>
          <p:nvPr/>
        </p:nvGrpSpPr>
        <p:grpSpPr>
          <a:xfrm>
            <a:off x="4888493" y="-60624"/>
            <a:ext cx="323161" cy="2570954"/>
            <a:chOff x="5045620" y="2962899"/>
            <a:chExt cx="103326" cy="811308"/>
          </a:xfrm>
        </p:grpSpPr>
        <p:sp>
          <p:nvSpPr>
            <p:cNvPr id="783" name="Google Shape;783;p31"/>
            <p:cNvSpPr/>
            <p:nvPr/>
          </p:nvSpPr>
          <p:spPr>
            <a:xfrm>
              <a:off x="5082720" y="2962899"/>
              <a:ext cx="1862" cy="768687"/>
            </a:xfrm>
            <a:custGeom>
              <a:avLst/>
              <a:gdLst/>
              <a:ahLst/>
              <a:cxnLst/>
              <a:rect l="l" t="t" r="r" b="b"/>
              <a:pathLst>
                <a:path w="82" h="24093" extrusionOk="0">
                  <a:moveTo>
                    <a:pt x="35" y="1"/>
                  </a:moveTo>
                  <a:cubicBezTo>
                    <a:pt x="16" y="1"/>
                    <a:pt x="0" y="16"/>
                    <a:pt x="0" y="32"/>
                  </a:cubicBezTo>
                  <a:lnTo>
                    <a:pt x="0" y="24042"/>
                  </a:lnTo>
                  <a:cubicBezTo>
                    <a:pt x="0" y="24077"/>
                    <a:pt x="16" y="24092"/>
                    <a:pt x="35" y="24092"/>
                  </a:cubicBezTo>
                  <a:cubicBezTo>
                    <a:pt x="66" y="24092"/>
                    <a:pt x="81" y="24077"/>
                    <a:pt x="81" y="24042"/>
                  </a:cubicBezTo>
                  <a:lnTo>
                    <a:pt x="81" y="32"/>
                  </a:lnTo>
                  <a:cubicBezTo>
                    <a:pt x="81" y="16"/>
                    <a:pt x="66" y="1"/>
                    <a:pt x="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31"/>
            <p:cNvSpPr/>
            <p:nvPr/>
          </p:nvSpPr>
          <p:spPr>
            <a:xfrm>
              <a:off x="5051484" y="3654388"/>
              <a:ext cx="91541" cy="73216"/>
            </a:xfrm>
            <a:custGeom>
              <a:avLst/>
              <a:gdLst/>
              <a:ahLst/>
              <a:cxnLst/>
              <a:rect l="l" t="t" r="r" b="b"/>
              <a:pathLst>
                <a:path w="3247" h="2597" extrusionOk="0">
                  <a:moveTo>
                    <a:pt x="1621" y="0"/>
                  </a:moveTo>
                  <a:cubicBezTo>
                    <a:pt x="695" y="0"/>
                    <a:pt x="0" y="969"/>
                    <a:pt x="483" y="1951"/>
                  </a:cubicBezTo>
                  <a:cubicBezTo>
                    <a:pt x="595" y="2159"/>
                    <a:pt x="757" y="2337"/>
                    <a:pt x="965" y="2433"/>
                  </a:cubicBezTo>
                  <a:cubicBezTo>
                    <a:pt x="1188" y="2546"/>
                    <a:pt x="1411" y="2597"/>
                    <a:pt x="1622" y="2597"/>
                  </a:cubicBezTo>
                  <a:cubicBezTo>
                    <a:pt x="2548" y="2597"/>
                    <a:pt x="3247" y="1618"/>
                    <a:pt x="2747" y="647"/>
                  </a:cubicBezTo>
                  <a:cubicBezTo>
                    <a:pt x="2651" y="439"/>
                    <a:pt x="2493" y="262"/>
                    <a:pt x="2284" y="165"/>
                  </a:cubicBezTo>
                  <a:cubicBezTo>
                    <a:pt x="2059" y="52"/>
                    <a:pt x="1834" y="0"/>
                    <a:pt x="162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31"/>
            <p:cNvSpPr/>
            <p:nvPr/>
          </p:nvSpPr>
          <p:spPr>
            <a:xfrm>
              <a:off x="5068710" y="3667779"/>
              <a:ext cx="57174" cy="46461"/>
            </a:xfrm>
            <a:custGeom>
              <a:avLst/>
              <a:gdLst/>
              <a:ahLst/>
              <a:cxnLst/>
              <a:rect l="l" t="t" r="r" b="b"/>
              <a:pathLst>
                <a:path w="2028" h="1648" extrusionOk="0">
                  <a:moveTo>
                    <a:pt x="1009" y="0"/>
                  </a:moveTo>
                  <a:cubicBezTo>
                    <a:pt x="435" y="0"/>
                    <a:pt x="1" y="597"/>
                    <a:pt x="289" y="1218"/>
                  </a:cubicBezTo>
                  <a:cubicBezTo>
                    <a:pt x="354" y="1364"/>
                    <a:pt x="466" y="1476"/>
                    <a:pt x="628" y="1557"/>
                  </a:cubicBezTo>
                  <a:cubicBezTo>
                    <a:pt x="758" y="1619"/>
                    <a:pt x="888" y="1647"/>
                    <a:pt x="1012" y="1647"/>
                  </a:cubicBezTo>
                  <a:cubicBezTo>
                    <a:pt x="1588" y="1647"/>
                    <a:pt x="2027" y="1040"/>
                    <a:pt x="1735" y="431"/>
                  </a:cubicBezTo>
                  <a:cubicBezTo>
                    <a:pt x="1673" y="284"/>
                    <a:pt x="1542" y="157"/>
                    <a:pt x="1399" y="91"/>
                  </a:cubicBezTo>
                  <a:cubicBezTo>
                    <a:pt x="1267" y="29"/>
                    <a:pt x="1135" y="0"/>
                    <a:pt x="100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31"/>
            <p:cNvSpPr/>
            <p:nvPr/>
          </p:nvSpPr>
          <p:spPr>
            <a:xfrm>
              <a:off x="5096311" y="3702964"/>
              <a:ext cx="1861" cy="17761"/>
            </a:xfrm>
            <a:custGeom>
              <a:avLst/>
              <a:gdLst/>
              <a:ahLst/>
              <a:cxnLst/>
              <a:rect l="l" t="t" r="r" b="b"/>
              <a:pathLst>
                <a:path w="66" h="630" extrusionOk="0">
                  <a:moveTo>
                    <a:pt x="35" y="1"/>
                  </a:moveTo>
                  <a:cubicBezTo>
                    <a:pt x="19" y="1"/>
                    <a:pt x="0" y="20"/>
                    <a:pt x="0" y="35"/>
                  </a:cubicBezTo>
                  <a:lnTo>
                    <a:pt x="0" y="598"/>
                  </a:lnTo>
                  <a:cubicBezTo>
                    <a:pt x="0" y="614"/>
                    <a:pt x="19" y="629"/>
                    <a:pt x="35" y="629"/>
                  </a:cubicBezTo>
                  <a:cubicBezTo>
                    <a:pt x="50" y="629"/>
                    <a:pt x="66" y="614"/>
                    <a:pt x="66" y="598"/>
                  </a:cubicBezTo>
                  <a:lnTo>
                    <a:pt x="66" y="35"/>
                  </a:lnTo>
                  <a:cubicBezTo>
                    <a:pt x="66" y="20"/>
                    <a:pt x="50" y="1"/>
                    <a:pt x="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31"/>
            <p:cNvSpPr/>
            <p:nvPr/>
          </p:nvSpPr>
          <p:spPr>
            <a:xfrm>
              <a:off x="5070092" y="3712972"/>
              <a:ext cx="54383" cy="34931"/>
            </a:xfrm>
            <a:custGeom>
              <a:avLst/>
              <a:gdLst/>
              <a:ahLst/>
              <a:cxnLst/>
              <a:rect l="l" t="t" r="r" b="b"/>
              <a:pathLst>
                <a:path w="1929" h="1239" extrusionOk="0">
                  <a:moveTo>
                    <a:pt x="193" y="0"/>
                  </a:moveTo>
                  <a:cubicBezTo>
                    <a:pt x="81" y="0"/>
                    <a:pt x="0" y="81"/>
                    <a:pt x="0" y="193"/>
                  </a:cubicBezTo>
                  <a:lnTo>
                    <a:pt x="0" y="1046"/>
                  </a:lnTo>
                  <a:cubicBezTo>
                    <a:pt x="0" y="1158"/>
                    <a:pt x="81" y="1239"/>
                    <a:pt x="193" y="1239"/>
                  </a:cubicBezTo>
                  <a:lnTo>
                    <a:pt x="1721" y="1239"/>
                  </a:lnTo>
                  <a:cubicBezTo>
                    <a:pt x="1833" y="1239"/>
                    <a:pt x="1929" y="1158"/>
                    <a:pt x="1929" y="1046"/>
                  </a:cubicBezTo>
                  <a:lnTo>
                    <a:pt x="1929" y="193"/>
                  </a:lnTo>
                  <a:cubicBezTo>
                    <a:pt x="1929" y="81"/>
                    <a:pt x="1833" y="0"/>
                    <a:pt x="172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31"/>
            <p:cNvSpPr/>
            <p:nvPr/>
          </p:nvSpPr>
          <p:spPr>
            <a:xfrm>
              <a:off x="5046494" y="3730142"/>
              <a:ext cx="101493" cy="44065"/>
            </a:xfrm>
            <a:custGeom>
              <a:avLst/>
              <a:gdLst/>
              <a:ahLst/>
              <a:cxnLst/>
              <a:rect l="l" t="t" r="r" b="b"/>
              <a:pathLst>
                <a:path w="3600" h="1563" extrusionOk="0">
                  <a:moveTo>
                    <a:pt x="0" y="1"/>
                  </a:moveTo>
                  <a:cubicBezTo>
                    <a:pt x="0" y="290"/>
                    <a:pt x="81" y="549"/>
                    <a:pt x="243" y="792"/>
                  </a:cubicBezTo>
                  <a:cubicBezTo>
                    <a:pt x="548" y="1239"/>
                    <a:pt x="1127" y="1563"/>
                    <a:pt x="1802" y="1563"/>
                  </a:cubicBezTo>
                  <a:cubicBezTo>
                    <a:pt x="2461" y="1563"/>
                    <a:pt x="3055" y="1239"/>
                    <a:pt x="3360" y="792"/>
                  </a:cubicBezTo>
                  <a:cubicBezTo>
                    <a:pt x="3503" y="549"/>
                    <a:pt x="3599" y="290"/>
                    <a:pt x="359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31"/>
            <p:cNvSpPr/>
            <p:nvPr/>
          </p:nvSpPr>
          <p:spPr>
            <a:xfrm>
              <a:off x="5053345" y="3752442"/>
              <a:ext cx="87876" cy="21765"/>
            </a:xfrm>
            <a:custGeom>
              <a:avLst/>
              <a:gdLst/>
              <a:ahLst/>
              <a:cxnLst/>
              <a:rect l="l" t="t" r="r" b="b"/>
              <a:pathLst>
                <a:path w="3117" h="772" extrusionOk="0">
                  <a:moveTo>
                    <a:pt x="0" y="1"/>
                  </a:moveTo>
                  <a:cubicBezTo>
                    <a:pt x="305" y="448"/>
                    <a:pt x="884" y="772"/>
                    <a:pt x="1559" y="772"/>
                  </a:cubicBezTo>
                  <a:cubicBezTo>
                    <a:pt x="2218" y="772"/>
                    <a:pt x="2812" y="448"/>
                    <a:pt x="31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31"/>
            <p:cNvSpPr/>
            <p:nvPr/>
          </p:nvSpPr>
          <p:spPr>
            <a:xfrm>
              <a:off x="5090870" y="3684921"/>
              <a:ext cx="12743" cy="19481"/>
            </a:xfrm>
            <a:custGeom>
              <a:avLst/>
              <a:gdLst/>
              <a:ahLst/>
              <a:cxnLst/>
              <a:rect l="l" t="t" r="r" b="b"/>
              <a:pathLst>
                <a:path w="452" h="691" extrusionOk="0">
                  <a:moveTo>
                    <a:pt x="228" y="0"/>
                  </a:moveTo>
                  <a:cubicBezTo>
                    <a:pt x="228" y="0"/>
                    <a:pt x="0" y="336"/>
                    <a:pt x="0" y="467"/>
                  </a:cubicBezTo>
                  <a:cubicBezTo>
                    <a:pt x="0" y="579"/>
                    <a:pt x="97" y="691"/>
                    <a:pt x="228" y="691"/>
                  </a:cubicBezTo>
                  <a:cubicBezTo>
                    <a:pt x="355" y="691"/>
                    <a:pt x="451" y="579"/>
                    <a:pt x="451" y="467"/>
                  </a:cubicBezTo>
                  <a:cubicBezTo>
                    <a:pt x="451" y="336"/>
                    <a:pt x="228" y="0"/>
                    <a:pt x="22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31"/>
            <p:cNvSpPr/>
            <p:nvPr/>
          </p:nvSpPr>
          <p:spPr>
            <a:xfrm>
              <a:off x="5045620" y="3729296"/>
              <a:ext cx="103326" cy="2312"/>
            </a:xfrm>
            <a:custGeom>
              <a:avLst/>
              <a:gdLst/>
              <a:ahLst/>
              <a:cxnLst/>
              <a:rect l="l" t="t" r="r" b="b"/>
              <a:pathLst>
                <a:path w="3665" h="82" extrusionOk="0">
                  <a:moveTo>
                    <a:pt x="31" y="0"/>
                  </a:moveTo>
                  <a:cubicBezTo>
                    <a:pt x="16" y="0"/>
                    <a:pt x="1" y="15"/>
                    <a:pt x="1" y="31"/>
                  </a:cubicBezTo>
                  <a:cubicBezTo>
                    <a:pt x="1" y="66"/>
                    <a:pt x="16" y="81"/>
                    <a:pt x="31" y="81"/>
                  </a:cubicBezTo>
                  <a:lnTo>
                    <a:pt x="3630" y="81"/>
                  </a:lnTo>
                  <a:cubicBezTo>
                    <a:pt x="3649" y="81"/>
                    <a:pt x="3665" y="66"/>
                    <a:pt x="3665" y="31"/>
                  </a:cubicBezTo>
                  <a:cubicBezTo>
                    <a:pt x="3665" y="15"/>
                    <a:pt x="3649" y="0"/>
                    <a:pt x="36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2" name="Google Shape;792;p31"/>
          <p:cNvGrpSpPr/>
          <p:nvPr/>
        </p:nvGrpSpPr>
        <p:grpSpPr>
          <a:xfrm>
            <a:off x="6251721" y="-70655"/>
            <a:ext cx="669876" cy="2085490"/>
            <a:chOff x="-1219367" y="1063258"/>
            <a:chExt cx="669876" cy="2085490"/>
          </a:xfrm>
        </p:grpSpPr>
        <p:sp>
          <p:nvSpPr>
            <p:cNvPr id="793" name="Google Shape;793;p31"/>
            <p:cNvSpPr/>
            <p:nvPr/>
          </p:nvSpPr>
          <p:spPr>
            <a:xfrm>
              <a:off x="-829871" y="1806131"/>
              <a:ext cx="192728" cy="666229"/>
            </a:xfrm>
            <a:custGeom>
              <a:avLst/>
              <a:gdLst/>
              <a:ahLst/>
              <a:cxnLst/>
              <a:rect l="l" t="t" r="r" b="b"/>
              <a:pathLst>
                <a:path w="1980" h="6844" extrusionOk="0">
                  <a:moveTo>
                    <a:pt x="421" y="1"/>
                  </a:moveTo>
                  <a:cubicBezTo>
                    <a:pt x="405" y="1"/>
                    <a:pt x="388" y="4"/>
                    <a:pt x="371" y="13"/>
                  </a:cubicBezTo>
                  <a:cubicBezTo>
                    <a:pt x="321" y="28"/>
                    <a:pt x="290" y="94"/>
                    <a:pt x="305" y="155"/>
                  </a:cubicBezTo>
                  <a:cubicBezTo>
                    <a:pt x="1721" y="3723"/>
                    <a:pt x="51" y="6651"/>
                    <a:pt x="31" y="6682"/>
                  </a:cubicBezTo>
                  <a:cubicBezTo>
                    <a:pt x="1" y="6732"/>
                    <a:pt x="16" y="6793"/>
                    <a:pt x="66" y="6828"/>
                  </a:cubicBezTo>
                  <a:cubicBezTo>
                    <a:pt x="82" y="6844"/>
                    <a:pt x="112" y="6844"/>
                    <a:pt x="128" y="6844"/>
                  </a:cubicBezTo>
                  <a:cubicBezTo>
                    <a:pt x="163" y="6844"/>
                    <a:pt x="193" y="6828"/>
                    <a:pt x="224" y="6793"/>
                  </a:cubicBezTo>
                  <a:cubicBezTo>
                    <a:pt x="244" y="6763"/>
                    <a:pt x="1979" y="3758"/>
                    <a:pt x="514" y="78"/>
                  </a:cubicBezTo>
                  <a:cubicBezTo>
                    <a:pt x="502" y="30"/>
                    <a:pt x="466" y="1"/>
                    <a:pt x="42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31"/>
            <p:cNvSpPr/>
            <p:nvPr/>
          </p:nvSpPr>
          <p:spPr>
            <a:xfrm>
              <a:off x="-931590" y="1654274"/>
              <a:ext cx="215992" cy="170840"/>
            </a:xfrm>
            <a:custGeom>
              <a:avLst/>
              <a:gdLst/>
              <a:ahLst/>
              <a:cxnLst/>
              <a:rect l="l" t="t" r="r" b="b"/>
              <a:pathLst>
                <a:path w="2219" h="1755" extrusionOk="0">
                  <a:moveTo>
                    <a:pt x="1098" y="1"/>
                  </a:moveTo>
                  <a:cubicBezTo>
                    <a:pt x="988" y="1"/>
                    <a:pt x="878" y="19"/>
                    <a:pt x="772" y="61"/>
                  </a:cubicBezTo>
                  <a:cubicBezTo>
                    <a:pt x="243" y="254"/>
                    <a:pt x="0" y="963"/>
                    <a:pt x="162" y="1349"/>
                  </a:cubicBezTo>
                  <a:cubicBezTo>
                    <a:pt x="262" y="1605"/>
                    <a:pt x="561" y="1754"/>
                    <a:pt x="913" y="1754"/>
                  </a:cubicBezTo>
                  <a:cubicBezTo>
                    <a:pt x="1064" y="1754"/>
                    <a:pt x="1225" y="1727"/>
                    <a:pt x="1385" y="1669"/>
                  </a:cubicBezTo>
                  <a:cubicBezTo>
                    <a:pt x="1913" y="1461"/>
                    <a:pt x="2218" y="979"/>
                    <a:pt x="2075" y="593"/>
                  </a:cubicBezTo>
                  <a:cubicBezTo>
                    <a:pt x="1958" y="297"/>
                    <a:pt x="1535" y="1"/>
                    <a:pt x="109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31"/>
            <p:cNvSpPr/>
            <p:nvPr/>
          </p:nvSpPr>
          <p:spPr>
            <a:xfrm>
              <a:off x="-952907" y="1682309"/>
              <a:ext cx="290552" cy="212212"/>
            </a:xfrm>
            <a:custGeom>
              <a:avLst/>
              <a:gdLst/>
              <a:ahLst/>
              <a:cxnLst/>
              <a:rect l="l" t="t" r="r" b="b"/>
              <a:pathLst>
                <a:path w="2985" h="2180" extrusionOk="0">
                  <a:moveTo>
                    <a:pt x="2487" y="0"/>
                  </a:moveTo>
                  <a:cubicBezTo>
                    <a:pt x="2067" y="224"/>
                    <a:pt x="2020" y="579"/>
                    <a:pt x="2020" y="579"/>
                  </a:cubicBezTo>
                  <a:cubicBezTo>
                    <a:pt x="2020" y="579"/>
                    <a:pt x="1721" y="242"/>
                    <a:pt x="1369" y="242"/>
                  </a:cubicBezTo>
                  <a:cubicBezTo>
                    <a:pt x="1313" y="242"/>
                    <a:pt x="1256" y="251"/>
                    <a:pt x="1199" y="270"/>
                  </a:cubicBezTo>
                  <a:cubicBezTo>
                    <a:pt x="767" y="417"/>
                    <a:pt x="798" y="1042"/>
                    <a:pt x="798" y="1042"/>
                  </a:cubicBezTo>
                  <a:cubicBezTo>
                    <a:pt x="798" y="1042"/>
                    <a:pt x="475" y="925"/>
                    <a:pt x="199" y="925"/>
                  </a:cubicBezTo>
                  <a:cubicBezTo>
                    <a:pt x="138" y="925"/>
                    <a:pt x="79" y="931"/>
                    <a:pt x="26" y="945"/>
                  </a:cubicBezTo>
                  <a:cubicBezTo>
                    <a:pt x="1" y="1469"/>
                    <a:pt x="620" y="2180"/>
                    <a:pt x="1414" y="2180"/>
                  </a:cubicBezTo>
                  <a:cubicBezTo>
                    <a:pt x="1573" y="2180"/>
                    <a:pt x="1739" y="2151"/>
                    <a:pt x="1909" y="2087"/>
                  </a:cubicBezTo>
                  <a:cubicBezTo>
                    <a:pt x="2761" y="1751"/>
                    <a:pt x="2985" y="579"/>
                    <a:pt x="24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31"/>
            <p:cNvSpPr/>
            <p:nvPr/>
          </p:nvSpPr>
          <p:spPr>
            <a:xfrm>
              <a:off x="-912804" y="1971422"/>
              <a:ext cx="164500" cy="334964"/>
            </a:xfrm>
            <a:custGeom>
              <a:avLst/>
              <a:gdLst/>
              <a:ahLst/>
              <a:cxnLst/>
              <a:rect l="l" t="t" r="r" b="b"/>
              <a:pathLst>
                <a:path w="1690" h="3441" extrusionOk="0">
                  <a:moveTo>
                    <a:pt x="305" y="0"/>
                  </a:moveTo>
                  <a:lnTo>
                    <a:pt x="305" y="0"/>
                  </a:lnTo>
                  <a:cubicBezTo>
                    <a:pt x="0" y="1979"/>
                    <a:pt x="1689" y="3441"/>
                    <a:pt x="1689" y="3441"/>
                  </a:cubicBezTo>
                  <a:cubicBezTo>
                    <a:pt x="1689" y="3441"/>
                    <a:pt x="1400" y="1528"/>
                    <a:pt x="30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31"/>
            <p:cNvSpPr/>
            <p:nvPr/>
          </p:nvSpPr>
          <p:spPr>
            <a:xfrm>
              <a:off x="-1159850" y="1821220"/>
              <a:ext cx="203533" cy="167823"/>
            </a:xfrm>
            <a:custGeom>
              <a:avLst/>
              <a:gdLst/>
              <a:ahLst/>
              <a:cxnLst/>
              <a:rect l="l" t="t" r="r" b="b"/>
              <a:pathLst>
                <a:path w="2091" h="1724" extrusionOk="0">
                  <a:moveTo>
                    <a:pt x="1053" y="0"/>
                  </a:moveTo>
                  <a:cubicBezTo>
                    <a:pt x="500" y="0"/>
                    <a:pt x="46" y="538"/>
                    <a:pt x="16" y="934"/>
                  </a:cubicBezTo>
                  <a:cubicBezTo>
                    <a:pt x="0" y="1350"/>
                    <a:pt x="451" y="1705"/>
                    <a:pt x="1011" y="1721"/>
                  </a:cubicBezTo>
                  <a:cubicBezTo>
                    <a:pt x="1040" y="1722"/>
                    <a:pt x="1068" y="1723"/>
                    <a:pt x="1097" y="1723"/>
                  </a:cubicBezTo>
                  <a:cubicBezTo>
                    <a:pt x="1622" y="1723"/>
                    <a:pt x="2057" y="1425"/>
                    <a:pt x="2071" y="1030"/>
                  </a:cubicBezTo>
                  <a:cubicBezTo>
                    <a:pt x="2091" y="629"/>
                    <a:pt x="1655" y="35"/>
                    <a:pt x="1076" y="0"/>
                  </a:cubicBezTo>
                  <a:cubicBezTo>
                    <a:pt x="1069" y="0"/>
                    <a:pt x="1061" y="0"/>
                    <a:pt x="105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31"/>
            <p:cNvSpPr/>
            <p:nvPr/>
          </p:nvSpPr>
          <p:spPr>
            <a:xfrm>
              <a:off x="-1213191" y="1874564"/>
              <a:ext cx="306321" cy="189433"/>
            </a:xfrm>
            <a:custGeom>
              <a:avLst/>
              <a:gdLst/>
              <a:ahLst/>
              <a:cxnLst/>
              <a:rect l="l" t="t" r="r" b="b"/>
              <a:pathLst>
                <a:path w="3147" h="1946" extrusionOk="0">
                  <a:moveTo>
                    <a:pt x="1593" y="0"/>
                  </a:moveTo>
                  <a:cubicBezTo>
                    <a:pt x="1142" y="0"/>
                    <a:pt x="918" y="563"/>
                    <a:pt x="918" y="563"/>
                  </a:cubicBezTo>
                  <a:cubicBezTo>
                    <a:pt x="918" y="563"/>
                    <a:pt x="756" y="243"/>
                    <a:pt x="290" y="162"/>
                  </a:cubicBezTo>
                  <a:lnTo>
                    <a:pt x="290" y="162"/>
                  </a:lnTo>
                  <a:cubicBezTo>
                    <a:pt x="0" y="868"/>
                    <a:pt x="579" y="1898"/>
                    <a:pt x="1512" y="1944"/>
                  </a:cubicBezTo>
                  <a:cubicBezTo>
                    <a:pt x="1535" y="1945"/>
                    <a:pt x="1558" y="1946"/>
                    <a:pt x="1581" y="1946"/>
                  </a:cubicBezTo>
                  <a:cubicBezTo>
                    <a:pt x="2612" y="1946"/>
                    <a:pt x="3146" y="840"/>
                    <a:pt x="2909" y="274"/>
                  </a:cubicBezTo>
                  <a:lnTo>
                    <a:pt x="2909" y="274"/>
                  </a:lnTo>
                  <a:cubicBezTo>
                    <a:pt x="2604" y="289"/>
                    <a:pt x="2218" y="594"/>
                    <a:pt x="2218" y="594"/>
                  </a:cubicBezTo>
                  <a:cubicBezTo>
                    <a:pt x="2218" y="594"/>
                    <a:pt x="2041" y="16"/>
                    <a:pt x="159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31"/>
            <p:cNvSpPr/>
            <p:nvPr/>
          </p:nvSpPr>
          <p:spPr>
            <a:xfrm>
              <a:off x="-1009753" y="2090377"/>
              <a:ext cx="123619" cy="288141"/>
            </a:xfrm>
            <a:custGeom>
              <a:avLst/>
              <a:gdLst/>
              <a:ahLst/>
              <a:cxnLst/>
              <a:rect l="l" t="t" r="r" b="b"/>
              <a:pathLst>
                <a:path w="1270" h="2960" extrusionOk="0">
                  <a:moveTo>
                    <a:pt x="564" y="1"/>
                  </a:moveTo>
                  <a:cubicBezTo>
                    <a:pt x="1" y="1447"/>
                    <a:pt x="194" y="2959"/>
                    <a:pt x="194" y="2959"/>
                  </a:cubicBezTo>
                  <a:cubicBezTo>
                    <a:pt x="194" y="2959"/>
                    <a:pt x="1270" y="1366"/>
                    <a:pt x="56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31"/>
            <p:cNvSpPr/>
            <p:nvPr/>
          </p:nvSpPr>
          <p:spPr>
            <a:xfrm>
              <a:off x="-1209785" y="2121624"/>
              <a:ext cx="201683" cy="208416"/>
            </a:xfrm>
            <a:custGeom>
              <a:avLst/>
              <a:gdLst/>
              <a:ahLst/>
              <a:cxnLst/>
              <a:rect l="l" t="t" r="r" b="b"/>
              <a:pathLst>
                <a:path w="2072" h="2141" extrusionOk="0">
                  <a:moveTo>
                    <a:pt x="0" y="0"/>
                  </a:moveTo>
                  <a:lnTo>
                    <a:pt x="0" y="0"/>
                  </a:lnTo>
                  <a:cubicBezTo>
                    <a:pt x="270" y="1512"/>
                    <a:pt x="2071" y="2141"/>
                    <a:pt x="2071" y="2141"/>
                  </a:cubicBezTo>
                  <a:cubicBezTo>
                    <a:pt x="2071" y="2141"/>
                    <a:pt x="1331" y="822"/>
                    <a:pt x="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01" name="Google Shape;801;p31"/>
            <p:cNvGrpSpPr/>
            <p:nvPr/>
          </p:nvGrpSpPr>
          <p:grpSpPr>
            <a:xfrm>
              <a:off x="-1219367" y="1063258"/>
              <a:ext cx="669876" cy="2085490"/>
              <a:chOff x="4742464" y="3046919"/>
              <a:chExt cx="194021" cy="604000"/>
            </a:xfrm>
          </p:grpSpPr>
          <p:sp>
            <p:nvSpPr>
              <p:cNvPr id="802" name="Google Shape;802;p31"/>
              <p:cNvSpPr/>
              <p:nvPr/>
            </p:nvSpPr>
            <p:spPr>
              <a:xfrm>
                <a:off x="4909252" y="3493210"/>
                <a:ext cx="18522" cy="16323"/>
              </a:xfrm>
              <a:custGeom>
                <a:avLst/>
                <a:gdLst/>
                <a:ahLst/>
                <a:cxnLst/>
                <a:rect l="l" t="t" r="r" b="b"/>
                <a:pathLst>
                  <a:path w="657" h="579" extrusionOk="0">
                    <a:moveTo>
                      <a:pt x="1" y="0"/>
                    </a:moveTo>
                    <a:lnTo>
                      <a:pt x="1" y="579"/>
                    </a:lnTo>
                    <a:lnTo>
                      <a:pt x="657" y="579"/>
                    </a:lnTo>
                    <a:lnTo>
                      <a:pt x="626" y="0"/>
                    </a:lnTo>
                    <a:close/>
                  </a:path>
                </a:pathLst>
              </a:custGeom>
              <a:solidFill>
                <a:srgbClr val="B2C5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31"/>
              <p:cNvSpPr/>
              <p:nvPr/>
            </p:nvSpPr>
            <p:spPr>
              <a:xfrm>
                <a:off x="4749738" y="3046919"/>
                <a:ext cx="178036" cy="447302"/>
              </a:xfrm>
              <a:custGeom>
                <a:avLst/>
                <a:gdLst/>
                <a:ahLst/>
                <a:cxnLst/>
                <a:rect l="l" t="t" r="r" b="b"/>
                <a:pathLst>
                  <a:path w="6315" h="15866" extrusionOk="0">
                    <a:moveTo>
                      <a:pt x="3167" y="244"/>
                    </a:moveTo>
                    <a:lnTo>
                      <a:pt x="6237" y="15799"/>
                    </a:lnTo>
                    <a:lnTo>
                      <a:pt x="97" y="15799"/>
                    </a:lnTo>
                    <a:lnTo>
                      <a:pt x="3167" y="244"/>
                    </a:lnTo>
                    <a:close/>
                    <a:moveTo>
                      <a:pt x="3167" y="1"/>
                    </a:moveTo>
                    <a:cubicBezTo>
                      <a:pt x="3152" y="1"/>
                      <a:pt x="3133" y="16"/>
                      <a:pt x="3133" y="32"/>
                    </a:cubicBezTo>
                    <a:lnTo>
                      <a:pt x="16" y="15830"/>
                    </a:lnTo>
                    <a:cubicBezTo>
                      <a:pt x="1" y="15830"/>
                      <a:pt x="16" y="15846"/>
                      <a:pt x="16" y="15846"/>
                    </a:cubicBezTo>
                    <a:cubicBezTo>
                      <a:pt x="31" y="15865"/>
                      <a:pt x="31" y="15865"/>
                      <a:pt x="47" y="15865"/>
                    </a:cubicBezTo>
                    <a:lnTo>
                      <a:pt x="6284" y="15865"/>
                    </a:lnTo>
                    <a:cubicBezTo>
                      <a:pt x="6299" y="15865"/>
                      <a:pt x="6299" y="15865"/>
                      <a:pt x="6315" y="15846"/>
                    </a:cubicBezTo>
                    <a:lnTo>
                      <a:pt x="6315" y="15830"/>
                    </a:lnTo>
                    <a:lnTo>
                      <a:pt x="3198" y="32"/>
                    </a:lnTo>
                    <a:cubicBezTo>
                      <a:pt x="3198" y="16"/>
                      <a:pt x="3183" y="1"/>
                      <a:pt x="31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31"/>
              <p:cNvSpPr/>
              <p:nvPr/>
            </p:nvSpPr>
            <p:spPr>
              <a:xfrm>
                <a:off x="4783682" y="3333667"/>
                <a:ext cx="79841" cy="180432"/>
              </a:xfrm>
              <a:custGeom>
                <a:avLst/>
                <a:gdLst/>
                <a:ahLst/>
                <a:cxnLst/>
                <a:rect l="l" t="t" r="r" b="b"/>
                <a:pathLst>
                  <a:path w="2832" h="6400" extrusionOk="0">
                    <a:moveTo>
                      <a:pt x="296" y="1"/>
                    </a:moveTo>
                    <a:cubicBezTo>
                      <a:pt x="246" y="1"/>
                      <a:pt x="212" y="45"/>
                      <a:pt x="212" y="101"/>
                    </a:cubicBezTo>
                    <a:cubicBezTo>
                      <a:pt x="0" y="4055"/>
                      <a:pt x="2604" y="6350"/>
                      <a:pt x="2638" y="6384"/>
                    </a:cubicBezTo>
                    <a:cubicBezTo>
                      <a:pt x="2654" y="6400"/>
                      <a:pt x="2685" y="6400"/>
                      <a:pt x="2719" y="6400"/>
                    </a:cubicBezTo>
                    <a:cubicBezTo>
                      <a:pt x="2750" y="6400"/>
                      <a:pt x="2766" y="6384"/>
                      <a:pt x="2796" y="6369"/>
                    </a:cubicBezTo>
                    <a:cubicBezTo>
                      <a:pt x="2831" y="6319"/>
                      <a:pt x="2831" y="6238"/>
                      <a:pt x="2781" y="6207"/>
                    </a:cubicBezTo>
                    <a:cubicBezTo>
                      <a:pt x="2766" y="6192"/>
                      <a:pt x="228" y="3958"/>
                      <a:pt x="436" y="117"/>
                    </a:cubicBezTo>
                    <a:cubicBezTo>
                      <a:pt x="436" y="51"/>
                      <a:pt x="386" y="5"/>
                      <a:pt x="324" y="5"/>
                    </a:cubicBezTo>
                    <a:cubicBezTo>
                      <a:pt x="314" y="2"/>
                      <a:pt x="305" y="1"/>
                      <a:pt x="29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31"/>
              <p:cNvSpPr/>
              <p:nvPr/>
            </p:nvSpPr>
            <p:spPr>
              <a:xfrm>
                <a:off x="4751034" y="3482779"/>
                <a:ext cx="176739" cy="168140"/>
              </a:xfrm>
              <a:custGeom>
                <a:avLst/>
                <a:gdLst/>
                <a:ahLst/>
                <a:cxnLst/>
                <a:rect l="l" t="t" r="r" b="b"/>
                <a:pathLst>
                  <a:path w="6269" h="5964" extrusionOk="0">
                    <a:moveTo>
                      <a:pt x="1" y="0"/>
                    </a:moveTo>
                    <a:lnTo>
                      <a:pt x="1" y="4146"/>
                    </a:lnTo>
                    <a:cubicBezTo>
                      <a:pt x="1" y="5145"/>
                      <a:pt x="807" y="5963"/>
                      <a:pt x="1818" y="5963"/>
                    </a:cubicBezTo>
                    <a:lnTo>
                      <a:pt x="4456" y="5963"/>
                    </a:lnTo>
                    <a:cubicBezTo>
                      <a:pt x="5451" y="5963"/>
                      <a:pt x="6269" y="5145"/>
                      <a:pt x="6269" y="4146"/>
                    </a:cubicBezTo>
                    <a:lnTo>
                      <a:pt x="626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31"/>
              <p:cNvSpPr/>
              <p:nvPr/>
            </p:nvSpPr>
            <p:spPr>
              <a:xfrm>
                <a:off x="4769642" y="3483737"/>
                <a:ext cx="139637" cy="150858"/>
              </a:xfrm>
              <a:custGeom>
                <a:avLst/>
                <a:gdLst/>
                <a:ahLst/>
                <a:cxnLst/>
                <a:rect l="l" t="t" r="r" b="b"/>
                <a:pathLst>
                  <a:path w="4953" h="5351" extrusionOk="0">
                    <a:moveTo>
                      <a:pt x="0" y="1"/>
                    </a:moveTo>
                    <a:lnTo>
                      <a:pt x="0" y="3873"/>
                    </a:lnTo>
                    <a:cubicBezTo>
                      <a:pt x="0" y="4691"/>
                      <a:pt x="660" y="5351"/>
                      <a:pt x="1462" y="5351"/>
                    </a:cubicBezTo>
                    <a:lnTo>
                      <a:pt x="3487" y="5351"/>
                    </a:lnTo>
                    <a:cubicBezTo>
                      <a:pt x="4228" y="5351"/>
                      <a:pt x="4856" y="4787"/>
                      <a:pt x="4934" y="4066"/>
                    </a:cubicBezTo>
                    <a:cubicBezTo>
                      <a:pt x="4953" y="4001"/>
                      <a:pt x="4953" y="3939"/>
                      <a:pt x="4953" y="3873"/>
                    </a:cubicBezTo>
                    <a:lnTo>
                      <a:pt x="495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31"/>
              <p:cNvSpPr/>
              <p:nvPr/>
            </p:nvSpPr>
            <p:spPr>
              <a:xfrm>
                <a:off x="4769642" y="3449709"/>
                <a:ext cx="139637" cy="72116"/>
              </a:xfrm>
              <a:custGeom>
                <a:avLst/>
                <a:gdLst/>
                <a:ahLst/>
                <a:cxnLst/>
                <a:rect l="l" t="t" r="r" b="b"/>
                <a:pathLst>
                  <a:path w="4953" h="2558" extrusionOk="0">
                    <a:moveTo>
                      <a:pt x="2477" y="1"/>
                    </a:moveTo>
                    <a:cubicBezTo>
                      <a:pt x="1111" y="1"/>
                      <a:pt x="0" y="1173"/>
                      <a:pt x="0" y="1173"/>
                    </a:cubicBezTo>
                    <a:cubicBezTo>
                      <a:pt x="0" y="1929"/>
                      <a:pt x="1111" y="2558"/>
                      <a:pt x="2477" y="2558"/>
                    </a:cubicBezTo>
                    <a:cubicBezTo>
                      <a:pt x="3842" y="2558"/>
                      <a:pt x="4953" y="1929"/>
                      <a:pt x="4953" y="1173"/>
                    </a:cubicBezTo>
                    <a:cubicBezTo>
                      <a:pt x="4953" y="1173"/>
                      <a:pt x="3842" y="1"/>
                      <a:pt x="24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31"/>
              <p:cNvSpPr/>
              <p:nvPr/>
            </p:nvSpPr>
            <p:spPr>
              <a:xfrm>
                <a:off x="4783682" y="3514947"/>
                <a:ext cx="8711" cy="73441"/>
              </a:xfrm>
              <a:custGeom>
                <a:avLst/>
                <a:gdLst/>
                <a:ahLst/>
                <a:cxnLst/>
                <a:rect l="l" t="t" r="r" b="b"/>
                <a:pathLst>
                  <a:path w="309" h="2605" extrusionOk="0">
                    <a:moveTo>
                      <a:pt x="147" y="1"/>
                    </a:moveTo>
                    <a:cubicBezTo>
                      <a:pt x="66" y="1"/>
                      <a:pt x="0" y="82"/>
                      <a:pt x="0" y="163"/>
                    </a:cubicBezTo>
                    <a:lnTo>
                      <a:pt x="0" y="2462"/>
                    </a:lnTo>
                    <a:cubicBezTo>
                      <a:pt x="0" y="2543"/>
                      <a:pt x="66" y="2604"/>
                      <a:pt x="147" y="2604"/>
                    </a:cubicBezTo>
                    <a:cubicBezTo>
                      <a:pt x="243" y="2604"/>
                      <a:pt x="309" y="2543"/>
                      <a:pt x="309" y="2462"/>
                    </a:cubicBezTo>
                    <a:lnTo>
                      <a:pt x="309" y="163"/>
                    </a:lnTo>
                    <a:cubicBezTo>
                      <a:pt x="309" y="82"/>
                      <a:pt x="243" y="1"/>
                      <a:pt x="1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31"/>
              <p:cNvSpPr/>
              <p:nvPr/>
            </p:nvSpPr>
            <p:spPr>
              <a:xfrm>
                <a:off x="4742464" y="3474603"/>
                <a:ext cx="194021" cy="18635"/>
              </a:xfrm>
              <a:custGeom>
                <a:avLst/>
                <a:gdLst/>
                <a:ahLst/>
                <a:cxnLst/>
                <a:rect l="l" t="t" r="r" b="b"/>
                <a:pathLst>
                  <a:path w="6882" h="661" extrusionOk="0">
                    <a:moveTo>
                      <a:pt x="324" y="1"/>
                    </a:moveTo>
                    <a:cubicBezTo>
                      <a:pt x="147" y="1"/>
                      <a:pt x="0" y="147"/>
                      <a:pt x="0" y="325"/>
                    </a:cubicBezTo>
                    <a:cubicBezTo>
                      <a:pt x="0" y="518"/>
                      <a:pt x="147" y="660"/>
                      <a:pt x="324" y="660"/>
                    </a:cubicBezTo>
                    <a:lnTo>
                      <a:pt x="6542" y="660"/>
                    </a:lnTo>
                    <a:cubicBezTo>
                      <a:pt x="6719" y="660"/>
                      <a:pt x="6881" y="518"/>
                      <a:pt x="6881" y="325"/>
                    </a:cubicBezTo>
                    <a:cubicBezTo>
                      <a:pt x="6881" y="147"/>
                      <a:pt x="6719" y="1"/>
                      <a:pt x="6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31"/>
              <p:cNvSpPr/>
              <p:nvPr/>
            </p:nvSpPr>
            <p:spPr>
              <a:xfrm>
                <a:off x="4889686" y="3493210"/>
                <a:ext cx="19594" cy="16323"/>
              </a:xfrm>
              <a:custGeom>
                <a:avLst/>
                <a:gdLst/>
                <a:ahLst/>
                <a:cxnLst/>
                <a:rect l="l" t="t" r="r" b="b"/>
                <a:pathLst>
                  <a:path w="695" h="579" extrusionOk="0">
                    <a:moveTo>
                      <a:pt x="598" y="0"/>
                    </a:moveTo>
                    <a:cubicBezTo>
                      <a:pt x="483" y="228"/>
                      <a:pt x="274" y="421"/>
                      <a:pt x="1" y="579"/>
                    </a:cubicBezTo>
                    <a:lnTo>
                      <a:pt x="695" y="579"/>
                    </a:lnTo>
                    <a:lnTo>
                      <a:pt x="69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31"/>
              <p:cNvSpPr/>
              <p:nvPr/>
            </p:nvSpPr>
            <p:spPr>
              <a:xfrm>
                <a:off x="4751034" y="3493210"/>
                <a:ext cx="18635" cy="16323"/>
              </a:xfrm>
              <a:custGeom>
                <a:avLst/>
                <a:gdLst/>
                <a:ahLst/>
                <a:cxnLst/>
                <a:rect l="l" t="t" r="r" b="b"/>
                <a:pathLst>
                  <a:path w="661" h="579" extrusionOk="0">
                    <a:moveTo>
                      <a:pt x="1" y="0"/>
                    </a:moveTo>
                    <a:lnTo>
                      <a:pt x="36" y="579"/>
                    </a:lnTo>
                    <a:lnTo>
                      <a:pt x="660" y="579"/>
                    </a:lnTo>
                    <a:lnTo>
                      <a:pt x="660" y="0"/>
                    </a:lnTo>
                    <a:close/>
                  </a:path>
                </a:pathLst>
              </a:custGeom>
              <a:solidFill>
                <a:srgbClr val="B2C5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31"/>
              <p:cNvSpPr/>
              <p:nvPr/>
            </p:nvSpPr>
            <p:spPr>
              <a:xfrm>
                <a:off x="4769642" y="3493210"/>
                <a:ext cx="19481" cy="16323"/>
              </a:xfrm>
              <a:custGeom>
                <a:avLst/>
                <a:gdLst/>
                <a:ahLst/>
                <a:cxnLst/>
                <a:rect l="l" t="t" r="r" b="b"/>
                <a:pathLst>
                  <a:path w="691" h="579" extrusionOk="0">
                    <a:moveTo>
                      <a:pt x="0" y="0"/>
                    </a:moveTo>
                    <a:lnTo>
                      <a:pt x="0" y="579"/>
                    </a:lnTo>
                    <a:lnTo>
                      <a:pt x="691" y="579"/>
                    </a:lnTo>
                    <a:cubicBezTo>
                      <a:pt x="421" y="421"/>
                      <a:pt x="209" y="228"/>
                      <a:pt x="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31"/>
              <p:cNvSpPr/>
              <p:nvPr/>
            </p:nvSpPr>
            <p:spPr>
              <a:xfrm>
                <a:off x="4772348" y="3493210"/>
                <a:ext cx="134224" cy="16323"/>
              </a:xfrm>
              <a:custGeom>
                <a:avLst/>
                <a:gdLst/>
                <a:ahLst/>
                <a:cxnLst/>
                <a:rect l="l" t="t" r="r" b="b"/>
                <a:pathLst>
                  <a:path w="4761" h="579" extrusionOk="0">
                    <a:moveTo>
                      <a:pt x="1" y="0"/>
                    </a:moveTo>
                    <a:cubicBezTo>
                      <a:pt x="113" y="228"/>
                      <a:pt x="325" y="421"/>
                      <a:pt x="595" y="579"/>
                    </a:cubicBezTo>
                    <a:lnTo>
                      <a:pt x="4163" y="579"/>
                    </a:lnTo>
                    <a:cubicBezTo>
                      <a:pt x="4436" y="421"/>
                      <a:pt x="4645" y="228"/>
                      <a:pt x="476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31"/>
              <p:cNvSpPr/>
              <p:nvPr/>
            </p:nvSpPr>
            <p:spPr>
              <a:xfrm>
                <a:off x="4751598" y="3493210"/>
                <a:ext cx="175301" cy="28"/>
              </a:xfrm>
              <a:custGeom>
                <a:avLst/>
                <a:gdLst/>
                <a:ahLst/>
                <a:cxnLst/>
                <a:rect l="l" t="t" r="r" b="b"/>
                <a:pathLst>
                  <a:path w="6218" h="1" extrusionOk="0">
                    <a:moveTo>
                      <a:pt x="6218" y="0"/>
                    </a:moveTo>
                    <a:lnTo>
                      <a:pt x="0" y="0"/>
                    </a:lnTo>
                    <a:lnTo>
                      <a:pt x="0" y="0"/>
                    </a:lnTo>
                    <a:lnTo>
                      <a:pt x="640" y="0"/>
                    </a:lnTo>
                    <a:lnTo>
                      <a:pt x="737" y="0"/>
                    </a:lnTo>
                    <a:lnTo>
                      <a:pt x="5496" y="0"/>
                    </a:lnTo>
                    <a:lnTo>
                      <a:pt x="5593" y="0"/>
                    </a:lnTo>
                    <a:close/>
                  </a:path>
                </a:pathLst>
              </a:custGeom>
              <a:solidFill>
                <a:srgbClr val="B2C5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31"/>
              <p:cNvSpPr/>
              <p:nvPr/>
            </p:nvSpPr>
            <p:spPr>
              <a:xfrm>
                <a:off x="4751034" y="3492336"/>
                <a:ext cx="175865" cy="1889"/>
              </a:xfrm>
              <a:custGeom>
                <a:avLst/>
                <a:gdLst/>
                <a:ahLst/>
                <a:cxnLst/>
                <a:rect l="l" t="t" r="r" b="b"/>
                <a:pathLst>
                  <a:path w="6238" h="67" extrusionOk="0">
                    <a:moveTo>
                      <a:pt x="1" y="0"/>
                    </a:moveTo>
                    <a:lnTo>
                      <a:pt x="1" y="66"/>
                    </a:lnTo>
                    <a:lnTo>
                      <a:pt x="6238" y="66"/>
                    </a:lnTo>
                    <a:lnTo>
                      <a:pt x="623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31"/>
              <p:cNvSpPr/>
              <p:nvPr/>
            </p:nvSpPr>
            <p:spPr>
              <a:xfrm>
                <a:off x="4908809" y="3493210"/>
                <a:ext cx="18635" cy="16323"/>
              </a:xfrm>
              <a:custGeom>
                <a:avLst/>
                <a:gdLst/>
                <a:ahLst/>
                <a:cxnLst/>
                <a:rect l="l" t="t" r="r" b="b"/>
                <a:pathLst>
                  <a:path w="661" h="579" extrusionOk="0">
                    <a:moveTo>
                      <a:pt x="1" y="0"/>
                    </a:moveTo>
                    <a:lnTo>
                      <a:pt x="36" y="579"/>
                    </a:lnTo>
                    <a:lnTo>
                      <a:pt x="660" y="579"/>
                    </a:lnTo>
                    <a:lnTo>
                      <a:pt x="660" y="0"/>
                    </a:lnTo>
                    <a:close/>
                  </a:path>
                </a:pathLst>
              </a:custGeom>
              <a:solidFill>
                <a:srgbClr val="B2C5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2100"/>
            </a:lvl1pPr>
          </a:lstStyle>
          <a:p>
            <a:r>
              <a:rPr lang="en-US" dirty="0"/>
              <a:t>Click to edit Master title style</a:t>
            </a:r>
            <a:endParaRPr lang="en-IN"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8" name="Footer Placeholder 2">
            <a:extLst>
              <a:ext uri="{FF2B5EF4-FFF2-40B4-BE49-F238E27FC236}">
                <a16:creationId xmlns:a16="http://schemas.microsoft.com/office/drawing/2014/main" id="{6E8F11EE-5CF1-7D44-8B03-912CA3BD1392}"/>
              </a:ext>
            </a:extLst>
          </p:cNvPr>
          <p:cNvSpPr txBox="1">
            <a:spLocks/>
          </p:cNvSpPr>
          <p:nvPr userDrawn="1"/>
        </p:nvSpPr>
        <p:spPr>
          <a:xfrm>
            <a:off x="623887" y="4823958"/>
            <a:ext cx="7965259" cy="14809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825" dirty="0">
                <a:solidFill>
                  <a:prstClr val="black">
                    <a:lumMod val="50000"/>
                    <a:lumOff val="50000"/>
                  </a:prstClr>
                </a:solidFill>
              </a:rPr>
              <a:t>© Copyright Wadhwani Foundation							      	</a:t>
            </a:r>
            <a:fld id="{A72FE5E5-7558-4841-8268-86271F877AA1}" type="datetimeFigureOut">
              <a:rPr lang="en-US" sz="825" smtClean="0"/>
              <a:pPr marL="0" marR="0" lvl="0" indent="0" algn="l" defTabSz="685800" rtl="0" eaLnBrk="1" fontAlgn="auto" latinLnBrk="0" hangingPunct="1">
                <a:lnSpc>
                  <a:spcPct val="100000"/>
                </a:lnSpc>
                <a:spcBef>
                  <a:spcPts val="0"/>
                </a:spcBef>
                <a:spcAft>
                  <a:spcPts val="0"/>
                </a:spcAft>
                <a:buClrTx/>
                <a:buSzTx/>
                <a:buFontTx/>
                <a:buNone/>
                <a:tabLst/>
                <a:defRPr/>
              </a:pPr>
              <a:t>1/24/2024</a:t>
            </a:fld>
            <a:endParaRPr lang="en-US" sz="825" dirty="0"/>
          </a:p>
          <a:p>
            <a:r>
              <a:rPr lang="en-US" sz="825" dirty="0">
                <a:solidFill>
                  <a:prstClr val="black">
                    <a:lumMod val="50000"/>
                    <a:lumOff val="50000"/>
                  </a:prstClr>
                </a:solidFill>
              </a:rPr>
              <a:t>                     </a:t>
            </a:r>
          </a:p>
        </p:txBody>
      </p:sp>
    </p:spTree>
    <p:extLst>
      <p:ext uri="{BB962C8B-B14F-4D97-AF65-F5344CB8AC3E}">
        <p14:creationId xmlns:p14="http://schemas.microsoft.com/office/powerpoint/2010/main" val="34863736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gradFill>
          <a:gsLst>
            <a:gs pos="0">
              <a:schemeClr val="dk2"/>
            </a:gs>
            <a:gs pos="100000">
              <a:schemeClr val="lt2"/>
            </a:gs>
          </a:gsLst>
          <a:path path="circle">
            <a:fillToRect l="50000" t="50000" r="50000" b="50000"/>
          </a:path>
          <a:tileRect/>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500"/>
              <a:buFont typeface="Anek Devanagari"/>
              <a:buNone/>
              <a:defRPr sz="3500" b="1">
                <a:solidFill>
                  <a:schemeClr val="dk1"/>
                </a:solidFill>
                <a:latin typeface="Anek Devanagari"/>
                <a:ea typeface="Anek Devanagari"/>
                <a:cs typeface="Anek Devanagari"/>
                <a:sym typeface="Anek Devanagari"/>
              </a:defRPr>
            </a:lvl1pPr>
            <a:lvl2pPr lvl="1" rtl="0">
              <a:spcBef>
                <a:spcPts val="0"/>
              </a:spcBef>
              <a:spcAft>
                <a:spcPts val="0"/>
              </a:spcAft>
              <a:buClr>
                <a:schemeClr val="dk1"/>
              </a:buClr>
              <a:buSzPts val="3500"/>
              <a:buFont typeface="Source Sans Pro"/>
              <a:buNone/>
              <a:defRPr sz="3500" b="1">
                <a:solidFill>
                  <a:schemeClr val="dk1"/>
                </a:solidFill>
                <a:latin typeface="Source Sans Pro"/>
                <a:ea typeface="Source Sans Pro"/>
                <a:cs typeface="Source Sans Pro"/>
                <a:sym typeface="Source Sans Pro"/>
              </a:defRPr>
            </a:lvl2pPr>
            <a:lvl3pPr lvl="2" rtl="0">
              <a:spcBef>
                <a:spcPts val="0"/>
              </a:spcBef>
              <a:spcAft>
                <a:spcPts val="0"/>
              </a:spcAft>
              <a:buClr>
                <a:schemeClr val="dk1"/>
              </a:buClr>
              <a:buSzPts val="3500"/>
              <a:buFont typeface="Source Sans Pro"/>
              <a:buNone/>
              <a:defRPr sz="3500" b="1">
                <a:solidFill>
                  <a:schemeClr val="dk1"/>
                </a:solidFill>
                <a:latin typeface="Source Sans Pro"/>
                <a:ea typeface="Source Sans Pro"/>
                <a:cs typeface="Source Sans Pro"/>
                <a:sym typeface="Source Sans Pro"/>
              </a:defRPr>
            </a:lvl3pPr>
            <a:lvl4pPr lvl="3" rtl="0">
              <a:spcBef>
                <a:spcPts val="0"/>
              </a:spcBef>
              <a:spcAft>
                <a:spcPts val="0"/>
              </a:spcAft>
              <a:buClr>
                <a:schemeClr val="dk1"/>
              </a:buClr>
              <a:buSzPts val="3500"/>
              <a:buFont typeface="Source Sans Pro"/>
              <a:buNone/>
              <a:defRPr sz="3500" b="1">
                <a:solidFill>
                  <a:schemeClr val="dk1"/>
                </a:solidFill>
                <a:latin typeface="Source Sans Pro"/>
                <a:ea typeface="Source Sans Pro"/>
                <a:cs typeface="Source Sans Pro"/>
                <a:sym typeface="Source Sans Pro"/>
              </a:defRPr>
            </a:lvl4pPr>
            <a:lvl5pPr lvl="4" rtl="0">
              <a:spcBef>
                <a:spcPts val="0"/>
              </a:spcBef>
              <a:spcAft>
                <a:spcPts val="0"/>
              </a:spcAft>
              <a:buClr>
                <a:schemeClr val="dk1"/>
              </a:buClr>
              <a:buSzPts val="3500"/>
              <a:buFont typeface="Source Sans Pro"/>
              <a:buNone/>
              <a:defRPr sz="3500" b="1">
                <a:solidFill>
                  <a:schemeClr val="dk1"/>
                </a:solidFill>
                <a:latin typeface="Source Sans Pro"/>
                <a:ea typeface="Source Sans Pro"/>
                <a:cs typeface="Source Sans Pro"/>
                <a:sym typeface="Source Sans Pro"/>
              </a:defRPr>
            </a:lvl5pPr>
            <a:lvl6pPr lvl="5" rtl="0">
              <a:spcBef>
                <a:spcPts val="0"/>
              </a:spcBef>
              <a:spcAft>
                <a:spcPts val="0"/>
              </a:spcAft>
              <a:buClr>
                <a:schemeClr val="dk1"/>
              </a:buClr>
              <a:buSzPts val="3500"/>
              <a:buFont typeface="Source Sans Pro"/>
              <a:buNone/>
              <a:defRPr sz="3500" b="1">
                <a:solidFill>
                  <a:schemeClr val="dk1"/>
                </a:solidFill>
                <a:latin typeface="Source Sans Pro"/>
                <a:ea typeface="Source Sans Pro"/>
                <a:cs typeface="Source Sans Pro"/>
                <a:sym typeface="Source Sans Pro"/>
              </a:defRPr>
            </a:lvl6pPr>
            <a:lvl7pPr lvl="6" rtl="0">
              <a:spcBef>
                <a:spcPts val="0"/>
              </a:spcBef>
              <a:spcAft>
                <a:spcPts val="0"/>
              </a:spcAft>
              <a:buClr>
                <a:schemeClr val="dk1"/>
              </a:buClr>
              <a:buSzPts val="3500"/>
              <a:buFont typeface="Source Sans Pro"/>
              <a:buNone/>
              <a:defRPr sz="3500" b="1">
                <a:solidFill>
                  <a:schemeClr val="dk1"/>
                </a:solidFill>
                <a:latin typeface="Source Sans Pro"/>
                <a:ea typeface="Source Sans Pro"/>
                <a:cs typeface="Source Sans Pro"/>
                <a:sym typeface="Source Sans Pro"/>
              </a:defRPr>
            </a:lvl7pPr>
            <a:lvl8pPr lvl="7" rtl="0">
              <a:spcBef>
                <a:spcPts val="0"/>
              </a:spcBef>
              <a:spcAft>
                <a:spcPts val="0"/>
              </a:spcAft>
              <a:buClr>
                <a:schemeClr val="dk1"/>
              </a:buClr>
              <a:buSzPts val="3500"/>
              <a:buFont typeface="Source Sans Pro"/>
              <a:buNone/>
              <a:defRPr sz="3500" b="1">
                <a:solidFill>
                  <a:schemeClr val="dk1"/>
                </a:solidFill>
                <a:latin typeface="Source Sans Pro"/>
                <a:ea typeface="Source Sans Pro"/>
                <a:cs typeface="Source Sans Pro"/>
                <a:sym typeface="Source Sans Pro"/>
              </a:defRPr>
            </a:lvl8pPr>
            <a:lvl9pPr lvl="8" rtl="0">
              <a:spcBef>
                <a:spcPts val="0"/>
              </a:spcBef>
              <a:spcAft>
                <a:spcPts val="0"/>
              </a:spcAft>
              <a:buClr>
                <a:schemeClr val="dk1"/>
              </a:buClr>
              <a:buSzPts val="3500"/>
              <a:buFont typeface="Source Sans Pro"/>
              <a:buNone/>
              <a:defRPr sz="3500" b="1">
                <a:solidFill>
                  <a:schemeClr val="dk1"/>
                </a:solidFill>
                <a:latin typeface="Source Sans Pro"/>
                <a:ea typeface="Source Sans Pro"/>
                <a:cs typeface="Source Sans Pro"/>
                <a:sym typeface="Source Sans Pro"/>
              </a:defRPr>
            </a:lvl9pPr>
          </a:lstStyle>
          <a:p>
            <a:endParaRPr/>
          </a:p>
        </p:txBody>
      </p:sp>
      <p:sp>
        <p:nvSpPr>
          <p:cNvPr id="7" name="Google Shape;7;p1"/>
          <p:cNvSpPr txBox="1">
            <a:spLocks noGrp="1"/>
          </p:cNvSpPr>
          <p:nvPr>
            <p:ph type="body" idx="1"/>
          </p:nvPr>
        </p:nvSpPr>
        <p:spPr>
          <a:xfrm>
            <a:off x="713225" y="1152475"/>
            <a:ext cx="76818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Catamaran"/>
              <a:buChar char="●"/>
              <a:defRPr>
                <a:solidFill>
                  <a:schemeClr val="dk1"/>
                </a:solidFill>
                <a:latin typeface="Catamaran"/>
                <a:ea typeface="Catamaran"/>
                <a:cs typeface="Catamaran"/>
                <a:sym typeface="Catamaran"/>
              </a:defRPr>
            </a:lvl1pPr>
            <a:lvl2pPr marL="914400" lvl="1" indent="-317500">
              <a:lnSpc>
                <a:spcPct val="100000"/>
              </a:lnSpc>
              <a:spcBef>
                <a:spcPts val="0"/>
              </a:spcBef>
              <a:spcAft>
                <a:spcPts val="0"/>
              </a:spcAft>
              <a:buClr>
                <a:schemeClr val="dk1"/>
              </a:buClr>
              <a:buSzPts val="1400"/>
              <a:buFont typeface="Catamaran"/>
              <a:buChar char="○"/>
              <a:defRPr>
                <a:solidFill>
                  <a:schemeClr val="dk1"/>
                </a:solidFill>
                <a:latin typeface="Catamaran"/>
                <a:ea typeface="Catamaran"/>
                <a:cs typeface="Catamaran"/>
                <a:sym typeface="Catamaran"/>
              </a:defRPr>
            </a:lvl2pPr>
            <a:lvl3pPr marL="1371600" lvl="2" indent="-317500">
              <a:lnSpc>
                <a:spcPct val="100000"/>
              </a:lnSpc>
              <a:spcBef>
                <a:spcPts val="0"/>
              </a:spcBef>
              <a:spcAft>
                <a:spcPts val="0"/>
              </a:spcAft>
              <a:buClr>
                <a:schemeClr val="dk1"/>
              </a:buClr>
              <a:buSzPts val="1400"/>
              <a:buFont typeface="Catamaran"/>
              <a:buChar char="■"/>
              <a:defRPr>
                <a:solidFill>
                  <a:schemeClr val="dk1"/>
                </a:solidFill>
                <a:latin typeface="Catamaran"/>
                <a:ea typeface="Catamaran"/>
                <a:cs typeface="Catamaran"/>
                <a:sym typeface="Catamaran"/>
              </a:defRPr>
            </a:lvl3pPr>
            <a:lvl4pPr marL="1828800" lvl="3" indent="-317500">
              <a:lnSpc>
                <a:spcPct val="100000"/>
              </a:lnSpc>
              <a:spcBef>
                <a:spcPts val="0"/>
              </a:spcBef>
              <a:spcAft>
                <a:spcPts val="0"/>
              </a:spcAft>
              <a:buClr>
                <a:schemeClr val="dk1"/>
              </a:buClr>
              <a:buSzPts val="1400"/>
              <a:buFont typeface="Catamaran"/>
              <a:buChar char="●"/>
              <a:defRPr>
                <a:solidFill>
                  <a:schemeClr val="dk1"/>
                </a:solidFill>
                <a:latin typeface="Catamaran"/>
                <a:ea typeface="Catamaran"/>
                <a:cs typeface="Catamaran"/>
                <a:sym typeface="Catamaran"/>
              </a:defRPr>
            </a:lvl4pPr>
            <a:lvl5pPr marL="2286000" lvl="4" indent="-317500">
              <a:lnSpc>
                <a:spcPct val="100000"/>
              </a:lnSpc>
              <a:spcBef>
                <a:spcPts val="0"/>
              </a:spcBef>
              <a:spcAft>
                <a:spcPts val="0"/>
              </a:spcAft>
              <a:buClr>
                <a:schemeClr val="dk1"/>
              </a:buClr>
              <a:buSzPts val="1400"/>
              <a:buFont typeface="Catamaran"/>
              <a:buChar char="○"/>
              <a:defRPr>
                <a:solidFill>
                  <a:schemeClr val="dk1"/>
                </a:solidFill>
                <a:latin typeface="Catamaran"/>
                <a:ea typeface="Catamaran"/>
                <a:cs typeface="Catamaran"/>
                <a:sym typeface="Catamaran"/>
              </a:defRPr>
            </a:lvl5pPr>
            <a:lvl6pPr marL="2743200" lvl="5" indent="-317500">
              <a:lnSpc>
                <a:spcPct val="100000"/>
              </a:lnSpc>
              <a:spcBef>
                <a:spcPts val="0"/>
              </a:spcBef>
              <a:spcAft>
                <a:spcPts val="0"/>
              </a:spcAft>
              <a:buClr>
                <a:schemeClr val="dk1"/>
              </a:buClr>
              <a:buSzPts val="1400"/>
              <a:buFont typeface="Catamaran"/>
              <a:buChar char="■"/>
              <a:defRPr>
                <a:solidFill>
                  <a:schemeClr val="dk1"/>
                </a:solidFill>
                <a:latin typeface="Catamaran"/>
                <a:ea typeface="Catamaran"/>
                <a:cs typeface="Catamaran"/>
                <a:sym typeface="Catamaran"/>
              </a:defRPr>
            </a:lvl6pPr>
            <a:lvl7pPr marL="3200400" lvl="6" indent="-317500">
              <a:lnSpc>
                <a:spcPct val="100000"/>
              </a:lnSpc>
              <a:spcBef>
                <a:spcPts val="0"/>
              </a:spcBef>
              <a:spcAft>
                <a:spcPts val="0"/>
              </a:spcAft>
              <a:buClr>
                <a:schemeClr val="dk1"/>
              </a:buClr>
              <a:buSzPts val="1400"/>
              <a:buFont typeface="Catamaran"/>
              <a:buChar char="●"/>
              <a:defRPr>
                <a:solidFill>
                  <a:schemeClr val="dk1"/>
                </a:solidFill>
                <a:latin typeface="Catamaran"/>
                <a:ea typeface="Catamaran"/>
                <a:cs typeface="Catamaran"/>
                <a:sym typeface="Catamaran"/>
              </a:defRPr>
            </a:lvl7pPr>
            <a:lvl8pPr marL="3657600" lvl="7" indent="-317500">
              <a:lnSpc>
                <a:spcPct val="100000"/>
              </a:lnSpc>
              <a:spcBef>
                <a:spcPts val="0"/>
              </a:spcBef>
              <a:spcAft>
                <a:spcPts val="0"/>
              </a:spcAft>
              <a:buClr>
                <a:schemeClr val="dk1"/>
              </a:buClr>
              <a:buSzPts val="1400"/>
              <a:buFont typeface="Catamaran"/>
              <a:buChar char="○"/>
              <a:defRPr>
                <a:solidFill>
                  <a:schemeClr val="dk1"/>
                </a:solidFill>
                <a:latin typeface="Catamaran"/>
                <a:ea typeface="Catamaran"/>
                <a:cs typeface="Catamaran"/>
                <a:sym typeface="Catamaran"/>
              </a:defRPr>
            </a:lvl8pPr>
            <a:lvl9pPr marL="4114800" lvl="8" indent="-317500">
              <a:lnSpc>
                <a:spcPct val="100000"/>
              </a:lnSpc>
              <a:spcBef>
                <a:spcPts val="0"/>
              </a:spcBef>
              <a:spcAft>
                <a:spcPts val="0"/>
              </a:spcAft>
              <a:buClr>
                <a:schemeClr val="dk1"/>
              </a:buClr>
              <a:buSzPts val="1400"/>
              <a:buFont typeface="Catamaran"/>
              <a:buChar char="■"/>
              <a:defRPr>
                <a:solidFill>
                  <a:schemeClr val="dk1"/>
                </a:solidFill>
                <a:latin typeface="Catamaran"/>
                <a:ea typeface="Catamaran"/>
                <a:cs typeface="Catamaran"/>
                <a:sym typeface="Catamaran"/>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2" r:id="rId12"/>
    <p:sldLayoutId id="2147483667" r:id="rId13"/>
    <p:sldLayoutId id="2147483668" r:id="rId14"/>
    <p:sldLayoutId id="2147483670" r:id="rId15"/>
    <p:sldLayoutId id="2147483676" r:id="rId16"/>
    <p:sldLayoutId id="2147483677" r:id="rId17"/>
    <p:sldLayoutId id="2147483681" r:id="rId1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8.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5.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1.xml.rels><?xml version="1.0" encoding="UTF-8" standalone="yes"?>
<Relationships xmlns="http://schemas.openxmlformats.org/package/2006/relationships"><Relationship Id="rId8" Type="http://schemas.openxmlformats.org/officeDocument/2006/relationships/diagramLayout" Target="../diagrams/layout4.xml"/><Relationship Id="rId3" Type="http://schemas.openxmlformats.org/officeDocument/2006/relationships/diagramLayout" Target="../diagrams/layout3.xml"/><Relationship Id="rId7" Type="http://schemas.openxmlformats.org/officeDocument/2006/relationships/diagramData" Target="../diagrams/data4.xml"/><Relationship Id="rId2" Type="http://schemas.openxmlformats.org/officeDocument/2006/relationships/diagramData" Target="../diagrams/data3.xml"/><Relationship Id="rId1" Type="http://schemas.openxmlformats.org/officeDocument/2006/relationships/slideLayout" Target="../slideLayouts/slideLayout5.xml"/><Relationship Id="rId6" Type="http://schemas.microsoft.com/office/2007/relationships/diagramDrawing" Target="../diagrams/drawing3.xml"/><Relationship Id="rId11" Type="http://schemas.microsoft.com/office/2007/relationships/diagramDrawing" Target="../diagrams/drawing4.xml"/><Relationship Id="rId5" Type="http://schemas.openxmlformats.org/officeDocument/2006/relationships/diagramColors" Target="../diagrams/colors3.xml"/><Relationship Id="rId10" Type="http://schemas.openxmlformats.org/officeDocument/2006/relationships/diagramColors" Target="../diagrams/colors4.xml"/><Relationship Id="rId4" Type="http://schemas.openxmlformats.org/officeDocument/2006/relationships/diagramQuickStyle" Target="../diagrams/quickStyle3.xml"/><Relationship Id="rId9" Type="http://schemas.openxmlformats.org/officeDocument/2006/relationships/diagramQuickStyle" Target="../diagrams/quickStyle4.xml"/></Relationships>
</file>

<file path=ppt/slides/_rels/slide12.xml.rels><?xml version="1.0" encoding="UTF-8" standalone="yes"?>
<Relationships xmlns="http://schemas.openxmlformats.org/package/2006/relationships"><Relationship Id="rId8" Type="http://schemas.openxmlformats.org/officeDocument/2006/relationships/diagramLayout" Target="../diagrams/layout6.xml"/><Relationship Id="rId13" Type="http://schemas.openxmlformats.org/officeDocument/2006/relationships/diagramLayout" Target="../diagrams/layout7.xml"/><Relationship Id="rId3" Type="http://schemas.openxmlformats.org/officeDocument/2006/relationships/diagramLayout" Target="../diagrams/layout5.xml"/><Relationship Id="rId7" Type="http://schemas.openxmlformats.org/officeDocument/2006/relationships/diagramData" Target="../diagrams/data6.xml"/><Relationship Id="rId12" Type="http://schemas.openxmlformats.org/officeDocument/2006/relationships/diagramData" Target="../diagrams/data7.xml"/><Relationship Id="rId2" Type="http://schemas.openxmlformats.org/officeDocument/2006/relationships/diagramData" Target="../diagrams/data5.xml"/><Relationship Id="rId16" Type="http://schemas.microsoft.com/office/2007/relationships/diagramDrawing" Target="../diagrams/drawing7.xml"/><Relationship Id="rId1" Type="http://schemas.openxmlformats.org/officeDocument/2006/relationships/slideLayout" Target="../slideLayouts/slideLayout5.xml"/><Relationship Id="rId6" Type="http://schemas.microsoft.com/office/2007/relationships/diagramDrawing" Target="../diagrams/drawing5.xml"/><Relationship Id="rId11" Type="http://schemas.microsoft.com/office/2007/relationships/diagramDrawing" Target="../diagrams/drawing6.xml"/><Relationship Id="rId5" Type="http://schemas.openxmlformats.org/officeDocument/2006/relationships/diagramColors" Target="../diagrams/colors5.xml"/><Relationship Id="rId15" Type="http://schemas.openxmlformats.org/officeDocument/2006/relationships/diagramColors" Target="../diagrams/colors7.xml"/><Relationship Id="rId10" Type="http://schemas.openxmlformats.org/officeDocument/2006/relationships/diagramColors" Target="../diagrams/colors6.xml"/><Relationship Id="rId4" Type="http://schemas.openxmlformats.org/officeDocument/2006/relationships/diagramQuickStyle" Target="../diagrams/quickStyle5.xml"/><Relationship Id="rId9" Type="http://schemas.openxmlformats.org/officeDocument/2006/relationships/diagramQuickStyle" Target="../diagrams/quickStyle6.xml"/><Relationship Id="rId14" Type="http://schemas.openxmlformats.org/officeDocument/2006/relationships/diagramQuickStyle" Target="../diagrams/quickStyle7.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26"/>
        <p:cNvGrpSpPr/>
        <p:nvPr/>
      </p:nvGrpSpPr>
      <p:grpSpPr>
        <a:xfrm>
          <a:off x="0" y="0"/>
          <a:ext cx="0" cy="0"/>
          <a:chOff x="0" y="0"/>
          <a:chExt cx="0" cy="0"/>
        </a:xfrm>
      </p:grpSpPr>
      <p:sp>
        <p:nvSpPr>
          <p:cNvPr id="827" name="Google Shape;827;p35"/>
          <p:cNvSpPr txBox="1">
            <a:spLocks noGrp="1"/>
          </p:cNvSpPr>
          <p:nvPr>
            <p:ph type="ctrTitle"/>
          </p:nvPr>
        </p:nvSpPr>
        <p:spPr>
          <a:xfrm>
            <a:off x="-3977513" y="2415426"/>
            <a:ext cx="5257500" cy="1585386"/>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6000" dirty="0"/>
              <a:t>Let it</a:t>
            </a:r>
            <a:br>
              <a:rPr lang="en-US" sz="6000" dirty="0"/>
            </a:br>
            <a:r>
              <a:rPr lang="en-US" sz="6000" dirty="0">
                <a:solidFill>
                  <a:schemeClr val="lt1"/>
                </a:solidFill>
              </a:rPr>
              <a:t>Grow</a:t>
            </a:r>
            <a:endParaRPr sz="6000" dirty="0">
              <a:solidFill>
                <a:schemeClr val="lt1"/>
              </a:solidFill>
            </a:endParaRPr>
          </a:p>
        </p:txBody>
      </p:sp>
      <p:sp>
        <p:nvSpPr>
          <p:cNvPr id="828" name="Google Shape;828;p35"/>
          <p:cNvSpPr txBox="1">
            <a:spLocks noGrp="1"/>
          </p:cNvSpPr>
          <p:nvPr>
            <p:ph type="subTitle" idx="1"/>
          </p:nvPr>
        </p:nvSpPr>
        <p:spPr>
          <a:xfrm>
            <a:off x="1943301" y="3450987"/>
            <a:ext cx="5257500" cy="994969"/>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US" dirty="0"/>
              <a:t>by: </a:t>
            </a:r>
          </a:p>
          <a:p>
            <a:pPr marL="0" lvl="0" indent="0" rtl="0">
              <a:spcBef>
                <a:spcPts val="0"/>
              </a:spcBef>
              <a:spcAft>
                <a:spcPts val="0"/>
              </a:spcAft>
              <a:buNone/>
            </a:pPr>
            <a:r>
              <a:rPr lang="en-US" dirty="0"/>
              <a:t>Salma Hossam</a:t>
            </a:r>
          </a:p>
          <a:p>
            <a:pPr marL="0" lvl="0" indent="0" rtl="0">
              <a:spcBef>
                <a:spcPts val="0"/>
              </a:spcBef>
              <a:spcAft>
                <a:spcPts val="0"/>
              </a:spcAft>
              <a:buNone/>
            </a:pPr>
            <a:r>
              <a:rPr lang="en-US" dirty="0"/>
              <a:t>Anas Ayman</a:t>
            </a:r>
          </a:p>
          <a:p>
            <a:pPr marL="0" lvl="0" indent="0" rtl="0">
              <a:spcBef>
                <a:spcPts val="0"/>
              </a:spcBef>
              <a:spcAft>
                <a:spcPts val="0"/>
              </a:spcAft>
              <a:buNone/>
            </a:pPr>
            <a:r>
              <a:rPr lang="en-US" dirty="0"/>
              <a:t>Salma AlWardany</a:t>
            </a:r>
          </a:p>
        </p:txBody>
      </p:sp>
      <p:sp>
        <p:nvSpPr>
          <p:cNvPr id="829" name="Google Shape;829;p35"/>
          <p:cNvSpPr/>
          <p:nvPr/>
        </p:nvSpPr>
        <p:spPr>
          <a:xfrm>
            <a:off x="342574" y="2339724"/>
            <a:ext cx="1896" cy="5688"/>
          </a:xfrm>
          <a:custGeom>
            <a:avLst/>
            <a:gdLst/>
            <a:ahLst/>
            <a:cxnLst/>
            <a:rect l="l" t="t" r="r" b="b"/>
            <a:pathLst>
              <a:path w="17" h="51" extrusionOk="0">
                <a:moveTo>
                  <a:pt x="16" y="1"/>
                </a:moveTo>
                <a:lnTo>
                  <a:pt x="1" y="51"/>
                </a:lnTo>
                <a:cubicBezTo>
                  <a:pt x="16" y="36"/>
                  <a:pt x="16" y="20"/>
                  <a:pt x="16" y="1"/>
                </a:cubicBezTo>
                <a:close/>
              </a:path>
            </a:pathLst>
          </a:custGeom>
          <a:solidFill>
            <a:srgbClr val="D0D6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30" name="Google Shape;830;p35"/>
          <p:cNvGrpSpPr/>
          <p:nvPr/>
        </p:nvGrpSpPr>
        <p:grpSpPr>
          <a:xfrm>
            <a:off x="104419" y="-3"/>
            <a:ext cx="996349" cy="2779469"/>
            <a:chOff x="104419" y="-3"/>
            <a:chExt cx="996349" cy="2779469"/>
          </a:xfrm>
        </p:grpSpPr>
        <p:grpSp>
          <p:nvGrpSpPr>
            <p:cNvPr id="831" name="Google Shape;831;p35"/>
            <p:cNvGrpSpPr/>
            <p:nvPr/>
          </p:nvGrpSpPr>
          <p:grpSpPr>
            <a:xfrm>
              <a:off x="104419" y="-3"/>
              <a:ext cx="996349" cy="2779469"/>
              <a:chOff x="4221490" y="3070967"/>
              <a:chExt cx="251845" cy="702560"/>
            </a:xfrm>
          </p:grpSpPr>
          <p:sp>
            <p:nvSpPr>
              <p:cNvPr id="832" name="Google Shape;832;p35"/>
              <p:cNvSpPr/>
              <p:nvPr/>
            </p:nvSpPr>
            <p:spPr>
              <a:xfrm>
                <a:off x="4221490" y="3466089"/>
                <a:ext cx="232391" cy="307439"/>
              </a:xfrm>
              <a:custGeom>
                <a:avLst/>
                <a:gdLst/>
                <a:ahLst/>
                <a:cxnLst/>
                <a:rect l="l" t="t" r="r" b="b"/>
                <a:pathLst>
                  <a:path w="8243" h="10905" extrusionOk="0">
                    <a:moveTo>
                      <a:pt x="2603" y="0"/>
                    </a:moveTo>
                    <a:cubicBezTo>
                      <a:pt x="2386" y="0"/>
                      <a:pt x="2190" y="148"/>
                      <a:pt x="2137" y="368"/>
                    </a:cubicBezTo>
                    <a:lnTo>
                      <a:pt x="1959" y="1140"/>
                    </a:lnTo>
                    <a:cubicBezTo>
                      <a:pt x="1929" y="1221"/>
                      <a:pt x="1975" y="1286"/>
                      <a:pt x="2056" y="1317"/>
                    </a:cubicBezTo>
                    <a:lnTo>
                      <a:pt x="2071" y="1317"/>
                    </a:lnTo>
                    <a:cubicBezTo>
                      <a:pt x="2249" y="1363"/>
                      <a:pt x="2376" y="1556"/>
                      <a:pt x="2330" y="1734"/>
                    </a:cubicBezTo>
                    <a:cubicBezTo>
                      <a:pt x="2295" y="1830"/>
                      <a:pt x="2249" y="1911"/>
                      <a:pt x="2168" y="1961"/>
                    </a:cubicBezTo>
                    <a:cubicBezTo>
                      <a:pt x="2115" y="1991"/>
                      <a:pt x="2057" y="2008"/>
                      <a:pt x="1996" y="2008"/>
                    </a:cubicBezTo>
                    <a:cubicBezTo>
                      <a:pt x="1962" y="2008"/>
                      <a:pt x="1928" y="2003"/>
                      <a:pt x="1894" y="1992"/>
                    </a:cubicBezTo>
                    <a:cubicBezTo>
                      <a:pt x="1884" y="1990"/>
                      <a:pt x="1873" y="1989"/>
                      <a:pt x="1863" y="1989"/>
                    </a:cubicBezTo>
                    <a:cubicBezTo>
                      <a:pt x="1794" y="1989"/>
                      <a:pt x="1733" y="2033"/>
                      <a:pt x="1717" y="2104"/>
                    </a:cubicBezTo>
                    <a:lnTo>
                      <a:pt x="1686" y="2231"/>
                    </a:lnTo>
                    <a:cubicBezTo>
                      <a:pt x="1670" y="2312"/>
                      <a:pt x="1717" y="2378"/>
                      <a:pt x="1782" y="2393"/>
                    </a:cubicBezTo>
                    <a:lnTo>
                      <a:pt x="1798" y="2409"/>
                    </a:lnTo>
                    <a:cubicBezTo>
                      <a:pt x="1990" y="2443"/>
                      <a:pt x="2102" y="2636"/>
                      <a:pt x="2056" y="2829"/>
                    </a:cubicBezTo>
                    <a:cubicBezTo>
                      <a:pt x="2040" y="2926"/>
                      <a:pt x="1975" y="3003"/>
                      <a:pt x="1894" y="3053"/>
                    </a:cubicBezTo>
                    <a:cubicBezTo>
                      <a:pt x="1841" y="3083"/>
                      <a:pt x="1783" y="3101"/>
                      <a:pt x="1721" y="3101"/>
                    </a:cubicBezTo>
                    <a:cubicBezTo>
                      <a:pt x="1688" y="3101"/>
                      <a:pt x="1654" y="3096"/>
                      <a:pt x="1620" y="3084"/>
                    </a:cubicBezTo>
                    <a:cubicBezTo>
                      <a:pt x="1612" y="3082"/>
                      <a:pt x="1604" y="3081"/>
                      <a:pt x="1596" y="3081"/>
                    </a:cubicBezTo>
                    <a:cubicBezTo>
                      <a:pt x="1539" y="3081"/>
                      <a:pt x="1475" y="3126"/>
                      <a:pt x="1462" y="3180"/>
                    </a:cubicBezTo>
                    <a:lnTo>
                      <a:pt x="1427" y="3327"/>
                    </a:lnTo>
                    <a:cubicBezTo>
                      <a:pt x="1412" y="3408"/>
                      <a:pt x="1462" y="3469"/>
                      <a:pt x="1524" y="3485"/>
                    </a:cubicBezTo>
                    <a:cubicBezTo>
                      <a:pt x="1717" y="3535"/>
                      <a:pt x="1832" y="3728"/>
                      <a:pt x="1782" y="3921"/>
                    </a:cubicBezTo>
                    <a:cubicBezTo>
                      <a:pt x="1767" y="4017"/>
                      <a:pt x="1701" y="4098"/>
                      <a:pt x="1620" y="4129"/>
                    </a:cubicBezTo>
                    <a:cubicBezTo>
                      <a:pt x="1574" y="4167"/>
                      <a:pt x="1507" y="4185"/>
                      <a:pt x="1436" y="4185"/>
                    </a:cubicBezTo>
                    <a:cubicBezTo>
                      <a:pt x="1413" y="4185"/>
                      <a:pt x="1389" y="4183"/>
                      <a:pt x="1366" y="4179"/>
                    </a:cubicBezTo>
                    <a:cubicBezTo>
                      <a:pt x="1354" y="4176"/>
                      <a:pt x="1342" y="4175"/>
                      <a:pt x="1331" y="4175"/>
                    </a:cubicBezTo>
                    <a:cubicBezTo>
                      <a:pt x="1266" y="4175"/>
                      <a:pt x="1217" y="4220"/>
                      <a:pt x="1204" y="4276"/>
                    </a:cubicBezTo>
                    <a:lnTo>
                      <a:pt x="787" y="6011"/>
                    </a:lnTo>
                    <a:lnTo>
                      <a:pt x="46" y="9062"/>
                    </a:lnTo>
                    <a:cubicBezTo>
                      <a:pt x="0" y="9321"/>
                      <a:pt x="143" y="9560"/>
                      <a:pt x="401" y="9625"/>
                    </a:cubicBezTo>
                    <a:lnTo>
                      <a:pt x="5527" y="10894"/>
                    </a:lnTo>
                    <a:cubicBezTo>
                      <a:pt x="5561" y="10901"/>
                      <a:pt x="5595" y="10904"/>
                      <a:pt x="5628" y="10904"/>
                    </a:cubicBezTo>
                    <a:cubicBezTo>
                      <a:pt x="5846" y="10904"/>
                      <a:pt x="6033" y="10764"/>
                      <a:pt x="6090" y="10543"/>
                    </a:cubicBezTo>
                    <a:lnTo>
                      <a:pt x="6827" y="7488"/>
                    </a:lnTo>
                    <a:lnTo>
                      <a:pt x="7247" y="5737"/>
                    </a:lnTo>
                    <a:cubicBezTo>
                      <a:pt x="7263" y="5672"/>
                      <a:pt x="7213" y="5606"/>
                      <a:pt x="7167" y="5606"/>
                    </a:cubicBezTo>
                    <a:lnTo>
                      <a:pt x="7151" y="5591"/>
                    </a:lnTo>
                    <a:cubicBezTo>
                      <a:pt x="6958" y="5545"/>
                      <a:pt x="6846" y="5367"/>
                      <a:pt x="6893" y="5174"/>
                    </a:cubicBezTo>
                    <a:cubicBezTo>
                      <a:pt x="6908" y="5078"/>
                      <a:pt x="6974" y="4997"/>
                      <a:pt x="7055" y="4951"/>
                    </a:cubicBezTo>
                    <a:cubicBezTo>
                      <a:pt x="7107" y="4918"/>
                      <a:pt x="7167" y="4900"/>
                      <a:pt x="7223" y="4900"/>
                    </a:cubicBezTo>
                    <a:cubicBezTo>
                      <a:pt x="7253" y="4900"/>
                      <a:pt x="7282" y="4905"/>
                      <a:pt x="7309" y="4916"/>
                    </a:cubicBezTo>
                    <a:lnTo>
                      <a:pt x="7328" y="4916"/>
                    </a:lnTo>
                    <a:cubicBezTo>
                      <a:pt x="7337" y="4918"/>
                      <a:pt x="7345" y="4919"/>
                      <a:pt x="7353" y="4919"/>
                    </a:cubicBezTo>
                    <a:cubicBezTo>
                      <a:pt x="7403" y="4919"/>
                      <a:pt x="7442" y="4878"/>
                      <a:pt x="7456" y="4835"/>
                    </a:cubicBezTo>
                    <a:lnTo>
                      <a:pt x="7502" y="4642"/>
                    </a:lnTo>
                    <a:cubicBezTo>
                      <a:pt x="7521" y="4580"/>
                      <a:pt x="7487" y="4530"/>
                      <a:pt x="7425" y="4515"/>
                    </a:cubicBezTo>
                    <a:cubicBezTo>
                      <a:pt x="7232" y="4468"/>
                      <a:pt x="7116" y="4276"/>
                      <a:pt x="7151" y="4083"/>
                    </a:cubicBezTo>
                    <a:cubicBezTo>
                      <a:pt x="7182" y="3986"/>
                      <a:pt x="7247" y="3905"/>
                      <a:pt x="7309" y="3855"/>
                    </a:cubicBezTo>
                    <a:cubicBezTo>
                      <a:pt x="7366" y="3833"/>
                      <a:pt x="7431" y="3812"/>
                      <a:pt x="7499" y="3812"/>
                    </a:cubicBezTo>
                    <a:cubicBezTo>
                      <a:pt x="7527" y="3812"/>
                      <a:pt x="7555" y="3815"/>
                      <a:pt x="7583" y="3824"/>
                    </a:cubicBezTo>
                    <a:cubicBezTo>
                      <a:pt x="7594" y="3827"/>
                      <a:pt x="7605" y="3828"/>
                      <a:pt x="7616" y="3828"/>
                    </a:cubicBezTo>
                    <a:cubicBezTo>
                      <a:pt x="7670" y="3828"/>
                      <a:pt x="7717" y="3798"/>
                      <a:pt x="7730" y="3743"/>
                    </a:cubicBezTo>
                    <a:lnTo>
                      <a:pt x="7776" y="3550"/>
                    </a:lnTo>
                    <a:cubicBezTo>
                      <a:pt x="7776" y="3485"/>
                      <a:pt x="7745" y="3439"/>
                      <a:pt x="7679" y="3423"/>
                    </a:cubicBezTo>
                    <a:cubicBezTo>
                      <a:pt x="7487" y="3373"/>
                      <a:pt x="7375" y="3180"/>
                      <a:pt x="7425" y="2987"/>
                    </a:cubicBezTo>
                    <a:cubicBezTo>
                      <a:pt x="7456" y="2891"/>
                      <a:pt x="7502" y="2829"/>
                      <a:pt x="7583" y="2779"/>
                    </a:cubicBezTo>
                    <a:cubicBezTo>
                      <a:pt x="7643" y="2745"/>
                      <a:pt x="7711" y="2725"/>
                      <a:pt x="7782" y="2725"/>
                    </a:cubicBezTo>
                    <a:cubicBezTo>
                      <a:pt x="7807" y="2725"/>
                      <a:pt x="7832" y="2728"/>
                      <a:pt x="7857" y="2733"/>
                    </a:cubicBezTo>
                    <a:cubicBezTo>
                      <a:pt x="7866" y="2737"/>
                      <a:pt x="7874" y="2739"/>
                      <a:pt x="7881" y="2739"/>
                    </a:cubicBezTo>
                    <a:cubicBezTo>
                      <a:pt x="7900" y="2739"/>
                      <a:pt x="7916" y="2727"/>
                      <a:pt x="7938" y="2713"/>
                    </a:cubicBezTo>
                    <a:cubicBezTo>
                      <a:pt x="7953" y="2698"/>
                      <a:pt x="7984" y="2683"/>
                      <a:pt x="7984" y="2652"/>
                    </a:cubicBezTo>
                    <a:lnTo>
                      <a:pt x="8177" y="1830"/>
                    </a:lnTo>
                    <a:cubicBezTo>
                      <a:pt x="8243" y="1591"/>
                      <a:pt x="8081" y="1333"/>
                      <a:pt x="7841" y="1267"/>
                    </a:cubicBezTo>
                    <a:lnTo>
                      <a:pt x="2715" y="14"/>
                    </a:lnTo>
                    <a:cubicBezTo>
                      <a:pt x="2678" y="4"/>
                      <a:pt x="2640" y="0"/>
                      <a:pt x="26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35"/>
              <p:cNvSpPr/>
              <p:nvPr/>
            </p:nvSpPr>
            <p:spPr>
              <a:xfrm>
                <a:off x="4398625" y="3294761"/>
                <a:ext cx="74710" cy="49929"/>
              </a:xfrm>
              <a:custGeom>
                <a:avLst/>
                <a:gdLst/>
                <a:ahLst/>
                <a:cxnLst/>
                <a:rect l="l" t="t" r="r" b="b"/>
                <a:pathLst>
                  <a:path w="2650" h="1771" extrusionOk="0">
                    <a:moveTo>
                      <a:pt x="899" y="0"/>
                    </a:moveTo>
                    <a:cubicBezTo>
                      <a:pt x="255" y="81"/>
                      <a:pt x="62" y="629"/>
                      <a:pt x="0" y="644"/>
                    </a:cubicBezTo>
                    <a:lnTo>
                      <a:pt x="2137" y="1771"/>
                    </a:lnTo>
                    <a:cubicBezTo>
                      <a:pt x="2650" y="1238"/>
                      <a:pt x="2203" y="517"/>
                      <a:pt x="2203" y="517"/>
                    </a:cubicBezTo>
                    <a:lnTo>
                      <a:pt x="2203" y="517"/>
                    </a:lnTo>
                    <a:lnTo>
                      <a:pt x="1396" y="710"/>
                    </a:lnTo>
                    <a:cubicBezTo>
                      <a:pt x="1396" y="710"/>
                      <a:pt x="1366" y="691"/>
                      <a:pt x="89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35"/>
              <p:cNvSpPr/>
              <p:nvPr/>
            </p:nvSpPr>
            <p:spPr>
              <a:xfrm>
                <a:off x="4354673" y="3341787"/>
                <a:ext cx="69297" cy="218097"/>
              </a:xfrm>
              <a:custGeom>
                <a:avLst/>
                <a:gdLst/>
                <a:ahLst/>
                <a:cxnLst/>
                <a:rect l="l" t="t" r="r" b="b"/>
                <a:pathLst>
                  <a:path w="2458" h="7736" extrusionOk="0">
                    <a:moveTo>
                      <a:pt x="2341" y="1"/>
                    </a:moveTo>
                    <a:cubicBezTo>
                      <a:pt x="2292" y="1"/>
                      <a:pt x="2247" y="31"/>
                      <a:pt x="2234" y="68"/>
                    </a:cubicBezTo>
                    <a:cubicBezTo>
                      <a:pt x="884" y="3346"/>
                      <a:pt x="16" y="7558"/>
                      <a:pt x="1" y="7589"/>
                    </a:cubicBezTo>
                    <a:cubicBezTo>
                      <a:pt x="1" y="7655"/>
                      <a:pt x="32" y="7720"/>
                      <a:pt x="97" y="7736"/>
                    </a:cubicBezTo>
                    <a:lnTo>
                      <a:pt x="113" y="7736"/>
                    </a:lnTo>
                    <a:cubicBezTo>
                      <a:pt x="175" y="7736"/>
                      <a:pt x="209" y="7686"/>
                      <a:pt x="225" y="7639"/>
                    </a:cubicBezTo>
                    <a:cubicBezTo>
                      <a:pt x="240" y="7589"/>
                      <a:pt x="1093" y="3412"/>
                      <a:pt x="2427" y="149"/>
                    </a:cubicBezTo>
                    <a:cubicBezTo>
                      <a:pt x="2458" y="103"/>
                      <a:pt x="2427" y="37"/>
                      <a:pt x="2377" y="6"/>
                    </a:cubicBezTo>
                    <a:cubicBezTo>
                      <a:pt x="2365" y="2"/>
                      <a:pt x="2353" y="1"/>
                      <a:pt x="23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35"/>
              <p:cNvSpPr/>
              <p:nvPr/>
            </p:nvSpPr>
            <p:spPr>
              <a:xfrm>
                <a:off x="4358281" y="3433836"/>
                <a:ext cx="101916" cy="107893"/>
              </a:xfrm>
              <a:custGeom>
                <a:avLst/>
                <a:gdLst/>
                <a:ahLst/>
                <a:cxnLst/>
                <a:rect l="l" t="t" r="r" b="b"/>
                <a:pathLst>
                  <a:path w="3615" h="3827" extrusionOk="0">
                    <a:moveTo>
                      <a:pt x="3614" y="0"/>
                    </a:moveTo>
                    <a:cubicBezTo>
                      <a:pt x="1397" y="1447"/>
                      <a:pt x="0" y="3827"/>
                      <a:pt x="0" y="3827"/>
                    </a:cubicBezTo>
                    <a:cubicBezTo>
                      <a:pt x="0" y="3827"/>
                      <a:pt x="2989" y="2766"/>
                      <a:pt x="361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35"/>
              <p:cNvSpPr/>
              <p:nvPr/>
            </p:nvSpPr>
            <p:spPr>
              <a:xfrm>
                <a:off x="4312919" y="3395325"/>
                <a:ext cx="58105" cy="146855"/>
              </a:xfrm>
              <a:custGeom>
                <a:avLst/>
                <a:gdLst/>
                <a:ahLst/>
                <a:cxnLst/>
                <a:rect l="l" t="t" r="r" b="b"/>
                <a:pathLst>
                  <a:path w="2061" h="5209" extrusionOk="0">
                    <a:moveTo>
                      <a:pt x="1077" y="1"/>
                    </a:moveTo>
                    <a:lnTo>
                      <a:pt x="1077" y="1"/>
                    </a:lnTo>
                    <a:cubicBezTo>
                      <a:pt x="1" y="2620"/>
                      <a:pt x="1818" y="5208"/>
                      <a:pt x="1818" y="5208"/>
                    </a:cubicBezTo>
                    <a:cubicBezTo>
                      <a:pt x="1818" y="5208"/>
                      <a:pt x="2061" y="2462"/>
                      <a:pt x="107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35"/>
              <p:cNvSpPr/>
              <p:nvPr/>
            </p:nvSpPr>
            <p:spPr>
              <a:xfrm>
                <a:off x="4376438" y="3400766"/>
                <a:ext cx="72004" cy="75725"/>
              </a:xfrm>
              <a:custGeom>
                <a:avLst/>
                <a:gdLst/>
                <a:ahLst/>
                <a:cxnLst/>
                <a:rect l="l" t="t" r="r" b="b"/>
                <a:pathLst>
                  <a:path w="2554" h="2686" extrusionOk="0">
                    <a:moveTo>
                      <a:pt x="2554" y="1"/>
                    </a:moveTo>
                    <a:lnTo>
                      <a:pt x="2554" y="1"/>
                    </a:lnTo>
                    <a:cubicBezTo>
                      <a:pt x="980" y="1015"/>
                      <a:pt x="0" y="2685"/>
                      <a:pt x="0" y="2685"/>
                    </a:cubicBezTo>
                    <a:cubicBezTo>
                      <a:pt x="0" y="2685"/>
                      <a:pt x="2102" y="1945"/>
                      <a:pt x="25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35"/>
              <p:cNvSpPr/>
              <p:nvPr/>
            </p:nvSpPr>
            <p:spPr>
              <a:xfrm>
                <a:off x="4381879" y="3400766"/>
                <a:ext cx="66562" cy="73864"/>
              </a:xfrm>
              <a:custGeom>
                <a:avLst/>
                <a:gdLst/>
                <a:ahLst/>
                <a:cxnLst/>
                <a:rect l="l" t="t" r="r" b="b"/>
                <a:pathLst>
                  <a:path w="2361" h="2620" extrusionOk="0">
                    <a:moveTo>
                      <a:pt x="2361" y="1"/>
                    </a:moveTo>
                    <a:lnTo>
                      <a:pt x="0" y="2620"/>
                    </a:lnTo>
                    <a:cubicBezTo>
                      <a:pt x="0" y="2620"/>
                      <a:pt x="1863" y="1945"/>
                      <a:pt x="236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35"/>
              <p:cNvSpPr/>
              <p:nvPr/>
            </p:nvSpPr>
            <p:spPr>
              <a:xfrm>
                <a:off x="4357830" y="3347820"/>
                <a:ext cx="40823" cy="104622"/>
              </a:xfrm>
              <a:custGeom>
                <a:avLst/>
                <a:gdLst/>
                <a:ahLst/>
                <a:cxnLst/>
                <a:rect l="l" t="t" r="r" b="b"/>
                <a:pathLst>
                  <a:path w="1448" h="3711" extrusionOk="0">
                    <a:moveTo>
                      <a:pt x="1011" y="0"/>
                    </a:moveTo>
                    <a:lnTo>
                      <a:pt x="1011" y="0"/>
                    </a:lnTo>
                    <a:cubicBezTo>
                      <a:pt x="1" y="1721"/>
                      <a:pt x="996" y="3711"/>
                      <a:pt x="996" y="3711"/>
                    </a:cubicBezTo>
                    <a:cubicBezTo>
                      <a:pt x="996" y="3711"/>
                      <a:pt x="1447" y="1833"/>
                      <a:pt x="101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35"/>
              <p:cNvSpPr/>
              <p:nvPr/>
            </p:nvSpPr>
            <p:spPr>
              <a:xfrm>
                <a:off x="4357830" y="3347820"/>
                <a:ext cx="28531" cy="96926"/>
              </a:xfrm>
              <a:custGeom>
                <a:avLst/>
                <a:gdLst/>
                <a:ahLst/>
                <a:cxnLst/>
                <a:rect l="l" t="t" r="r" b="b"/>
                <a:pathLst>
                  <a:path w="1012" h="3438" extrusionOk="0">
                    <a:moveTo>
                      <a:pt x="1011" y="0"/>
                    </a:moveTo>
                    <a:cubicBezTo>
                      <a:pt x="1" y="1624"/>
                      <a:pt x="884" y="3437"/>
                      <a:pt x="884" y="3437"/>
                    </a:cubicBezTo>
                    <a:lnTo>
                      <a:pt x="101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35"/>
              <p:cNvSpPr/>
              <p:nvPr/>
            </p:nvSpPr>
            <p:spPr>
              <a:xfrm>
                <a:off x="4392197" y="3307223"/>
                <a:ext cx="71694" cy="49280"/>
              </a:xfrm>
              <a:custGeom>
                <a:avLst/>
                <a:gdLst/>
                <a:ahLst/>
                <a:cxnLst/>
                <a:rect l="l" t="t" r="r" b="b"/>
                <a:pathLst>
                  <a:path w="2543" h="1748" extrusionOk="0">
                    <a:moveTo>
                      <a:pt x="950" y="1"/>
                    </a:moveTo>
                    <a:cubicBezTo>
                      <a:pt x="612" y="1"/>
                      <a:pt x="317" y="139"/>
                      <a:pt x="194" y="395"/>
                    </a:cubicBezTo>
                    <a:cubicBezTo>
                      <a:pt x="1" y="796"/>
                      <a:pt x="309" y="1329"/>
                      <a:pt x="853" y="1599"/>
                    </a:cubicBezTo>
                    <a:cubicBezTo>
                      <a:pt x="1070" y="1698"/>
                      <a:pt x="1313" y="1747"/>
                      <a:pt x="1541" y="1747"/>
                    </a:cubicBezTo>
                    <a:cubicBezTo>
                      <a:pt x="1905" y="1747"/>
                      <a:pt x="2231" y="1622"/>
                      <a:pt x="2350" y="1375"/>
                    </a:cubicBezTo>
                    <a:cubicBezTo>
                      <a:pt x="2542" y="974"/>
                      <a:pt x="2107" y="411"/>
                      <a:pt x="1543" y="137"/>
                    </a:cubicBezTo>
                    <a:cubicBezTo>
                      <a:pt x="1347" y="45"/>
                      <a:pt x="1142" y="1"/>
                      <a:pt x="95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35"/>
              <p:cNvSpPr/>
              <p:nvPr/>
            </p:nvSpPr>
            <p:spPr>
              <a:xfrm>
                <a:off x="4383599" y="3298455"/>
                <a:ext cx="88440" cy="68959"/>
              </a:xfrm>
              <a:custGeom>
                <a:avLst/>
                <a:gdLst/>
                <a:ahLst/>
                <a:cxnLst/>
                <a:rect l="l" t="t" r="r" b="b"/>
                <a:pathLst>
                  <a:path w="3137" h="2446" extrusionOk="0">
                    <a:moveTo>
                      <a:pt x="580" y="0"/>
                    </a:moveTo>
                    <a:lnTo>
                      <a:pt x="580" y="0"/>
                    </a:lnTo>
                    <a:cubicBezTo>
                      <a:pt x="51" y="432"/>
                      <a:pt x="1" y="1813"/>
                      <a:pt x="1062" y="2315"/>
                    </a:cubicBezTo>
                    <a:cubicBezTo>
                      <a:pt x="1254" y="2405"/>
                      <a:pt x="1453" y="2446"/>
                      <a:pt x="1649" y="2446"/>
                    </a:cubicBezTo>
                    <a:cubicBezTo>
                      <a:pt x="2387" y="2446"/>
                      <a:pt x="3073" y="1869"/>
                      <a:pt x="3137" y="1219"/>
                    </a:cubicBezTo>
                    <a:cubicBezTo>
                      <a:pt x="3011" y="1178"/>
                      <a:pt x="2896" y="1163"/>
                      <a:pt x="2794" y="1163"/>
                    </a:cubicBezTo>
                    <a:cubicBezTo>
                      <a:pt x="2507" y="1163"/>
                      <a:pt x="2331" y="1285"/>
                      <a:pt x="2331" y="1285"/>
                    </a:cubicBezTo>
                    <a:cubicBezTo>
                      <a:pt x="2331" y="1285"/>
                      <a:pt x="2446" y="529"/>
                      <a:pt x="2010" y="305"/>
                    </a:cubicBezTo>
                    <a:cubicBezTo>
                      <a:pt x="1944" y="269"/>
                      <a:pt x="1875" y="253"/>
                      <a:pt x="1806" y="253"/>
                    </a:cubicBezTo>
                    <a:cubicBezTo>
                      <a:pt x="1442" y="253"/>
                      <a:pt x="1077" y="675"/>
                      <a:pt x="1077" y="675"/>
                    </a:cubicBezTo>
                    <a:cubicBezTo>
                      <a:pt x="1077" y="675"/>
                      <a:pt x="853" y="159"/>
                      <a:pt x="58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35"/>
              <p:cNvSpPr/>
              <p:nvPr/>
            </p:nvSpPr>
            <p:spPr>
              <a:xfrm>
                <a:off x="4249091" y="3532257"/>
                <a:ext cx="165434" cy="223369"/>
              </a:xfrm>
              <a:custGeom>
                <a:avLst/>
                <a:gdLst/>
                <a:ahLst/>
                <a:cxnLst/>
                <a:rect l="l" t="t" r="r" b="b"/>
                <a:pathLst>
                  <a:path w="5868" h="7923" extrusionOk="0">
                    <a:moveTo>
                      <a:pt x="1686" y="0"/>
                    </a:moveTo>
                    <a:lnTo>
                      <a:pt x="1" y="6893"/>
                    </a:lnTo>
                    <a:lnTo>
                      <a:pt x="4178" y="7922"/>
                    </a:lnTo>
                    <a:lnTo>
                      <a:pt x="5867" y="1026"/>
                    </a:lnTo>
                    <a:lnTo>
                      <a:pt x="168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35"/>
              <p:cNvSpPr/>
              <p:nvPr/>
            </p:nvSpPr>
            <p:spPr>
              <a:xfrm>
                <a:off x="4255829" y="3596931"/>
                <a:ext cx="143246" cy="131941"/>
              </a:xfrm>
              <a:custGeom>
                <a:avLst/>
                <a:gdLst/>
                <a:ahLst/>
                <a:cxnLst/>
                <a:rect l="l" t="t" r="r" b="b"/>
                <a:pathLst>
                  <a:path w="5081" h="4680" extrusionOk="0">
                    <a:moveTo>
                      <a:pt x="884" y="1"/>
                    </a:moveTo>
                    <a:lnTo>
                      <a:pt x="325" y="2284"/>
                    </a:lnTo>
                    <a:lnTo>
                      <a:pt x="4502" y="3279"/>
                    </a:lnTo>
                    <a:lnTo>
                      <a:pt x="4390" y="3796"/>
                    </a:lnTo>
                    <a:lnTo>
                      <a:pt x="5081" y="919"/>
                    </a:lnTo>
                    <a:lnTo>
                      <a:pt x="4776" y="853"/>
                    </a:lnTo>
                    <a:cubicBezTo>
                      <a:pt x="4776" y="1289"/>
                      <a:pt x="4437" y="1594"/>
                      <a:pt x="4051" y="1594"/>
                    </a:cubicBezTo>
                    <a:cubicBezTo>
                      <a:pt x="3873" y="1594"/>
                      <a:pt x="3715" y="1544"/>
                      <a:pt x="3553" y="1417"/>
                    </a:cubicBezTo>
                    <a:cubicBezTo>
                      <a:pt x="3441" y="1320"/>
                      <a:pt x="3360" y="1193"/>
                      <a:pt x="3345" y="1062"/>
                    </a:cubicBezTo>
                    <a:cubicBezTo>
                      <a:pt x="3295" y="869"/>
                      <a:pt x="3330" y="695"/>
                      <a:pt x="3391" y="549"/>
                    </a:cubicBezTo>
                    <a:lnTo>
                      <a:pt x="884" y="1"/>
                    </a:lnTo>
                    <a:close/>
                    <a:moveTo>
                      <a:pt x="163" y="2990"/>
                    </a:moveTo>
                    <a:lnTo>
                      <a:pt x="1" y="3650"/>
                    </a:lnTo>
                    <a:lnTo>
                      <a:pt x="4163" y="4680"/>
                    </a:lnTo>
                    <a:lnTo>
                      <a:pt x="4325" y="4005"/>
                    </a:lnTo>
                    <a:lnTo>
                      <a:pt x="163" y="299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35"/>
              <p:cNvSpPr/>
              <p:nvPr/>
            </p:nvSpPr>
            <p:spPr>
              <a:xfrm>
                <a:off x="4351431" y="3601075"/>
                <a:ext cx="39047" cy="19932"/>
              </a:xfrm>
              <a:custGeom>
                <a:avLst/>
                <a:gdLst/>
                <a:ahLst/>
                <a:cxnLst/>
                <a:rect l="l" t="t" r="r" b="b"/>
                <a:pathLst>
                  <a:path w="1385" h="707" extrusionOk="0">
                    <a:moveTo>
                      <a:pt x="660" y="1"/>
                    </a:moveTo>
                    <a:cubicBezTo>
                      <a:pt x="371" y="1"/>
                      <a:pt x="131" y="163"/>
                      <a:pt x="0" y="402"/>
                    </a:cubicBezTo>
                    <a:lnTo>
                      <a:pt x="1385" y="706"/>
                    </a:lnTo>
                    <a:cubicBezTo>
                      <a:pt x="1385" y="660"/>
                      <a:pt x="1370" y="595"/>
                      <a:pt x="1370" y="548"/>
                    </a:cubicBezTo>
                    <a:cubicBezTo>
                      <a:pt x="1335" y="402"/>
                      <a:pt x="1254" y="274"/>
                      <a:pt x="1142" y="178"/>
                    </a:cubicBezTo>
                    <a:cubicBezTo>
                      <a:pt x="984" y="66"/>
                      <a:pt x="822" y="1"/>
                      <a:pt x="6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35"/>
              <p:cNvSpPr/>
              <p:nvPr/>
            </p:nvSpPr>
            <p:spPr>
              <a:xfrm>
                <a:off x="4348696" y="3612381"/>
                <a:ext cx="41781" cy="29489"/>
              </a:xfrm>
              <a:custGeom>
                <a:avLst/>
                <a:gdLst/>
                <a:ahLst/>
                <a:cxnLst/>
                <a:rect l="l" t="t" r="r" b="b"/>
                <a:pathLst>
                  <a:path w="1482" h="1046" extrusionOk="0">
                    <a:moveTo>
                      <a:pt x="97" y="1"/>
                    </a:moveTo>
                    <a:cubicBezTo>
                      <a:pt x="36" y="147"/>
                      <a:pt x="1" y="321"/>
                      <a:pt x="51" y="514"/>
                    </a:cubicBezTo>
                    <a:cubicBezTo>
                      <a:pt x="66" y="645"/>
                      <a:pt x="147" y="772"/>
                      <a:pt x="259" y="869"/>
                    </a:cubicBezTo>
                    <a:cubicBezTo>
                      <a:pt x="421" y="996"/>
                      <a:pt x="579" y="1046"/>
                      <a:pt x="757" y="1046"/>
                    </a:cubicBezTo>
                    <a:cubicBezTo>
                      <a:pt x="1143" y="1046"/>
                      <a:pt x="1482" y="741"/>
                      <a:pt x="1482" y="305"/>
                    </a:cubicBezTo>
                    <a:lnTo>
                      <a:pt x="97" y="1"/>
                    </a:lnTo>
                    <a:close/>
                  </a:path>
                </a:pathLst>
              </a:custGeom>
              <a:solidFill>
                <a:srgbClr val="0C22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35"/>
              <p:cNvSpPr/>
              <p:nvPr/>
            </p:nvSpPr>
            <p:spPr>
              <a:xfrm>
                <a:off x="4324253" y="3577901"/>
                <a:ext cx="24048" cy="20919"/>
              </a:xfrm>
              <a:custGeom>
                <a:avLst/>
                <a:gdLst/>
                <a:ahLst/>
                <a:cxnLst/>
                <a:rect l="l" t="t" r="r" b="b"/>
                <a:pathLst>
                  <a:path w="853" h="742" extrusionOk="0">
                    <a:moveTo>
                      <a:pt x="420" y="1"/>
                    </a:moveTo>
                    <a:cubicBezTo>
                      <a:pt x="193" y="1"/>
                      <a:pt x="0" y="213"/>
                      <a:pt x="66" y="483"/>
                    </a:cubicBezTo>
                    <a:cubicBezTo>
                      <a:pt x="81" y="549"/>
                      <a:pt x="116" y="599"/>
                      <a:pt x="162" y="630"/>
                    </a:cubicBezTo>
                    <a:cubicBezTo>
                      <a:pt x="243" y="711"/>
                      <a:pt x="339" y="742"/>
                      <a:pt x="420" y="742"/>
                    </a:cubicBezTo>
                    <a:cubicBezTo>
                      <a:pt x="644" y="742"/>
                      <a:pt x="852" y="533"/>
                      <a:pt x="771" y="259"/>
                    </a:cubicBezTo>
                    <a:cubicBezTo>
                      <a:pt x="771" y="194"/>
                      <a:pt x="741" y="148"/>
                      <a:pt x="694" y="117"/>
                    </a:cubicBezTo>
                    <a:cubicBezTo>
                      <a:pt x="613" y="36"/>
                      <a:pt x="517" y="1"/>
                      <a:pt x="4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35"/>
              <p:cNvSpPr/>
              <p:nvPr/>
            </p:nvSpPr>
            <p:spPr>
              <a:xfrm>
                <a:off x="4353714" y="3571163"/>
                <a:ext cx="13166" cy="11784"/>
              </a:xfrm>
              <a:custGeom>
                <a:avLst/>
                <a:gdLst/>
                <a:ahLst/>
                <a:cxnLst/>
                <a:rect l="l" t="t" r="r" b="b"/>
                <a:pathLst>
                  <a:path w="467" h="418" extrusionOk="0">
                    <a:moveTo>
                      <a:pt x="228" y="1"/>
                    </a:moveTo>
                    <a:cubicBezTo>
                      <a:pt x="112" y="1"/>
                      <a:pt x="0" y="113"/>
                      <a:pt x="35" y="275"/>
                    </a:cubicBezTo>
                    <a:cubicBezTo>
                      <a:pt x="35" y="306"/>
                      <a:pt x="66" y="336"/>
                      <a:pt x="97" y="371"/>
                    </a:cubicBezTo>
                    <a:cubicBezTo>
                      <a:pt x="131" y="402"/>
                      <a:pt x="178" y="417"/>
                      <a:pt x="228" y="417"/>
                    </a:cubicBezTo>
                    <a:cubicBezTo>
                      <a:pt x="355" y="417"/>
                      <a:pt x="467" y="306"/>
                      <a:pt x="436" y="163"/>
                    </a:cubicBezTo>
                    <a:cubicBezTo>
                      <a:pt x="421" y="113"/>
                      <a:pt x="401" y="82"/>
                      <a:pt x="371" y="66"/>
                    </a:cubicBezTo>
                    <a:cubicBezTo>
                      <a:pt x="324" y="16"/>
                      <a:pt x="274" y="1"/>
                      <a:pt x="2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35"/>
              <p:cNvSpPr/>
              <p:nvPr/>
            </p:nvSpPr>
            <p:spPr>
              <a:xfrm>
                <a:off x="4377734" y="3703951"/>
                <a:ext cx="1889" cy="5892"/>
              </a:xfrm>
              <a:custGeom>
                <a:avLst/>
                <a:gdLst/>
                <a:ahLst/>
                <a:cxnLst/>
                <a:rect l="l" t="t" r="r" b="b"/>
                <a:pathLst>
                  <a:path w="67" h="209" extrusionOk="0">
                    <a:moveTo>
                      <a:pt x="66" y="0"/>
                    </a:moveTo>
                    <a:lnTo>
                      <a:pt x="1" y="209"/>
                    </a:lnTo>
                    <a:lnTo>
                      <a:pt x="16" y="209"/>
                    </a:lnTo>
                    <a:lnTo>
                      <a:pt x="6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35"/>
              <p:cNvSpPr/>
              <p:nvPr/>
            </p:nvSpPr>
            <p:spPr>
              <a:xfrm>
                <a:off x="4260396" y="3661323"/>
                <a:ext cx="122384" cy="48519"/>
              </a:xfrm>
              <a:custGeom>
                <a:avLst/>
                <a:gdLst/>
                <a:ahLst/>
                <a:cxnLst/>
                <a:rect l="l" t="t" r="r" b="b"/>
                <a:pathLst>
                  <a:path w="4341" h="1721" extrusionOk="0">
                    <a:moveTo>
                      <a:pt x="163" y="0"/>
                    </a:moveTo>
                    <a:lnTo>
                      <a:pt x="1" y="706"/>
                    </a:lnTo>
                    <a:lnTo>
                      <a:pt x="4163" y="1721"/>
                    </a:lnTo>
                    <a:lnTo>
                      <a:pt x="4228" y="1512"/>
                    </a:lnTo>
                    <a:lnTo>
                      <a:pt x="4340" y="995"/>
                    </a:lnTo>
                    <a:lnTo>
                      <a:pt x="163" y="0"/>
                    </a:lnTo>
                    <a:close/>
                  </a:path>
                </a:pathLst>
              </a:custGeom>
              <a:solidFill>
                <a:srgbClr val="0C22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35"/>
              <p:cNvSpPr/>
              <p:nvPr/>
            </p:nvSpPr>
            <p:spPr>
              <a:xfrm>
                <a:off x="4222787" y="3693519"/>
                <a:ext cx="177162" cy="79728"/>
              </a:xfrm>
              <a:custGeom>
                <a:avLst/>
                <a:gdLst/>
                <a:ahLst/>
                <a:cxnLst/>
                <a:rect l="l" t="t" r="r" b="b"/>
                <a:pathLst>
                  <a:path w="6284" h="2828" extrusionOk="0">
                    <a:moveTo>
                      <a:pt x="243" y="0"/>
                    </a:moveTo>
                    <a:lnTo>
                      <a:pt x="0" y="995"/>
                    </a:lnTo>
                    <a:lnTo>
                      <a:pt x="0" y="1107"/>
                    </a:lnTo>
                    <a:cubicBezTo>
                      <a:pt x="0" y="1319"/>
                      <a:pt x="128" y="1512"/>
                      <a:pt x="355" y="1558"/>
                    </a:cubicBezTo>
                    <a:lnTo>
                      <a:pt x="5481" y="2827"/>
                    </a:lnTo>
                    <a:lnTo>
                      <a:pt x="5593" y="2827"/>
                    </a:lnTo>
                    <a:cubicBezTo>
                      <a:pt x="5801" y="2827"/>
                      <a:pt x="5994" y="2685"/>
                      <a:pt x="6044" y="2476"/>
                    </a:cubicBezTo>
                    <a:lnTo>
                      <a:pt x="6284" y="1477"/>
                    </a:lnTo>
                    <a:lnTo>
                      <a:pt x="5354" y="1254"/>
                    </a:lnTo>
                    <a:lnTo>
                      <a:pt x="5111" y="2202"/>
                    </a:lnTo>
                    <a:lnTo>
                      <a:pt x="934" y="1173"/>
                    </a:lnTo>
                    <a:lnTo>
                      <a:pt x="1158" y="224"/>
                    </a:lnTo>
                    <a:lnTo>
                      <a:pt x="243" y="0"/>
                    </a:lnTo>
                    <a:close/>
                  </a:path>
                </a:pathLst>
              </a:custGeom>
              <a:solidFill>
                <a:schemeClr val="accent3">
                  <a:alpha val="316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35"/>
              <p:cNvSpPr/>
              <p:nvPr/>
            </p:nvSpPr>
            <p:spPr>
              <a:xfrm>
                <a:off x="4366852" y="3728845"/>
                <a:ext cx="6879" cy="26783"/>
              </a:xfrm>
              <a:custGeom>
                <a:avLst/>
                <a:gdLst/>
                <a:ahLst/>
                <a:cxnLst/>
                <a:rect l="l" t="t" r="r" b="b"/>
                <a:pathLst>
                  <a:path w="244" h="950" extrusionOk="0">
                    <a:moveTo>
                      <a:pt x="225" y="1"/>
                    </a:moveTo>
                    <a:lnTo>
                      <a:pt x="1" y="949"/>
                    </a:lnTo>
                    <a:lnTo>
                      <a:pt x="24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35"/>
              <p:cNvSpPr/>
              <p:nvPr/>
            </p:nvSpPr>
            <p:spPr>
              <a:xfrm>
                <a:off x="4249091" y="3699806"/>
                <a:ext cx="124103" cy="55821"/>
              </a:xfrm>
              <a:custGeom>
                <a:avLst/>
                <a:gdLst/>
                <a:ahLst/>
                <a:cxnLst/>
                <a:rect l="l" t="t" r="r" b="b"/>
                <a:pathLst>
                  <a:path w="4402" h="1980" extrusionOk="0">
                    <a:moveTo>
                      <a:pt x="240" y="1"/>
                    </a:moveTo>
                    <a:lnTo>
                      <a:pt x="1" y="950"/>
                    </a:lnTo>
                    <a:lnTo>
                      <a:pt x="4178" y="1979"/>
                    </a:lnTo>
                    <a:lnTo>
                      <a:pt x="4402" y="1031"/>
                    </a:lnTo>
                    <a:lnTo>
                      <a:pt x="240" y="1"/>
                    </a:lnTo>
                    <a:close/>
                  </a:path>
                </a:pathLst>
              </a:custGeom>
              <a:solidFill>
                <a:srgbClr val="0C22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35"/>
              <p:cNvSpPr/>
              <p:nvPr/>
            </p:nvSpPr>
            <p:spPr>
              <a:xfrm>
                <a:off x="4280751" y="3513565"/>
                <a:ext cx="41781" cy="139637"/>
              </a:xfrm>
              <a:custGeom>
                <a:avLst/>
                <a:gdLst/>
                <a:ahLst/>
                <a:cxnLst/>
                <a:rect l="l" t="t" r="r" b="b"/>
                <a:pathLst>
                  <a:path w="1482" h="4953" extrusionOk="0">
                    <a:moveTo>
                      <a:pt x="1320" y="1"/>
                    </a:moveTo>
                    <a:cubicBezTo>
                      <a:pt x="1253" y="1"/>
                      <a:pt x="1190" y="45"/>
                      <a:pt x="1177" y="115"/>
                    </a:cubicBezTo>
                    <a:lnTo>
                      <a:pt x="35" y="4759"/>
                    </a:lnTo>
                    <a:cubicBezTo>
                      <a:pt x="0" y="4840"/>
                      <a:pt x="66" y="4921"/>
                      <a:pt x="131" y="4952"/>
                    </a:cubicBezTo>
                    <a:lnTo>
                      <a:pt x="178" y="4952"/>
                    </a:lnTo>
                    <a:cubicBezTo>
                      <a:pt x="243" y="4952"/>
                      <a:pt x="309" y="4906"/>
                      <a:pt x="324" y="4840"/>
                    </a:cubicBezTo>
                    <a:lnTo>
                      <a:pt x="1466" y="196"/>
                    </a:lnTo>
                    <a:cubicBezTo>
                      <a:pt x="1481" y="115"/>
                      <a:pt x="1431" y="34"/>
                      <a:pt x="1350" y="3"/>
                    </a:cubicBezTo>
                    <a:cubicBezTo>
                      <a:pt x="1340" y="1"/>
                      <a:pt x="1330" y="1"/>
                      <a:pt x="13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35"/>
              <p:cNvSpPr/>
              <p:nvPr/>
            </p:nvSpPr>
            <p:spPr>
              <a:xfrm>
                <a:off x="4277143" y="3461324"/>
                <a:ext cx="184041" cy="55257"/>
              </a:xfrm>
              <a:custGeom>
                <a:avLst/>
                <a:gdLst/>
                <a:ahLst/>
                <a:cxnLst/>
                <a:rect l="l" t="t" r="r" b="b"/>
                <a:pathLst>
                  <a:path w="6528" h="1960" extrusionOk="0">
                    <a:moveTo>
                      <a:pt x="261" y="1"/>
                    </a:moveTo>
                    <a:cubicBezTo>
                      <a:pt x="156" y="1"/>
                      <a:pt x="61" y="75"/>
                      <a:pt x="32" y="183"/>
                    </a:cubicBezTo>
                    <a:lnTo>
                      <a:pt x="32" y="202"/>
                    </a:lnTo>
                    <a:cubicBezTo>
                      <a:pt x="1" y="329"/>
                      <a:pt x="82" y="456"/>
                      <a:pt x="209" y="491"/>
                    </a:cubicBezTo>
                    <a:lnTo>
                      <a:pt x="6203" y="1953"/>
                    </a:lnTo>
                    <a:cubicBezTo>
                      <a:pt x="6222" y="1957"/>
                      <a:pt x="6241" y="1959"/>
                      <a:pt x="6259" y="1959"/>
                    </a:cubicBezTo>
                    <a:cubicBezTo>
                      <a:pt x="6369" y="1959"/>
                      <a:pt x="6466" y="1884"/>
                      <a:pt x="6492" y="1775"/>
                    </a:cubicBezTo>
                    <a:cubicBezTo>
                      <a:pt x="6527" y="1648"/>
                      <a:pt x="6461" y="1517"/>
                      <a:pt x="6334" y="1486"/>
                    </a:cubicBezTo>
                    <a:lnTo>
                      <a:pt x="321" y="9"/>
                    </a:lnTo>
                    <a:cubicBezTo>
                      <a:pt x="301" y="3"/>
                      <a:pt x="281" y="1"/>
                      <a:pt x="26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35"/>
              <p:cNvSpPr/>
              <p:nvPr/>
            </p:nvSpPr>
            <p:spPr>
              <a:xfrm>
                <a:off x="4279426" y="3474603"/>
                <a:ext cx="172623" cy="53538"/>
              </a:xfrm>
              <a:custGeom>
                <a:avLst/>
                <a:gdLst/>
                <a:ahLst/>
                <a:cxnLst/>
                <a:rect l="l" t="t" r="r" b="b"/>
                <a:pathLst>
                  <a:path w="6123" h="1899" extrusionOk="0">
                    <a:moveTo>
                      <a:pt x="97" y="1"/>
                    </a:moveTo>
                    <a:cubicBezTo>
                      <a:pt x="97" y="20"/>
                      <a:pt x="97" y="36"/>
                      <a:pt x="82" y="51"/>
                    </a:cubicBezTo>
                    <a:lnTo>
                      <a:pt x="82" y="66"/>
                    </a:lnTo>
                    <a:lnTo>
                      <a:pt x="1" y="421"/>
                    </a:lnTo>
                    <a:lnTo>
                      <a:pt x="2300" y="984"/>
                    </a:lnTo>
                    <a:cubicBezTo>
                      <a:pt x="2250" y="822"/>
                      <a:pt x="2203" y="676"/>
                      <a:pt x="2153" y="502"/>
                    </a:cubicBezTo>
                    <a:lnTo>
                      <a:pt x="97" y="1"/>
                    </a:lnTo>
                    <a:close/>
                    <a:moveTo>
                      <a:pt x="3006" y="710"/>
                    </a:moveTo>
                    <a:cubicBezTo>
                      <a:pt x="3006" y="869"/>
                      <a:pt x="3021" y="1015"/>
                      <a:pt x="3021" y="1158"/>
                    </a:cubicBezTo>
                    <a:lnTo>
                      <a:pt x="3071" y="1158"/>
                    </a:lnTo>
                    <a:cubicBezTo>
                      <a:pt x="3102" y="1031"/>
                      <a:pt x="3133" y="903"/>
                      <a:pt x="3168" y="757"/>
                    </a:cubicBezTo>
                    <a:lnTo>
                      <a:pt x="3006" y="710"/>
                    </a:lnTo>
                    <a:close/>
                    <a:moveTo>
                      <a:pt x="3391" y="807"/>
                    </a:moveTo>
                    <a:cubicBezTo>
                      <a:pt x="3360" y="950"/>
                      <a:pt x="3326" y="1096"/>
                      <a:pt x="3295" y="1223"/>
                    </a:cubicBezTo>
                    <a:lnTo>
                      <a:pt x="3553" y="1289"/>
                    </a:lnTo>
                    <a:cubicBezTo>
                      <a:pt x="3650" y="1177"/>
                      <a:pt x="3746" y="1046"/>
                      <a:pt x="3843" y="919"/>
                    </a:cubicBezTo>
                    <a:lnTo>
                      <a:pt x="3391" y="807"/>
                    </a:lnTo>
                    <a:close/>
                    <a:moveTo>
                      <a:pt x="4807" y="1158"/>
                    </a:moveTo>
                    <a:cubicBezTo>
                      <a:pt x="4660" y="1274"/>
                      <a:pt x="4533" y="1385"/>
                      <a:pt x="4386" y="1497"/>
                    </a:cubicBezTo>
                    <a:lnTo>
                      <a:pt x="6026" y="1898"/>
                    </a:lnTo>
                    <a:lnTo>
                      <a:pt x="6122" y="1482"/>
                    </a:lnTo>
                    <a:lnTo>
                      <a:pt x="4807" y="1158"/>
                    </a:lnTo>
                    <a:close/>
                  </a:path>
                </a:pathLst>
              </a:custGeom>
              <a:solidFill>
                <a:schemeClr val="accent3">
                  <a:alpha val="316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35"/>
              <p:cNvSpPr/>
              <p:nvPr/>
            </p:nvSpPr>
            <p:spPr>
              <a:xfrm>
                <a:off x="4366006" y="3495917"/>
                <a:ext cx="9050" cy="13194"/>
              </a:xfrm>
              <a:custGeom>
                <a:avLst/>
                <a:gdLst/>
                <a:ahLst/>
                <a:cxnLst/>
                <a:rect l="l" t="t" r="r" b="b"/>
                <a:pathLst>
                  <a:path w="321" h="468" extrusionOk="0">
                    <a:moveTo>
                      <a:pt x="97" y="1"/>
                    </a:moveTo>
                    <a:cubicBezTo>
                      <a:pt x="62" y="147"/>
                      <a:pt x="31" y="275"/>
                      <a:pt x="0" y="402"/>
                    </a:cubicBezTo>
                    <a:lnTo>
                      <a:pt x="224" y="467"/>
                    </a:lnTo>
                    <a:cubicBezTo>
                      <a:pt x="255" y="340"/>
                      <a:pt x="289" y="194"/>
                      <a:pt x="320" y="51"/>
                    </a:cubicBezTo>
                    <a:lnTo>
                      <a:pt x="97" y="1"/>
                    </a:lnTo>
                    <a:close/>
                  </a:path>
                </a:pathLst>
              </a:custGeom>
              <a:solidFill>
                <a:srgbClr val="86AC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35"/>
              <p:cNvSpPr/>
              <p:nvPr/>
            </p:nvSpPr>
            <p:spPr>
              <a:xfrm>
                <a:off x="4379595" y="3500484"/>
                <a:ext cx="35353" cy="16352"/>
              </a:xfrm>
              <a:custGeom>
                <a:avLst/>
                <a:gdLst/>
                <a:ahLst/>
                <a:cxnLst/>
                <a:rect l="l" t="t" r="r" b="b"/>
                <a:pathLst>
                  <a:path w="1254" h="580" extrusionOk="0">
                    <a:moveTo>
                      <a:pt x="290" y="1"/>
                    </a:moveTo>
                    <a:cubicBezTo>
                      <a:pt x="193" y="128"/>
                      <a:pt x="97" y="259"/>
                      <a:pt x="0" y="371"/>
                    </a:cubicBezTo>
                    <a:lnTo>
                      <a:pt x="833" y="579"/>
                    </a:lnTo>
                    <a:cubicBezTo>
                      <a:pt x="980" y="467"/>
                      <a:pt x="1107" y="356"/>
                      <a:pt x="1254" y="240"/>
                    </a:cubicBezTo>
                    <a:lnTo>
                      <a:pt x="290" y="1"/>
                    </a:lnTo>
                    <a:close/>
                  </a:path>
                </a:pathLst>
              </a:custGeom>
              <a:solidFill>
                <a:srgbClr val="86AC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35"/>
              <p:cNvSpPr/>
              <p:nvPr/>
            </p:nvSpPr>
            <p:spPr>
              <a:xfrm>
                <a:off x="4340125" y="3488756"/>
                <a:ext cx="24471" cy="18494"/>
              </a:xfrm>
              <a:custGeom>
                <a:avLst/>
                <a:gdLst/>
                <a:ahLst/>
                <a:cxnLst/>
                <a:rect l="l" t="t" r="r" b="b"/>
                <a:pathLst>
                  <a:path w="868" h="656" extrusionOk="0">
                    <a:moveTo>
                      <a:pt x="0" y="0"/>
                    </a:moveTo>
                    <a:cubicBezTo>
                      <a:pt x="50" y="174"/>
                      <a:pt x="97" y="320"/>
                      <a:pt x="147" y="482"/>
                    </a:cubicBezTo>
                    <a:lnTo>
                      <a:pt x="868" y="656"/>
                    </a:lnTo>
                    <a:cubicBezTo>
                      <a:pt x="868" y="513"/>
                      <a:pt x="853" y="367"/>
                      <a:pt x="853" y="208"/>
                    </a:cubicBezTo>
                    <a:lnTo>
                      <a:pt x="0" y="0"/>
                    </a:lnTo>
                    <a:close/>
                  </a:path>
                </a:pathLst>
              </a:custGeom>
              <a:solidFill>
                <a:srgbClr val="86AC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35"/>
              <p:cNvSpPr/>
              <p:nvPr/>
            </p:nvSpPr>
            <p:spPr>
              <a:xfrm>
                <a:off x="4281287" y="3070967"/>
                <a:ext cx="172172" cy="446287"/>
              </a:xfrm>
              <a:custGeom>
                <a:avLst/>
                <a:gdLst/>
                <a:ahLst/>
                <a:cxnLst/>
                <a:rect l="l" t="t" r="r" b="b"/>
                <a:pathLst>
                  <a:path w="6107" h="15830" extrusionOk="0">
                    <a:moveTo>
                      <a:pt x="174" y="0"/>
                    </a:moveTo>
                    <a:cubicBezTo>
                      <a:pt x="159" y="0"/>
                      <a:pt x="143" y="16"/>
                      <a:pt x="143" y="47"/>
                    </a:cubicBezTo>
                    <a:lnTo>
                      <a:pt x="0" y="14318"/>
                    </a:lnTo>
                    <a:cubicBezTo>
                      <a:pt x="0" y="14337"/>
                      <a:pt x="16" y="14353"/>
                      <a:pt x="31" y="14353"/>
                    </a:cubicBezTo>
                    <a:lnTo>
                      <a:pt x="6056" y="15830"/>
                    </a:lnTo>
                    <a:cubicBezTo>
                      <a:pt x="6075" y="15830"/>
                      <a:pt x="6091" y="15830"/>
                      <a:pt x="6106" y="15814"/>
                    </a:cubicBezTo>
                    <a:cubicBezTo>
                      <a:pt x="6106" y="15783"/>
                      <a:pt x="6091" y="15764"/>
                      <a:pt x="6075" y="15764"/>
                    </a:cubicBezTo>
                    <a:lnTo>
                      <a:pt x="78" y="14287"/>
                    </a:lnTo>
                    <a:lnTo>
                      <a:pt x="209" y="47"/>
                    </a:lnTo>
                    <a:cubicBezTo>
                      <a:pt x="209" y="16"/>
                      <a:pt x="193" y="0"/>
                      <a:pt x="1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35"/>
              <p:cNvSpPr/>
              <p:nvPr/>
            </p:nvSpPr>
            <p:spPr>
              <a:xfrm>
                <a:off x="4297611" y="3070967"/>
                <a:ext cx="1748" cy="73413"/>
              </a:xfrm>
              <a:custGeom>
                <a:avLst/>
                <a:gdLst/>
                <a:ahLst/>
                <a:cxnLst/>
                <a:rect l="l" t="t" r="r" b="b"/>
                <a:pathLst>
                  <a:path w="62" h="2604" extrusionOk="0">
                    <a:moveTo>
                      <a:pt x="31" y="0"/>
                    </a:moveTo>
                    <a:cubicBezTo>
                      <a:pt x="15" y="0"/>
                      <a:pt x="0" y="16"/>
                      <a:pt x="0" y="47"/>
                    </a:cubicBezTo>
                    <a:lnTo>
                      <a:pt x="0" y="2573"/>
                    </a:lnTo>
                    <a:cubicBezTo>
                      <a:pt x="0" y="2588"/>
                      <a:pt x="15" y="2604"/>
                      <a:pt x="31" y="2604"/>
                    </a:cubicBezTo>
                    <a:cubicBezTo>
                      <a:pt x="46" y="2604"/>
                      <a:pt x="62" y="2588"/>
                      <a:pt x="62" y="2573"/>
                    </a:cubicBezTo>
                    <a:lnTo>
                      <a:pt x="62" y="47"/>
                    </a:lnTo>
                    <a:cubicBezTo>
                      <a:pt x="62" y="16"/>
                      <a:pt x="46" y="0"/>
                      <a:pt x="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35"/>
              <p:cNvSpPr/>
              <p:nvPr/>
            </p:nvSpPr>
            <p:spPr>
              <a:xfrm>
                <a:off x="4430060" y="3288108"/>
                <a:ext cx="9896" cy="8091"/>
              </a:xfrm>
              <a:custGeom>
                <a:avLst/>
                <a:gdLst/>
                <a:ahLst/>
                <a:cxnLst/>
                <a:rect l="l" t="t" r="r" b="b"/>
                <a:pathLst>
                  <a:path w="351" h="287" extrusionOk="0">
                    <a:moveTo>
                      <a:pt x="173" y="1"/>
                    </a:moveTo>
                    <a:cubicBezTo>
                      <a:pt x="72" y="1"/>
                      <a:pt x="0" y="99"/>
                      <a:pt x="42" y="205"/>
                    </a:cubicBezTo>
                    <a:cubicBezTo>
                      <a:pt x="58" y="236"/>
                      <a:pt x="73" y="271"/>
                      <a:pt x="104" y="271"/>
                    </a:cubicBezTo>
                    <a:cubicBezTo>
                      <a:pt x="128" y="282"/>
                      <a:pt x="151" y="287"/>
                      <a:pt x="173" y="287"/>
                    </a:cubicBezTo>
                    <a:cubicBezTo>
                      <a:pt x="275" y="287"/>
                      <a:pt x="351" y="183"/>
                      <a:pt x="297" y="78"/>
                    </a:cubicBezTo>
                    <a:cubicBezTo>
                      <a:pt x="281" y="59"/>
                      <a:pt x="266" y="28"/>
                      <a:pt x="235" y="13"/>
                    </a:cubicBezTo>
                    <a:cubicBezTo>
                      <a:pt x="214" y="4"/>
                      <a:pt x="193" y="1"/>
                      <a:pt x="1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35"/>
              <p:cNvSpPr/>
              <p:nvPr/>
            </p:nvSpPr>
            <p:spPr>
              <a:xfrm>
                <a:off x="4446525" y="3284302"/>
                <a:ext cx="7866" cy="6033"/>
              </a:xfrm>
              <a:custGeom>
                <a:avLst/>
                <a:gdLst/>
                <a:ahLst/>
                <a:cxnLst/>
                <a:rect l="l" t="t" r="r" b="b"/>
                <a:pathLst>
                  <a:path w="279" h="214" extrusionOk="0">
                    <a:moveTo>
                      <a:pt x="134" y="1"/>
                    </a:moveTo>
                    <a:cubicBezTo>
                      <a:pt x="60" y="1"/>
                      <a:pt x="0" y="87"/>
                      <a:pt x="52" y="163"/>
                    </a:cubicBezTo>
                    <a:cubicBezTo>
                      <a:pt x="52" y="178"/>
                      <a:pt x="68" y="194"/>
                      <a:pt x="83" y="194"/>
                    </a:cubicBezTo>
                    <a:cubicBezTo>
                      <a:pt x="103" y="207"/>
                      <a:pt x="124" y="213"/>
                      <a:pt x="143" y="213"/>
                    </a:cubicBezTo>
                    <a:cubicBezTo>
                      <a:pt x="218" y="213"/>
                      <a:pt x="279" y="124"/>
                      <a:pt x="230" y="36"/>
                    </a:cubicBezTo>
                    <a:cubicBezTo>
                      <a:pt x="230" y="36"/>
                      <a:pt x="214" y="20"/>
                      <a:pt x="195" y="20"/>
                    </a:cubicBezTo>
                    <a:cubicBezTo>
                      <a:pt x="175" y="7"/>
                      <a:pt x="154" y="1"/>
                      <a:pt x="13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64" name="Google Shape;864;p35"/>
            <p:cNvSpPr/>
            <p:nvPr/>
          </p:nvSpPr>
          <p:spPr>
            <a:xfrm>
              <a:off x="1028183" y="895373"/>
              <a:ext cx="30226" cy="24092"/>
            </a:xfrm>
            <a:custGeom>
              <a:avLst/>
              <a:gdLst/>
              <a:ahLst/>
              <a:cxnLst/>
              <a:rect l="l" t="t" r="r" b="b"/>
              <a:pathLst>
                <a:path w="271" h="216" extrusionOk="0">
                  <a:moveTo>
                    <a:pt x="134" y="1"/>
                  </a:moveTo>
                  <a:cubicBezTo>
                    <a:pt x="53" y="1"/>
                    <a:pt x="1" y="87"/>
                    <a:pt x="41" y="163"/>
                  </a:cubicBezTo>
                  <a:cubicBezTo>
                    <a:pt x="56" y="182"/>
                    <a:pt x="56" y="198"/>
                    <a:pt x="71" y="198"/>
                  </a:cubicBezTo>
                  <a:cubicBezTo>
                    <a:pt x="94" y="210"/>
                    <a:pt x="115" y="216"/>
                    <a:pt x="136" y="216"/>
                  </a:cubicBezTo>
                  <a:cubicBezTo>
                    <a:pt x="216" y="216"/>
                    <a:pt x="271" y="128"/>
                    <a:pt x="233" y="51"/>
                  </a:cubicBezTo>
                  <a:cubicBezTo>
                    <a:pt x="218" y="36"/>
                    <a:pt x="218" y="20"/>
                    <a:pt x="203" y="20"/>
                  </a:cubicBezTo>
                  <a:cubicBezTo>
                    <a:pt x="178" y="7"/>
                    <a:pt x="155" y="1"/>
                    <a:pt x="13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35"/>
            <p:cNvSpPr/>
            <p:nvPr/>
          </p:nvSpPr>
          <p:spPr>
            <a:xfrm>
              <a:off x="979777" y="906972"/>
              <a:ext cx="35803" cy="29557"/>
            </a:xfrm>
            <a:custGeom>
              <a:avLst/>
              <a:gdLst/>
              <a:ahLst/>
              <a:cxnLst/>
              <a:rect l="l" t="t" r="r" b="b"/>
              <a:pathLst>
                <a:path w="321" h="265" extrusionOk="0">
                  <a:moveTo>
                    <a:pt x="161" y="1"/>
                  </a:moveTo>
                  <a:cubicBezTo>
                    <a:pt x="72" y="1"/>
                    <a:pt x="0" y="97"/>
                    <a:pt x="39" y="190"/>
                  </a:cubicBezTo>
                  <a:cubicBezTo>
                    <a:pt x="58" y="206"/>
                    <a:pt x="73" y="237"/>
                    <a:pt x="104" y="252"/>
                  </a:cubicBezTo>
                  <a:cubicBezTo>
                    <a:pt x="123" y="260"/>
                    <a:pt x="142" y="264"/>
                    <a:pt x="160" y="264"/>
                  </a:cubicBezTo>
                  <a:cubicBezTo>
                    <a:pt x="249" y="264"/>
                    <a:pt x="320" y="171"/>
                    <a:pt x="282" y="78"/>
                  </a:cubicBezTo>
                  <a:cubicBezTo>
                    <a:pt x="266" y="44"/>
                    <a:pt x="251" y="28"/>
                    <a:pt x="216" y="13"/>
                  </a:cubicBezTo>
                  <a:cubicBezTo>
                    <a:pt x="198" y="5"/>
                    <a:pt x="179" y="1"/>
                    <a:pt x="16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6" name="Google Shape;866;p35"/>
          <p:cNvGrpSpPr/>
          <p:nvPr/>
        </p:nvGrpSpPr>
        <p:grpSpPr>
          <a:xfrm>
            <a:off x="8066945" y="12380"/>
            <a:ext cx="964224" cy="3028751"/>
            <a:chOff x="5200568" y="3084979"/>
            <a:chExt cx="243725" cy="765571"/>
          </a:xfrm>
        </p:grpSpPr>
        <p:sp>
          <p:nvSpPr>
            <p:cNvPr id="867" name="Google Shape;867;p35"/>
            <p:cNvSpPr/>
            <p:nvPr/>
          </p:nvSpPr>
          <p:spPr>
            <a:xfrm>
              <a:off x="5340967" y="3084979"/>
              <a:ext cx="2312" cy="405972"/>
            </a:xfrm>
            <a:custGeom>
              <a:avLst/>
              <a:gdLst/>
              <a:ahLst/>
              <a:cxnLst/>
              <a:rect l="l" t="t" r="r" b="b"/>
              <a:pathLst>
                <a:path w="82" h="14400" extrusionOk="0">
                  <a:moveTo>
                    <a:pt x="50" y="1"/>
                  </a:moveTo>
                  <a:cubicBezTo>
                    <a:pt x="20" y="1"/>
                    <a:pt x="0" y="16"/>
                    <a:pt x="0" y="32"/>
                  </a:cubicBezTo>
                  <a:lnTo>
                    <a:pt x="0" y="14368"/>
                  </a:lnTo>
                  <a:cubicBezTo>
                    <a:pt x="0" y="14384"/>
                    <a:pt x="20" y="14399"/>
                    <a:pt x="50" y="14399"/>
                  </a:cubicBezTo>
                  <a:cubicBezTo>
                    <a:pt x="66" y="14399"/>
                    <a:pt x="81" y="14384"/>
                    <a:pt x="81" y="14368"/>
                  </a:cubicBezTo>
                  <a:lnTo>
                    <a:pt x="81" y="32"/>
                  </a:lnTo>
                  <a:cubicBezTo>
                    <a:pt x="81" y="16"/>
                    <a:pt x="66" y="1"/>
                    <a:pt x="5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35"/>
            <p:cNvSpPr/>
            <p:nvPr/>
          </p:nvSpPr>
          <p:spPr>
            <a:xfrm>
              <a:off x="5280297" y="3486021"/>
              <a:ext cx="163996" cy="364529"/>
            </a:xfrm>
            <a:custGeom>
              <a:avLst/>
              <a:gdLst/>
              <a:ahLst/>
              <a:cxnLst/>
              <a:rect l="l" t="t" r="r" b="b"/>
              <a:pathLst>
                <a:path w="5817" h="12930" extrusionOk="0">
                  <a:moveTo>
                    <a:pt x="2249" y="1"/>
                  </a:moveTo>
                  <a:lnTo>
                    <a:pt x="498" y="336"/>
                  </a:lnTo>
                  <a:lnTo>
                    <a:pt x="853" y="2168"/>
                  </a:lnTo>
                  <a:cubicBezTo>
                    <a:pt x="949" y="2604"/>
                    <a:pt x="802" y="3036"/>
                    <a:pt x="467" y="3407"/>
                  </a:cubicBezTo>
                  <a:cubicBezTo>
                    <a:pt x="127" y="3777"/>
                    <a:pt x="0" y="4224"/>
                    <a:pt x="81" y="4645"/>
                  </a:cubicBezTo>
                  <a:lnTo>
                    <a:pt x="1558" y="12324"/>
                  </a:lnTo>
                  <a:cubicBezTo>
                    <a:pt x="1627" y="12679"/>
                    <a:pt x="2003" y="12929"/>
                    <a:pt x="2448" y="12929"/>
                  </a:cubicBezTo>
                  <a:cubicBezTo>
                    <a:pt x="2530" y="12929"/>
                    <a:pt x="2615" y="12921"/>
                    <a:pt x="2700" y="12903"/>
                  </a:cubicBezTo>
                  <a:lnTo>
                    <a:pt x="4872" y="12486"/>
                  </a:lnTo>
                  <a:cubicBezTo>
                    <a:pt x="5431" y="12374"/>
                    <a:pt x="5817" y="11938"/>
                    <a:pt x="5739" y="11522"/>
                  </a:cubicBezTo>
                  <a:lnTo>
                    <a:pt x="4258" y="3839"/>
                  </a:lnTo>
                  <a:cubicBezTo>
                    <a:pt x="4162" y="3422"/>
                    <a:pt x="3873" y="3052"/>
                    <a:pt x="3425" y="2843"/>
                  </a:cubicBezTo>
                  <a:cubicBezTo>
                    <a:pt x="2989" y="2620"/>
                    <a:pt x="2685" y="2265"/>
                    <a:pt x="2604" y="1833"/>
                  </a:cubicBezTo>
                  <a:lnTo>
                    <a:pt x="224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35"/>
            <p:cNvSpPr/>
            <p:nvPr/>
          </p:nvSpPr>
          <p:spPr>
            <a:xfrm>
              <a:off x="5272121" y="3291914"/>
              <a:ext cx="88891" cy="372141"/>
            </a:xfrm>
            <a:custGeom>
              <a:avLst/>
              <a:gdLst/>
              <a:ahLst/>
              <a:cxnLst/>
              <a:rect l="l" t="t" r="r" b="b"/>
              <a:pathLst>
                <a:path w="3153" h="13200" extrusionOk="0">
                  <a:moveTo>
                    <a:pt x="124" y="1"/>
                  </a:moveTo>
                  <a:cubicBezTo>
                    <a:pt x="115" y="1"/>
                    <a:pt x="106" y="2"/>
                    <a:pt x="97" y="5"/>
                  </a:cubicBezTo>
                  <a:cubicBezTo>
                    <a:pt x="32" y="40"/>
                    <a:pt x="1" y="101"/>
                    <a:pt x="16" y="151"/>
                  </a:cubicBezTo>
                  <a:cubicBezTo>
                    <a:pt x="1208" y="3476"/>
                    <a:pt x="2894" y="13007"/>
                    <a:pt x="2909" y="13103"/>
                  </a:cubicBezTo>
                  <a:cubicBezTo>
                    <a:pt x="2924" y="13169"/>
                    <a:pt x="2975" y="13200"/>
                    <a:pt x="3021" y="13200"/>
                  </a:cubicBezTo>
                  <a:lnTo>
                    <a:pt x="3040" y="13200"/>
                  </a:lnTo>
                  <a:cubicBezTo>
                    <a:pt x="3102" y="13184"/>
                    <a:pt x="3152" y="13134"/>
                    <a:pt x="3137" y="13073"/>
                  </a:cubicBezTo>
                  <a:cubicBezTo>
                    <a:pt x="3117" y="12976"/>
                    <a:pt x="1416" y="3414"/>
                    <a:pt x="244" y="86"/>
                  </a:cubicBezTo>
                  <a:cubicBezTo>
                    <a:pt x="215" y="31"/>
                    <a:pt x="168" y="1"/>
                    <a:pt x="12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35"/>
            <p:cNvSpPr/>
            <p:nvPr/>
          </p:nvSpPr>
          <p:spPr>
            <a:xfrm>
              <a:off x="5244943" y="3349568"/>
              <a:ext cx="68000" cy="79390"/>
            </a:xfrm>
            <a:custGeom>
              <a:avLst/>
              <a:gdLst/>
              <a:ahLst/>
              <a:cxnLst/>
              <a:rect l="l" t="t" r="r" b="b"/>
              <a:pathLst>
                <a:path w="2412" h="2816" extrusionOk="0">
                  <a:moveTo>
                    <a:pt x="1" y="0"/>
                  </a:moveTo>
                  <a:lnTo>
                    <a:pt x="1" y="0"/>
                  </a:lnTo>
                  <a:cubicBezTo>
                    <a:pt x="355" y="1963"/>
                    <a:pt x="2411" y="2816"/>
                    <a:pt x="2411" y="2816"/>
                  </a:cubicBezTo>
                  <a:cubicBezTo>
                    <a:pt x="2411" y="2816"/>
                    <a:pt x="1513" y="1096"/>
                    <a:pt x="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35"/>
            <p:cNvSpPr/>
            <p:nvPr/>
          </p:nvSpPr>
          <p:spPr>
            <a:xfrm>
              <a:off x="5308348" y="3332822"/>
              <a:ext cx="51677" cy="92020"/>
            </a:xfrm>
            <a:custGeom>
              <a:avLst/>
              <a:gdLst/>
              <a:ahLst/>
              <a:cxnLst/>
              <a:rect l="l" t="t" r="r" b="b"/>
              <a:pathLst>
                <a:path w="1833" h="3264" extrusionOk="0">
                  <a:moveTo>
                    <a:pt x="1786" y="0"/>
                  </a:moveTo>
                  <a:lnTo>
                    <a:pt x="1786" y="0"/>
                  </a:lnTo>
                  <a:cubicBezTo>
                    <a:pt x="517" y="1385"/>
                    <a:pt x="0" y="3263"/>
                    <a:pt x="0" y="3263"/>
                  </a:cubicBezTo>
                  <a:cubicBezTo>
                    <a:pt x="0" y="3263"/>
                    <a:pt x="1832" y="1994"/>
                    <a:pt x="17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35"/>
            <p:cNvSpPr/>
            <p:nvPr/>
          </p:nvSpPr>
          <p:spPr>
            <a:xfrm>
              <a:off x="5315199" y="3380890"/>
              <a:ext cx="87453" cy="78403"/>
            </a:xfrm>
            <a:custGeom>
              <a:avLst/>
              <a:gdLst/>
              <a:ahLst/>
              <a:cxnLst/>
              <a:rect l="l" t="t" r="r" b="b"/>
              <a:pathLst>
                <a:path w="3102" h="2781" extrusionOk="0">
                  <a:moveTo>
                    <a:pt x="3101" y="0"/>
                  </a:moveTo>
                  <a:lnTo>
                    <a:pt x="3101" y="0"/>
                  </a:lnTo>
                  <a:cubicBezTo>
                    <a:pt x="1254" y="995"/>
                    <a:pt x="0" y="2781"/>
                    <a:pt x="0" y="2781"/>
                  </a:cubicBezTo>
                  <a:cubicBezTo>
                    <a:pt x="0" y="2781"/>
                    <a:pt x="2411" y="2137"/>
                    <a:pt x="31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35"/>
            <p:cNvSpPr/>
            <p:nvPr/>
          </p:nvSpPr>
          <p:spPr>
            <a:xfrm>
              <a:off x="5321063" y="3380890"/>
              <a:ext cx="81589" cy="76571"/>
            </a:xfrm>
            <a:custGeom>
              <a:avLst/>
              <a:gdLst/>
              <a:ahLst/>
              <a:cxnLst/>
              <a:rect l="l" t="t" r="r" b="b"/>
              <a:pathLst>
                <a:path w="2894" h="2716" extrusionOk="0">
                  <a:moveTo>
                    <a:pt x="2893" y="0"/>
                  </a:moveTo>
                  <a:lnTo>
                    <a:pt x="1" y="2715"/>
                  </a:lnTo>
                  <a:cubicBezTo>
                    <a:pt x="2523" y="1878"/>
                    <a:pt x="2893" y="0"/>
                    <a:pt x="289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35"/>
            <p:cNvSpPr/>
            <p:nvPr/>
          </p:nvSpPr>
          <p:spPr>
            <a:xfrm>
              <a:off x="5212747" y="3431101"/>
              <a:ext cx="110204" cy="40964"/>
            </a:xfrm>
            <a:custGeom>
              <a:avLst/>
              <a:gdLst/>
              <a:ahLst/>
              <a:cxnLst/>
              <a:rect l="l" t="t" r="r" b="b"/>
              <a:pathLst>
                <a:path w="3909" h="1453" extrusionOk="0">
                  <a:moveTo>
                    <a:pt x="1" y="1"/>
                  </a:moveTo>
                  <a:cubicBezTo>
                    <a:pt x="1049" y="1286"/>
                    <a:pt x="2686" y="1453"/>
                    <a:pt x="3466" y="1453"/>
                  </a:cubicBezTo>
                  <a:cubicBezTo>
                    <a:pt x="3740" y="1453"/>
                    <a:pt x="3908" y="1432"/>
                    <a:pt x="3908" y="1432"/>
                  </a:cubicBezTo>
                  <a:cubicBezTo>
                    <a:pt x="3908" y="1432"/>
                    <a:pt x="2076" y="244"/>
                    <a:pt x="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35"/>
            <p:cNvSpPr/>
            <p:nvPr/>
          </p:nvSpPr>
          <p:spPr>
            <a:xfrm>
              <a:off x="5212747" y="3431101"/>
              <a:ext cx="105186" cy="41781"/>
            </a:xfrm>
            <a:custGeom>
              <a:avLst/>
              <a:gdLst/>
              <a:ahLst/>
              <a:cxnLst/>
              <a:rect l="l" t="t" r="r" b="b"/>
              <a:pathLst>
                <a:path w="3731" h="1482" extrusionOk="0">
                  <a:moveTo>
                    <a:pt x="1" y="1"/>
                  </a:moveTo>
                  <a:cubicBezTo>
                    <a:pt x="995" y="1325"/>
                    <a:pt x="2642" y="1482"/>
                    <a:pt x="3368" y="1482"/>
                  </a:cubicBezTo>
                  <a:cubicBezTo>
                    <a:pt x="3594" y="1482"/>
                    <a:pt x="3731" y="1467"/>
                    <a:pt x="3731" y="1467"/>
                  </a:cubicBez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35"/>
            <p:cNvSpPr/>
            <p:nvPr/>
          </p:nvSpPr>
          <p:spPr>
            <a:xfrm>
              <a:off x="5200568" y="3223631"/>
              <a:ext cx="114659" cy="72567"/>
            </a:xfrm>
            <a:custGeom>
              <a:avLst/>
              <a:gdLst/>
              <a:ahLst/>
              <a:cxnLst/>
              <a:rect l="l" t="t" r="r" b="b"/>
              <a:pathLst>
                <a:path w="4067" h="2574" extrusionOk="0">
                  <a:moveTo>
                    <a:pt x="2747" y="1"/>
                  </a:moveTo>
                  <a:cubicBezTo>
                    <a:pt x="1991" y="1015"/>
                    <a:pt x="1929" y="1015"/>
                    <a:pt x="1929" y="1015"/>
                  </a:cubicBezTo>
                  <a:lnTo>
                    <a:pt x="738" y="660"/>
                  </a:lnTo>
                  <a:cubicBezTo>
                    <a:pt x="738" y="660"/>
                    <a:pt x="1" y="1736"/>
                    <a:pt x="722" y="2573"/>
                  </a:cubicBezTo>
                  <a:lnTo>
                    <a:pt x="4066" y="1031"/>
                  </a:lnTo>
                  <a:cubicBezTo>
                    <a:pt x="3970" y="1015"/>
                    <a:pt x="3727" y="163"/>
                    <a:pt x="274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35"/>
            <p:cNvSpPr/>
            <p:nvPr/>
          </p:nvSpPr>
          <p:spPr>
            <a:xfrm>
              <a:off x="5214608" y="3242379"/>
              <a:ext cx="108767" cy="74005"/>
            </a:xfrm>
            <a:custGeom>
              <a:avLst/>
              <a:gdLst/>
              <a:ahLst/>
              <a:cxnLst/>
              <a:rect l="l" t="t" r="r" b="b"/>
              <a:pathLst>
                <a:path w="3858" h="2625" extrusionOk="0">
                  <a:moveTo>
                    <a:pt x="2406" y="0"/>
                  </a:moveTo>
                  <a:cubicBezTo>
                    <a:pt x="2135" y="0"/>
                    <a:pt x="1844" y="56"/>
                    <a:pt x="1559" y="173"/>
                  </a:cubicBezTo>
                  <a:cubicBezTo>
                    <a:pt x="691" y="524"/>
                    <a:pt x="0" y="1361"/>
                    <a:pt x="259" y="1989"/>
                  </a:cubicBezTo>
                  <a:cubicBezTo>
                    <a:pt x="426" y="2400"/>
                    <a:pt x="971" y="2624"/>
                    <a:pt x="1571" y="2624"/>
                  </a:cubicBezTo>
                  <a:cubicBezTo>
                    <a:pt x="1883" y="2624"/>
                    <a:pt x="2210" y="2564"/>
                    <a:pt x="2508" y="2437"/>
                  </a:cubicBezTo>
                  <a:cubicBezTo>
                    <a:pt x="3375" y="2086"/>
                    <a:pt x="3858" y="1280"/>
                    <a:pt x="3599" y="655"/>
                  </a:cubicBezTo>
                  <a:cubicBezTo>
                    <a:pt x="3428" y="233"/>
                    <a:pt x="2958" y="0"/>
                    <a:pt x="24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35"/>
            <p:cNvSpPr/>
            <p:nvPr/>
          </p:nvSpPr>
          <p:spPr>
            <a:xfrm>
              <a:off x="5201893" y="3230482"/>
              <a:ext cx="134647" cy="102846"/>
            </a:xfrm>
            <a:custGeom>
              <a:avLst/>
              <a:gdLst/>
              <a:ahLst/>
              <a:cxnLst/>
              <a:rect l="l" t="t" r="r" b="b"/>
              <a:pathLst>
                <a:path w="4776" h="3648" extrusionOk="0">
                  <a:moveTo>
                    <a:pt x="4004" y="1"/>
                  </a:moveTo>
                  <a:lnTo>
                    <a:pt x="4004" y="1"/>
                  </a:lnTo>
                  <a:cubicBezTo>
                    <a:pt x="3568" y="240"/>
                    <a:pt x="3198" y="980"/>
                    <a:pt x="3198" y="980"/>
                  </a:cubicBezTo>
                  <a:cubicBezTo>
                    <a:pt x="3198" y="980"/>
                    <a:pt x="2653" y="291"/>
                    <a:pt x="2072" y="291"/>
                  </a:cubicBezTo>
                  <a:cubicBezTo>
                    <a:pt x="1977" y="291"/>
                    <a:pt x="1881" y="309"/>
                    <a:pt x="1786" y="352"/>
                  </a:cubicBezTo>
                  <a:cubicBezTo>
                    <a:pt x="1111" y="676"/>
                    <a:pt x="1223" y="1833"/>
                    <a:pt x="1223" y="1833"/>
                  </a:cubicBezTo>
                  <a:cubicBezTo>
                    <a:pt x="1223" y="1833"/>
                    <a:pt x="935" y="1621"/>
                    <a:pt x="462" y="1621"/>
                  </a:cubicBezTo>
                  <a:cubicBezTo>
                    <a:pt x="323" y="1621"/>
                    <a:pt x="168" y="1639"/>
                    <a:pt x="0" y="1686"/>
                  </a:cubicBezTo>
                  <a:cubicBezTo>
                    <a:pt x="54" y="2694"/>
                    <a:pt x="1116" y="3648"/>
                    <a:pt x="2273" y="3648"/>
                  </a:cubicBezTo>
                  <a:cubicBezTo>
                    <a:pt x="2537" y="3648"/>
                    <a:pt x="2807" y="3598"/>
                    <a:pt x="3070" y="3487"/>
                  </a:cubicBezTo>
                  <a:cubicBezTo>
                    <a:pt x="4725" y="2812"/>
                    <a:pt x="4775" y="722"/>
                    <a:pt x="400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35"/>
            <p:cNvSpPr/>
            <p:nvPr/>
          </p:nvSpPr>
          <p:spPr>
            <a:xfrm>
              <a:off x="5296169" y="3495494"/>
              <a:ext cx="51226" cy="18184"/>
            </a:xfrm>
            <a:custGeom>
              <a:avLst/>
              <a:gdLst/>
              <a:ahLst/>
              <a:cxnLst/>
              <a:rect l="l" t="t" r="r" b="b"/>
              <a:pathLst>
                <a:path w="1817" h="645" extrusionOk="0">
                  <a:moveTo>
                    <a:pt x="0" y="340"/>
                  </a:moveTo>
                  <a:lnTo>
                    <a:pt x="0" y="340"/>
                  </a:lnTo>
                  <a:lnTo>
                    <a:pt x="66" y="644"/>
                  </a:lnTo>
                  <a:close/>
                  <a:moveTo>
                    <a:pt x="1751" y="0"/>
                  </a:moveTo>
                  <a:lnTo>
                    <a:pt x="1751" y="0"/>
                  </a:lnTo>
                  <a:lnTo>
                    <a:pt x="1817" y="305"/>
                  </a:lnTo>
                  <a:lnTo>
                    <a:pt x="1817" y="305"/>
                  </a:lnTo>
                  <a:close/>
                </a:path>
              </a:pathLst>
            </a:custGeom>
            <a:solidFill>
              <a:srgbClr val="D0D6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35"/>
            <p:cNvSpPr/>
            <p:nvPr/>
          </p:nvSpPr>
          <p:spPr>
            <a:xfrm>
              <a:off x="5296169" y="3495494"/>
              <a:ext cx="51226" cy="18184"/>
            </a:xfrm>
            <a:custGeom>
              <a:avLst/>
              <a:gdLst/>
              <a:ahLst/>
              <a:cxnLst/>
              <a:rect l="l" t="t" r="r" b="b"/>
              <a:pathLst>
                <a:path w="1817" h="645" extrusionOk="0">
                  <a:moveTo>
                    <a:pt x="1751" y="0"/>
                  </a:moveTo>
                  <a:lnTo>
                    <a:pt x="1173" y="112"/>
                  </a:lnTo>
                  <a:cubicBezTo>
                    <a:pt x="1188" y="209"/>
                    <a:pt x="1223" y="305"/>
                    <a:pt x="1238" y="417"/>
                  </a:cubicBezTo>
                  <a:lnTo>
                    <a:pt x="1817" y="305"/>
                  </a:lnTo>
                  <a:lnTo>
                    <a:pt x="1751" y="0"/>
                  </a:lnTo>
                  <a:close/>
                  <a:moveTo>
                    <a:pt x="949" y="162"/>
                  </a:moveTo>
                  <a:lnTo>
                    <a:pt x="0" y="340"/>
                  </a:lnTo>
                  <a:lnTo>
                    <a:pt x="66" y="644"/>
                  </a:lnTo>
                  <a:lnTo>
                    <a:pt x="1011" y="452"/>
                  </a:lnTo>
                  <a:cubicBezTo>
                    <a:pt x="995" y="355"/>
                    <a:pt x="980" y="259"/>
                    <a:pt x="949" y="162"/>
                  </a:cubicBezTo>
                  <a:close/>
                </a:path>
              </a:pathLst>
            </a:custGeom>
            <a:solidFill>
              <a:schemeClr val="accent3">
                <a:alpha val="316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35"/>
            <p:cNvSpPr/>
            <p:nvPr/>
          </p:nvSpPr>
          <p:spPr>
            <a:xfrm>
              <a:off x="5322924" y="3498651"/>
              <a:ext cx="8176" cy="9585"/>
            </a:xfrm>
            <a:custGeom>
              <a:avLst/>
              <a:gdLst/>
              <a:ahLst/>
              <a:cxnLst/>
              <a:rect l="l" t="t" r="r" b="b"/>
              <a:pathLst>
                <a:path w="290" h="340" extrusionOk="0">
                  <a:moveTo>
                    <a:pt x="224" y="0"/>
                  </a:moveTo>
                  <a:lnTo>
                    <a:pt x="0" y="50"/>
                  </a:lnTo>
                  <a:cubicBezTo>
                    <a:pt x="31" y="147"/>
                    <a:pt x="46" y="243"/>
                    <a:pt x="62" y="340"/>
                  </a:cubicBezTo>
                  <a:lnTo>
                    <a:pt x="289" y="305"/>
                  </a:lnTo>
                  <a:cubicBezTo>
                    <a:pt x="274" y="193"/>
                    <a:pt x="239" y="97"/>
                    <a:pt x="224" y="0"/>
                  </a:cubicBezTo>
                  <a:close/>
                </a:path>
              </a:pathLst>
            </a:custGeom>
            <a:solidFill>
              <a:srgbClr val="86AC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35"/>
            <p:cNvSpPr/>
            <p:nvPr/>
          </p:nvSpPr>
          <p:spPr>
            <a:xfrm>
              <a:off x="5302033" y="3625547"/>
              <a:ext cx="126923" cy="209611"/>
            </a:xfrm>
            <a:custGeom>
              <a:avLst/>
              <a:gdLst/>
              <a:ahLst/>
              <a:cxnLst/>
              <a:rect l="l" t="t" r="r" b="b"/>
              <a:pathLst>
                <a:path w="4502" h="7435" extrusionOk="0">
                  <a:moveTo>
                    <a:pt x="3198" y="0"/>
                  </a:moveTo>
                  <a:lnTo>
                    <a:pt x="1" y="610"/>
                  </a:lnTo>
                  <a:lnTo>
                    <a:pt x="1269" y="7136"/>
                  </a:lnTo>
                  <a:cubicBezTo>
                    <a:pt x="1299" y="7315"/>
                    <a:pt x="1447" y="7435"/>
                    <a:pt x="1610" y="7435"/>
                  </a:cubicBezTo>
                  <a:cubicBezTo>
                    <a:pt x="1637" y="7435"/>
                    <a:pt x="1663" y="7432"/>
                    <a:pt x="1690" y="7425"/>
                  </a:cubicBezTo>
                  <a:lnTo>
                    <a:pt x="4162" y="6959"/>
                  </a:lnTo>
                  <a:cubicBezTo>
                    <a:pt x="4355" y="6912"/>
                    <a:pt x="4502" y="6719"/>
                    <a:pt x="4452" y="6527"/>
                  </a:cubicBezTo>
                  <a:lnTo>
                    <a:pt x="319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35"/>
            <p:cNvSpPr/>
            <p:nvPr/>
          </p:nvSpPr>
          <p:spPr>
            <a:xfrm>
              <a:off x="5306178" y="3610013"/>
              <a:ext cx="37524" cy="156919"/>
            </a:xfrm>
            <a:custGeom>
              <a:avLst/>
              <a:gdLst/>
              <a:ahLst/>
              <a:cxnLst/>
              <a:rect l="l" t="t" r="r" b="b"/>
              <a:pathLst>
                <a:path w="1331" h="5566" extrusionOk="0">
                  <a:moveTo>
                    <a:pt x="157" y="1"/>
                  </a:moveTo>
                  <a:cubicBezTo>
                    <a:pt x="147" y="1"/>
                    <a:pt x="137" y="2"/>
                    <a:pt x="127" y="4"/>
                  </a:cubicBezTo>
                  <a:cubicBezTo>
                    <a:pt x="46" y="19"/>
                    <a:pt x="0" y="100"/>
                    <a:pt x="16" y="181"/>
                  </a:cubicBezTo>
                  <a:lnTo>
                    <a:pt x="1026" y="5454"/>
                  </a:lnTo>
                  <a:cubicBezTo>
                    <a:pt x="1041" y="5515"/>
                    <a:pt x="1092" y="5566"/>
                    <a:pt x="1173" y="5566"/>
                  </a:cubicBezTo>
                  <a:lnTo>
                    <a:pt x="1203" y="5566"/>
                  </a:lnTo>
                  <a:cubicBezTo>
                    <a:pt x="1284" y="5550"/>
                    <a:pt x="1331" y="5469"/>
                    <a:pt x="1315" y="5388"/>
                  </a:cubicBezTo>
                  <a:lnTo>
                    <a:pt x="305" y="116"/>
                  </a:lnTo>
                  <a:cubicBezTo>
                    <a:pt x="291" y="48"/>
                    <a:pt x="227" y="1"/>
                    <a:pt x="1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35"/>
            <p:cNvSpPr/>
            <p:nvPr/>
          </p:nvSpPr>
          <p:spPr>
            <a:xfrm>
              <a:off x="5332369" y="3799524"/>
              <a:ext cx="5469" cy="27206"/>
            </a:xfrm>
            <a:custGeom>
              <a:avLst/>
              <a:gdLst/>
              <a:ahLst/>
              <a:cxnLst/>
              <a:rect l="l" t="t" r="r" b="b"/>
              <a:pathLst>
                <a:path w="194" h="965" extrusionOk="0">
                  <a:moveTo>
                    <a:pt x="1" y="1"/>
                  </a:moveTo>
                  <a:lnTo>
                    <a:pt x="193" y="965"/>
                  </a:lnTo>
                  <a:lnTo>
                    <a:pt x="1" y="1"/>
                  </a:lnTo>
                  <a:close/>
                </a:path>
              </a:pathLst>
            </a:custGeom>
            <a:solidFill>
              <a:srgbClr val="B2C5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35"/>
            <p:cNvSpPr/>
            <p:nvPr/>
          </p:nvSpPr>
          <p:spPr>
            <a:xfrm>
              <a:off x="5332369" y="3796367"/>
              <a:ext cx="95601" cy="38962"/>
            </a:xfrm>
            <a:custGeom>
              <a:avLst/>
              <a:gdLst/>
              <a:ahLst/>
              <a:cxnLst/>
              <a:rect l="l" t="t" r="r" b="b"/>
              <a:pathLst>
                <a:path w="3391" h="1382" extrusionOk="0">
                  <a:moveTo>
                    <a:pt x="3279" y="1"/>
                  </a:moveTo>
                  <a:cubicBezTo>
                    <a:pt x="2701" y="225"/>
                    <a:pt x="2107" y="306"/>
                    <a:pt x="1559" y="306"/>
                  </a:cubicBezTo>
                  <a:cubicBezTo>
                    <a:pt x="965" y="306"/>
                    <a:pt x="436" y="209"/>
                    <a:pt x="1" y="113"/>
                  </a:cubicBezTo>
                  <a:lnTo>
                    <a:pt x="1" y="113"/>
                  </a:lnTo>
                  <a:lnTo>
                    <a:pt x="193" y="1077"/>
                  </a:lnTo>
                  <a:cubicBezTo>
                    <a:pt x="228" y="1254"/>
                    <a:pt x="371" y="1382"/>
                    <a:pt x="548" y="1382"/>
                  </a:cubicBezTo>
                  <a:cubicBezTo>
                    <a:pt x="564" y="1382"/>
                    <a:pt x="595" y="1382"/>
                    <a:pt x="614" y="1366"/>
                  </a:cubicBezTo>
                  <a:lnTo>
                    <a:pt x="3086" y="900"/>
                  </a:lnTo>
                  <a:cubicBezTo>
                    <a:pt x="3264" y="869"/>
                    <a:pt x="3391" y="707"/>
                    <a:pt x="3391" y="529"/>
                  </a:cubicBezTo>
                  <a:cubicBezTo>
                    <a:pt x="3391" y="514"/>
                    <a:pt x="3376" y="498"/>
                    <a:pt x="3376" y="468"/>
                  </a:cubicBezTo>
                  <a:lnTo>
                    <a:pt x="327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35"/>
            <p:cNvSpPr/>
            <p:nvPr/>
          </p:nvSpPr>
          <p:spPr>
            <a:xfrm>
              <a:off x="5388162" y="3775504"/>
              <a:ext cx="14040" cy="10882"/>
            </a:xfrm>
            <a:custGeom>
              <a:avLst/>
              <a:gdLst/>
              <a:ahLst/>
              <a:cxnLst/>
              <a:rect l="l" t="t" r="r" b="b"/>
              <a:pathLst>
                <a:path w="498" h="386" extrusionOk="0">
                  <a:moveTo>
                    <a:pt x="255" y="0"/>
                  </a:moveTo>
                  <a:cubicBezTo>
                    <a:pt x="97" y="0"/>
                    <a:pt x="0" y="178"/>
                    <a:pt x="97" y="320"/>
                  </a:cubicBezTo>
                  <a:cubicBezTo>
                    <a:pt x="128" y="340"/>
                    <a:pt x="158" y="371"/>
                    <a:pt x="193" y="371"/>
                  </a:cubicBezTo>
                  <a:cubicBezTo>
                    <a:pt x="209" y="386"/>
                    <a:pt x="224" y="386"/>
                    <a:pt x="239" y="386"/>
                  </a:cubicBezTo>
                  <a:cubicBezTo>
                    <a:pt x="401" y="386"/>
                    <a:pt x="498" y="209"/>
                    <a:pt x="401" y="66"/>
                  </a:cubicBezTo>
                  <a:cubicBezTo>
                    <a:pt x="371" y="50"/>
                    <a:pt x="336" y="16"/>
                    <a:pt x="305" y="16"/>
                  </a:cubicBezTo>
                  <a:cubicBezTo>
                    <a:pt x="290" y="0"/>
                    <a:pt x="274" y="0"/>
                    <a:pt x="2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35"/>
            <p:cNvSpPr/>
            <p:nvPr/>
          </p:nvSpPr>
          <p:spPr>
            <a:xfrm>
              <a:off x="5337810" y="3688078"/>
              <a:ext cx="14068" cy="10882"/>
            </a:xfrm>
            <a:custGeom>
              <a:avLst/>
              <a:gdLst/>
              <a:ahLst/>
              <a:cxnLst/>
              <a:rect l="l" t="t" r="r" b="b"/>
              <a:pathLst>
                <a:path w="499" h="386" extrusionOk="0">
                  <a:moveTo>
                    <a:pt x="259" y="0"/>
                  </a:moveTo>
                  <a:cubicBezTo>
                    <a:pt x="97" y="0"/>
                    <a:pt x="0" y="178"/>
                    <a:pt x="97" y="320"/>
                  </a:cubicBezTo>
                  <a:cubicBezTo>
                    <a:pt x="132" y="336"/>
                    <a:pt x="162" y="370"/>
                    <a:pt x="193" y="370"/>
                  </a:cubicBezTo>
                  <a:cubicBezTo>
                    <a:pt x="209" y="386"/>
                    <a:pt x="228" y="386"/>
                    <a:pt x="243" y="386"/>
                  </a:cubicBezTo>
                  <a:cubicBezTo>
                    <a:pt x="402" y="386"/>
                    <a:pt x="498" y="208"/>
                    <a:pt x="402" y="66"/>
                  </a:cubicBezTo>
                  <a:cubicBezTo>
                    <a:pt x="371" y="46"/>
                    <a:pt x="340" y="16"/>
                    <a:pt x="305" y="16"/>
                  </a:cubicBezTo>
                  <a:cubicBezTo>
                    <a:pt x="290" y="0"/>
                    <a:pt x="274" y="0"/>
                    <a:pt x="25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35"/>
            <p:cNvSpPr/>
            <p:nvPr/>
          </p:nvSpPr>
          <p:spPr>
            <a:xfrm>
              <a:off x="5348692" y="3764622"/>
              <a:ext cx="35804" cy="27206"/>
            </a:xfrm>
            <a:custGeom>
              <a:avLst/>
              <a:gdLst/>
              <a:ahLst/>
              <a:cxnLst/>
              <a:rect l="l" t="t" r="r" b="b"/>
              <a:pathLst>
                <a:path w="1270" h="965" extrusionOk="0">
                  <a:moveTo>
                    <a:pt x="644" y="1"/>
                  </a:moveTo>
                  <a:cubicBezTo>
                    <a:pt x="243" y="1"/>
                    <a:pt x="0" y="436"/>
                    <a:pt x="259" y="787"/>
                  </a:cubicBezTo>
                  <a:cubicBezTo>
                    <a:pt x="324" y="868"/>
                    <a:pt x="401" y="919"/>
                    <a:pt x="482" y="934"/>
                  </a:cubicBezTo>
                  <a:cubicBezTo>
                    <a:pt x="532" y="949"/>
                    <a:pt x="579" y="965"/>
                    <a:pt x="629" y="965"/>
                  </a:cubicBezTo>
                  <a:cubicBezTo>
                    <a:pt x="1030" y="965"/>
                    <a:pt x="1269" y="514"/>
                    <a:pt x="1015" y="163"/>
                  </a:cubicBezTo>
                  <a:cubicBezTo>
                    <a:pt x="949" y="97"/>
                    <a:pt x="868" y="31"/>
                    <a:pt x="787" y="16"/>
                  </a:cubicBezTo>
                  <a:cubicBezTo>
                    <a:pt x="741" y="1"/>
                    <a:pt x="691" y="1"/>
                    <a:pt x="6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35"/>
            <p:cNvSpPr/>
            <p:nvPr/>
          </p:nvSpPr>
          <p:spPr>
            <a:xfrm>
              <a:off x="5364114" y="3728422"/>
              <a:ext cx="40823" cy="31237"/>
            </a:xfrm>
            <a:custGeom>
              <a:avLst/>
              <a:gdLst/>
              <a:ahLst/>
              <a:cxnLst/>
              <a:rect l="l" t="t" r="r" b="b"/>
              <a:pathLst>
                <a:path w="1448" h="1108" extrusionOk="0">
                  <a:moveTo>
                    <a:pt x="722" y="0"/>
                  </a:moveTo>
                  <a:cubicBezTo>
                    <a:pt x="275" y="0"/>
                    <a:pt x="1" y="513"/>
                    <a:pt x="306" y="914"/>
                  </a:cubicBezTo>
                  <a:cubicBezTo>
                    <a:pt x="371" y="995"/>
                    <a:pt x="452" y="1045"/>
                    <a:pt x="549" y="1076"/>
                  </a:cubicBezTo>
                  <a:cubicBezTo>
                    <a:pt x="610" y="1092"/>
                    <a:pt x="660" y="1107"/>
                    <a:pt x="722" y="1107"/>
                  </a:cubicBezTo>
                  <a:cubicBezTo>
                    <a:pt x="1173" y="1107"/>
                    <a:pt x="1447" y="594"/>
                    <a:pt x="1143" y="193"/>
                  </a:cubicBezTo>
                  <a:cubicBezTo>
                    <a:pt x="1077" y="112"/>
                    <a:pt x="996" y="46"/>
                    <a:pt x="900" y="31"/>
                  </a:cubicBezTo>
                  <a:cubicBezTo>
                    <a:pt x="838" y="16"/>
                    <a:pt x="788" y="0"/>
                    <a:pt x="7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35"/>
            <p:cNvSpPr/>
            <p:nvPr/>
          </p:nvSpPr>
          <p:spPr>
            <a:xfrm>
              <a:off x="5283426" y="3475308"/>
              <a:ext cx="71694" cy="30786"/>
            </a:xfrm>
            <a:custGeom>
              <a:avLst/>
              <a:gdLst/>
              <a:ahLst/>
              <a:cxnLst/>
              <a:rect l="l" t="t" r="r" b="b"/>
              <a:pathLst>
                <a:path w="2543" h="1092" extrusionOk="0">
                  <a:moveTo>
                    <a:pt x="2126" y="1"/>
                  </a:moveTo>
                  <a:cubicBezTo>
                    <a:pt x="2098" y="1"/>
                    <a:pt x="2070" y="4"/>
                    <a:pt x="2041" y="11"/>
                  </a:cubicBezTo>
                  <a:lnTo>
                    <a:pt x="340" y="331"/>
                  </a:lnTo>
                  <a:cubicBezTo>
                    <a:pt x="132" y="381"/>
                    <a:pt x="1" y="574"/>
                    <a:pt x="36" y="782"/>
                  </a:cubicBezTo>
                  <a:cubicBezTo>
                    <a:pt x="77" y="969"/>
                    <a:pt x="238" y="1091"/>
                    <a:pt x="421" y="1091"/>
                  </a:cubicBezTo>
                  <a:cubicBezTo>
                    <a:pt x="442" y="1091"/>
                    <a:pt x="462" y="1090"/>
                    <a:pt x="483" y="1087"/>
                  </a:cubicBezTo>
                  <a:lnTo>
                    <a:pt x="2188" y="747"/>
                  </a:lnTo>
                  <a:cubicBezTo>
                    <a:pt x="2396" y="716"/>
                    <a:pt x="2543" y="508"/>
                    <a:pt x="2493" y="315"/>
                  </a:cubicBezTo>
                  <a:cubicBezTo>
                    <a:pt x="2466" y="135"/>
                    <a:pt x="2306" y="1"/>
                    <a:pt x="212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35"/>
            <p:cNvSpPr/>
            <p:nvPr/>
          </p:nvSpPr>
          <p:spPr>
            <a:xfrm>
              <a:off x="5295718" y="3495494"/>
              <a:ext cx="50718" cy="11333"/>
            </a:xfrm>
            <a:custGeom>
              <a:avLst/>
              <a:gdLst/>
              <a:ahLst/>
              <a:cxnLst/>
              <a:rect l="l" t="t" r="r" b="b"/>
              <a:pathLst>
                <a:path w="1799" h="402" extrusionOk="0">
                  <a:moveTo>
                    <a:pt x="1752" y="0"/>
                  </a:moveTo>
                  <a:lnTo>
                    <a:pt x="47" y="320"/>
                  </a:lnTo>
                  <a:cubicBezTo>
                    <a:pt x="16" y="340"/>
                    <a:pt x="1" y="355"/>
                    <a:pt x="16" y="371"/>
                  </a:cubicBezTo>
                  <a:cubicBezTo>
                    <a:pt x="16" y="386"/>
                    <a:pt x="32" y="401"/>
                    <a:pt x="47" y="401"/>
                  </a:cubicBezTo>
                  <a:lnTo>
                    <a:pt x="1767" y="81"/>
                  </a:lnTo>
                  <a:cubicBezTo>
                    <a:pt x="1783" y="66"/>
                    <a:pt x="1798" y="50"/>
                    <a:pt x="1798" y="31"/>
                  </a:cubicBezTo>
                  <a:cubicBezTo>
                    <a:pt x="1783" y="16"/>
                    <a:pt x="1767" y="0"/>
                    <a:pt x="17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35"/>
            <p:cNvSpPr/>
            <p:nvPr/>
          </p:nvSpPr>
          <p:spPr>
            <a:xfrm>
              <a:off x="5331495" y="3085580"/>
              <a:ext cx="2312" cy="32196"/>
            </a:xfrm>
            <a:custGeom>
              <a:avLst/>
              <a:gdLst/>
              <a:ahLst/>
              <a:cxnLst/>
              <a:rect l="l" t="t" r="r" b="b"/>
              <a:pathLst>
                <a:path w="82" h="1142" extrusionOk="0">
                  <a:moveTo>
                    <a:pt x="32" y="0"/>
                  </a:moveTo>
                  <a:cubicBezTo>
                    <a:pt x="16" y="0"/>
                    <a:pt x="1" y="16"/>
                    <a:pt x="1" y="31"/>
                  </a:cubicBezTo>
                  <a:lnTo>
                    <a:pt x="1" y="1092"/>
                  </a:lnTo>
                  <a:cubicBezTo>
                    <a:pt x="1" y="1126"/>
                    <a:pt x="16" y="1142"/>
                    <a:pt x="32" y="1142"/>
                  </a:cubicBezTo>
                  <a:cubicBezTo>
                    <a:pt x="66" y="1142"/>
                    <a:pt x="82" y="1126"/>
                    <a:pt x="82" y="1092"/>
                  </a:cubicBezTo>
                  <a:lnTo>
                    <a:pt x="82" y="31"/>
                  </a:lnTo>
                  <a:cubicBezTo>
                    <a:pt x="82" y="16"/>
                    <a:pt x="66" y="0"/>
                    <a:pt x="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3" name="Google Shape;893;p35"/>
          <p:cNvGrpSpPr/>
          <p:nvPr/>
        </p:nvGrpSpPr>
        <p:grpSpPr>
          <a:xfrm>
            <a:off x="971341" y="12387"/>
            <a:ext cx="410449" cy="3076071"/>
            <a:chOff x="-771509" y="1532500"/>
            <a:chExt cx="410449" cy="3076071"/>
          </a:xfrm>
        </p:grpSpPr>
        <p:sp>
          <p:nvSpPr>
            <p:cNvPr id="894" name="Google Shape;894;p35"/>
            <p:cNvSpPr/>
            <p:nvPr/>
          </p:nvSpPr>
          <p:spPr>
            <a:xfrm>
              <a:off x="-516875" y="1532500"/>
              <a:ext cx="9150" cy="2907431"/>
            </a:xfrm>
            <a:custGeom>
              <a:avLst/>
              <a:gdLst/>
              <a:ahLst/>
              <a:cxnLst/>
              <a:rect l="l" t="t" r="r" b="b"/>
              <a:pathLst>
                <a:path w="66" h="26935" extrusionOk="0">
                  <a:moveTo>
                    <a:pt x="31" y="0"/>
                  </a:moveTo>
                  <a:cubicBezTo>
                    <a:pt x="15" y="0"/>
                    <a:pt x="0" y="16"/>
                    <a:pt x="0" y="31"/>
                  </a:cubicBezTo>
                  <a:lnTo>
                    <a:pt x="0" y="26903"/>
                  </a:lnTo>
                  <a:cubicBezTo>
                    <a:pt x="0" y="26919"/>
                    <a:pt x="15" y="26934"/>
                    <a:pt x="31" y="26934"/>
                  </a:cubicBezTo>
                  <a:cubicBezTo>
                    <a:pt x="50" y="26934"/>
                    <a:pt x="66" y="26919"/>
                    <a:pt x="66" y="26903"/>
                  </a:cubicBezTo>
                  <a:lnTo>
                    <a:pt x="66" y="31"/>
                  </a:lnTo>
                  <a:cubicBezTo>
                    <a:pt x="66" y="16"/>
                    <a:pt x="50" y="0"/>
                    <a:pt x="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35"/>
            <p:cNvSpPr/>
            <p:nvPr/>
          </p:nvSpPr>
          <p:spPr>
            <a:xfrm>
              <a:off x="-748087" y="4134431"/>
              <a:ext cx="362266" cy="289768"/>
            </a:xfrm>
            <a:custGeom>
              <a:avLst/>
              <a:gdLst/>
              <a:ahLst/>
              <a:cxnLst/>
              <a:rect l="l" t="t" r="r" b="b"/>
              <a:pathLst>
                <a:path w="3248" h="2598" extrusionOk="0">
                  <a:moveTo>
                    <a:pt x="1636" y="1"/>
                  </a:moveTo>
                  <a:cubicBezTo>
                    <a:pt x="1426" y="1"/>
                    <a:pt x="1204" y="52"/>
                    <a:pt x="982" y="166"/>
                  </a:cubicBezTo>
                  <a:cubicBezTo>
                    <a:pt x="770" y="262"/>
                    <a:pt x="596" y="439"/>
                    <a:pt x="500" y="648"/>
                  </a:cubicBezTo>
                  <a:cubicBezTo>
                    <a:pt x="0" y="1619"/>
                    <a:pt x="699" y="2597"/>
                    <a:pt x="1625" y="2597"/>
                  </a:cubicBezTo>
                  <a:cubicBezTo>
                    <a:pt x="1836" y="2597"/>
                    <a:pt x="2059" y="2547"/>
                    <a:pt x="2282" y="2434"/>
                  </a:cubicBezTo>
                  <a:cubicBezTo>
                    <a:pt x="2490" y="2337"/>
                    <a:pt x="2652" y="2160"/>
                    <a:pt x="2764" y="1951"/>
                  </a:cubicBezTo>
                  <a:cubicBezTo>
                    <a:pt x="3247" y="970"/>
                    <a:pt x="2552" y="1"/>
                    <a:pt x="163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35"/>
            <p:cNvSpPr/>
            <p:nvPr/>
          </p:nvSpPr>
          <p:spPr>
            <a:xfrm>
              <a:off x="-680161" y="4187523"/>
              <a:ext cx="226528" cy="183698"/>
            </a:xfrm>
            <a:custGeom>
              <a:avLst/>
              <a:gdLst/>
              <a:ahLst/>
              <a:cxnLst/>
              <a:rect l="l" t="t" r="r" b="b"/>
              <a:pathLst>
                <a:path w="2031" h="1647" extrusionOk="0">
                  <a:moveTo>
                    <a:pt x="1013" y="1"/>
                  </a:moveTo>
                  <a:cubicBezTo>
                    <a:pt x="889" y="1"/>
                    <a:pt x="759" y="29"/>
                    <a:pt x="628" y="91"/>
                  </a:cubicBezTo>
                  <a:cubicBezTo>
                    <a:pt x="485" y="172"/>
                    <a:pt x="354" y="284"/>
                    <a:pt x="292" y="430"/>
                  </a:cubicBezTo>
                  <a:cubicBezTo>
                    <a:pt x="0" y="1040"/>
                    <a:pt x="440" y="1647"/>
                    <a:pt x="1024" y="1647"/>
                  </a:cubicBezTo>
                  <a:cubicBezTo>
                    <a:pt x="1149" y="1647"/>
                    <a:pt x="1281" y="1619"/>
                    <a:pt x="1414" y="1556"/>
                  </a:cubicBezTo>
                  <a:cubicBezTo>
                    <a:pt x="1561" y="1475"/>
                    <a:pt x="1673" y="1364"/>
                    <a:pt x="1754" y="1217"/>
                  </a:cubicBezTo>
                  <a:cubicBezTo>
                    <a:pt x="2030" y="607"/>
                    <a:pt x="1590" y="1"/>
                    <a:pt x="101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35"/>
            <p:cNvSpPr/>
            <p:nvPr/>
          </p:nvSpPr>
          <p:spPr>
            <a:xfrm>
              <a:off x="-570633" y="4326608"/>
              <a:ext cx="9146" cy="70267"/>
            </a:xfrm>
            <a:custGeom>
              <a:avLst/>
              <a:gdLst/>
              <a:ahLst/>
              <a:cxnLst/>
              <a:rect l="l" t="t" r="r" b="b"/>
              <a:pathLst>
                <a:path w="82" h="630" extrusionOk="0">
                  <a:moveTo>
                    <a:pt x="31" y="1"/>
                  </a:moveTo>
                  <a:cubicBezTo>
                    <a:pt x="16" y="1"/>
                    <a:pt x="0" y="20"/>
                    <a:pt x="0" y="36"/>
                  </a:cubicBezTo>
                  <a:lnTo>
                    <a:pt x="0" y="599"/>
                  </a:lnTo>
                  <a:cubicBezTo>
                    <a:pt x="0" y="614"/>
                    <a:pt x="16" y="630"/>
                    <a:pt x="31" y="630"/>
                  </a:cubicBezTo>
                  <a:cubicBezTo>
                    <a:pt x="66" y="630"/>
                    <a:pt x="81" y="614"/>
                    <a:pt x="81" y="599"/>
                  </a:cubicBezTo>
                  <a:lnTo>
                    <a:pt x="81" y="36"/>
                  </a:lnTo>
                  <a:cubicBezTo>
                    <a:pt x="81" y="20"/>
                    <a:pt x="66" y="1"/>
                    <a:pt x="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35"/>
            <p:cNvSpPr/>
            <p:nvPr/>
          </p:nvSpPr>
          <p:spPr>
            <a:xfrm>
              <a:off x="-674696" y="4366203"/>
              <a:ext cx="215151" cy="138192"/>
            </a:xfrm>
            <a:custGeom>
              <a:avLst/>
              <a:gdLst/>
              <a:ahLst/>
              <a:cxnLst/>
              <a:rect l="l" t="t" r="r" b="b"/>
              <a:pathLst>
                <a:path w="1929" h="1239" extrusionOk="0">
                  <a:moveTo>
                    <a:pt x="208" y="1"/>
                  </a:moveTo>
                  <a:cubicBezTo>
                    <a:pt x="97" y="1"/>
                    <a:pt x="0" y="82"/>
                    <a:pt x="0" y="194"/>
                  </a:cubicBezTo>
                  <a:lnTo>
                    <a:pt x="0" y="1046"/>
                  </a:lnTo>
                  <a:cubicBezTo>
                    <a:pt x="0" y="1158"/>
                    <a:pt x="97" y="1239"/>
                    <a:pt x="208" y="1239"/>
                  </a:cubicBezTo>
                  <a:lnTo>
                    <a:pt x="1736" y="1239"/>
                  </a:lnTo>
                  <a:cubicBezTo>
                    <a:pt x="1848" y="1239"/>
                    <a:pt x="1929" y="1158"/>
                    <a:pt x="1929" y="1046"/>
                  </a:cubicBezTo>
                  <a:lnTo>
                    <a:pt x="1929" y="194"/>
                  </a:lnTo>
                  <a:cubicBezTo>
                    <a:pt x="1929" y="82"/>
                    <a:pt x="1848" y="1"/>
                    <a:pt x="17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35"/>
            <p:cNvSpPr/>
            <p:nvPr/>
          </p:nvSpPr>
          <p:spPr>
            <a:xfrm>
              <a:off x="-767717" y="4436360"/>
              <a:ext cx="401527" cy="172210"/>
            </a:xfrm>
            <a:custGeom>
              <a:avLst/>
              <a:gdLst/>
              <a:ahLst/>
              <a:cxnLst/>
              <a:rect l="l" t="t" r="r" b="b"/>
              <a:pathLst>
                <a:path w="3600" h="1544" extrusionOk="0">
                  <a:moveTo>
                    <a:pt x="1" y="0"/>
                  </a:moveTo>
                  <a:cubicBezTo>
                    <a:pt x="1" y="270"/>
                    <a:pt x="97" y="529"/>
                    <a:pt x="240" y="772"/>
                  </a:cubicBezTo>
                  <a:cubicBezTo>
                    <a:pt x="560" y="1219"/>
                    <a:pt x="1139" y="1543"/>
                    <a:pt x="1798" y="1543"/>
                  </a:cubicBezTo>
                  <a:cubicBezTo>
                    <a:pt x="2473" y="1543"/>
                    <a:pt x="3052" y="1219"/>
                    <a:pt x="3357" y="772"/>
                  </a:cubicBezTo>
                  <a:cubicBezTo>
                    <a:pt x="3519" y="529"/>
                    <a:pt x="3600" y="270"/>
                    <a:pt x="360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35"/>
            <p:cNvSpPr/>
            <p:nvPr/>
          </p:nvSpPr>
          <p:spPr>
            <a:xfrm>
              <a:off x="-740948" y="4522354"/>
              <a:ext cx="347655" cy="86217"/>
            </a:xfrm>
            <a:custGeom>
              <a:avLst/>
              <a:gdLst/>
              <a:ahLst/>
              <a:cxnLst/>
              <a:rect l="l" t="t" r="r" b="b"/>
              <a:pathLst>
                <a:path w="3117" h="773" extrusionOk="0">
                  <a:moveTo>
                    <a:pt x="0" y="1"/>
                  </a:moveTo>
                  <a:cubicBezTo>
                    <a:pt x="320" y="448"/>
                    <a:pt x="899" y="772"/>
                    <a:pt x="1558" y="772"/>
                  </a:cubicBezTo>
                  <a:cubicBezTo>
                    <a:pt x="2233" y="772"/>
                    <a:pt x="2812" y="448"/>
                    <a:pt x="31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35"/>
            <p:cNvSpPr/>
            <p:nvPr/>
          </p:nvSpPr>
          <p:spPr>
            <a:xfrm>
              <a:off x="-592159" y="4255225"/>
              <a:ext cx="52198" cy="77071"/>
            </a:xfrm>
            <a:custGeom>
              <a:avLst/>
              <a:gdLst/>
              <a:ahLst/>
              <a:cxnLst/>
              <a:rect l="l" t="t" r="r" b="b"/>
              <a:pathLst>
                <a:path w="468" h="691" extrusionOk="0">
                  <a:moveTo>
                    <a:pt x="224" y="1"/>
                  </a:moveTo>
                  <a:cubicBezTo>
                    <a:pt x="224" y="1"/>
                    <a:pt x="1" y="336"/>
                    <a:pt x="1" y="467"/>
                  </a:cubicBezTo>
                  <a:cubicBezTo>
                    <a:pt x="1" y="579"/>
                    <a:pt x="97" y="691"/>
                    <a:pt x="224" y="691"/>
                  </a:cubicBezTo>
                  <a:cubicBezTo>
                    <a:pt x="355" y="691"/>
                    <a:pt x="467" y="579"/>
                    <a:pt x="467" y="467"/>
                  </a:cubicBezTo>
                  <a:cubicBezTo>
                    <a:pt x="467" y="336"/>
                    <a:pt x="224" y="1"/>
                    <a:pt x="22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35"/>
            <p:cNvSpPr/>
            <p:nvPr/>
          </p:nvSpPr>
          <p:spPr>
            <a:xfrm>
              <a:off x="-771509" y="4430783"/>
              <a:ext cx="410449" cy="9146"/>
            </a:xfrm>
            <a:custGeom>
              <a:avLst/>
              <a:gdLst/>
              <a:ahLst/>
              <a:cxnLst/>
              <a:rect l="l" t="t" r="r" b="b"/>
              <a:pathLst>
                <a:path w="3680" h="82" extrusionOk="0">
                  <a:moveTo>
                    <a:pt x="35" y="0"/>
                  </a:moveTo>
                  <a:cubicBezTo>
                    <a:pt x="16" y="0"/>
                    <a:pt x="0" y="16"/>
                    <a:pt x="0" y="50"/>
                  </a:cubicBezTo>
                  <a:cubicBezTo>
                    <a:pt x="0" y="66"/>
                    <a:pt x="16" y="81"/>
                    <a:pt x="35" y="81"/>
                  </a:cubicBezTo>
                  <a:lnTo>
                    <a:pt x="3634" y="81"/>
                  </a:lnTo>
                  <a:cubicBezTo>
                    <a:pt x="3664" y="81"/>
                    <a:pt x="3680" y="66"/>
                    <a:pt x="3680" y="50"/>
                  </a:cubicBezTo>
                  <a:cubicBezTo>
                    <a:pt x="3680" y="16"/>
                    <a:pt x="3664" y="0"/>
                    <a:pt x="36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3" name="Google Shape;903;p35"/>
          <p:cNvGrpSpPr/>
          <p:nvPr/>
        </p:nvGrpSpPr>
        <p:grpSpPr>
          <a:xfrm>
            <a:off x="7839692" y="8"/>
            <a:ext cx="408776" cy="2855770"/>
            <a:chOff x="5045620" y="3052360"/>
            <a:chExt cx="103326" cy="721847"/>
          </a:xfrm>
        </p:grpSpPr>
        <p:sp>
          <p:nvSpPr>
            <p:cNvPr id="904" name="Google Shape;904;p35"/>
            <p:cNvSpPr/>
            <p:nvPr/>
          </p:nvSpPr>
          <p:spPr>
            <a:xfrm>
              <a:off x="5082271" y="3052360"/>
              <a:ext cx="2312" cy="679242"/>
            </a:xfrm>
            <a:custGeom>
              <a:avLst/>
              <a:gdLst/>
              <a:ahLst/>
              <a:cxnLst/>
              <a:rect l="l" t="t" r="r" b="b"/>
              <a:pathLst>
                <a:path w="82" h="24093" extrusionOk="0">
                  <a:moveTo>
                    <a:pt x="35" y="1"/>
                  </a:moveTo>
                  <a:cubicBezTo>
                    <a:pt x="16" y="1"/>
                    <a:pt x="0" y="16"/>
                    <a:pt x="0" y="32"/>
                  </a:cubicBezTo>
                  <a:lnTo>
                    <a:pt x="0" y="24042"/>
                  </a:lnTo>
                  <a:cubicBezTo>
                    <a:pt x="0" y="24077"/>
                    <a:pt x="16" y="24092"/>
                    <a:pt x="35" y="24092"/>
                  </a:cubicBezTo>
                  <a:cubicBezTo>
                    <a:pt x="66" y="24092"/>
                    <a:pt x="81" y="24077"/>
                    <a:pt x="81" y="24042"/>
                  </a:cubicBezTo>
                  <a:lnTo>
                    <a:pt x="81" y="32"/>
                  </a:lnTo>
                  <a:cubicBezTo>
                    <a:pt x="81" y="16"/>
                    <a:pt x="66" y="1"/>
                    <a:pt x="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35"/>
            <p:cNvSpPr/>
            <p:nvPr/>
          </p:nvSpPr>
          <p:spPr>
            <a:xfrm>
              <a:off x="5051484" y="3654388"/>
              <a:ext cx="91541" cy="73216"/>
            </a:xfrm>
            <a:custGeom>
              <a:avLst/>
              <a:gdLst/>
              <a:ahLst/>
              <a:cxnLst/>
              <a:rect l="l" t="t" r="r" b="b"/>
              <a:pathLst>
                <a:path w="3247" h="2597" extrusionOk="0">
                  <a:moveTo>
                    <a:pt x="1621" y="0"/>
                  </a:moveTo>
                  <a:cubicBezTo>
                    <a:pt x="695" y="0"/>
                    <a:pt x="0" y="969"/>
                    <a:pt x="483" y="1951"/>
                  </a:cubicBezTo>
                  <a:cubicBezTo>
                    <a:pt x="595" y="2159"/>
                    <a:pt x="757" y="2337"/>
                    <a:pt x="965" y="2433"/>
                  </a:cubicBezTo>
                  <a:cubicBezTo>
                    <a:pt x="1188" y="2546"/>
                    <a:pt x="1411" y="2597"/>
                    <a:pt x="1622" y="2597"/>
                  </a:cubicBezTo>
                  <a:cubicBezTo>
                    <a:pt x="2548" y="2597"/>
                    <a:pt x="3247" y="1618"/>
                    <a:pt x="2747" y="647"/>
                  </a:cubicBezTo>
                  <a:cubicBezTo>
                    <a:pt x="2651" y="439"/>
                    <a:pt x="2493" y="262"/>
                    <a:pt x="2284" y="165"/>
                  </a:cubicBezTo>
                  <a:cubicBezTo>
                    <a:pt x="2059" y="52"/>
                    <a:pt x="1834" y="0"/>
                    <a:pt x="162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35"/>
            <p:cNvSpPr/>
            <p:nvPr/>
          </p:nvSpPr>
          <p:spPr>
            <a:xfrm>
              <a:off x="5068710" y="3667779"/>
              <a:ext cx="57174" cy="46461"/>
            </a:xfrm>
            <a:custGeom>
              <a:avLst/>
              <a:gdLst/>
              <a:ahLst/>
              <a:cxnLst/>
              <a:rect l="l" t="t" r="r" b="b"/>
              <a:pathLst>
                <a:path w="2028" h="1648" extrusionOk="0">
                  <a:moveTo>
                    <a:pt x="1009" y="0"/>
                  </a:moveTo>
                  <a:cubicBezTo>
                    <a:pt x="435" y="0"/>
                    <a:pt x="1" y="597"/>
                    <a:pt x="289" y="1218"/>
                  </a:cubicBezTo>
                  <a:cubicBezTo>
                    <a:pt x="354" y="1364"/>
                    <a:pt x="466" y="1476"/>
                    <a:pt x="628" y="1557"/>
                  </a:cubicBezTo>
                  <a:cubicBezTo>
                    <a:pt x="758" y="1619"/>
                    <a:pt x="888" y="1647"/>
                    <a:pt x="1012" y="1647"/>
                  </a:cubicBezTo>
                  <a:cubicBezTo>
                    <a:pt x="1588" y="1647"/>
                    <a:pt x="2027" y="1040"/>
                    <a:pt x="1735" y="431"/>
                  </a:cubicBezTo>
                  <a:cubicBezTo>
                    <a:pt x="1673" y="284"/>
                    <a:pt x="1542" y="157"/>
                    <a:pt x="1399" y="91"/>
                  </a:cubicBezTo>
                  <a:cubicBezTo>
                    <a:pt x="1267" y="29"/>
                    <a:pt x="1135" y="0"/>
                    <a:pt x="100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35"/>
            <p:cNvSpPr/>
            <p:nvPr/>
          </p:nvSpPr>
          <p:spPr>
            <a:xfrm>
              <a:off x="5096311" y="3702964"/>
              <a:ext cx="1861" cy="17761"/>
            </a:xfrm>
            <a:custGeom>
              <a:avLst/>
              <a:gdLst/>
              <a:ahLst/>
              <a:cxnLst/>
              <a:rect l="l" t="t" r="r" b="b"/>
              <a:pathLst>
                <a:path w="66" h="630" extrusionOk="0">
                  <a:moveTo>
                    <a:pt x="35" y="1"/>
                  </a:moveTo>
                  <a:cubicBezTo>
                    <a:pt x="19" y="1"/>
                    <a:pt x="0" y="20"/>
                    <a:pt x="0" y="35"/>
                  </a:cubicBezTo>
                  <a:lnTo>
                    <a:pt x="0" y="598"/>
                  </a:lnTo>
                  <a:cubicBezTo>
                    <a:pt x="0" y="614"/>
                    <a:pt x="19" y="629"/>
                    <a:pt x="35" y="629"/>
                  </a:cubicBezTo>
                  <a:cubicBezTo>
                    <a:pt x="50" y="629"/>
                    <a:pt x="66" y="614"/>
                    <a:pt x="66" y="598"/>
                  </a:cubicBezTo>
                  <a:lnTo>
                    <a:pt x="66" y="35"/>
                  </a:lnTo>
                  <a:cubicBezTo>
                    <a:pt x="66" y="20"/>
                    <a:pt x="50" y="1"/>
                    <a:pt x="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35"/>
            <p:cNvSpPr/>
            <p:nvPr/>
          </p:nvSpPr>
          <p:spPr>
            <a:xfrm>
              <a:off x="5070092" y="3712972"/>
              <a:ext cx="54383" cy="34931"/>
            </a:xfrm>
            <a:custGeom>
              <a:avLst/>
              <a:gdLst/>
              <a:ahLst/>
              <a:cxnLst/>
              <a:rect l="l" t="t" r="r" b="b"/>
              <a:pathLst>
                <a:path w="1929" h="1239" extrusionOk="0">
                  <a:moveTo>
                    <a:pt x="193" y="0"/>
                  </a:moveTo>
                  <a:cubicBezTo>
                    <a:pt x="81" y="0"/>
                    <a:pt x="0" y="81"/>
                    <a:pt x="0" y="193"/>
                  </a:cubicBezTo>
                  <a:lnTo>
                    <a:pt x="0" y="1046"/>
                  </a:lnTo>
                  <a:cubicBezTo>
                    <a:pt x="0" y="1158"/>
                    <a:pt x="81" y="1239"/>
                    <a:pt x="193" y="1239"/>
                  </a:cubicBezTo>
                  <a:lnTo>
                    <a:pt x="1721" y="1239"/>
                  </a:lnTo>
                  <a:cubicBezTo>
                    <a:pt x="1833" y="1239"/>
                    <a:pt x="1929" y="1158"/>
                    <a:pt x="1929" y="1046"/>
                  </a:cubicBezTo>
                  <a:lnTo>
                    <a:pt x="1929" y="193"/>
                  </a:lnTo>
                  <a:cubicBezTo>
                    <a:pt x="1929" y="81"/>
                    <a:pt x="1833" y="0"/>
                    <a:pt x="172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35"/>
            <p:cNvSpPr/>
            <p:nvPr/>
          </p:nvSpPr>
          <p:spPr>
            <a:xfrm>
              <a:off x="5046494" y="3730142"/>
              <a:ext cx="101493" cy="44065"/>
            </a:xfrm>
            <a:custGeom>
              <a:avLst/>
              <a:gdLst/>
              <a:ahLst/>
              <a:cxnLst/>
              <a:rect l="l" t="t" r="r" b="b"/>
              <a:pathLst>
                <a:path w="3600" h="1563" extrusionOk="0">
                  <a:moveTo>
                    <a:pt x="0" y="1"/>
                  </a:moveTo>
                  <a:cubicBezTo>
                    <a:pt x="0" y="290"/>
                    <a:pt x="81" y="549"/>
                    <a:pt x="243" y="792"/>
                  </a:cubicBezTo>
                  <a:cubicBezTo>
                    <a:pt x="548" y="1239"/>
                    <a:pt x="1127" y="1563"/>
                    <a:pt x="1802" y="1563"/>
                  </a:cubicBezTo>
                  <a:cubicBezTo>
                    <a:pt x="2461" y="1563"/>
                    <a:pt x="3055" y="1239"/>
                    <a:pt x="3360" y="792"/>
                  </a:cubicBezTo>
                  <a:cubicBezTo>
                    <a:pt x="3503" y="549"/>
                    <a:pt x="3599" y="290"/>
                    <a:pt x="359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35"/>
            <p:cNvSpPr/>
            <p:nvPr/>
          </p:nvSpPr>
          <p:spPr>
            <a:xfrm>
              <a:off x="5053345" y="3752442"/>
              <a:ext cx="87876" cy="21765"/>
            </a:xfrm>
            <a:custGeom>
              <a:avLst/>
              <a:gdLst/>
              <a:ahLst/>
              <a:cxnLst/>
              <a:rect l="l" t="t" r="r" b="b"/>
              <a:pathLst>
                <a:path w="3117" h="772" extrusionOk="0">
                  <a:moveTo>
                    <a:pt x="0" y="1"/>
                  </a:moveTo>
                  <a:cubicBezTo>
                    <a:pt x="305" y="448"/>
                    <a:pt x="884" y="772"/>
                    <a:pt x="1559" y="772"/>
                  </a:cubicBezTo>
                  <a:cubicBezTo>
                    <a:pt x="2218" y="772"/>
                    <a:pt x="2812" y="448"/>
                    <a:pt x="31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35"/>
            <p:cNvSpPr/>
            <p:nvPr/>
          </p:nvSpPr>
          <p:spPr>
            <a:xfrm>
              <a:off x="5090870" y="3684921"/>
              <a:ext cx="12743" cy="19481"/>
            </a:xfrm>
            <a:custGeom>
              <a:avLst/>
              <a:gdLst/>
              <a:ahLst/>
              <a:cxnLst/>
              <a:rect l="l" t="t" r="r" b="b"/>
              <a:pathLst>
                <a:path w="452" h="691" extrusionOk="0">
                  <a:moveTo>
                    <a:pt x="228" y="0"/>
                  </a:moveTo>
                  <a:cubicBezTo>
                    <a:pt x="228" y="0"/>
                    <a:pt x="0" y="336"/>
                    <a:pt x="0" y="467"/>
                  </a:cubicBezTo>
                  <a:cubicBezTo>
                    <a:pt x="0" y="579"/>
                    <a:pt x="97" y="691"/>
                    <a:pt x="228" y="691"/>
                  </a:cubicBezTo>
                  <a:cubicBezTo>
                    <a:pt x="355" y="691"/>
                    <a:pt x="451" y="579"/>
                    <a:pt x="451" y="467"/>
                  </a:cubicBezTo>
                  <a:cubicBezTo>
                    <a:pt x="451" y="336"/>
                    <a:pt x="228" y="0"/>
                    <a:pt x="22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35"/>
            <p:cNvSpPr/>
            <p:nvPr/>
          </p:nvSpPr>
          <p:spPr>
            <a:xfrm>
              <a:off x="5045620" y="3729296"/>
              <a:ext cx="103326" cy="2312"/>
            </a:xfrm>
            <a:custGeom>
              <a:avLst/>
              <a:gdLst/>
              <a:ahLst/>
              <a:cxnLst/>
              <a:rect l="l" t="t" r="r" b="b"/>
              <a:pathLst>
                <a:path w="3665" h="82" extrusionOk="0">
                  <a:moveTo>
                    <a:pt x="31" y="0"/>
                  </a:moveTo>
                  <a:cubicBezTo>
                    <a:pt x="16" y="0"/>
                    <a:pt x="1" y="15"/>
                    <a:pt x="1" y="31"/>
                  </a:cubicBezTo>
                  <a:cubicBezTo>
                    <a:pt x="1" y="66"/>
                    <a:pt x="16" y="81"/>
                    <a:pt x="31" y="81"/>
                  </a:cubicBezTo>
                  <a:lnTo>
                    <a:pt x="3630" y="81"/>
                  </a:lnTo>
                  <a:cubicBezTo>
                    <a:pt x="3649" y="81"/>
                    <a:pt x="3665" y="66"/>
                    <a:pt x="3665" y="31"/>
                  </a:cubicBezTo>
                  <a:cubicBezTo>
                    <a:pt x="3665" y="15"/>
                    <a:pt x="3649" y="0"/>
                    <a:pt x="36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13" name="Google Shape;913;p35"/>
          <p:cNvGrpSpPr/>
          <p:nvPr/>
        </p:nvGrpSpPr>
        <p:grpSpPr>
          <a:xfrm>
            <a:off x="1381795" y="7"/>
            <a:ext cx="826382" cy="2389544"/>
            <a:chOff x="2165495" y="647732"/>
            <a:chExt cx="826382" cy="2389544"/>
          </a:xfrm>
        </p:grpSpPr>
        <p:sp>
          <p:nvSpPr>
            <p:cNvPr id="914" name="Google Shape;914;p35"/>
            <p:cNvSpPr/>
            <p:nvPr/>
          </p:nvSpPr>
          <p:spPr>
            <a:xfrm>
              <a:off x="2636860" y="1580387"/>
              <a:ext cx="220839" cy="763346"/>
            </a:xfrm>
            <a:custGeom>
              <a:avLst/>
              <a:gdLst/>
              <a:ahLst/>
              <a:cxnLst/>
              <a:rect l="l" t="t" r="r" b="b"/>
              <a:pathLst>
                <a:path w="1980" h="6844" extrusionOk="0">
                  <a:moveTo>
                    <a:pt x="421" y="1"/>
                  </a:moveTo>
                  <a:cubicBezTo>
                    <a:pt x="405" y="1"/>
                    <a:pt x="388" y="4"/>
                    <a:pt x="371" y="13"/>
                  </a:cubicBezTo>
                  <a:cubicBezTo>
                    <a:pt x="321" y="28"/>
                    <a:pt x="290" y="94"/>
                    <a:pt x="305" y="155"/>
                  </a:cubicBezTo>
                  <a:cubicBezTo>
                    <a:pt x="1721" y="3723"/>
                    <a:pt x="51" y="6651"/>
                    <a:pt x="31" y="6682"/>
                  </a:cubicBezTo>
                  <a:cubicBezTo>
                    <a:pt x="1" y="6732"/>
                    <a:pt x="16" y="6793"/>
                    <a:pt x="66" y="6828"/>
                  </a:cubicBezTo>
                  <a:cubicBezTo>
                    <a:pt x="82" y="6844"/>
                    <a:pt x="112" y="6844"/>
                    <a:pt x="128" y="6844"/>
                  </a:cubicBezTo>
                  <a:cubicBezTo>
                    <a:pt x="163" y="6844"/>
                    <a:pt x="193" y="6828"/>
                    <a:pt x="224" y="6793"/>
                  </a:cubicBezTo>
                  <a:cubicBezTo>
                    <a:pt x="244" y="6763"/>
                    <a:pt x="1979" y="3758"/>
                    <a:pt x="514" y="78"/>
                  </a:cubicBezTo>
                  <a:cubicBezTo>
                    <a:pt x="502" y="30"/>
                    <a:pt x="466" y="1"/>
                    <a:pt x="42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35"/>
            <p:cNvSpPr/>
            <p:nvPr/>
          </p:nvSpPr>
          <p:spPr>
            <a:xfrm>
              <a:off x="2520306" y="1406391"/>
              <a:ext cx="247496" cy="195744"/>
            </a:xfrm>
            <a:custGeom>
              <a:avLst/>
              <a:gdLst/>
              <a:ahLst/>
              <a:cxnLst/>
              <a:rect l="l" t="t" r="r" b="b"/>
              <a:pathLst>
                <a:path w="2219" h="1755" extrusionOk="0">
                  <a:moveTo>
                    <a:pt x="1098" y="1"/>
                  </a:moveTo>
                  <a:cubicBezTo>
                    <a:pt x="988" y="1"/>
                    <a:pt x="878" y="19"/>
                    <a:pt x="772" y="61"/>
                  </a:cubicBezTo>
                  <a:cubicBezTo>
                    <a:pt x="243" y="254"/>
                    <a:pt x="0" y="963"/>
                    <a:pt x="162" y="1349"/>
                  </a:cubicBezTo>
                  <a:cubicBezTo>
                    <a:pt x="262" y="1605"/>
                    <a:pt x="561" y="1754"/>
                    <a:pt x="913" y="1754"/>
                  </a:cubicBezTo>
                  <a:cubicBezTo>
                    <a:pt x="1064" y="1754"/>
                    <a:pt x="1225" y="1727"/>
                    <a:pt x="1385" y="1669"/>
                  </a:cubicBezTo>
                  <a:cubicBezTo>
                    <a:pt x="1913" y="1461"/>
                    <a:pt x="2218" y="979"/>
                    <a:pt x="2075" y="593"/>
                  </a:cubicBezTo>
                  <a:cubicBezTo>
                    <a:pt x="1958" y="297"/>
                    <a:pt x="1535" y="1"/>
                    <a:pt x="109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35"/>
            <p:cNvSpPr/>
            <p:nvPr/>
          </p:nvSpPr>
          <p:spPr>
            <a:xfrm>
              <a:off x="2495879" y="1438513"/>
              <a:ext cx="332932" cy="243146"/>
            </a:xfrm>
            <a:custGeom>
              <a:avLst/>
              <a:gdLst/>
              <a:ahLst/>
              <a:cxnLst/>
              <a:rect l="l" t="t" r="r" b="b"/>
              <a:pathLst>
                <a:path w="2985" h="2180" extrusionOk="0">
                  <a:moveTo>
                    <a:pt x="2487" y="0"/>
                  </a:moveTo>
                  <a:cubicBezTo>
                    <a:pt x="2067" y="224"/>
                    <a:pt x="2020" y="579"/>
                    <a:pt x="2020" y="579"/>
                  </a:cubicBezTo>
                  <a:cubicBezTo>
                    <a:pt x="2020" y="579"/>
                    <a:pt x="1721" y="242"/>
                    <a:pt x="1369" y="242"/>
                  </a:cubicBezTo>
                  <a:cubicBezTo>
                    <a:pt x="1313" y="242"/>
                    <a:pt x="1256" y="251"/>
                    <a:pt x="1199" y="270"/>
                  </a:cubicBezTo>
                  <a:cubicBezTo>
                    <a:pt x="767" y="417"/>
                    <a:pt x="798" y="1042"/>
                    <a:pt x="798" y="1042"/>
                  </a:cubicBezTo>
                  <a:cubicBezTo>
                    <a:pt x="798" y="1042"/>
                    <a:pt x="475" y="925"/>
                    <a:pt x="199" y="925"/>
                  </a:cubicBezTo>
                  <a:cubicBezTo>
                    <a:pt x="138" y="925"/>
                    <a:pt x="79" y="931"/>
                    <a:pt x="26" y="945"/>
                  </a:cubicBezTo>
                  <a:cubicBezTo>
                    <a:pt x="1" y="1469"/>
                    <a:pt x="620" y="2180"/>
                    <a:pt x="1414" y="2180"/>
                  </a:cubicBezTo>
                  <a:cubicBezTo>
                    <a:pt x="1573" y="2180"/>
                    <a:pt x="1739" y="2151"/>
                    <a:pt x="1909" y="2087"/>
                  </a:cubicBezTo>
                  <a:cubicBezTo>
                    <a:pt x="2761" y="1751"/>
                    <a:pt x="2985" y="579"/>
                    <a:pt x="24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35"/>
            <p:cNvSpPr/>
            <p:nvPr/>
          </p:nvSpPr>
          <p:spPr>
            <a:xfrm>
              <a:off x="2715604" y="1662143"/>
              <a:ext cx="267238" cy="523657"/>
            </a:xfrm>
            <a:custGeom>
              <a:avLst/>
              <a:gdLst/>
              <a:ahLst/>
              <a:cxnLst/>
              <a:rect l="l" t="t" r="r" b="b"/>
              <a:pathLst>
                <a:path w="2396" h="4695" extrusionOk="0">
                  <a:moveTo>
                    <a:pt x="2091" y="1"/>
                  </a:moveTo>
                  <a:cubicBezTo>
                    <a:pt x="517" y="2045"/>
                    <a:pt x="0" y="4695"/>
                    <a:pt x="0" y="4695"/>
                  </a:cubicBezTo>
                  <a:cubicBezTo>
                    <a:pt x="0" y="4695"/>
                    <a:pt x="2396" y="2751"/>
                    <a:pt x="209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35"/>
            <p:cNvSpPr/>
            <p:nvPr/>
          </p:nvSpPr>
          <p:spPr>
            <a:xfrm>
              <a:off x="2715604" y="1662143"/>
              <a:ext cx="276272" cy="523657"/>
            </a:xfrm>
            <a:custGeom>
              <a:avLst/>
              <a:gdLst/>
              <a:ahLst/>
              <a:cxnLst/>
              <a:rect l="l" t="t" r="r" b="b"/>
              <a:pathLst>
                <a:path w="2477" h="4695" extrusionOk="0">
                  <a:moveTo>
                    <a:pt x="2091" y="1"/>
                  </a:moveTo>
                  <a:lnTo>
                    <a:pt x="0" y="4695"/>
                  </a:lnTo>
                  <a:cubicBezTo>
                    <a:pt x="0" y="4695"/>
                    <a:pt x="2477" y="2751"/>
                    <a:pt x="20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35"/>
            <p:cNvSpPr/>
            <p:nvPr/>
          </p:nvSpPr>
          <p:spPr>
            <a:xfrm>
              <a:off x="2541832" y="1769775"/>
              <a:ext cx="188494" cy="383792"/>
            </a:xfrm>
            <a:custGeom>
              <a:avLst/>
              <a:gdLst/>
              <a:ahLst/>
              <a:cxnLst/>
              <a:rect l="l" t="t" r="r" b="b"/>
              <a:pathLst>
                <a:path w="1690" h="3441" extrusionOk="0">
                  <a:moveTo>
                    <a:pt x="305" y="0"/>
                  </a:moveTo>
                  <a:lnTo>
                    <a:pt x="305" y="0"/>
                  </a:lnTo>
                  <a:cubicBezTo>
                    <a:pt x="0" y="1979"/>
                    <a:pt x="1689" y="3441"/>
                    <a:pt x="1689" y="3441"/>
                  </a:cubicBezTo>
                  <a:cubicBezTo>
                    <a:pt x="1689" y="3441"/>
                    <a:pt x="1400" y="1528"/>
                    <a:pt x="30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920;p35"/>
            <p:cNvSpPr/>
            <p:nvPr/>
          </p:nvSpPr>
          <p:spPr>
            <a:xfrm>
              <a:off x="2258755" y="1597675"/>
              <a:ext cx="233220" cy="192286"/>
            </a:xfrm>
            <a:custGeom>
              <a:avLst/>
              <a:gdLst/>
              <a:ahLst/>
              <a:cxnLst/>
              <a:rect l="l" t="t" r="r" b="b"/>
              <a:pathLst>
                <a:path w="2091" h="1724" extrusionOk="0">
                  <a:moveTo>
                    <a:pt x="1053" y="0"/>
                  </a:moveTo>
                  <a:cubicBezTo>
                    <a:pt x="500" y="0"/>
                    <a:pt x="46" y="538"/>
                    <a:pt x="16" y="934"/>
                  </a:cubicBezTo>
                  <a:cubicBezTo>
                    <a:pt x="0" y="1350"/>
                    <a:pt x="451" y="1705"/>
                    <a:pt x="1011" y="1721"/>
                  </a:cubicBezTo>
                  <a:cubicBezTo>
                    <a:pt x="1040" y="1722"/>
                    <a:pt x="1068" y="1723"/>
                    <a:pt x="1097" y="1723"/>
                  </a:cubicBezTo>
                  <a:cubicBezTo>
                    <a:pt x="1622" y="1723"/>
                    <a:pt x="2057" y="1425"/>
                    <a:pt x="2071" y="1030"/>
                  </a:cubicBezTo>
                  <a:cubicBezTo>
                    <a:pt x="2091" y="629"/>
                    <a:pt x="1655" y="35"/>
                    <a:pt x="1076" y="0"/>
                  </a:cubicBezTo>
                  <a:cubicBezTo>
                    <a:pt x="1069" y="0"/>
                    <a:pt x="1061" y="0"/>
                    <a:pt x="105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35"/>
            <p:cNvSpPr/>
            <p:nvPr/>
          </p:nvSpPr>
          <p:spPr>
            <a:xfrm>
              <a:off x="2197633" y="1658797"/>
              <a:ext cx="351001" cy="217047"/>
            </a:xfrm>
            <a:custGeom>
              <a:avLst/>
              <a:gdLst/>
              <a:ahLst/>
              <a:cxnLst/>
              <a:rect l="l" t="t" r="r" b="b"/>
              <a:pathLst>
                <a:path w="3147" h="1946" extrusionOk="0">
                  <a:moveTo>
                    <a:pt x="1593" y="0"/>
                  </a:moveTo>
                  <a:cubicBezTo>
                    <a:pt x="1142" y="0"/>
                    <a:pt x="918" y="563"/>
                    <a:pt x="918" y="563"/>
                  </a:cubicBezTo>
                  <a:cubicBezTo>
                    <a:pt x="918" y="563"/>
                    <a:pt x="756" y="243"/>
                    <a:pt x="290" y="162"/>
                  </a:cubicBezTo>
                  <a:lnTo>
                    <a:pt x="290" y="162"/>
                  </a:lnTo>
                  <a:cubicBezTo>
                    <a:pt x="0" y="868"/>
                    <a:pt x="579" y="1898"/>
                    <a:pt x="1512" y="1944"/>
                  </a:cubicBezTo>
                  <a:cubicBezTo>
                    <a:pt x="1535" y="1945"/>
                    <a:pt x="1558" y="1946"/>
                    <a:pt x="1581" y="1946"/>
                  </a:cubicBezTo>
                  <a:cubicBezTo>
                    <a:pt x="2612" y="1946"/>
                    <a:pt x="3146" y="840"/>
                    <a:pt x="2909" y="274"/>
                  </a:cubicBezTo>
                  <a:lnTo>
                    <a:pt x="2909" y="274"/>
                  </a:lnTo>
                  <a:cubicBezTo>
                    <a:pt x="2604" y="289"/>
                    <a:pt x="2218" y="594"/>
                    <a:pt x="2218" y="594"/>
                  </a:cubicBezTo>
                  <a:cubicBezTo>
                    <a:pt x="2218" y="594"/>
                    <a:pt x="2041" y="16"/>
                    <a:pt x="159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35"/>
            <p:cNvSpPr/>
            <p:nvPr/>
          </p:nvSpPr>
          <p:spPr>
            <a:xfrm>
              <a:off x="2430743" y="1906072"/>
              <a:ext cx="141649" cy="330144"/>
            </a:xfrm>
            <a:custGeom>
              <a:avLst/>
              <a:gdLst/>
              <a:ahLst/>
              <a:cxnLst/>
              <a:rect l="l" t="t" r="r" b="b"/>
              <a:pathLst>
                <a:path w="1270" h="2960" extrusionOk="0">
                  <a:moveTo>
                    <a:pt x="564" y="1"/>
                  </a:moveTo>
                  <a:cubicBezTo>
                    <a:pt x="1" y="1447"/>
                    <a:pt x="194" y="2959"/>
                    <a:pt x="194" y="2959"/>
                  </a:cubicBezTo>
                  <a:cubicBezTo>
                    <a:pt x="194" y="2959"/>
                    <a:pt x="1270" y="1366"/>
                    <a:pt x="56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35"/>
            <p:cNvSpPr/>
            <p:nvPr/>
          </p:nvSpPr>
          <p:spPr>
            <a:xfrm>
              <a:off x="2201537" y="1941875"/>
              <a:ext cx="231101" cy="238796"/>
            </a:xfrm>
            <a:custGeom>
              <a:avLst/>
              <a:gdLst/>
              <a:ahLst/>
              <a:cxnLst/>
              <a:rect l="l" t="t" r="r" b="b"/>
              <a:pathLst>
                <a:path w="2072" h="2141" extrusionOk="0">
                  <a:moveTo>
                    <a:pt x="0" y="0"/>
                  </a:moveTo>
                  <a:lnTo>
                    <a:pt x="0" y="0"/>
                  </a:lnTo>
                  <a:cubicBezTo>
                    <a:pt x="270" y="1512"/>
                    <a:pt x="2071" y="2141"/>
                    <a:pt x="2071" y="2141"/>
                  </a:cubicBezTo>
                  <a:cubicBezTo>
                    <a:pt x="2071" y="2141"/>
                    <a:pt x="1331" y="822"/>
                    <a:pt x="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35"/>
            <p:cNvSpPr/>
            <p:nvPr/>
          </p:nvSpPr>
          <p:spPr>
            <a:xfrm>
              <a:off x="2201537" y="1941875"/>
              <a:ext cx="209574" cy="229762"/>
            </a:xfrm>
            <a:custGeom>
              <a:avLst/>
              <a:gdLst/>
              <a:ahLst/>
              <a:cxnLst/>
              <a:rect l="l" t="t" r="r" b="b"/>
              <a:pathLst>
                <a:path w="1879" h="2060" extrusionOk="0">
                  <a:moveTo>
                    <a:pt x="0" y="0"/>
                  </a:moveTo>
                  <a:lnTo>
                    <a:pt x="0" y="0"/>
                  </a:lnTo>
                  <a:cubicBezTo>
                    <a:pt x="193" y="1608"/>
                    <a:pt x="1879" y="2060"/>
                    <a:pt x="1879" y="2060"/>
                  </a:cubicBezTo>
                  <a:lnTo>
                    <a:pt x="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35"/>
            <p:cNvSpPr/>
            <p:nvPr/>
          </p:nvSpPr>
          <p:spPr>
            <a:xfrm>
              <a:off x="2272920" y="2800479"/>
              <a:ext cx="550314" cy="172210"/>
            </a:xfrm>
            <a:custGeom>
              <a:avLst/>
              <a:gdLst/>
              <a:ahLst/>
              <a:cxnLst/>
              <a:rect l="l" t="t" r="r" b="b"/>
              <a:pathLst>
                <a:path w="4934" h="1544" extrusionOk="0">
                  <a:moveTo>
                    <a:pt x="0" y="1"/>
                  </a:moveTo>
                  <a:lnTo>
                    <a:pt x="0" y="66"/>
                  </a:lnTo>
                  <a:cubicBezTo>
                    <a:pt x="0" y="884"/>
                    <a:pt x="660" y="1544"/>
                    <a:pt x="1462" y="1544"/>
                  </a:cubicBezTo>
                  <a:lnTo>
                    <a:pt x="3487" y="1544"/>
                  </a:lnTo>
                  <a:cubicBezTo>
                    <a:pt x="4228" y="1544"/>
                    <a:pt x="4856" y="980"/>
                    <a:pt x="4934" y="259"/>
                  </a:cubicBezTo>
                  <a:lnTo>
                    <a:pt x="4934" y="259"/>
                  </a:lnTo>
                  <a:cubicBezTo>
                    <a:pt x="4100" y="645"/>
                    <a:pt x="3329" y="788"/>
                    <a:pt x="2654" y="788"/>
                  </a:cubicBezTo>
                  <a:cubicBezTo>
                    <a:pt x="1482" y="788"/>
                    <a:pt x="564" y="356"/>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926;p35"/>
            <p:cNvSpPr/>
            <p:nvPr/>
          </p:nvSpPr>
          <p:spPr>
            <a:xfrm>
              <a:off x="2586558" y="2686043"/>
              <a:ext cx="179460" cy="143434"/>
            </a:xfrm>
            <a:custGeom>
              <a:avLst/>
              <a:gdLst/>
              <a:ahLst/>
              <a:cxnLst/>
              <a:rect l="l" t="t" r="r" b="b"/>
              <a:pathLst>
                <a:path w="1609" h="1286" extrusionOk="0">
                  <a:moveTo>
                    <a:pt x="806" y="1"/>
                  </a:moveTo>
                  <a:cubicBezTo>
                    <a:pt x="340" y="1"/>
                    <a:pt x="0" y="483"/>
                    <a:pt x="243" y="965"/>
                  </a:cubicBezTo>
                  <a:cubicBezTo>
                    <a:pt x="290" y="1077"/>
                    <a:pt x="371" y="1158"/>
                    <a:pt x="482" y="1204"/>
                  </a:cubicBezTo>
                  <a:cubicBezTo>
                    <a:pt x="598" y="1270"/>
                    <a:pt x="695" y="1285"/>
                    <a:pt x="806" y="1285"/>
                  </a:cubicBezTo>
                  <a:cubicBezTo>
                    <a:pt x="1273" y="1285"/>
                    <a:pt x="1609" y="803"/>
                    <a:pt x="1369" y="321"/>
                  </a:cubicBezTo>
                  <a:cubicBezTo>
                    <a:pt x="1319" y="209"/>
                    <a:pt x="1238" y="128"/>
                    <a:pt x="1126" y="78"/>
                  </a:cubicBezTo>
                  <a:cubicBezTo>
                    <a:pt x="1015" y="16"/>
                    <a:pt x="903" y="1"/>
                    <a:pt x="8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35"/>
            <p:cNvSpPr/>
            <p:nvPr/>
          </p:nvSpPr>
          <p:spPr>
            <a:xfrm>
              <a:off x="2472122" y="2780738"/>
              <a:ext cx="84432" cy="68482"/>
            </a:xfrm>
            <a:custGeom>
              <a:avLst/>
              <a:gdLst/>
              <a:ahLst/>
              <a:cxnLst/>
              <a:rect l="l" t="t" r="r" b="b"/>
              <a:pathLst>
                <a:path w="757" h="614" extrusionOk="0">
                  <a:moveTo>
                    <a:pt x="386" y="0"/>
                  </a:moveTo>
                  <a:cubicBezTo>
                    <a:pt x="158" y="0"/>
                    <a:pt x="0" y="228"/>
                    <a:pt x="112" y="467"/>
                  </a:cubicBezTo>
                  <a:cubicBezTo>
                    <a:pt x="143" y="517"/>
                    <a:pt x="178" y="548"/>
                    <a:pt x="224" y="563"/>
                  </a:cubicBezTo>
                  <a:cubicBezTo>
                    <a:pt x="274" y="598"/>
                    <a:pt x="336" y="614"/>
                    <a:pt x="386" y="614"/>
                  </a:cubicBezTo>
                  <a:cubicBezTo>
                    <a:pt x="594" y="614"/>
                    <a:pt x="756" y="386"/>
                    <a:pt x="641" y="147"/>
                  </a:cubicBezTo>
                  <a:cubicBezTo>
                    <a:pt x="625" y="97"/>
                    <a:pt x="579" y="66"/>
                    <a:pt x="529" y="50"/>
                  </a:cubicBezTo>
                  <a:cubicBezTo>
                    <a:pt x="482" y="20"/>
                    <a:pt x="432" y="0"/>
                    <a:pt x="3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35"/>
            <p:cNvSpPr/>
            <p:nvPr/>
          </p:nvSpPr>
          <p:spPr>
            <a:xfrm>
              <a:off x="2468219" y="2576404"/>
              <a:ext cx="159718" cy="127373"/>
            </a:xfrm>
            <a:custGeom>
              <a:avLst/>
              <a:gdLst/>
              <a:ahLst/>
              <a:cxnLst/>
              <a:rect l="l" t="t" r="r" b="b"/>
              <a:pathLst>
                <a:path w="1432" h="1142" extrusionOk="0">
                  <a:moveTo>
                    <a:pt x="726" y="0"/>
                  </a:moveTo>
                  <a:cubicBezTo>
                    <a:pt x="309" y="0"/>
                    <a:pt x="1" y="421"/>
                    <a:pt x="213" y="853"/>
                  </a:cubicBezTo>
                  <a:cubicBezTo>
                    <a:pt x="259" y="949"/>
                    <a:pt x="340" y="1030"/>
                    <a:pt x="436" y="1080"/>
                  </a:cubicBezTo>
                  <a:cubicBezTo>
                    <a:pt x="533" y="1126"/>
                    <a:pt x="629" y="1142"/>
                    <a:pt x="726" y="1142"/>
                  </a:cubicBezTo>
                  <a:cubicBezTo>
                    <a:pt x="1127" y="1142"/>
                    <a:pt x="1432" y="710"/>
                    <a:pt x="1223" y="289"/>
                  </a:cubicBezTo>
                  <a:cubicBezTo>
                    <a:pt x="1177" y="193"/>
                    <a:pt x="1096" y="116"/>
                    <a:pt x="1000" y="66"/>
                  </a:cubicBezTo>
                  <a:cubicBezTo>
                    <a:pt x="903" y="19"/>
                    <a:pt x="807" y="0"/>
                    <a:pt x="7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29" name="Google Shape;929;p35"/>
            <p:cNvGrpSpPr/>
            <p:nvPr/>
          </p:nvGrpSpPr>
          <p:grpSpPr>
            <a:xfrm>
              <a:off x="2165495" y="647732"/>
              <a:ext cx="767585" cy="2389544"/>
              <a:chOff x="4742464" y="3046919"/>
              <a:chExt cx="194021" cy="604000"/>
            </a:xfrm>
          </p:grpSpPr>
          <p:sp>
            <p:nvSpPr>
              <p:cNvPr id="930" name="Google Shape;930;p35"/>
              <p:cNvSpPr/>
              <p:nvPr/>
            </p:nvSpPr>
            <p:spPr>
              <a:xfrm>
                <a:off x="4909252" y="3493210"/>
                <a:ext cx="18522" cy="16323"/>
              </a:xfrm>
              <a:custGeom>
                <a:avLst/>
                <a:gdLst/>
                <a:ahLst/>
                <a:cxnLst/>
                <a:rect l="l" t="t" r="r" b="b"/>
                <a:pathLst>
                  <a:path w="657" h="579" extrusionOk="0">
                    <a:moveTo>
                      <a:pt x="1" y="0"/>
                    </a:moveTo>
                    <a:lnTo>
                      <a:pt x="1" y="579"/>
                    </a:lnTo>
                    <a:lnTo>
                      <a:pt x="657" y="579"/>
                    </a:lnTo>
                    <a:lnTo>
                      <a:pt x="626" y="0"/>
                    </a:lnTo>
                    <a:close/>
                  </a:path>
                </a:pathLst>
              </a:custGeom>
              <a:solidFill>
                <a:srgbClr val="B2C5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35"/>
              <p:cNvSpPr/>
              <p:nvPr/>
            </p:nvSpPr>
            <p:spPr>
              <a:xfrm>
                <a:off x="4749738" y="3046919"/>
                <a:ext cx="178036" cy="447302"/>
              </a:xfrm>
              <a:custGeom>
                <a:avLst/>
                <a:gdLst/>
                <a:ahLst/>
                <a:cxnLst/>
                <a:rect l="l" t="t" r="r" b="b"/>
                <a:pathLst>
                  <a:path w="6315" h="15866" extrusionOk="0">
                    <a:moveTo>
                      <a:pt x="3167" y="244"/>
                    </a:moveTo>
                    <a:lnTo>
                      <a:pt x="6237" y="15799"/>
                    </a:lnTo>
                    <a:lnTo>
                      <a:pt x="97" y="15799"/>
                    </a:lnTo>
                    <a:lnTo>
                      <a:pt x="3167" y="244"/>
                    </a:lnTo>
                    <a:close/>
                    <a:moveTo>
                      <a:pt x="3167" y="1"/>
                    </a:moveTo>
                    <a:cubicBezTo>
                      <a:pt x="3152" y="1"/>
                      <a:pt x="3133" y="16"/>
                      <a:pt x="3133" y="32"/>
                    </a:cubicBezTo>
                    <a:lnTo>
                      <a:pt x="16" y="15830"/>
                    </a:lnTo>
                    <a:cubicBezTo>
                      <a:pt x="1" y="15830"/>
                      <a:pt x="16" y="15846"/>
                      <a:pt x="16" y="15846"/>
                    </a:cubicBezTo>
                    <a:cubicBezTo>
                      <a:pt x="31" y="15865"/>
                      <a:pt x="31" y="15865"/>
                      <a:pt x="47" y="15865"/>
                    </a:cubicBezTo>
                    <a:lnTo>
                      <a:pt x="6284" y="15865"/>
                    </a:lnTo>
                    <a:cubicBezTo>
                      <a:pt x="6299" y="15865"/>
                      <a:pt x="6299" y="15865"/>
                      <a:pt x="6315" y="15846"/>
                    </a:cubicBezTo>
                    <a:lnTo>
                      <a:pt x="6315" y="15830"/>
                    </a:lnTo>
                    <a:lnTo>
                      <a:pt x="3198" y="32"/>
                    </a:lnTo>
                    <a:cubicBezTo>
                      <a:pt x="3198" y="16"/>
                      <a:pt x="3183" y="1"/>
                      <a:pt x="31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35"/>
              <p:cNvSpPr/>
              <p:nvPr/>
            </p:nvSpPr>
            <p:spPr>
              <a:xfrm>
                <a:off x="4783682" y="3333667"/>
                <a:ext cx="79841" cy="180432"/>
              </a:xfrm>
              <a:custGeom>
                <a:avLst/>
                <a:gdLst/>
                <a:ahLst/>
                <a:cxnLst/>
                <a:rect l="l" t="t" r="r" b="b"/>
                <a:pathLst>
                  <a:path w="2832" h="6400" extrusionOk="0">
                    <a:moveTo>
                      <a:pt x="296" y="1"/>
                    </a:moveTo>
                    <a:cubicBezTo>
                      <a:pt x="246" y="1"/>
                      <a:pt x="212" y="45"/>
                      <a:pt x="212" y="101"/>
                    </a:cubicBezTo>
                    <a:cubicBezTo>
                      <a:pt x="0" y="4055"/>
                      <a:pt x="2604" y="6350"/>
                      <a:pt x="2638" y="6384"/>
                    </a:cubicBezTo>
                    <a:cubicBezTo>
                      <a:pt x="2654" y="6400"/>
                      <a:pt x="2685" y="6400"/>
                      <a:pt x="2719" y="6400"/>
                    </a:cubicBezTo>
                    <a:cubicBezTo>
                      <a:pt x="2750" y="6400"/>
                      <a:pt x="2766" y="6384"/>
                      <a:pt x="2796" y="6369"/>
                    </a:cubicBezTo>
                    <a:cubicBezTo>
                      <a:pt x="2831" y="6319"/>
                      <a:pt x="2831" y="6238"/>
                      <a:pt x="2781" y="6207"/>
                    </a:cubicBezTo>
                    <a:cubicBezTo>
                      <a:pt x="2766" y="6192"/>
                      <a:pt x="228" y="3958"/>
                      <a:pt x="436" y="117"/>
                    </a:cubicBezTo>
                    <a:cubicBezTo>
                      <a:pt x="436" y="51"/>
                      <a:pt x="386" y="5"/>
                      <a:pt x="324" y="5"/>
                    </a:cubicBezTo>
                    <a:cubicBezTo>
                      <a:pt x="314" y="2"/>
                      <a:pt x="305" y="1"/>
                      <a:pt x="29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35"/>
              <p:cNvSpPr/>
              <p:nvPr/>
            </p:nvSpPr>
            <p:spPr>
              <a:xfrm>
                <a:off x="4751034" y="3482779"/>
                <a:ext cx="176739" cy="168140"/>
              </a:xfrm>
              <a:custGeom>
                <a:avLst/>
                <a:gdLst/>
                <a:ahLst/>
                <a:cxnLst/>
                <a:rect l="l" t="t" r="r" b="b"/>
                <a:pathLst>
                  <a:path w="6269" h="5964" extrusionOk="0">
                    <a:moveTo>
                      <a:pt x="1" y="0"/>
                    </a:moveTo>
                    <a:lnTo>
                      <a:pt x="1" y="4146"/>
                    </a:lnTo>
                    <a:cubicBezTo>
                      <a:pt x="1" y="5145"/>
                      <a:pt x="807" y="5963"/>
                      <a:pt x="1818" y="5963"/>
                    </a:cubicBezTo>
                    <a:lnTo>
                      <a:pt x="4456" y="5963"/>
                    </a:lnTo>
                    <a:cubicBezTo>
                      <a:pt x="5451" y="5963"/>
                      <a:pt x="6269" y="5145"/>
                      <a:pt x="6269" y="4146"/>
                    </a:cubicBezTo>
                    <a:lnTo>
                      <a:pt x="626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35"/>
              <p:cNvSpPr/>
              <p:nvPr/>
            </p:nvSpPr>
            <p:spPr>
              <a:xfrm>
                <a:off x="4769642" y="3483737"/>
                <a:ext cx="139637" cy="150858"/>
              </a:xfrm>
              <a:custGeom>
                <a:avLst/>
                <a:gdLst/>
                <a:ahLst/>
                <a:cxnLst/>
                <a:rect l="l" t="t" r="r" b="b"/>
                <a:pathLst>
                  <a:path w="4953" h="5351" extrusionOk="0">
                    <a:moveTo>
                      <a:pt x="0" y="1"/>
                    </a:moveTo>
                    <a:lnTo>
                      <a:pt x="0" y="3873"/>
                    </a:lnTo>
                    <a:cubicBezTo>
                      <a:pt x="0" y="4691"/>
                      <a:pt x="660" y="5351"/>
                      <a:pt x="1462" y="5351"/>
                    </a:cubicBezTo>
                    <a:lnTo>
                      <a:pt x="3487" y="5351"/>
                    </a:lnTo>
                    <a:cubicBezTo>
                      <a:pt x="4228" y="5351"/>
                      <a:pt x="4856" y="4787"/>
                      <a:pt x="4934" y="4066"/>
                    </a:cubicBezTo>
                    <a:cubicBezTo>
                      <a:pt x="4953" y="4001"/>
                      <a:pt x="4953" y="3939"/>
                      <a:pt x="4953" y="3873"/>
                    </a:cubicBezTo>
                    <a:lnTo>
                      <a:pt x="495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35"/>
              <p:cNvSpPr/>
              <p:nvPr/>
            </p:nvSpPr>
            <p:spPr>
              <a:xfrm>
                <a:off x="4769642" y="3449709"/>
                <a:ext cx="139637" cy="72116"/>
              </a:xfrm>
              <a:custGeom>
                <a:avLst/>
                <a:gdLst/>
                <a:ahLst/>
                <a:cxnLst/>
                <a:rect l="l" t="t" r="r" b="b"/>
                <a:pathLst>
                  <a:path w="4953" h="2558" extrusionOk="0">
                    <a:moveTo>
                      <a:pt x="2477" y="1"/>
                    </a:moveTo>
                    <a:cubicBezTo>
                      <a:pt x="1111" y="1"/>
                      <a:pt x="0" y="1173"/>
                      <a:pt x="0" y="1173"/>
                    </a:cubicBezTo>
                    <a:cubicBezTo>
                      <a:pt x="0" y="1929"/>
                      <a:pt x="1111" y="2558"/>
                      <a:pt x="2477" y="2558"/>
                    </a:cubicBezTo>
                    <a:cubicBezTo>
                      <a:pt x="3842" y="2558"/>
                      <a:pt x="4953" y="1929"/>
                      <a:pt x="4953" y="1173"/>
                    </a:cubicBezTo>
                    <a:cubicBezTo>
                      <a:pt x="4953" y="1173"/>
                      <a:pt x="3842" y="1"/>
                      <a:pt x="24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35"/>
              <p:cNvSpPr/>
              <p:nvPr/>
            </p:nvSpPr>
            <p:spPr>
              <a:xfrm>
                <a:off x="4783682" y="3514947"/>
                <a:ext cx="8711" cy="73441"/>
              </a:xfrm>
              <a:custGeom>
                <a:avLst/>
                <a:gdLst/>
                <a:ahLst/>
                <a:cxnLst/>
                <a:rect l="l" t="t" r="r" b="b"/>
                <a:pathLst>
                  <a:path w="309" h="2605" extrusionOk="0">
                    <a:moveTo>
                      <a:pt x="147" y="1"/>
                    </a:moveTo>
                    <a:cubicBezTo>
                      <a:pt x="66" y="1"/>
                      <a:pt x="0" y="82"/>
                      <a:pt x="0" y="163"/>
                    </a:cubicBezTo>
                    <a:lnTo>
                      <a:pt x="0" y="2462"/>
                    </a:lnTo>
                    <a:cubicBezTo>
                      <a:pt x="0" y="2543"/>
                      <a:pt x="66" y="2604"/>
                      <a:pt x="147" y="2604"/>
                    </a:cubicBezTo>
                    <a:cubicBezTo>
                      <a:pt x="243" y="2604"/>
                      <a:pt x="309" y="2543"/>
                      <a:pt x="309" y="2462"/>
                    </a:cubicBezTo>
                    <a:lnTo>
                      <a:pt x="309" y="163"/>
                    </a:lnTo>
                    <a:cubicBezTo>
                      <a:pt x="309" y="82"/>
                      <a:pt x="243" y="1"/>
                      <a:pt x="1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35"/>
              <p:cNvSpPr/>
              <p:nvPr/>
            </p:nvSpPr>
            <p:spPr>
              <a:xfrm>
                <a:off x="4742464" y="3474603"/>
                <a:ext cx="194021" cy="18635"/>
              </a:xfrm>
              <a:custGeom>
                <a:avLst/>
                <a:gdLst/>
                <a:ahLst/>
                <a:cxnLst/>
                <a:rect l="l" t="t" r="r" b="b"/>
                <a:pathLst>
                  <a:path w="6882" h="661" extrusionOk="0">
                    <a:moveTo>
                      <a:pt x="324" y="1"/>
                    </a:moveTo>
                    <a:cubicBezTo>
                      <a:pt x="147" y="1"/>
                      <a:pt x="0" y="147"/>
                      <a:pt x="0" y="325"/>
                    </a:cubicBezTo>
                    <a:cubicBezTo>
                      <a:pt x="0" y="518"/>
                      <a:pt x="147" y="660"/>
                      <a:pt x="324" y="660"/>
                    </a:cubicBezTo>
                    <a:lnTo>
                      <a:pt x="6542" y="660"/>
                    </a:lnTo>
                    <a:cubicBezTo>
                      <a:pt x="6719" y="660"/>
                      <a:pt x="6881" y="518"/>
                      <a:pt x="6881" y="325"/>
                    </a:cubicBezTo>
                    <a:cubicBezTo>
                      <a:pt x="6881" y="147"/>
                      <a:pt x="6719" y="1"/>
                      <a:pt x="6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35"/>
              <p:cNvSpPr/>
              <p:nvPr/>
            </p:nvSpPr>
            <p:spPr>
              <a:xfrm>
                <a:off x="4889686" y="3493210"/>
                <a:ext cx="19594" cy="16323"/>
              </a:xfrm>
              <a:custGeom>
                <a:avLst/>
                <a:gdLst/>
                <a:ahLst/>
                <a:cxnLst/>
                <a:rect l="l" t="t" r="r" b="b"/>
                <a:pathLst>
                  <a:path w="695" h="579" extrusionOk="0">
                    <a:moveTo>
                      <a:pt x="598" y="0"/>
                    </a:moveTo>
                    <a:cubicBezTo>
                      <a:pt x="483" y="228"/>
                      <a:pt x="274" y="421"/>
                      <a:pt x="1" y="579"/>
                    </a:cubicBezTo>
                    <a:lnTo>
                      <a:pt x="695" y="579"/>
                    </a:lnTo>
                    <a:lnTo>
                      <a:pt x="69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35"/>
              <p:cNvSpPr/>
              <p:nvPr/>
            </p:nvSpPr>
            <p:spPr>
              <a:xfrm>
                <a:off x="4751034" y="3493210"/>
                <a:ext cx="18635" cy="16323"/>
              </a:xfrm>
              <a:custGeom>
                <a:avLst/>
                <a:gdLst/>
                <a:ahLst/>
                <a:cxnLst/>
                <a:rect l="l" t="t" r="r" b="b"/>
                <a:pathLst>
                  <a:path w="661" h="579" extrusionOk="0">
                    <a:moveTo>
                      <a:pt x="1" y="0"/>
                    </a:moveTo>
                    <a:lnTo>
                      <a:pt x="36" y="579"/>
                    </a:lnTo>
                    <a:lnTo>
                      <a:pt x="660" y="579"/>
                    </a:lnTo>
                    <a:lnTo>
                      <a:pt x="660" y="0"/>
                    </a:lnTo>
                    <a:close/>
                  </a:path>
                </a:pathLst>
              </a:custGeom>
              <a:solidFill>
                <a:srgbClr val="B2C5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35"/>
              <p:cNvSpPr/>
              <p:nvPr/>
            </p:nvSpPr>
            <p:spPr>
              <a:xfrm>
                <a:off x="4769642" y="3493210"/>
                <a:ext cx="19481" cy="16323"/>
              </a:xfrm>
              <a:custGeom>
                <a:avLst/>
                <a:gdLst/>
                <a:ahLst/>
                <a:cxnLst/>
                <a:rect l="l" t="t" r="r" b="b"/>
                <a:pathLst>
                  <a:path w="691" h="579" extrusionOk="0">
                    <a:moveTo>
                      <a:pt x="0" y="0"/>
                    </a:moveTo>
                    <a:lnTo>
                      <a:pt x="0" y="579"/>
                    </a:lnTo>
                    <a:lnTo>
                      <a:pt x="691" y="579"/>
                    </a:lnTo>
                    <a:cubicBezTo>
                      <a:pt x="421" y="421"/>
                      <a:pt x="209" y="228"/>
                      <a:pt x="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35"/>
              <p:cNvSpPr/>
              <p:nvPr/>
            </p:nvSpPr>
            <p:spPr>
              <a:xfrm>
                <a:off x="4772348" y="3493210"/>
                <a:ext cx="134224" cy="16323"/>
              </a:xfrm>
              <a:custGeom>
                <a:avLst/>
                <a:gdLst/>
                <a:ahLst/>
                <a:cxnLst/>
                <a:rect l="l" t="t" r="r" b="b"/>
                <a:pathLst>
                  <a:path w="4761" h="579" extrusionOk="0">
                    <a:moveTo>
                      <a:pt x="1" y="0"/>
                    </a:moveTo>
                    <a:cubicBezTo>
                      <a:pt x="113" y="228"/>
                      <a:pt x="325" y="421"/>
                      <a:pt x="595" y="579"/>
                    </a:cubicBezTo>
                    <a:lnTo>
                      <a:pt x="4163" y="579"/>
                    </a:lnTo>
                    <a:cubicBezTo>
                      <a:pt x="4436" y="421"/>
                      <a:pt x="4645" y="228"/>
                      <a:pt x="476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35"/>
              <p:cNvSpPr/>
              <p:nvPr/>
            </p:nvSpPr>
            <p:spPr>
              <a:xfrm>
                <a:off x="4751598" y="3493210"/>
                <a:ext cx="175301" cy="28"/>
              </a:xfrm>
              <a:custGeom>
                <a:avLst/>
                <a:gdLst/>
                <a:ahLst/>
                <a:cxnLst/>
                <a:rect l="l" t="t" r="r" b="b"/>
                <a:pathLst>
                  <a:path w="6218" h="1" extrusionOk="0">
                    <a:moveTo>
                      <a:pt x="6218" y="0"/>
                    </a:moveTo>
                    <a:lnTo>
                      <a:pt x="0" y="0"/>
                    </a:lnTo>
                    <a:lnTo>
                      <a:pt x="0" y="0"/>
                    </a:lnTo>
                    <a:lnTo>
                      <a:pt x="640" y="0"/>
                    </a:lnTo>
                    <a:lnTo>
                      <a:pt x="737" y="0"/>
                    </a:lnTo>
                    <a:lnTo>
                      <a:pt x="5496" y="0"/>
                    </a:lnTo>
                    <a:lnTo>
                      <a:pt x="5593" y="0"/>
                    </a:lnTo>
                    <a:close/>
                  </a:path>
                </a:pathLst>
              </a:custGeom>
              <a:solidFill>
                <a:srgbClr val="B2C5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35"/>
              <p:cNvSpPr/>
              <p:nvPr/>
            </p:nvSpPr>
            <p:spPr>
              <a:xfrm>
                <a:off x="4751034" y="3492336"/>
                <a:ext cx="175865" cy="1889"/>
              </a:xfrm>
              <a:custGeom>
                <a:avLst/>
                <a:gdLst/>
                <a:ahLst/>
                <a:cxnLst/>
                <a:rect l="l" t="t" r="r" b="b"/>
                <a:pathLst>
                  <a:path w="6238" h="67" extrusionOk="0">
                    <a:moveTo>
                      <a:pt x="1" y="0"/>
                    </a:moveTo>
                    <a:lnTo>
                      <a:pt x="1" y="66"/>
                    </a:lnTo>
                    <a:lnTo>
                      <a:pt x="6238" y="66"/>
                    </a:lnTo>
                    <a:lnTo>
                      <a:pt x="623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35"/>
              <p:cNvSpPr/>
              <p:nvPr/>
            </p:nvSpPr>
            <p:spPr>
              <a:xfrm>
                <a:off x="4908809" y="3493210"/>
                <a:ext cx="18635" cy="16323"/>
              </a:xfrm>
              <a:custGeom>
                <a:avLst/>
                <a:gdLst/>
                <a:ahLst/>
                <a:cxnLst/>
                <a:rect l="l" t="t" r="r" b="b"/>
                <a:pathLst>
                  <a:path w="661" h="579" extrusionOk="0">
                    <a:moveTo>
                      <a:pt x="1" y="0"/>
                    </a:moveTo>
                    <a:lnTo>
                      <a:pt x="36" y="579"/>
                    </a:lnTo>
                    <a:lnTo>
                      <a:pt x="660" y="579"/>
                    </a:lnTo>
                    <a:lnTo>
                      <a:pt x="660" y="0"/>
                    </a:lnTo>
                    <a:close/>
                  </a:path>
                </a:pathLst>
              </a:custGeom>
              <a:solidFill>
                <a:srgbClr val="B2C5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945" name="Google Shape;945;p35"/>
          <p:cNvGrpSpPr/>
          <p:nvPr/>
        </p:nvGrpSpPr>
        <p:grpSpPr>
          <a:xfrm>
            <a:off x="7117715" y="-588275"/>
            <a:ext cx="766993" cy="2836487"/>
            <a:chOff x="-1118285" y="1780963"/>
            <a:chExt cx="766993" cy="2836487"/>
          </a:xfrm>
        </p:grpSpPr>
        <p:sp>
          <p:nvSpPr>
            <p:cNvPr id="946" name="Google Shape;946;p35"/>
            <p:cNvSpPr/>
            <p:nvPr/>
          </p:nvSpPr>
          <p:spPr>
            <a:xfrm>
              <a:off x="-717154" y="1780963"/>
              <a:ext cx="10075" cy="2094533"/>
            </a:xfrm>
            <a:custGeom>
              <a:avLst/>
              <a:gdLst/>
              <a:ahLst/>
              <a:cxnLst/>
              <a:rect l="l" t="t" r="r" b="b"/>
              <a:pathLst>
                <a:path w="66" h="26935" extrusionOk="0">
                  <a:moveTo>
                    <a:pt x="31" y="0"/>
                  </a:moveTo>
                  <a:cubicBezTo>
                    <a:pt x="15" y="0"/>
                    <a:pt x="0" y="16"/>
                    <a:pt x="0" y="31"/>
                  </a:cubicBezTo>
                  <a:lnTo>
                    <a:pt x="0" y="26903"/>
                  </a:lnTo>
                  <a:cubicBezTo>
                    <a:pt x="0" y="26919"/>
                    <a:pt x="15" y="26934"/>
                    <a:pt x="31" y="26934"/>
                  </a:cubicBezTo>
                  <a:cubicBezTo>
                    <a:pt x="50" y="26934"/>
                    <a:pt x="66" y="26919"/>
                    <a:pt x="66" y="26903"/>
                  </a:cubicBezTo>
                  <a:lnTo>
                    <a:pt x="66" y="31"/>
                  </a:lnTo>
                  <a:cubicBezTo>
                    <a:pt x="66" y="16"/>
                    <a:pt x="50" y="0"/>
                    <a:pt x="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35"/>
            <p:cNvSpPr/>
            <p:nvPr/>
          </p:nvSpPr>
          <p:spPr>
            <a:xfrm>
              <a:off x="-863553" y="3875471"/>
              <a:ext cx="256729" cy="256724"/>
            </a:xfrm>
            <a:custGeom>
              <a:avLst/>
              <a:gdLst/>
              <a:ahLst/>
              <a:cxnLst/>
              <a:rect l="l" t="t" r="r" b="b"/>
              <a:pathLst>
                <a:path w="3214" h="3214" extrusionOk="0">
                  <a:moveTo>
                    <a:pt x="1" y="1"/>
                  </a:moveTo>
                  <a:lnTo>
                    <a:pt x="1" y="3213"/>
                  </a:lnTo>
                  <a:lnTo>
                    <a:pt x="3213" y="3213"/>
                  </a:lnTo>
                  <a:lnTo>
                    <a:pt x="321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35"/>
            <p:cNvSpPr/>
            <p:nvPr/>
          </p:nvSpPr>
          <p:spPr>
            <a:xfrm>
              <a:off x="-1118285" y="4004155"/>
              <a:ext cx="766993" cy="613294"/>
            </a:xfrm>
            <a:custGeom>
              <a:avLst/>
              <a:gdLst/>
              <a:ahLst/>
              <a:cxnLst/>
              <a:rect l="l" t="t" r="r" b="b"/>
              <a:pathLst>
                <a:path w="9602" h="7678" extrusionOk="0">
                  <a:moveTo>
                    <a:pt x="4807" y="1"/>
                  </a:moveTo>
                  <a:cubicBezTo>
                    <a:pt x="2073" y="1"/>
                    <a:pt x="1" y="2858"/>
                    <a:pt x="1419" y="5749"/>
                  </a:cubicBezTo>
                  <a:cubicBezTo>
                    <a:pt x="1743" y="6377"/>
                    <a:pt x="2256" y="6906"/>
                    <a:pt x="2885" y="7211"/>
                  </a:cubicBezTo>
                  <a:cubicBezTo>
                    <a:pt x="3537" y="7533"/>
                    <a:pt x="4188" y="7677"/>
                    <a:pt x="4804" y="7677"/>
                  </a:cubicBezTo>
                  <a:cubicBezTo>
                    <a:pt x="7539" y="7677"/>
                    <a:pt x="9601" y="4822"/>
                    <a:pt x="8169" y="1923"/>
                  </a:cubicBezTo>
                  <a:cubicBezTo>
                    <a:pt x="7864" y="1298"/>
                    <a:pt x="7351" y="785"/>
                    <a:pt x="6707" y="461"/>
                  </a:cubicBezTo>
                  <a:cubicBezTo>
                    <a:pt x="6062" y="144"/>
                    <a:pt x="5418" y="1"/>
                    <a:pt x="480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35"/>
            <p:cNvSpPr/>
            <p:nvPr/>
          </p:nvSpPr>
          <p:spPr>
            <a:xfrm>
              <a:off x="-797014" y="3609158"/>
              <a:ext cx="264717" cy="646283"/>
            </a:xfrm>
            <a:custGeom>
              <a:avLst/>
              <a:gdLst/>
              <a:ahLst/>
              <a:cxnLst/>
              <a:rect l="l" t="t" r="r" b="b"/>
              <a:pathLst>
                <a:path w="3314" h="8091" extrusionOk="0">
                  <a:moveTo>
                    <a:pt x="3181" y="0"/>
                  </a:moveTo>
                  <a:cubicBezTo>
                    <a:pt x="3167" y="0"/>
                    <a:pt x="3152" y="2"/>
                    <a:pt x="3136" y="6"/>
                  </a:cubicBezTo>
                  <a:cubicBezTo>
                    <a:pt x="1736" y="650"/>
                    <a:pt x="869" y="2224"/>
                    <a:pt x="614" y="4604"/>
                  </a:cubicBezTo>
                  <a:cubicBezTo>
                    <a:pt x="437" y="6370"/>
                    <a:pt x="660" y="7978"/>
                    <a:pt x="660" y="7994"/>
                  </a:cubicBezTo>
                  <a:cubicBezTo>
                    <a:pt x="676" y="8059"/>
                    <a:pt x="726" y="8090"/>
                    <a:pt x="772" y="8090"/>
                  </a:cubicBezTo>
                  <a:lnTo>
                    <a:pt x="791" y="8090"/>
                  </a:lnTo>
                  <a:cubicBezTo>
                    <a:pt x="853" y="8090"/>
                    <a:pt x="903" y="8025"/>
                    <a:pt x="888" y="7963"/>
                  </a:cubicBezTo>
                  <a:cubicBezTo>
                    <a:pt x="888" y="7897"/>
                    <a:pt x="1" y="1680"/>
                    <a:pt x="3233" y="214"/>
                  </a:cubicBezTo>
                  <a:cubicBezTo>
                    <a:pt x="3279" y="183"/>
                    <a:pt x="3314" y="118"/>
                    <a:pt x="3279" y="71"/>
                  </a:cubicBezTo>
                  <a:cubicBezTo>
                    <a:pt x="3267" y="21"/>
                    <a:pt x="3228" y="0"/>
                    <a:pt x="318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35"/>
            <p:cNvSpPr/>
            <p:nvPr/>
          </p:nvSpPr>
          <p:spPr>
            <a:xfrm>
              <a:off x="-912518" y="3744791"/>
              <a:ext cx="171020" cy="510653"/>
            </a:xfrm>
            <a:custGeom>
              <a:avLst/>
              <a:gdLst/>
              <a:ahLst/>
              <a:cxnLst/>
              <a:rect l="l" t="t" r="r" b="b"/>
              <a:pathLst>
                <a:path w="2141" h="6393" extrusionOk="0">
                  <a:moveTo>
                    <a:pt x="126" y="0"/>
                  </a:moveTo>
                  <a:cubicBezTo>
                    <a:pt x="82" y="0"/>
                    <a:pt x="42" y="26"/>
                    <a:pt x="20" y="59"/>
                  </a:cubicBezTo>
                  <a:cubicBezTo>
                    <a:pt x="0" y="125"/>
                    <a:pt x="20" y="190"/>
                    <a:pt x="81" y="221"/>
                  </a:cubicBezTo>
                  <a:cubicBezTo>
                    <a:pt x="2141" y="1201"/>
                    <a:pt x="1273" y="6215"/>
                    <a:pt x="1273" y="6265"/>
                  </a:cubicBezTo>
                  <a:cubicBezTo>
                    <a:pt x="1254" y="6327"/>
                    <a:pt x="1304" y="6392"/>
                    <a:pt x="1350" y="6392"/>
                  </a:cubicBezTo>
                  <a:lnTo>
                    <a:pt x="1385" y="6392"/>
                  </a:lnTo>
                  <a:cubicBezTo>
                    <a:pt x="1431" y="6392"/>
                    <a:pt x="1481" y="6361"/>
                    <a:pt x="1481" y="6311"/>
                  </a:cubicBezTo>
                  <a:cubicBezTo>
                    <a:pt x="1497" y="6296"/>
                    <a:pt x="1721" y="4996"/>
                    <a:pt x="1674" y="3580"/>
                  </a:cubicBezTo>
                  <a:cubicBezTo>
                    <a:pt x="1624" y="1667"/>
                    <a:pt x="1111" y="464"/>
                    <a:pt x="178" y="13"/>
                  </a:cubicBezTo>
                  <a:cubicBezTo>
                    <a:pt x="160" y="4"/>
                    <a:pt x="143" y="0"/>
                    <a:pt x="12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35"/>
            <p:cNvSpPr/>
            <p:nvPr/>
          </p:nvSpPr>
          <p:spPr>
            <a:xfrm>
              <a:off x="-1021632" y="3589269"/>
              <a:ext cx="37383" cy="66617"/>
            </a:xfrm>
            <a:custGeom>
              <a:avLst/>
              <a:gdLst/>
              <a:ahLst/>
              <a:cxnLst/>
              <a:rect l="l" t="t" r="r" b="b"/>
              <a:pathLst>
                <a:path w="468" h="834" extrusionOk="0">
                  <a:moveTo>
                    <a:pt x="66" y="0"/>
                  </a:moveTo>
                  <a:lnTo>
                    <a:pt x="1" y="31"/>
                  </a:lnTo>
                  <a:lnTo>
                    <a:pt x="402" y="833"/>
                  </a:lnTo>
                  <a:lnTo>
                    <a:pt x="468" y="803"/>
                  </a:lnTo>
                  <a:lnTo>
                    <a:pt x="6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35"/>
            <p:cNvSpPr/>
            <p:nvPr/>
          </p:nvSpPr>
          <p:spPr>
            <a:xfrm>
              <a:off x="-1070278" y="3608360"/>
              <a:ext cx="74606" cy="82353"/>
            </a:xfrm>
            <a:custGeom>
              <a:avLst/>
              <a:gdLst/>
              <a:ahLst/>
              <a:cxnLst/>
              <a:rect l="l" t="t" r="r" b="b"/>
              <a:pathLst>
                <a:path w="934" h="1031" extrusionOk="0">
                  <a:moveTo>
                    <a:pt x="97" y="0"/>
                  </a:moveTo>
                  <a:lnTo>
                    <a:pt x="31" y="51"/>
                  </a:lnTo>
                  <a:lnTo>
                    <a:pt x="722" y="899"/>
                  </a:lnTo>
                  <a:lnTo>
                    <a:pt x="16" y="706"/>
                  </a:lnTo>
                  <a:lnTo>
                    <a:pt x="0" y="772"/>
                  </a:lnTo>
                  <a:lnTo>
                    <a:pt x="934" y="1030"/>
                  </a:lnTo>
                  <a:lnTo>
                    <a:pt x="9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35"/>
            <p:cNvSpPr/>
            <p:nvPr/>
          </p:nvSpPr>
          <p:spPr>
            <a:xfrm>
              <a:off x="-1011168" y="3746548"/>
              <a:ext cx="127087" cy="80037"/>
            </a:xfrm>
            <a:custGeom>
              <a:avLst/>
              <a:gdLst/>
              <a:ahLst/>
              <a:cxnLst/>
              <a:rect l="l" t="t" r="r" b="b"/>
              <a:pathLst>
                <a:path w="1591" h="1002" extrusionOk="0">
                  <a:moveTo>
                    <a:pt x="1246" y="0"/>
                  </a:moveTo>
                  <a:cubicBezTo>
                    <a:pt x="880" y="0"/>
                    <a:pt x="0" y="92"/>
                    <a:pt x="321" y="1001"/>
                  </a:cubicBezTo>
                  <a:cubicBezTo>
                    <a:pt x="1590" y="874"/>
                    <a:pt x="1397" y="6"/>
                    <a:pt x="1397" y="6"/>
                  </a:cubicBezTo>
                  <a:cubicBezTo>
                    <a:pt x="1397" y="6"/>
                    <a:pt x="1338" y="0"/>
                    <a:pt x="124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35"/>
            <p:cNvSpPr/>
            <p:nvPr/>
          </p:nvSpPr>
          <p:spPr>
            <a:xfrm>
              <a:off x="-938079" y="3640391"/>
              <a:ext cx="129723" cy="118377"/>
            </a:xfrm>
            <a:custGeom>
              <a:avLst/>
              <a:gdLst/>
              <a:ahLst/>
              <a:cxnLst/>
              <a:rect l="l" t="t" r="r" b="b"/>
              <a:pathLst>
                <a:path w="1624" h="1482" extrusionOk="0">
                  <a:moveTo>
                    <a:pt x="1015" y="1"/>
                  </a:moveTo>
                  <a:lnTo>
                    <a:pt x="1015" y="1"/>
                  </a:lnTo>
                  <a:cubicBezTo>
                    <a:pt x="0" y="807"/>
                    <a:pt x="513" y="1482"/>
                    <a:pt x="513" y="1482"/>
                  </a:cubicBezTo>
                  <a:cubicBezTo>
                    <a:pt x="513" y="1482"/>
                    <a:pt x="1624" y="1061"/>
                    <a:pt x="101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35"/>
            <p:cNvSpPr/>
            <p:nvPr/>
          </p:nvSpPr>
          <p:spPr>
            <a:xfrm>
              <a:off x="-1048391" y="3616986"/>
              <a:ext cx="142423" cy="138107"/>
            </a:xfrm>
            <a:custGeom>
              <a:avLst/>
              <a:gdLst/>
              <a:ahLst/>
              <a:cxnLst/>
              <a:rect l="l" t="t" r="r" b="b"/>
              <a:pathLst>
                <a:path w="1783" h="1729" extrusionOk="0">
                  <a:moveTo>
                    <a:pt x="1140" y="0"/>
                  </a:moveTo>
                  <a:cubicBezTo>
                    <a:pt x="872" y="0"/>
                    <a:pt x="569" y="158"/>
                    <a:pt x="351" y="440"/>
                  </a:cubicBezTo>
                  <a:cubicBezTo>
                    <a:pt x="31" y="841"/>
                    <a:pt x="0" y="1370"/>
                    <a:pt x="305" y="1613"/>
                  </a:cubicBezTo>
                  <a:cubicBezTo>
                    <a:pt x="400" y="1691"/>
                    <a:pt x="519" y="1729"/>
                    <a:pt x="648" y="1729"/>
                  </a:cubicBezTo>
                  <a:cubicBezTo>
                    <a:pt x="913" y="1729"/>
                    <a:pt x="1219" y="1572"/>
                    <a:pt x="1447" y="1293"/>
                  </a:cubicBezTo>
                  <a:cubicBezTo>
                    <a:pt x="1767" y="872"/>
                    <a:pt x="1782" y="344"/>
                    <a:pt x="1493" y="116"/>
                  </a:cubicBezTo>
                  <a:cubicBezTo>
                    <a:pt x="1393" y="38"/>
                    <a:pt x="1271" y="0"/>
                    <a:pt x="114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35"/>
            <p:cNvSpPr/>
            <p:nvPr/>
          </p:nvSpPr>
          <p:spPr>
            <a:xfrm>
              <a:off x="-1051187" y="3599413"/>
              <a:ext cx="206805" cy="193621"/>
            </a:xfrm>
            <a:custGeom>
              <a:avLst/>
              <a:gdLst/>
              <a:ahLst/>
              <a:cxnLst/>
              <a:rect l="l" t="t" r="r" b="b"/>
              <a:pathLst>
                <a:path w="2589" h="2424" extrusionOk="0">
                  <a:moveTo>
                    <a:pt x="1543" y="1"/>
                  </a:moveTo>
                  <a:cubicBezTo>
                    <a:pt x="1304" y="371"/>
                    <a:pt x="1432" y="676"/>
                    <a:pt x="1432" y="676"/>
                  </a:cubicBezTo>
                  <a:cubicBezTo>
                    <a:pt x="1432" y="676"/>
                    <a:pt x="1013" y="407"/>
                    <a:pt x="535" y="407"/>
                  </a:cubicBezTo>
                  <a:cubicBezTo>
                    <a:pt x="429" y="407"/>
                    <a:pt x="320" y="420"/>
                    <a:pt x="213" y="452"/>
                  </a:cubicBezTo>
                  <a:cubicBezTo>
                    <a:pt x="213" y="1158"/>
                    <a:pt x="660" y="1624"/>
                    <a:pt x="660" y="1624"/>
                  </a:cubicBezTo>
                  <a:cubicBezTo>
                    <a:pt x="660" y="1624"/>
                    <a:pt x="213" y="1705"/>
                    <a:pt x="1" y="1898"/>
                  </a:cubicBezTo>
                  <a:cubicBezTo>
                    <a:pt x="155" y="2196"/>
                    <a:pt x="586" y="2423"/>
                    <a:pt x="1044" y="2423"/>
                  </a:cubicBezTo>
                  <a:cubicBezTo>
                    <a:pt x="1399" y="2423"/>
                    <a:pt x="1771" y="2288"/>
                    <a:pt x="2045" y="1945"/>
                  </a:cubicBezTo>
                  <a:cubicBezTo>
                    <a:pt x="2589" y="1270"/>
                    <a:pt x="2203" y="224"/>
                    <a:pt x="154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35"/>
            <p:cNvSpPr/>
            <p:nvPr/>
          </p:nvSpPr>
          <p:spPr>
            <a:xfrm>
              <a:off x="-1082579" y="3656207"/>
              <a:ext cx="25881" cy="22525"/>
            </a:xfrm>
            <a:custGeom>
              <a:avLst/>
              <a:gdLst/>
              <a:ahLst/>
              <a:cxnLst/>
              <a:rect l="l" t="t" r="r" b="b"/>
              <a:pathLst>
                <a:path w="324" h="282" extrusionOk="0">
                  <a:moveTo>
                    <a:pt x="166" y="0"/>
                  </a:moveTo>
                  <a:cubicBezTo>
                    <a:pt x="73" y="0"/>
                    <a:pt x="0" y="97"/>
                    <a:pt x="43" y="204"/>
                  </a:cubicBezTo>
                  <a:cubicBezTo>
                    <a:pt x="58" y="223"/>
                    <a:pt x="73" y="254"/>
                    <a:pt x="104" y="269"/>
                  </a:cubicBezTo>
                  <a:cubicBezTo>
                    <a:pt x="123" y="278"/>
                    <a:pt x="142" y="281"/>
                    <a:pt x="160" y="281"/>
                  </a:cubicBezTo>
                  <a:cubicBezTo>
                    <a:pt x="252" y="281"/>
                    <a:pt x="324" y="183"/>
                    <a:pt x="282" y="76"/>
                  </a:cubicBezTo>
                  <a:cubicBezTo>
                    <a:pt x="266" y="61"/>
                    <a:pt x="251" y="30"/>
                    <a:pt x="220" y="11"/>
                  </a:cubicBezTo>
                  <a:cubicBezTo>
                    <a:pt x="202" y="4"/>
                    <a:pt x="184" y="0"/>
                    <a:pt x="16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35"/>
            <p:cNvSpPr/>
            <p:nvPr/>
          </p:nvSpPr>
          <p:spPr>
            <a:xfrm>
              <a:off x="-1084496" y="3595180"/>
              <a:ext cx="37543" cy="30273"/>
            </a:xfrm>
            <a:custGeom>
              <a:avLst/>
              <a:gdLst/>
              <a:ahLst/>
              <a:cxnLst/>
              <a:rect l="l" t="t" r="r" b="b"/>
              <a:pathLst>
                <a:path w="470" h="379" extrusionOk="0">
                  <a:moveTo>
                    <a:pt x="233" y="1"/>
                  </a:moveTo>
                  <a:cubicBezTo>
                    <a:pt x="106" y="1"/>
                    <a:pt x="1" y="133"/>
                    <a:pt x="67" y="277"/>
                  </a:cubicBezTo>
                  <a:cubicBezTo>
                    <a:pt x="82" y="312"/>
                    <a:pt x="113" y="343"/>
                    <a:pt x="148" y="358"/>
                  </a:cubicBezTo>
                  <a:cubicBezTo>
                    <a:pt x="178" y="372"/>
                    <a:pt x="207" y="379"/>
                    <a:pt x="235" y="379"/>
                  </a:cubicBezTo>
                  <a:cubicBezTo>
                    <a:pt x="370" y="379"/>
                    <a:pt x="469" y="234"/>
                    <a:pt x="402" y="100"/>
                  </a:cubicBezTo>
                  <a:cubicBezTo>
                    <a:pt x="387" y="69"/>
                    <a:pt x="356" y="38"/>
                    <a:pt x="321" y="23"/>
                  </a:cubicBezTo>
                  <a:cubicBezTo>
                    <a:pt x="292" y="8"/>
                    <a:pt x="262" y="1"/>
                    <a:pt x="23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35"/>
            <p:cNvSpPr/>
            <p:nvPr/>
          </p:nvSpPr>
          <p:spPr>
            <a:xfrm>
              <a:off x="-1035770" y="3577048"/>
              <a:ext cx="33309" cy="26040"/>
            </a:xfrm>
            <a:custGeom>
              <a:avLst/>
              <a:gdLst/>
              <a:ahLst/>
              <a:cxnLst/>
              <a:rect l="l" t="t" r="r" b="b"/>
              <a:pathLst>
                <a:path w="417" h="326" extrusionOk="0">
                  <a:moveTo>
                    <a:pt x="210" y="1"/>
                  </a:moveTo>
                  <a:cubicBezTo>
                    <a:pt x="95" y="1"/>
                    <a:pt x="0" y="130"/>
                    <a:pt x="66" y="250"/>
                  </a:cubicBezTo>
                  <a:cubicBezTo>
                    <a:pt x="81" y="281"/>
                    <a:pt x="97" y="281"/>
                    <a:pt x="116" y="296"/>
                  </a:cubicBezTo>
                  <a:cubicBezTo>
                    <a:pt x="149" y="316"/>
                    <a:pt x="182" y="325"/>
                    <a:pt x="213" y="325"/>
                  </a:cubicBezTo>
                  <a:cubicBezTo>
                    <a:pt x="331" y="325"/>
                    <a:pt x="416" y="197"/>
                    <a:pt x="340" y="72"/>
                  </a:cubicBezTo>
                  <a:cubicBezTo>
                    <a:pt x="324" y="57"/>
                    <a:pt x="309" y="38"/>
                    <a:pt x="290" y="22"/>
                  </a:cubicBezTo>
                  <a:cubicBezTo>
                    <a:pt x="263" y="7"/>
                    <a:pt x="236" y="1"/>
                    <a:pt x="21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35"/>
            <p:cNvSpPr/>
            <p:nvPr/>
          </p:nvSpPr>
          <p:spPr>
            <a:xfrm>
              <a:off x="-463042" y="3505796"/>
              <a:ext cx="66619" cy="38581"/>
            </a:xfrm>
            <a:custGeom>
              <a:avLst/>
              <a:gdLst/>
              <a:ahLst/>
              <a:cxnLst/>
              <a:rect l="l" t="t" r="r" b="b"/>
              <a:pathLst>
                <a:path w="834" h="483" extrusionOk="0">
                  <a:moveTo>
                    <a:pt x="803" y="0"/>
                  </a:moveTo>
                  <a:lnTo>
                    <a:pt x="1" y="417"/>
                  </a:lnTo>
                  <a:lnTo>
                    <a:pt x="32" y="482"/>
                  </a:lnTo>
                  <a:lnTo>
                    <a:pt x="834" y="81"/>
                  </a:lnTo>
                  <a:lnTo>
                    <a:pt x="80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35"/>
            <p:cNvSpPr/>
            <p:nvPr/>
          </p:nvSpPr>
          <p:spPr>
            <a:xfrm>
              <a:off x="-499068" y="3456751"/>
              <a:ext cx="83553" cy="75883"/>
            </a:xfrm>
            <a:custGeom>
              <a:avLst/>
              <a:gdLst/>
              <a:ahLst/>
              <a:cxnLst/>
              <a:rect l="l" t="t" r="r" b="b"/>
              <a:pathLst>
                <a:path w="1046" h="950" extrusionOk="0">
                  <a:moveTo>
                    <a:pt x="259" y="1"/>
                  </a:moveTo>
                  <a:lnTo>
                    <a:pt x="0" y="950"/>
                  </a:lnTo>
                  <a:lnTo>
                    <a:pt x="1046" y="97"/>
                  </a:lnTo>
                  <a:lnTo>
                    <a:pt x="996" y="51"/>
                  </a:lnTo>
                  <a:lnTo>
                    <a:pt x="128" y="741"/>
                  </a:lnTo>
                  <a:lnTo>
                    <a:pt x="128" y="741"/>
                  </a:lnTo>
                  <a:lnTo>
                    <a:pt x="340" y="36"/>
                  </a:lnTo>
                  <a:lnTo>
                    <a:pt x="25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35"/>
            <p:cNvSpPr/>
            <p:nvPr/>
          </p:nvSpPr>
          <p:spPr>
            <a:xfrm>
              <a:off x="-635260" y="3535511"/>
              <a:ext cx="88905" cy="93136"/>
            </a:xfrm>
            <a:custGeom>
              <a:avLst/>
              <a:gdLst/>
              <a:ahLst/>
              <a:cxnLst/>
              <a:rect l="l" t="t" r="r" b="b"/>
              <a:pathLst>
                <a:path w="1113" h="1166" extrusionOk="0">
                  <a:moveTo>
                    <a:pt x="338" y="0"/>
                  </a:moveTo>
                  <a:cubicBezTo>
                    <a:pt x="241" y="0"/>
                    <a:pt x="129" y="19"/>
                    <a:pt x="1" y="60"/>
                  </a:cubicBezTo>
                  <a:cubicBezTo>
                    <a:pt x="102" y="1051"/>
                    <a:pt x="639" y="1166"/>
                    <a:pt x="881" y="1166"/>
                  </a:cubicBezTo>
                  <a:cubicBezTo>
                    <a:pt x="954" y="1166"/>
                    <a:pt x="1000" y="1155"/>
                    <a:pt x="1000" y="1155"/>
                  </a:cubicBezTo>
                  <a:cubicBezTo>
                    <a:pt x="1000" y="1155"/>
                    <a:pt x="1112" y="0"/>
                    <a:pt x="33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35"/>
            <p:cNvSpPr/>
            <p:nvPr/>
          </p:nvSpPr>
          <p:spPr>
            <a:xfrm>
              <a:off x="-567124" y="3620022"/>
              <a:ext cx="116782" cy="65259"/>
            </a:xfrm>
            <a:custGeom>
              <a:avLst/>
              <a:gdLst/>
              <a:ahLst/>
              <a:cxnLst/>
              <a:rect l="l" t="t" r="r" b="b"/>
              <a:pathLst>
                <a:path w="1462" h="817" extrusionOk="0">
                  <a:moveTo>
                    <a:pt x="436" y="0"/>
                  </a:moveTo>
                  <a:cubicBezTo>
                    <a:pt x="169" y="0"/>
                    <a:pt x="0" y="128"/>
                    <a:pt x="0" y="128"/>
                  </a:cubicBezTo>
                  <a:cubicBezTo>
                    <a:pt x="0" y="128"/>
                    <a:pt x="249" y="816"/>
                    <a:pt x="875" y="816"/>
                  </a:cubicBezTo>
                  <a:cubicBezTo>
                    <a:pt x="1043" y="816"/>
                    <a:pt x="1237" y="767"/>
                    <a:pt x="1462" y="641"/>
                  </a:cubicBezTo>
                  <a:cubicBezTo>
                    <a:pt x="1068" y="128"/>
                    <a:pt x="703" y="0"/>
                    <a:pt x="43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35"/>
            <p:cNvSpPr/>
            <p:nvPr/>
          </p:nvSpPr>
          <p:spPr>
            <a:xfrm>
              <a:off x="-572076" y="3486306"/>
              <a:ext cx="156562" cy="129081"/>
            </a:xfrm>
            <a:custGeom>
              <a:avLst/>
              <a:gdLst/>
              <a:ahLst/>
              <a:cxnLst/>
              <a:rect l="l" t="t" r="r" b="b"/>
              <a:pathLst>
                <a:path w="1960" h="1616" extrusionOk="0">
                  <a:moveTo>
                    <a:pt x="701" y="1"/>
                  </a:moveTo>
                  <a:cubicBezTo>
                    <a:pt x="507" y="1"/>
                    <a:pt x="334" y="69"/>
                    <a:pt x="224" y="209"/>
                  </a:cubicBezTo>
                  <a:cubicBezTo>
                    <a:pt x="0" y="499"/>
                    <a:pt x="128" y="1015"/>
                    <a:pt x="544" y="1351"/>
                  </a:cubicBezTo>
                  <a:cubicBezTo>
                    <a:pt x="771" y="1526"/>
                    <a:pt x="1024" y="1615"/>
                    <a:pt x="1248" y="1615"/>
                  </a:cubicBezTo>
                  <a:cubicBezTo>
                    <a:pt x="1438" y="1615"/>
                    <a:pt x="1607" y="1550"/>
                    <a:pt x="1717" y="1417"/>
                  </a:cubicBezTo>
                  <a:cubicBezTo>
                    <a:pt x="1960" y="1112"/>
                    <a:pt x="1832" y="595"/>
                    <a:pt x="1412" y="275"/>
                  </a:cubicBezTo>
                  <a:cubicBezTo>
                    <a:pt x="1187" y="94"/>
                    <a:pt x="929" y="1"/>
                    <a:pt x="70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35"/>
            <p:cNvSpPr/>
            <p:nvPr/>
          </p:nvSpPr>
          <p:spPr>
            <a:xfrm>
              <a:off x="-625994" y="3476162"/>
              <a:ext cx="218228" cy="184196"/>
            </a:xfrm>
            <a:custGeom>
              <a:avLst/>
              <a:gdLst/>
              <a:ahLst/>
              <a:cxnLst/>
              <a:rect l="l" t="t" r="r" b="b"/>
              <a:pathLst>
                <a:path w="2732" h="2306" extrusionOk="0">
                  <a:moveTo>
                    <a:pt x="833" y="1"/>
                  </a:moveTo>
                  <a:cubicBezTo>
                    <a:pt x="305" y="275"/>
                    <a:pt x="0" y="1416"/>
                    <a:pt x="787" y="2041"/>
                  </a:cubicBezTo>
                  <a:cubicBezTo>
                    <a:pt x="1014" y="2225"/>
                    <a:pt x="1283" y="2306"/>
                    <a:pt x="1548" y="2306"/>
                  </a:cubicBezTo>
                  <a:cubicBezTo>
                    <a:pt x="2072" y="2306"/>
                    <a:pt x="2583" y="1992"/>
                    <a:pt x="2731" y="1544"/>
                  </a:cubicBezTo>
                  <a:cubicBezTo>
                    <a:pt x="2546" y="1432"/>
                    <a:pt x="2377" y="1404"/>
                    <a:pt x="2255" y="1404"/>
                  </a:cubicBezTo>
                  <a:cubicBezTo>
                    <a:pt x="2132" y="1404"/>
                    <a:pt x="2056" y="1432"/>
                    <a:pt x="2056" y="1432"/>
                  </a:cubicBezTo>
                  <a:cubicBezTo>
                    <a:pt x="2056" y="1432"/>
                    <a:pt x="2457" y="818"/>
                    <a:pt x="2295" y="209"/>
                  </a:cubicBezTo>
                  <a:cubicBezTo>
                    <a:pt x="1589" y="209"/>
                    <a:pt x="1123" y="676"/>
                    <a:pt x="1123" y="676"/>
                  </a:cubicBezTo>
                  <a:cubicBezTo>
                    <a:pt x="1123" y="676"/>
                    <a:pt x="1026" y="209"/>
                    <a:pt x="83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35"/>
            <p:cNvSpPr/>
            <p:nvPr/>
          </p:nvSpPr>
          <p:spPr>
            <a:xfrm>
              <a:off x="-488124" y="3447006"/>
              <a:ext cx="26839" cy="21726"/>
            </a:xfrm>
            <a:custGeom>
              <a:avLst/>
              <a:gdLst/>
              <a:ahLst/>
              <a:cxnLst/>
              <a:rect l="l" t="t" r="r" b="b"/>
              <a:pathLst>
                <a:path w="336" h="272" extrusionOk="0">
                  <a:moveTo>
                    <a:pt x="160" y="0"/>
                  </a:moveTo>
                  <a:cubicBezTo>
                    <a:pt x="142" y="0"/>
                    <a:pt x="124" y="4"/>
                    <a:pt x="106" y="11"/>
                  </a:cubicBezTo>
                  <a:cubicBezTo>
                    <a:pt x="72" y="26"/>
                    <a:pt x="56" y="46"/>
                    <a:pt x="41" y="77"/>
                  </a:cubicBezTo>
                  <a:cubicBezTo>
                    <a:pt x="0" y="179"/>
                    <a:pt x="68" y="271"/>
                    <a:pt x="154" y="271"/>
                  </a:cubicBezTo>
                  <a:cubicBezTo>
                    <a:pt x="174" y="271"/>
                    <a:pt x="196" y="266"/>
                    <a:pt x="218" y="254"/>
                  </a:cubicBezTo>
                  <a:cubicBezTo>
                    <a:pt x="249" y="254"/>
                    <a:pt x="265" y="219"/>
                    <a:pt x="280" y="204"/>
                  </a:cubicBezTo>
                  <a:cubicBezTo>
                    <a:pt x="335" y="97"/>
                    <a:pt x="254" y="0"/>
                    <a:pt x="16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35"/>
            <p:cNvSpPr/>
            <p:nvPr/>
          </p:nvSpPr>
          <p:spPr>
            <a:xfrm>
              <a:off x="-436363" y="3447565"/>
              <a:ext cx="37623" cy="30353"/>
            </a:xfrm>
            <a:custGeom>
              <a:avLst/>
              <a:gdLst/>
              <a:ahLst/>
              <a:cxnLst/>
              <a:rect l="l" t="t" r="r" b="b"/>
              <a:pathLst>
                <a:path w="471" h="380" extrusionOk="0">
                  <a:moveTo>
                    <a:pt x="229" y="0"/>
                  </a:moveTo>
                  <a:cubicBezTo>
                    <a:pt x="203" y="0"/>
                    <a:pt x="176" y="6"/>
                    <a:pt x="149" y="19"/>
                  </a:cubicBezTo>
                  <a:cubicBezTo>
                    <a:pt x="114" y="39"/>
                    <a:pt x="83" y="70"/>
                    <a:pt x="68" y="100"/>
                  </a:cubicBezTo>
                  <a:cubicBezTo>
                    <a:pt x="1" y="234"/>
                    <a:pt x="100" y="379"/>
                    <a:pt x="237" y="379"/>
                  </a:cubicBezTo>
                  <a:cubicBezTo>
                    <a:pt x="266" y="379"/>
                    <a:pt x="296" y="373"/>
                    <a:pt x="326" y="359"/>
                  </a:cubicBezTo>
                  <a:cubicBezTo>
                    <a:pt x="357" y="343"/>
                    <a:pt x="388" y="309"/>
                    <a:pt x="403" y="278"/>
                  </a:cubicBezTo>
                  <a:cubicBezTo>
                    <a:pt x="471" y="143"/>
                    <a:pt x="359" y="0"/>
                    <a:pt x="22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35"/>
            <p:cNvSpPr/>
            <p:nvPr/>
          </p:nvSpPr>
          <p:spPr>
            <a:xfrm>
              <a:off x="-414397" y="3496291"/>
              <a:ext cx="33549" cy="25321"/>
            </a:xfrm>
            <a:custGeom>
              <a:avLst/>
              <a:gdLst/>
              <a:ahLst/>
              <a:cxnLst/>
              <a:rect l="l" t="t" r="r" b="b"/>
              <a:pathLst>
                <a:path w="420" h="317" extrusionOk="0">
                  <a:moveTo>
                    <a:pt x="201" y="1"/>
                  </a:moveTo>
                  <a:cubicBezTo>
                    <a:pt x="173" y="1"/>
                    <a:pt x="143" y="8"/>
                    <a:pt x="113" y="23"/>
                  </a:cubicBezTo>
                  <a:cubicBezTo>
                    <a:pt x="98" y="38"/>
                    <a:pt x="82" y="53"/>
                    <a:pt x="67" y="69"/>
                  </a:cubicBezTo>
                  <a:cubicBezTo>
                    <a:pt x="0" y="189"/>
                    <a:pt x="97" y="317"/>
                    <a:pt x="212" y="317"/>
                  </a:cubicBezTo>
                  <a:cubicBezTo>
                    <a:pt x="238" y="317"/>
                    <a:pt x="265" y="310"/>
                    <a:pt x="290" y="296"/>
                  </a:cubicBezTo>
                  <a:lnTo>
                    <a:pt x="341" y="246"/>
                  </a:lnTo>
                  <a:cubicBezTo>
                    <a:pt x="419" y="130"/>
                    <a:pt x="326" y="1"/>
                    <a:pt x="20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35"/>
            <p:cNvSpPr/>
            <p:nvPr/>
          </p:nvSpPr>
          <p:spPr>
            <a:xfrm>
              <a:off x="-798212" y="3618504"/>
              <a:ext cx="139947" cy="200331"/>
            </a:xfrm>
            <a:custGeom>
              <a:avLst/>
              <a:gdLst/>
              <a:ahLst/>
              <a:cxnLst/>
              <a:rect l="l" t="t" r="r" b="b"/>
              <a:pathLst>
                <a:path w="1752" h="2508" extrusionOk="0">
                  <a:moveTo>
                    <a:pt x="594" y="1"/>
                  </a:moveTo>
                  <a:lnTo>
                    <a:pt x="594" y="1"/>
                  </a:lnTo>
                  <a:cubicBezTo>
                    <a:pt x="0" y="1883"/>
                    <a:pt x="1157" y="2508"/>
                    <a:pt x="1157" y="2508"/>
                  </a:cubicBezTo>
                  <a:cubicBezTo>
                    <a:pt x="1157" y="2508"/>
                    <a:pt x="1751" y="1254"/>
                    <a:pt x="5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35"/>
            <p:cNvSpPr/>
            <p:nvPr/>
          </p:nvSpPr>
          <p:spPr>
            <a:xfrm>
              <a:off x="-897102" y="3677694"/>
              <a:ext cx="145139" cy="160552"/>
            </a:xfrm>
            <a:custGeom>
              <a:avLst/>
              <a:gdLst/>
              <a:ahLst/>
              <a:cxnLst/>
              <a:rect l="l" t="t" r="r" b="b"/>
              <a:pathLst>
                <a:path w="1817" h="2010" extrusionOk="0">
                  <a:moveTo>
                    <a:pt x="1096" y="0"/>
                  </a:moveTo>
                  <a:lnTo>
                    <a:pt x="1096" y="0"/>
                  </a:lnTo>
                  <a:cubicBezTo>
                    <a:pt x="0" y="1127"/>
                    <a:pt x="903" y="2010"/>
                    <a:pt x="903" y="2010"/>
                  </a:cubicBezTo>
                  <a:cubicBezTo>
                    <a:pt x="903" y="2010"/>
                    <a:pt x="1817" y="1319"/>
                    <a:pt x="109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35"/>
            <p:cNvSpPr/>
            <p:nvPr/>
          </p:nvSpPr>
          <p:spPr>
            <a:xfrm>
              <a:off x="-679912" y="3721307"/>
              <a:ext cx="204010" cy="65898"/>
            </a:xfrm>
            <a:custGeom>
              <a:avLst/>
              <a:gdLst/>
              <a:ahLst/>
              <a:cxnLst/>
              <a:rect l="l" t="t" r="r" b="b"/>
              <a:pathLst>
                <a:path w="2554" h="825" extrusionOk="0">
                  <a:moveTo>
                    <a:pt x="1279" y="0"/>
                  </a:moveTo>
                  <a:cubicBezTo>
                    <a:pt x="397" y="0"/>
                    <a:pt x="0" y="546"/>
                    <a:pt x="0" y="546"/>
                  </a:cubicBezTo>
                  <a:cubicBezTo>
                    <a:pt x="0" y="546"/>
                    <a:pt x="432" y="824"/>
                    <a:pt x="1080" y="824"/>
                  </a:cubicBezTo>
                  <a:cubicBezTo>
                    <a:pt x="1500" y="824"/>
                    <a:pt x="2011" y="707"/>
                    <a:pt x="2554" y="322"/>
                  </a:cubicBezTo>
                  <a:cubicBezTo>
                    <a:pt x="2050" y="85"/>
                    <a:pt x="1626" y="0"/>
                    <a:pt x="127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35"/>
            <p:cNvSpPr/>
            <p:nvPr/>
          </p:nvSpPr>
          <p:spPr>
            <a:xfrm>
              <a:off x="-707071" y="4101286"/>
              <a:ext cx="145219" cy="132276"/>
            </a:xfrm>
            <a:custGeom>
              <a:avLst/>
              <a:gdLst/>
              <a:ahLst/>
              <a:cxnLst/>
              <a:rect l="l" t="t" r="r" b="b"/>
              <a:pathLst>
                <a:path w="1818" h="1656" extrusionOk="0">
                  <a:moveTo>
                    <a:pt x="1594" y="1"/>
                  </a:moveTo>
                  <a:lnTo>
                    <a:pt x="1594" y="1"/>
                  </a:lnTo>
                  <a:cubicBezTo>
                    <a:pt x="1" y="66"/>
                    <a:pt x="290" y="1655"/>
                    <a:pt x="290" y="1655"/>
                  </a:cubicBezTo>
                  <a:cubicBezTo>
                    <a:pt x="290" y="1655"/>
                    <a:pt x="1818" y="1463"/>
                    <a:pt x="15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35"/>
            <p:cNvSpPr/>
            <p:nvPr/>
          </p:nvSpPr>
          <p:spPr>
            <a:xfrm>
              <a:off x="-899578" y="4101286"/>
              <a:ext cx="115584" cy="105437"/>
            </a:xfrm>
            <a:custGeom>
              <a:avLst/>
              <a:gdLst/>
              <a:ahLst/>
              <a:cxnLst/>
              <a:rect l="l" t="t" r="r" b="b"/>
              <a:pathLst>
                <a:path w="1447" h="1320" extrusionOk="0">
                  <a:moveTo>
                    <a:pt x="209" y="1"/>
                  </a:moveTo>
                  <a:lnTo>
                    <a:pt x="209" y="1"/>
                  </a:lnTo>
                  <a:cubicBezTo>
                    <a:pt x="0" y="1304"/>
                    <a:pt x="1350" y="1320"/>
                    <a:pt x="1350" y="1320"/>
                  </a:cubicBezTo>
                  <a:cubicBezTo>
                    <a:pt x="1350" y="1320"/>
                    <a:pt x="1447" y="51"/>
                    <a:pt x="20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35"/>
            <p:cNvSpPr/>
            <p:nvPr/>
          </p:nvSpPr>
          <p:spPr>
            <a:xfrm>
              <a:off x="-974184" y="4211358"/>
              <a:ext cx="479191" cy="337959"/>
            </a:xfrm>
            <a:custGeom>
              <a:avLst/>
              <a:gdLst/>
              <a:ahLst/>
              <a:cxnLst/>
              <a:rect l="l" t="t" r="r" b="b"/>
              <a:pathLst>
                <a:path w="5999" h="4231" extrusionOk="0">
                  <a:moveTo>
                    <a:pt x="3000" y="1"/>
                  </a:moveTo>
                  <a:cubicBezTo>
                    <a:pt x="1500" y="1"/>
                    <a:pt x="1" y="414"/>
                    <a:pt x="1" y="1242"/>
                  </a:cubicBezTo>
                  <a:cubicBezTo>
                    <a:pt x="1" y="1469"/>
                    <a:pt x="36" y="1693"/>
                    <a:pt x="82" y="1901"/>
                  </a:cubicBezTo>
                  <a:cubicBezTo>
                    <a:pt x="371" y="3236"/>
                    <a:pt x="1578" y="4231"/>
                    <a:pt x="2990" y="4231"/>
                  </a:cubicBezTo>
                  <a:cubicBezTo>
                    <a:pt x="4070" y="4231"/>
                    <a:pt x="5000" y="3687"/>
                    <a:pt x="5532" y="2835"/>
                  </a:cubicBezTo>
                  <a:cubicBezTo>
                    <a:pt x="5821" y="2368"/>
                    <a:pt x="5999" y="1836"/>
                    <a:pt x="5999" y="1242"/>
                  </a:cubicBezTo>
                  <a:cubicBezTo>
                    <a:pt x="5999" y="414"/>
                    <a:pt x="4499" y="1"/>
                    <a:pt x="30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35"/>
            <p:cNvSpPr/>
            <p:nvPr/>
          </p:nvSpPr>
          <p:spPr>
            <a:xfrm>
              <a:off x="-613374" y="4348988"/>
              <a:ext cx="68136" cy="53997"/>
            </a:xfrm>
            <a:custGeom>
              <a:avLst/>
              <a:gdLst/>
              <a:ahLst/>
              <a:cxnLst/>
              <a:rect l="l" t="t" r="r" b="b"/>
              <a:pathLst>
                <a:path w="853" h="676" extrusionOk="0">
                  <a:moveTo>
                    <a:pt x="421" y="1"/>
                  </a:moveTo>
                  <a:cubicBezTo>
                    <a:pt x="178" y="1"/>
                    <a:pt x="0" y="259"/>
                    <a:pt x="132" y="518"/>
                  </a:cubicBezTo>
                  <a:cubicBezTo>
                    <a:pt x="162" y="564"/>
                    <a:pt x="193" y="614"/>
                    <a:pt x="243" y="630"/>
                  </a:cubicBezTo>
                  <a:cubicBezTo>
                    <a:pt x="305" y="660"/>
                    <a:pt x="371" y="676"/>
                    <a:pt x="421" y="676"/>
                  </a:cubicBezTo>
                  <a:cubicBezTo>
                    <a:pt x="675" y="676"/>
                    <a:pt x="853" y="421"/>
                    <a:pt x="726" y="163"/>
                  </a:cubicBezTo>
                  <a:cubicBezTo>
                    <a:pt x="691" y="113"/>
                    <a:pt x="660" y="66"/>
                    <a:pt x="614" y="51"/>
                  </a:cubicBezTo>
                  <a:cubicBezTo>
                    <a:pt x="548" y="16"/>
                    <a:pt x="483" y="1"/>
                    <a:pt x="4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35"/>
            <p:cNvSpPr/>
            <p:nvPr/>
          </p:nvSpPr>
          <p:spPr>
            <a:xfrm>
              <a:off x="-713541" y="4381019"/>
              <a:ext cx="59270" cy="46329"/>
            </a:xfrm>
            <a:custGeom>
              <a:avLst/>
              <a:gdLst/>
              <a:ahLst/>
              <a:cxnLst/>
              <a:rect l="l" t="t" r="r" b="b"/>
              <a:pathLst>
                <a:path w="742" h="580" extrusionOk="0">
                  <a:moveTo>
                    <a:pt x="371" y="1"/>
                  </a:moveTo>
                  <a:cubicBezTo>
                    <a:pt x="163" y="1"/>
                    <a:pt x="1" y="229"/>
                    <a:pt x="113" y="437"/>
                  </a:cubicBezTo>
                  <a:cubicBezTo>
                    <a:pt x="147" y="483"/>
                    <a:pt x="178" y="518"/>
                    <a:pt x="228" y="549"/>
                  </a:cubicBezTo>
                  <a:cubicBezTo>
                    <a:pt x="275" y="564"/>
                    <a:pt x="325" y="580"/>
                    <a:pt x="371" y="580"/>
                  </a:cubicBezTo>
                  <a:cubicBezTo>
                    <a:pt x="579" y="580"/>
                    <a:pt x="741" y="356"/>
                    <a:pt x="630" y="148"/>
                  </a:cubicBezTo>
                  <a:cubicBezTo>
                    <a:pt x="614" y="97"/>
                    <a:pt x="579" y="51"/>
                    <a:pt x="533" y="36"/>
                  </a:cubicBezTo>
                  <a:cubicBezTo>
                    <a:pt x="483" y="1"/>
                    <a:pt x="421" y="1"/>
                    <a:pt x="3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35"/>
            <p:cNvSpPr/>
            <p:nvPr/>
          </p:nvSpPr>
          <p:spPr>
            <a:xfrm>
              <a:off x="-699323" y="4291396"/>
              <a:ext cx="73408" cy="57671"/>
            </a:xfrm>
            <a:custGeom>
              <a:avLst/>
              <a:gdLst/>
              <a:ahLst/>
              <a:cxnLst/>
              <a:rect l="l" t="t" r="r" b="b"/>
              <a:pathLst>
                <a:path w="919" h="722" extrusionOk="0">
                  <a:moveTo>
                    <a:pt x="467" y="1"/>
                  </a:moveTo>
                  <a:cubicBezTo>
                    <a:pt x="209" y="1"/>
                    <a:pt x="0" y="274"/>
                    <a:pt x="147" y="544"/>
                  </a:cubicBezTo>
                  <a:cubicBezTo>
                    <a:pt x="178" y="595"/>
                    <a:pt x="224" y="641"/>
                    <a:pt x="274" y="676"/>
                  </a:cubicBezTo>
                  <a:cubicBezTo>
                    <a:pt x="340" y="706"/>
                    <a:pt x="401" y="722"/>
                    <a:pt x="467" y="722"/>
                  </a:cubicBezTo>
                  <a:cubicBezTo>
                    <a:pt x="725" y="722"/>
                    <a:pt x="918" y="433"/>
                    <a:pt x="772" y="159"/>
                  </a:cubicBezTo>
                  <a:cubicBezTo>
                    <a:pt x="756" y="112"/>
                    <a:pt x="706" y="62"/>
                    <a:pt x="660" y="47"/>
                  </a:cubicBezTo>
                  <a:cubicBezTo>
                    <a:pt x="594" y="16"/>
                    <a:pt x="533" y="1"/>
                    <a:pt x="4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35"/>
            <p:cNvSpPr/>
            <p:nvPr/>
          </p:nvSpPr>
          <p:spPr>
            <a:xfrm>
              <a:off x="-863553" y="3875471"/>
              <a:ext cx="256729" cy="80835"/>
            </a:xfrm>
            <a:custGeom>
              <a:avLst/>
              <a:gdLst/>
              <a:ahLst/>
              <a:cxnLst/>
              <a:rect l="l" t="t" r="r" b="b"/>
              <a:pathLst>
                <a:path w="3214" h="1012" extrusionOk="0">
                  <a:moveTo>
                    <a:pt x="1" y="1"/>
                  </a:moveTo>
                  <a:lnTo>
                    <a:pt x="1" y="1011"/>
                  </a:lnTo>
                  <a:lnTo>
                    <a:pt x="757" y="1011"/>
                  </a:lnTo>
                  <a:cubicBezTo>
                    <a:pt x="722" y="660"/>
                    <a:pt x="641" y="321"/>
                    <a:pt x="544" y="1"/>
                  </a:cubicBezTo>
                  <a:close/>
                  <a:moveTo>
                    <a:pt x="787" y="1"/>
                  </a:moveTo>
                  <a:cubicBezTo>
                    <a:pt x="868" y="305"/>
                    <a:pt x="949" y="641"/>
                    <a:pt x="996" y="1011"/>
                  </a:cubicBezTo>
                  <a:lnTo>
                    <a:pt x="1478" y="1011"/>
                  </a:lnTo>
                  <a:cubicBezTo>
                    <a:pt x="1528" y="660"/>
                    <a:pt x="1590" y="321"/>
                    <a:pt x="1655" y="1"/>
                  </a:cubicBezTo>
                  <a:close/>
                  <a:moveTo>
                    <a:pt x="1894" y="1"/>
                  </a:moveTo>
                  <a:cubicBezTo>
                    <a:pt x="1817" y="336"/>
                    <a:pt x="1752" y="676"/>
                    <a:pt x="1721" y="1011"/>
                  </a:cubicBezTo>
                  <a:lnTo>
                    <a:pt x="3213" y="1011"/>
                  </a:lnTo>
                  <a:lnTo>
                    <a:pt x="3213" y="1"/>
                  </a:lnTo>
                  <a:close/>
                </a:path>
              </a:pathLst>
            </a:custGeom>
            <a:solidFill>
              <a:srgbClr val="B2C5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35"/>
            <p:cNvSpPr/>
            <p:nvPr/>
          </p:nvSpPr>
          <p:spPr>
            <a:xfrm>
              <a:off x="-745572" y="3875471"/>
              <a:ext cx="33389" cy="80835"/>
            </a:xfrm>
            <a:custGeom>
              <a:avLst/>
              <a:gdLst/>
              <a:ahLst/>
              <a:cxnLst/>
              <a:rect l="l" t="t" r="r" b="b"/>
              <a:pathLst>
                <a:path w="418" h="1012" extrusionOk="0">
                  <a:moveTo>
                    <a:pt x="178" y="1"/>
                  </a:moveTo>
                  <a:cubicBezTo>
                    <a:pt x="113" y="321"/>
                    <a:pt x="51" y="660"/>
                    <a:pt x="1" y="1011"/>
                  </a:cubicBezTo>
                  <a:lnTo>
                    <a:pt x="244" y="1011"/>
                  </a:lnTo>
                  <a:cubicBezTo>
                    <a:pt x="275" y="676"/>
                    <a:pt x="340" y="336"/>
                    <a:pt x="417" y="1"/>
                  </a:cubicBezTo>
                  <a:close/>
                </a:path>
              </a:pathLst>
            </a:custGeom>
            <a:solidFill>
              <a:srgbClr val="86AC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35"/>
            <p:cNvSpPr/>
            <p:nvPr/>
          </p:nvSpPr>
          <p:spPr>
            <a:xfrm>
              <a:off x="-820099" y="3875471"/>
              <a:ext cx="36105" cy="80835"/>
            </a:xfrm>
            <a:custGeom>
              <a:avLst/>
              <a:gdLst/>
              <a:ahLst/>
              <a:cxnLst/>
              <a:rect l="l" t="t" r="r" b="b"/>
              <a:pathLst>
                <a:path w="452" h="1012" extrusionOk="0">
                  <a:moveTo>
                    <a:pt x="0" y="1"/>
                  </a:moveTo>
                  <a:cubicBezTo>
                    <a:pt x="97" y="321"/>
                    <a:pt x="178" y="660"/>
                    <a:pt x="213" y="1011"/>
                  </a:cubicBezTo>
                  <a:lnTo>
                    <a:pt x="452" y="1011"/>
                  </a:lnTo>
                  <a:cubicBezTo>
                    <a:pt x="405" y="641"/>
                    <a:pt x="324" y="305"/>
                    <a:pt x="243" y="1"/>
                  </a:cubicBezTo>
                  <a:close/>
                </a:path>
              </a:pathLst>
            </a:custGeom>
            <a:solidFill>
              <a:srgbClr val="86AC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35"/>
            <p:cNvSpPr/>
            <p:nvPr/>
          </p:nvSpPr>
          <p:spPr>
            <a:xfrm>
              <a:off x="-898380" y="3862531"/>
              <a:ext cx="327581" cy="65739"/>
            </a:xfrm>
            <a:custGeom>
              <a:avLst/>
              <a:gdLst/>
              <a:ahLst/>
              <a:cxnLst/>
              <a:rect l="l" t="t" r="r" b="b"/>
              <a:pathLst>
                <a:path w="4101" h="823" extrusionOk="0">
                  <a:moveTo>
                    <a:pt x="356" y="1"/>
                  </a:moveTo>
                  <a:cubicBezTo>
                    <a:pt x="163" y="1"/>
                    <a:pt x="1" y="163"/>
                    <a:pt x="1" y="355"/>
                  </a:cubicBezTo>
                  <a:lnTo>
                    <a:pt x="1" y="467"/>
                  </a:lnTo>
                  <a:cubicBezTo>
                    <a:pt x="1" y="660"/>
                    <a:pt x="163" y="822"/>
                    <a:pt x="356" y="822"/>
                  </a:cubicBezTo>
                  <a:lnTo>
                    <a:pt x="3746" y="822"/>
                  </a:lnTo>
                  <a:cubicBezTo>
                    <a:pt x="3939" y="822"/>
                    <a:pt x="4101" y="660"/>
                    <a:pt x="4101" y="467"/>
                  </a:cubicBezTo>
                  <a:lnTo>
                    <a:pt x="4101" y="355"/>
                  </a:lnTo>
                  <a:cubicBezTo>
                    <a:pt x="4101" y="163"/>
                    <a:pt x="3939" y="1"/>
                    <a:pt x="374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35"/>
            <p:cNvSpPr/>
            <p:nvPr/>
          </p:nvSpPr>
          <p:spPr>
            <a:xfrm>
              <a:off x="-857082" y="3881942"/>
              <a:ext cx="177250" cy="21647"/>
            </a:xfrm>
            <a:custGeom>
              <a:avLst/>
              <a:gdLst/>
              <a:ahLst/>
              <a:cxnLst/>
              <a:rect l="l" t="t" r="r" b="b"/>
              <a:pathLst>
                <a:path w="2219" h="271" extrusionOk="0">
                  <a:moveTo>
                    <a:pt x="143" y="1"/>
                  </a:moveTo>
                  <a:cubicBezTo>
                    <a:pt x="62" y="1"/>
                    <a:pt x="1" y="62"/>
                    <a:pt x="1" y="128"/>
                  </a:cubicBezTo>
                  <a:cubicBezTo>
                    <a:pt x="1" y="209"/>
                    <a:pt x="62" y="271"/>
                    <a:pt x="143" y="271"/>
                  </a:cubicBezTo>
                  <a:lnTo>
                    <a:pt x="2072" y="271"/>
                  </a:lnTo>
                  <a:cubicBezTo>
                    <a:pt x="2153" y="271"/>
                    <a:pt x="2218" y="209"/>
                    <a:pt x="2218" y="128"/>
                  </a:cubicBezTo>
                  <a:cubicBezTo>
                    <a:pt x="2218" y="62"/>
                    <a:pt x="2153" y="1"/>
                    <a:pt x="20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35"/>
            <p:cNvSpPr/>
            <p:nvPr/>
          </p:nvSpPr>
          <p:spPr>
            <a:xfrm>
              <a:off x="-967714" y="4363206"/>
              <a:ext cx="435417" cy="186113"/>
            </a:xfrm>
            <a:custGeom>
              <a:avLst/>
              <a:gdLst/>
              <a:ahLst/>
              <a:cxnLst/>
              <a:rect l="l" t="t" r="r" b="b"/>
              <a:pathLst>
                <a:path w="5451" h="2330" extrusionOk="0">
                  <a:moveTo>
                    <a:pt x="1" y="0"/>
                  </a:moveTo>
                  <a:lnTo>
                    <a:pt x="1" y="0"/>
                  </a:lnTo>
                  <a:cubicBezTo>
                    <a:pt x="290" y="1335"/>
                    <a:pt x="1497" y="2330"/>
                    <a:pt x="2909" y="2330"/>
                  </a:cubicBezTo>
                  <a:cubicBezTo>
                    <a:pt x="3989" y="2330"/>
                    <a:pt x="4919" y="1786"/>
                    <a:pt x="5451" y="934"/>
                  </a:cubicBezTo>
                  <a:lnTo>
                    <a:pt x="5451" y="934"/>
                  </a:lnTo>
                  <a:cubicBezTo>
                    <a:pt x="4984" y="995"/>
                    <a:pt x="4533" y="1030"/>
                    <a:pt x="4101" y="1030"/>
                  </a:cubicBezTo>
                  <a:cubicBezTo>
                    <a:pt x="2350" y="1030"/>
                    <a:pt x="965" y="533"/>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35"/>
            <p:cNvSpPr/>
            <p:nvPr/>
          </p:nvSpPr>
          <p:spPr>
            <a:xfrm>
              <a:off x="-855884" y="4238756"/>
              <a:ext cx="222222" cy="29634"/>
            </a:xfrm>
            <a:custGeom>
              <a:avLst/>
              <a:gdLst/>
              <a:ahLst/>
              <a:cxnLst/>
              <a:rect l="l" t="t" r="r" b="b"/>
              <a:pathLst>
                <a:path w="2782" h="371" extrusionOk="0">
                  <a:moveTo>
                    <a:pt x="1397" y="0"/>
                  </a:moveTo>
                  <a:cubicBezTo>
                    <a:pt x="626" y="0"/>
                    <a:pt x="1" y="81"/>
                    <a:pt x="1" y="193"/>
                  </a:cubicBezTo>
                  <a:cubicBezTo>
                    <a:pt x="1" y="289"/>
                    <a:pt x="626" y="370"/>
                    <a:pt x="1397" y="370"/>
                  </a:cubicBezTo>
                  <a:cubicBezTo>
                    <a:pt x="2169" y="370"/>
                    <a:pt x="2782" y="289"/>
                    <a:pt x="2782" y="193"/>
                  </a:cubicBezTo>
                  <a:cubicBezTo>
                    <a:pt x="2782" y="81"/>
                    <a:pt x="2169" y="0"/>
                    <a:pt x="13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35"/>
            <p:cNvSpPr/>
            <p:nvPr/>
          </p:nvSpPr>
          <p:spPr>
            <a:xfrm>
              <a:off x="-991997" y="4212796"/>
              <a:ext cx="218148" cy="306967"/>
            </a:xfrm>
            <a:custGeom>
              <a:avLst/>
              <a:gdLst/>
              <a:ahLst/>
              <a:cxnLst/>
              <a:rect l="l" t="t" r="r" b="b"/>
              <a:pathLst>
                <a:path w="2731" h="3843" extrusionOk="0">
                  <a:moveTo>
                    <a:pt x="802" y="1"/>
                  </a:moveTo>
                  <a:cubicBezTo>
                    <a:pt x="734" y="1"/>
                    <a:pt x="673" y="47"/>
                    <a:pt x="660" y="117"/>
                  </a:cubicBezTo>
                  <a:cubicBezTo>
                    <a:pt x="644" y="148"/>
                    <a:pt x="0" y="3091"/>
                    <a:pt x="2523" y="3843"/>
                  </a:cubicBezTo>
                  <a:lnTo>
                    <a:pt x="2573" y="3843"/>
                  </a:lnTo>
                  <a:cubicBezTo>
                    <a:pt x="2635" y="3843"/>
                    <a:pt x="2685" y="3812"/>
                    <a:pt x="2700" y="3746"/>
                  </a:cubicBezTo>
                  <a:cubicBezTo>
                    <a:pt x="2731" y="3669"/>
                    <a:pt x="2685" y="3588"/>
                    <a:pt x="2604" y="3553"/>
                  </a:cubicBezTo>
                  <a:cubicBezTo>
                    <a:pt x="1670" y="3283"/>
                    <a:pt x="1111" y="2639"/>
                    <a:pt x="934" y="1644"/>
                  </a:cubicBezTo>
                  <a:cubicBezTo>
                    <a:pt x="787" y="873"/>
                    <a:pt x="949" y="178"/>
                    <a:pt x="949" y="178"/>
                  </a:cubicBezTo>
                  <a:cubicBezTo>
                    <a:pt x="964" y="101"/>
                    <a:pt x="918" y="20"/>
                    <a:pt x="837" y="5"/>
                  </a:cubicBezTo>
                  <a:cubicBezTo>
                    <a:pt x="825" y="2"/>
                    <a:pt x="814" y="1"/>
                    <a:pt x="80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86" name="Google Shape;986;p35"/>
          <p:cNvGrpSpPr/>
          <p:nvPr/>
        </p:nvGrpSpPr>
        <p:grpSpPr>
          <a:xfrm>
            <a:off x="6634525" y="3754494"/>
            <a:ext cx="1845300" cy="1178131"/>
            <a:chOff x="6634525" y="3558544"/>
            <a:chExt cx="1845300" cy="1178131"/>
          </a:xfrm>
        </p:grpSpPr>
        <p:sp>
          <p:nvSpPr>
            <p:cNvPr id="987" name="Google Shape;987;p35"/>
            <p:cNvSpPr/>
            <p:nvPr/>
          </p:nvSpPr>
          <p:spPr>
            <a:xfrm>
              <a:off x="6634525" y="4499075"/>
              <a:ext cx="1845300" cy="237600"/>
            </a:xfrm>
            <a:prstGeom prst="ellipse">
              <a:avLst/>
            </a:prstGeom>
            <a:solidFill>
              <a:schemeClr val="dk1">
                <a:alpha val="532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88" name="Google Shape;988;p35"/>
            <p:cNvGrpSpPr/>
            <p:nvPr/>
          </p:nvGrpSpPr>
          <p:grpSpPr>
            <a:xfrm>
              <a:off x="6833360" y="3558544"/>
              <a:ext cx="1543610" cy="1050038"/>
              <a:chOff x="3821395" y="4227292"/>
              <a:chExt cx="845907" cy="575426"/>
            </a:xfrm>
          </p:grpSpPr>
          <p:sp>
            <p:nvSpPr>
              <p:cNvPr id="989" name="Google Shape;989;p35"/>
              <p:cNvSpPr/>
              <p:nvPr/>
            </p:nvSpPr>
            <p:spPr>
              <a:xfrm>
                <a:off x="4099356" y="4242283"/>
                <a:ext cx="281538" cy="436556"/>
              </a:xfrm>
              <a:custGeom>
                <a:avLst/>
                <a:gdLst/>
                <a:ahLst/>
                <a:cxnLst/>
                <a:rect l="l" t="t" r="r" b="b"/>
                <a:pathLst>
                  <a:path w="6066" h="9406" extrusionOk="0">
                    <a:moveTo>
                      <a:pt x="2730" y="1"/>
                    </a:moveTo>
                    <a:cubicBezTo>
                      <a:pt x="1" y="1"/>
                      <a:pt x="1001" y="8364"/>
                      <a:pt x="1001" y="8364"/>
                    </a:cubicBezTo>
                    <a:lnTo>
                      <a:pt x="2320" y="8634"/>
                    </a:lnTo>
                    <a:lnTo>
                      <a:pt x="6015" y="9405"/>
                    </a:lnTo>
                    <a:cubicBezTo>
                      <a:pt x="6015" y="9405"/>
                      <a:pt x="6031" y="9182"/>
                      <a:pt x="6031" y="8811"/>
                    </a:cubicBezTo>
                    <a:cubicBezTo>
                      <a:pt x="6065" y="7060"/>
                      <a:pt x="5969" y="1919"/>
                      <a:pt x="3863" y="407"/>
                    </a:cubicBezTo>
                    <a:cubicBezTo>
                      <a:pt x="3655" y="264"/>
                      <a:pt x="3427" y="148"/>
                      <a:pt x="3188" y="71"/>
                    </a:cubicBezTo>
                    <a:cubicBezTo>
                      <a:pt x="3025" y="23"/>
                      <a:pt x="2873" y="1"/>
                      <a:pt x="273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35"/>
              <p:cNvSpPr/>
              <p:nvPr/>
            </p:nvSpPr>
            <p:spPr>
              <a:xfrm>
                <a:off x="4099356" y="4242283"/>
                <a:ext cx="147963" cy="400726"/>
              </a:xfrm>
              <a:custGeom>
                <a:avLst/>
                <a:gdLst/>
                <a:ahLst/>
                <a:cxnLst/>
                <a:rect l="l" t="t" r="r" b="b"/>
                <a:pathLst>
                  <a:path w="3188" h="8634" extrusionOk="0">
                    <a:moveTo>
                      <a:pt x="2730" y="1"/>
                    </a:moveTo>
                    <a:cubicBezTo>
                      <a:pt x="1" y="1"/>
                      <a:pt x="1001" y="8364"/>
                      <a:pt x="1001" y="8364"/>
                    </a:cubicBezTo>
                    <a:lnTo>
                      <a:pt x="2320" y="8634"/>
                    </a:lnTo>
                    <a:cubicBezTo>
                      <a:pt x="1691" y="569"/>
                      <a:pt x="3188" y="71"/>
                      <a:pt x="3188" y="71"/>
                    </a:cubicBezTo>
                    <a:cubicBezTo>
                      <a:pt x="3025" y="23"/>
                      <a:pt x="2873" y="1"/>
                      <a:pt x="273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35"/>
              <p:cNvSpPr/>
              <p:nvPr/>
            </p:nvSpPr>
            <p:spPr>
              <a:xfrm>
                <a:off x="4184615" y="4245578"/>
                <a:ext cx="135060" cy="349115"/>
              </a:xfrm>
              <a:custGeom>
                <a:avLst/>
                <a:gdLst/>
                <a:ahLst/>
                <a:cxnLst/>
                <a:rect l="l" t="t" r="r" b="b"/>
                <a:pathLst>
                  <a:path w="2910" h="7522" extrusionOk="0">
                    <a:moveTo>
                      <a:pt x="1351" y="0"/>
                    </a:moveTo>
                    <a:cubicBezTo>
                      <a:pt x="1335" y="16"/>
                      <a:pt x="1" y="498"/>
                      <a:pt x="417" y="7521"/>
                    </a:cubicBezTo>
                    <a:lnTo>
                      <a:pt x="2057" y="7521"/>
                    </a:lnTo>
                    <a:cubicBezTo>
                      <a:pt x="2203" y="7020"/>
                      <a:pt x="2508" y="6171"/>
                      <a:pt x="2909" y="5269"/>
                    </a:cubicBezTo>
                    <a:cubicBezTo>
                      <a:pt x="2377" y="3340"/>
                      <a:pt x="1864" y="1157"/>
                      <a:pt x="2026" y="336"/>
                    </a:cubicBezTo>
                    <a:cubicBezTo>
                      <a:pt x="1818" y="193"/>
                      <a:pt x="1590" y="77"/>
                      <a:pt x="13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35"/>
              <p:cNvSpPr/>
              <p:nvPr/>
            </p:nvSpPr>
            <p:spPr>
              <a:xfrm>
                <a:off x="4134676" y="4242515"/>
                <a:ext cx="112643" cy="352178"/>
              </a:xfrm>
              <a:custGeom>
                <a:avLst/>
                <a:gdLst/>
                <a:ahLst/>
                <a:cxnLst/>
                <a:rect l="l" t="t" r="r" b="b"/>
                <a:pathLst>
                  <a:path w="2427" h="7588" extrusionOk="0">
                    <a:moveTo>
                      <a:pt x="1976" y="1"/>
                    </a:moveTo>
                    <a:cubicBezTo>
                      <a:pt x="174" y="1"/>
                      <a:pt x="1" y="3615"/>
                      <a:pt x="78" y="6091"/>
                    </a:cubicBezTo>
                    <a:cubicBezTo>
                      <a:pt x="97" y="6669"/>
                      <a:pt x="143" y="7202"/>
                      <a:pt x="174" y="7587"/>
                    </a:cubicBezTo>
                    <a:lnTo>
                      <a:pt x="1493" y="7587"/>
                    </a:lnTo>
                    <a:cubicBezTo>
                      <a:pt x="1077" y="564"/>
                      <a:pt x="2411" y="82"/>
                      <a:pt x="2427" y="66"/>
                    </a:cubicBezTo>
                    <a:cubicBezTo>
                      <a:pt x="2265" y="16"/>
                      <a:pt x="2103" y="1"/>
                      <a:pt x="1976" y="1"/>
                    </a:cubicBezTo>
                    <a:close/>
                  </a:path>
                </a:pathLst>
              </a:custGeom>
              <a:solidFill>
                <a:srgbClr val="86AC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35"/>
              <p:cNvSpPr/>
              <p:nvPr/>
            </p:nvSpPr>
            <p:spPr>
              <a:xfrm>
                <a:off x="4271081" y="4261127"/>
                <a:ext cx="88834" cy="228999"/>
              </a:xfrm>
              <a:custGeom>
                <a:avLst/>
                <a:gdLst/>
                <a:ahLst/>
                <a:cxnLst/>
                <a:rect l="l" t="t" r="r" b="b"/>
                <a:pathLst>
                  <a:path w="1914" h="4934" extrusionOk="0">
                    <a:moveTo>
                      <a:pt x="163" y="1"/>
                    </a:moveTo>
                    <a:lnTo>
                      <a:pt x="163" y="1"/>
                    </a:lnTo>
                    <a:cubicBezTo>
                      <a:pt x="1" y="822"/>
                      <a:pt x="514" y="3005"/>
                      <a:pt x="1046" y="4934"/>
                    </a:cubicBezTo>
                    <a:cubicBezTo>
                      <a:pt x="1305" y="4406"/>
                      <a:pt x="1575" y="3858"/>
                      <a:pt x="1914" y="3360"/>
                    </a:cubicBezTo>
                    <a:cubicBezTo>
                      <a:pt x="1594" y="1945"/>
                      <a:pt x="1062" y="645"/>
                      <a:pt x="163" y="1"/>
                    </a:cubicBezTo>
                    <a:close/>
                  </a:path>
                </a:pathLst>
              </a:custGeom>
              <a:solidFill>
                <a:srgbClr val="4976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35"/>
              <p:cNvSpPr/>
              <p:nvPr/>
            </p:nvSpPr>
            <p:spPr>
              <a:xfrm>
                <a:off x="4306168" y="4293894"/>
                <a:ext cx="19400" cy="13460"/>
              </a:xfrm>
              <a:custGeom>
                <a:avLst/>
                <a:gdLst/>
                <a:ahLst/>
                <a:cxnLst/>
                <a:rect l="l" t="t" r="r" b="b"/>
                <a:pathLst>
                  <a:path w="418" h="290" extrusionOk="0">
                    <a:moveTo>
                      <a:pt x="356" y="1"/>
                    </a:moveTo>
                    <a:lnTo>
                      <a:pt x="16" y="213"/>
                    </a:lnTo>
                    <a:cubicBezTo>
                      <a:pt x="1" y="228"/>
                      <a:pt x="1" y="244"/>
                      <a:pt x="16" y="259"/>
                    </a:cubicBezTo>
                    <a:cubicBezTo>
                      <a:pt x="16" y="274"/>
                      <a:pt x="32" y="290"/>
                      <a:pt x="47" y="290"/>
                    </a:cubicBezTo>
                    <a:lnTo>
                      <a:pt x="66" y="274"/>
                    </a:lnTo>
                    <a:lnTo>
                      <a:pt x="387" y="66"/>
                    </a:lnTo>
                    <a:cubicBezTo>
                      <a:pt x="417" y="66"/>
                      <a:pt x="417" y="35"/>
                      <a:pt x="402" y="20"/>
                    </a:cubicBezTo>
                    <a:cubicBezTo>
                      <a:pt x="387" y="1"/>
                      <a:pt x="371" y="1"/>
                      <a:pt x="35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35"/>
              <p:cNvSpPr/>
              <p:nvPr/>
            </p:nvSpPr>
            <p:spPr>
              <a:xfrm>
                <a:off x="4323387" y="4334738"/>
                <a:ext cx="32767" cy="5569"/>
              </a:xfrm>
              <a:custGeom>
                <a:avLst/>
                <a:gdLst/>
                <a:ahLst/>
                <a:cxnLst/>
                <a:rect l="l" t="t" r="r" b="b"/>
                <a:pathLst>
                  <a:path w="706" h="120" extrusionOk="0">
                    <a:moveTo>
                      <a:pt x="18" y="0"/>
                    </a:moveTo>
                    <a:cubicBezTo>
                      <a:pt x="8" y="0"/>
                      <a:pt x="0" y="16"/>
                      <a:pt x="0" y="39"/>
                    </a:cubicBezTo>
                    <a:cubicBezTo>
                      <a:pt x="0" y="54"/>
                      <a:pt x="16" y="69"/>
                      <a:pt x="31" y="69"/>
                    </a:cubicBezTo>
                    <a:lnTo>
                      <a:pt x="660" y="120"/>
                    </a:lnTo>
                    <a:lnTo>
                      <a:pt x="675" y="120"/>
                    </a:lnTo>
                    <a:cubicBezTo>
                      <a:pt x="691" y="120"/>
                      <a:pt x="706" y="104"/>
                      <a:pt x="706" y="69"/>
                    </a:cubicBezTo>
                    <a:cubicBezTo>
                      <a:pt x="706" y="54"/>
                      <a:pt x="691" y="39"/>
                      <a:pt x="675" y="39"/>
                    </a:cubicBezTo>
                    <a:lnTo>
                      <a:pt x="31" y="8"/>
                    </a:lnTo>
                    <a:cubicBezTo>
                      <a:pt x="27" y="2"/>
                      <a:pt x="22" y="0"/>
                      <a:pt x="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996;p35"/>
              <p:cNvSpPr/>
              <p:nvPr/>
            </p:nvSpPr>
            <p:spPr>
              <a:xfrm>
                <a:off x="4338935" y="4397720"/>
                <a:ext cx="29936" cy="6683"/>
              </a:xfrm>
              <a:custGeom>
                <a:avLst/>
                <a:gdLst/>
                <a:ahLst/>
                <a:cxnLst/>
                <a:rect l="l" t="t" r="r" b="b"/>
                <a:pathLst>
                  <a:path w="645" h="144" extrusionOk="0">
                    <a:moveTo>
                      <a:pt x="595" y="1"/>
                    </a:moveTo>
                    <a:lnTo>
                      <a:pt x="35" y="62"/>
                    </a:lnTo>
                    <a:cubicBezTo>
                      <a:pt x="16" y="78"/>
                      <a:pt x="1" y="97"/>
                      <a:pt x="1" y="113"/>
                    </a:cubicBezTo>
                    <a:cubicBezTo>
                      <a:pt x="1" y="128"/>
                      <a:pt x="16" y="143"/>
                      <a:pt x="35" y="143"/>
                    </a:cubicBezTo>
                    <a:lnTo>
                      <a:pt x="51" y="143"/>
                    </a:lnTo>
                    <a:lnTo>
                      <a:pt x="614" y="78"/>
                    </a:lnTo>
                    <a:cubicBezTo>
                      <a:pt x="629" y="78"/>
                      <a:pt x="645" y="62"/>
                      <a:pt x="645" y="32"/>
                    </a:cubicBezTo>
                    <a:cubicBezTo>
                      <a:pt x="645" y="16"/>
                      <a:pt x="629" y="1"/>
                      <a:pt x="59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35"/>
              <p:cNvSpPr/>
              <p:nvPr/>
            </p:nvSpPr>
            <p:spPr>
              <a:xfrm>
                <a:off x="4353091" y="4486879"/>
                <a:ext cx="33695" cy="13831"/>
              </a:xfrm>
              <a:custGeom>
                <a:avLst/>
                <a:gdLst/>
                <a:ahLst/>
                <a:cxnLst/>
                <a:rect l="l" t="t" r="r" b="b"/>
                <a:pathLst>
                  <a:path w="726" h="298" extrusionOk="0">
                    <a:moveTo>
                      <a:pt x="692" y="0"/>
                    </a:moveTo>
                    <a:cubicBezTo>
                      <a:pt x="687" y="0"/>
                      <a:pt x="681" y="2"/>
                      <a:pt x="675" y="8"/>
                    </a:cubicBezTo>
                    <a:lnTo>
                      <a:pt x="35" y="217"/>
                    </a:lnTo>
                    <a:cubicBezTo>
                      <a:pt x="20" y="232"/>
                      <a:pt x="0" y="247"/>
                      <a:pt x="20" y="263"/>
                    </a:cubicBezTo>
                    <a:cubicBezTo>
                      <a:pt x="20" y="278"/>
                      <a:pt x="35" y="298"/>
                      <a:pt x="51" y="298"/>
                    </a:cubicBezTo>
                    <a:lnTo>
                      <a:pt x="66" y="298"/>
                    </a:lnTo>
                    <a:lnTo>
                      <a:pt x="695" y="70"/>
                    </a:lnTo>
                    <a:cubicBezTo>
                      <a:pt x="710" y="70"/>
                      <a:pt x="726" y="55"/>
                      <a:pt x="726" y="24"/>
                    </a:cubicBezTo>
                    <a:cubicBezTo>
                      <a:pt x="715" y="13"/>
                      <a:pt x="704" y="0"/>
                      <a:pt x="6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35"/>
              <p:cNvSpPr/>
              <p:nvPr/>
            </p:nvSpPr>
            <p:spPr>
              <a:xfrm>
                <a:off x="4365808" y="4553204"/>
                <a:ext cx="27615" cy="11603"/>
              </a:xfrm>
              <a:custGeom>
                <a:avLst/>
                <a:gdLst/>
                <a:ahLst/>
                <a:cxnLst/>
                <a:rect l="l" t="t" r="r" b="b"/>
                <a:pathLst>
                  <a:path w="595" h="250" extrusionOk="0">
                    <a:moveTo>
                      <a:pt x="36" y="0"/>
                    </a:moveTo>
                    <a:cubicBezTo>
                      <a:pt x="24" y="0"/>
                      <a:pt x="11" y="12"/>
                      <a:pt x="0" y="26"/>
                    </a:cubicBezTo>
                    <a:cubicBezTo>
                      <a:pt x="0" y="56"/>
                      <a:pt x="16" y="72"/>
                      <a:pt x="35" y="72"/>
                    </a:cubicBezTo>
                    <a:lnTo>
                      <a:pt x="548" y="249"/>
                    </a:lnTo>
                    <a:lnTo>
                      <a:pt x="563" y="249"/>
                    </a:lnTo>
                    <a:cubicBezTo>
                      <a:pt x="579" y="249"/>
                      <a:pt x="594" y="234"/>
                      <a:pt x="594" y="218"/>
                    </a:cubicBezTo>
                    <a:cubicBezTo>
                      <a:pt x="594" y="199"/>
                      <a:pt x="594" y="184"/>
                      <a:pt x="563" y="168"/>
                    </a:cubicBezTo>
                    <a:lnTo>
                      <a:pt x="50" y="6"/>
                    </a:lnTo>
                    <a:cubicBezTo>
                      <a:pt x="46" y="2"/>
                      <a:pt x="41" y="0"/>
                      <a:pt x="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35"/>
              <p:cNvSpPr/>
              <p:nvPr/>
            </p:nvSpPr>
            <p:spPr>
              <a:xfrm>
                <a:off x="4246575" y="4490825"/>
                <a:ext cx="17033" cy="24042"/>
              </a:xfrm>
              <a:custGeom>
                <a:avLst/>
                <a:gdLst/>
                <a:ahLst/>
                <a:cxnLst/>
                <a:rect l="l" t="t" r="r" b="b"/>
                <a:pathLst>
                  <a:path w="367" h="518" extrusionOk="0">
                    <a:moveTo>
                      <a:pt x="31" y="0"/>
                    </a:moveTo>
                    <a:cubicBezTo>
                      <a:pt x="16" y="20"/>
                      <a:pt x="0" y="35"/>
                      <a:pt x="16" y="66"/>
                    </a:cubicBezTo>
                    <a:lnTo>
                      <a:pt x="305" y="502"/>
                    </a:lnTo>
                    <a:cubicBezTo>
                      <a:pt x="305" y="517"/>
                      <a:pt x="321" y="517"/>
                      <a:pt x="336" y="517"/>
                    </a:cubicBezTo>
                    <a:lnTo>
                      <a:pt x="351" y="517"/>
                    </a:lnTo>
                    <a:cubicBezTo>
                      <a:pt x="367" y="502"/>
                      <a:pt x="367" y="482"/>
                      <a:pt x="351" y="467"/>
                    </a:cubicBezTo>
                    <a:lnTo>
                      <a:pt x="78" y="20"/>
                    </a:lnTo>
                    <a:cubicBezTo>
                      <a:pt x="62" y="0"/>
                      <a:pt x="47" y="0"/>
                      <a:pt x="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35"/>
              <p:cNvSpPr/>
              <p:nvPr/>
            </p:nvSpPr>
            <p:spPr>
              <a:xfrm>
                <a:off x="4186797" y="4391361"/>
                <a:ext cx="24738" cy="9979"/>
              </a:xfrm>
              <a:custGeom>
                <a:avLst/>
                <a:gdLst/>
                <a:ahLst/>
                <a:cxnLst/>
                <a:rect l="l" t="t" r="r" b="b"/>
                <a:pathLst>
                  <a:path w="533" h="215" extrusionOk="0">
                    <a:moveTo>
                      <a:pt x="36" y="0"/>
                    </a:moveTo>
                    <a:cubicBezTo>
                      <a:pt x="24" y="0"/>
                      <a:pt x="11" y="11"/>
                      <a:pt x="0" y="22"/>
                    </a:cubicBezTo>
                    <a:cubicBezTo>
                      <a:pt x="0" y="57"/>
                      <a:pt x="16" y="72"/>
                      <a:pt x="35" y="72"/>
                    </a:cubicBezTo>
                    <a:lnTo>
                      <a:pt x="467" y="215"/>
                    </a:lnTo>
                    <a:lnTo>
                      <a:pt x="482" y="215"/>
                    </a:lnTo>
                    <a:cubicBezTo>
                      <a:pt x="498" y="215"/>
                      <a:pt x="517" y="215"/>
                      <a:pt x="517" y="199"/>
                    </a:cubicBezTo>
                    <a:cubicBezTo>
                      <a:pt x="532" y="169"/>
                      <a:pt x="517" y="153"/>
                      <a:pt x="498" y="153"/>
                    </a:cubicBezTo>
                    <a:lnTo>
                      <a:pt x="50" y="7"/>
                    </a:lnTo>
                    <a:cubicBezTo>
                      <a:pt x="46" y="2"/>
                      <a:pt x="41" y="0"/>
                      <a:pt x="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35"/>
              <p:cNvSpPr/>
              <p:nvPr/>
            </p:nvSpPr>
            <p:spPr>
              <a:xfrm>
                <a:off x="4131659" y="4553482"/>
                <a:ext cx="23856" cy="10582"/>
              </a:xfrm>
              <a:custGeom>
                <a:avLst/>
                <a:gdLst/>
                <a:ahLst/>
                <a:cxnLst/>
                <a:rect l="l" t="t" r="r" b="b"/>
                <a:pathLst>
                  <a:path w="514" h="228" extrusionOk="0">
                    <a:moveTo>
                      <a:pt x="46" y="0"/>
                    </a:moveTo>
                    <a:cubicBezTo>
                      <a:pt x="31" y="0"/>
                      <a:pt x="16" y="20"/>
                      <a:pt x="0" y="35"/>
                    </a:cubicBezTo>
                    <a:cubicBezTo>
                      <a:pt x="0" y="50"/>
                      <a:pt x="16" y="66"/>
                      <a:pt x="31" y="81"/>
                    </a:cubicBezTo>
                    <a:lnTo>
                      <a:pt x="467" y="228"/>
                    </a:lnTo>
                    <a:lnTo>
                      <a:pt x="482" y="228"/>
                    </a:lnTo>
                    <a:cubicBezTo>
                      <a:pt x="498" y="228"/>
                      <a:pt x="513" y="212"/>
                      <a:pt x="513" y="193"/>
                    </a:cubicBezTo>
                    <a:cubicBezTo>
                      <a:pt x="513" y="178"/>
                      <a:pt x="513" y="162"/>
                      <a:pt x="498" y="147"/>
                    </a:cubicBezTo>
                    <a:lnTo>
                      <a:pt x="4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35"/>
              <p:cNvSpPr/>
              <p:nvPr/>
            </p:nvSpPr>
            <p:spPr>
              <a:xfrm>
                <a:off x="4183919" y="4421530"/>
                <a:ext cx="30493" cy="3806"/>
              </a:xfrm>
              <a:custGeom>
                <a:avLst/>
                <a:gdLst/>
                <a:ahLst/>
                <a:cxnLst/>
                <a:rect l="l" t="t" r="r" b="b"/>
                <a:pathLst>
                  <a:path w="657" h="82" extrusionOk="0">
                    <a:moveTo>
                      <a:pt x="31" y="1"/>
                    </a:moveTo>
                    <a:cubicBezTo>
                      <a:pt x="16" y="1"/>
                      <a:pt x="0" y="16"/>
                      <a:pt x="0" y="47"/>
                    </a:cubicBezTo>
                    <a:cubicBezTo>
                      <a:pt x="0" y="66"/>
                      <a:pt x="16" y="82"/>
                      <a:pt x="31" y="82"/>
                    </a:cubicBezTo>
                    <a:lnTo>
                      <a:pt x="625" y="66"/>
                    </a:lnTo>
                    <a:cubicBezTo>
                      <a:pt x="641" y="66"/>
                      <a:pt x="656" y="47"/>
                      <a:pt x="656" y="32"/>
                    </a:cubicBezTo>
                    <a:cubicBezTo>
                      <a:pt x="656" y="16"/>
                      <a:pt x="641" y="1"/>
                      <a:pt x="62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35"/>
              <p:cNvSpPr/>
              <p:nvPr/>
            </p:nvSpPr>
            <p:spPr>
              <a:xfrm>
                <a:off x="4150270" y="4513196"/>
                <a:ext cx="31375" cy="4502"/>
              </a:xfrm>
              <a:custGeom>
                <a:avLst/>
                <a:gdLst/>
                <a:ahLst/>
                <a:cxnLst/>
                <a:rect l="l" t="t" r="r" b="b"/>
                <a:pathLst>
                  <a:path w="676" h="97" extrusionOk="0">
                    <a:moveTo>
                      <a:pt x="629" y="0"/>
                    </a:moveTo>
                    <a:lnTo>
                      <a:pt x="50" y="20"/>
                    </a:lnTo>
                    <a:cubicBezTo>
                      <a:pt x="16" y="20"/>
                      <a:pt x="0" y="35"/>
                      <a:pt x="0" y="51"/>
                    </a:cubicBezTo>
                    <a:cubicBezTo>
                      <a:pt x="0" y="81"/>
                      <a:pt x="16" y="97"/>
                      <a:pt x="50" y="97"/>
                    </a:cubicBezTo>
                    <a:lnTo>
                      <a:pt x="644" y="81"/>
                    </a:lnTo>
                    <a:cubicBezTo>
                      <a:pt x="660" y="81"/>
                      <a:pt x="675" y="66"/>
                      <a:pt x="675" y="51"/>
                    </a:cubicBezTo>
                    <a:cubicBezTo>
                      <a:pt x="675" y="20"/>
                      <a:pt x="660" y="0"/>
                      <a:pt x="6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35"/>
              <p:cNvSpPr/>
              <p:nvPr/>
            </p:nvSpPr>
            <p:spPr>
              <a:xfrm>
                <a:off x="4190556" y="4344763"/>
                <a:ext cx="31375" cy="4502"/>
              </a:xfrm>
              <a:custGeom>
                <a:avLst/>
                <a:gdLst/>
                <a:ahLst/>
                <a:cxnLst/>
                <a:rect l="l" t="t" r="r" b="b"/>
                <a:pathLst>
                  <a:path w="676" h="97" extrusionOk="0">
                    <a:moveTo>
                      <a:pt x="629" y="0"/>
                    </a:moveTo>
                    <a:lnTo>
                      <a:pt x="31" y="15"/>
                    </a:lnTo>
                    <a:cubicBezTo>
                      <a:pt x="16" y="15"/>
                      <a:pt x="0" y="31"/>
                      <a:pt x="0" y="46"/>
                    </a:cubicBezTo>
                    <a:cubicBezTo>
                      <a:pt x="0" y="81"/>
                      <a:pt x="16" y="96"/>
                      <a:pt x="50" y="96"/>
                    </a:cubicBezTo>
                    <a:lnTo>
                      <a:pt x="629" y="81"/>
                    </a:lnTo>
                    <a:cubicBezTo>
                      <a:pt x="660" y="81"/>
                      <a:pt x="675" y="62"/>
                      <a:pt x="675" y="31"/>
                    </a:cubicBezTo>
                    <a:cubicBezTo>
                      <a:pt x="675" y="15"/>
                      <a:pt x="660" y="0"/>
                      <a:pt x="6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35"/>
              <p:cNvSpPr/>
              <p:nvPr/>
            </p:nvSpPr>
            <p:spPr>
              <a:xfrm>
                <a:off x="4233162" y="4454297"/>
                <a:ext cx="28312" cy="3806"/>
              </a:xfrm>
              <a:custGeom>
                <a:avLst/>
                <a:gdLst/>
                <a:ahLst/>
                <a:cxnLst/>
                <a:rect l="l" t="t" r="r" b="b"/>
                <a:pathLst>
                  <a:path w="610" h="82" extrusionOk="0">
                    <a:moveTo>
                      <a:pt x="579" y="1"/>
                    </a:moveTo>
                    <a:lnTo>
                      <a:pt x="46" y="16"/>
                    </a:lnTo>
                    <a:cubicBezTo>
                      <a:pt x="16" y="16"/>
                      <a:pt x="0" y="35"/>
                      <a:pt x="0" y="51"/>
                    </a:cubicBezTo>
                    <a:cubicBezTo>
                      <a:pt x="0" y="66"/>
                      <a:pt x="16" y="82"/>
                      <a:pt x="46" y="82"/>
                    </a:cubicBezTo>
                    <a:lnTo>
                      <a:pt x="579" y="66"/>
                    </a:lnTo>
                    <a:cubicBezTo>
                      <a:pt x="594" y="66"/>
                      <a:pt x="610" y="51"/>
                      <a:pt x="610" y="35"/>
                    </a:cubicBezTo>
                    <a:cubicBezTo>
                      <a:pt x="610" y="16"/>
                      <a:pt x="594" y="1"/>
                      <a:pt x="57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35"/>
              <p:cNvSpPr/>
              <p:nvPr/>
            </p:nvSpPr>
            <p:spPr>
              <a:xfrm>
                <a:off x="4130220" y="4452859"/>
                <a:ext cx="27615" cy="6683"/>
              </a:xfrm>
              <a:custGeom>
                <a:avLst/>
                <a:gdLst/>
                <a:ahLst/>
                <a:cxnLst/>
                <a:rect l="l" t="t" r="r" b="b"/>
                <a:pathLst>
                  <a:path w="595" h="144" extrusionOk="0">
                    <a:moveTo>
                      <a:pt x="31" y="1"/>
                    </a:moveTo>
                    <a:cubicBezTo>
                      <a:pt x="16" y="1"/>
                      <a:pt x="0" y="1"/>
                      <a:pt x="0" y="32"/>
                    </a:cubicBezTo>
                    <a:cubicBezTo>
                      <a:pt x="0" y="47"/>
                      <a:pt x="16" y="66"/>
                      <a:pt x="31" y="66"/>
                    </a:cubicBezTo>
                    <a:lnTo>
                      <a:pt x="544" y="143"/>
                    </a:lnTo>
                    <a:cubicBezTo>
                      <a:pt x="579" y="143"/>
                      <a:pt x="594" y="128"/>
                      <a:pt x="594" y="113"/>
                    </a:cubicBezTo>
                    <a:cubicBezTo>
                      <a:pt x="594" y="97"/>
                      <a:pt x="579" y="82"/>
                      <a:pt x="560" y="82"/>
                    </a:cubicBezTo>
                    <a:lnTo>
                      <a:pt x="3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35"/>
              <p:cNvSpPr/>
              <p:nvPr/>
            </p:nvSpPr>
            <p:spPr>
              <a:xfrm>
                <a:off x="4136115" y="4315569"/>
                <a:ext cx="25480" cy="4502"/>
              </a:xfrm>
              <a:custGeom>
                <a:avLst/>
                <a:gdLst/>
                <a:ahLst/>
                <a:cxnLst/>
                <a:rect l="l" t="t" r="r" b="b"/>
                <a:pathLst>
                  <a:path w="549" h="97" extrusionOk="0">
                    <a:moveTo>
                      <a:pt x="47" y="0"/>
                    </a:moveTo>
                    <a:cubicBezTo>
                      <a:pt x="16" y="0"/>
                      <a:pt x="1" y="16"/>
                      <a:pt x="1" y="35"/>
                    </a:cubicBezTo>
                    <a:cubicBezTo>
                      <a:pt x="1" y="50"/>
                      <a:pt x="16" y="66"/>
                      <a:pt x="47" y="66"/>
                    </a:cubicBezTo>
                    <a:lnTo>
                      <a:pt x="514" y="97"/>
                    </a:lnTo>
                    <a:cubicBezTo>
                      <a:pt x="529" y="97"/>
                      <a:pt x="548" y="81"/>
                      <a:pt x="548" y="66"/>
                    </a:cubicBezTo>
                    <a:cubicBezTo>
                      <a:pt x="548" y="35"/>
                      <a:pt x="529" y="16"/>
                      <a:pt x="514" y="16"/>
                    </a:cubicBezTo>
                    <a:lnTo>
                      <a:pt x="4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35"/>
              <p:cNvSpPr/>
              <p:nvPr/>
            </p:nvSpPr>
            <p:spPr>
              <a:xfrm>
                <a:off x="4151709" y="4270827"/>
                <a:ext cx="28497" cy="15780"/>
              </a:xfrm>
              <a:custGeom>
                <a:avLst/>
                <a:gdLst/>
                <a:ahLst/>
                <a:cxnLst/>
                <a:rect l="l" t="t" r="r" b="b"/>
                <a:pathLst>
                  <a:path w="614" h="340" extrusionOk="0">
                    <a:moveTo>
                      <a:pt x="66" y="0"/>
                    </a:moveTo>
                    <a:cubicBezTo>
                      <a:pt x="50" y="0"/>
                      <a:pt x="19" y="0"/>
                      <a:pt x="19" y="35"/>
                    </a:cubicBezTo>
                    <a:cubicBezTo>
                      <a:pt x="0" y="50"/>
                      <a:pt x="19" y="66"/>
                      <a:pt x="35" y="81"/>
                    </a:cubicBezTo>
                    <a:lnTo>
                      <a:pt x="548" y="324"/>
                    </a:lnTo>
                    <a:lnTo>
                      <a:pt x="563" y="339"/>
                    </a:lnTo>
                    <a:cubicBezTo>
                      <a:pt x="579" y="339"/>
                      <a:pt x="598" y="324"/>
                      <a:pt x="598" y="305"/>
                    </a:cubicBezTo>
                    <a:cubicBezTo>
                      <a:pt x="613" y="289"/>
                      <a:pt x="598" y="274"/>
                      <a:pt x="579" y="258"/>
                    </a:cubicBezTo>
                    <a:lnTo>
                      <a:pt x="6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35"/>
              <p:cNvSpPr/>
              <p:nvPr/>
            </p:nvSpPr>
            <p:spPr>
              <a:xfrm>
                <a:off x="4124140" y="4378923"/>
                <a:ext cx="28497" cy="15827"/>
              </a:xfrm>
              <a:custGeom>
                <a:avLst/>
                <a:gdLst/>
                <a:ahLst/>
                <a:cxnLst/>
                <a:rect l="l" t="t" r="r" b="b"/>
                <a:pathLst>
                  <a:path w="614" h="341" extrusionOk="0">
                    <a:moveTo>
                      <a:pt x="50" y="1"/>
                    </a:moveTo>
                    <a:cubicBezTo>
                      <a:pt x="35" y="1"/>
                      <a:pt x="16" y="1"/>
                      <a:pt x="0" y="35"/>
                    </a:cubicBezTo>
                    <a:cubicBezTo>
                      <a:pt x="0" y="51"/>
                      <a:pt x="0" y="66"/>
                      <a:pt x="16" y="82"/>
                    </a:cubicBezTo>
                    <a:lnTo>
                      <a:pt x="548" y="325"/>
                    </a:lnTo>
                    <a:lnTo>
                      <a:pt x="563" y="340"/>
                    </a:lnTo>
                    <a:cubicBezTo>
                      <a:pt x="579" y="340"/>
                      <a:pt x="594" y="325"/>
                      <a:pt x="594" y="309"/>
                    </a:cubicBezTo>
                    <a:cubicBezTo>
                      <a:pt x="613" y="290"/>
                      <a:pt x="594" y="275"/>
                      <a:pt x="579" y="259"/>
                    </a:cubicBezTo>
                    <a:lnTo>
                      <a:pt x="5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35"/>
              <p:cNvSpPr/>
              <p:nvPr/>
            </p:nvSpPr>
            <p:spPr>
              <a:xfrm>
                <a:off x="4243512" y="4298907"/>
                <a:ext cx="10443" cy="24227"/>
              </a:xfrm>
              <a:custGeom>
                <a:avLst/>
                <a:gdLst/>
                <a:ahLst/>
                <a:cxnLst/>
                <a:rect l="l" t="t" r="r" b="b"/>
                <a:pathLst>
                  <a:path w="225" h="522" extrusionOk="0">
                    <a:moveTo>
                      <a:pt x="180" y="0"/>
                    </a:moveTo>
                    <a:cubicBezTo>
                      <a:pt x="169" y="0"/>
                      <a:pt x="157" y="13"/>
                      <a:pt x="144" y="24"/>
                    </a:cubicBezTo>
                    <a:lnTo>
                      <a:pt x="1" y="471"/>
                    </a:lnTo>
                    <a:cubicBezTo>
                      <a:pt x="1" y="506"/>
                      <a:pt x="1" y="521"/>
                      <a:pt x="32" y="521"/>
                    </a:cubicBezTo>
                    <a:cubicBezTo>
                      <a:pt x="47" y="521"/>
                      <a:pt x="66" y="521"/>
                      <a:pt x="82" y="506"/>
                    </a:cubicBezTo>
                    <a:lnTo>
                      <a:pt x="225" y="55"/>
                    </a:lnTo>
                    <a:cubicBezTo>
                      <a:pt x="225" y="24"/>
                      <a:pt x="225" y="8"/>
                      <a:pt x="194" y="8"/>
                    </a:cubicBezTo>
                    <a:cubicBezTo>
                      <a:pt x="189" y="3"/>
                      <a:pt x="184" y="0"/>
                      <a:pt x="18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35"/>
              <p:cNvSpPr/>
              <p:nvPr/>
            </p:nvSpPr>
            <p:spPr>
              <a:xfrm>
                <a:off x="4256972" y="4238941"/>
                <a:ext cx="17915" cy="24552"/>
              </a:xfrm>
              <a:custGeom>
                <a:avLst/>
                <a:gdLst/>
                <a:ahLst/>
                <a:cxnLst/>
                <a:rect l="l" t="t" r="r" b="b"/>
                <a:pathLst>
                  <a:path w="386" h="529" extrusionOk="0">
                    <a:moveTo>
                      <a:pt x="345" y="0"/>
                    </a:moveTo>
                    <a:cubicBezTo>
                      <a:pt x="337" y="0"/>
                      <a:pt x="328" y="4"/>
                      <a:pt x="320" y="12"/>
                    </a:cubicBezTo>
                    <a:lnTo>
                      <a:pt x="0" y="463"/>
                    </a:lnTo>
                    <a:cubicBezTo>
                      <a:pt x="0" y="479"/>
                      <a:pt x="0" y="494"/>
                      <a:pt x="16" y="510"/>
                    </a:cubicBezTo>
                    <a:lnTo>
                      <a:pt x="31" y="529"/>
                    </a:lnTo>
                    <a:cubicBezTo>
                      <a:pt x="46" y="529"/>
                      <a:pt x="66" y="510"/>
                      <a:pt x="66" y="510"/>
                    </a:cubicBezTo>
                    <a:lnTo>
                      <a:pt x="386" y="62"/>
                    </a:lnTo>
                    <a:cubicBezTo>
                      <a:pt x="386" y="47"/>
                      <a:pt x="386" y="27"/>
                      <a:pt x="370" y="12"/>
                    </a:cubicBezTo>
                    <a:cubicBezTo>
                      <a:pt x="363" y="4"/>
                      <a:pt x="354" y="0"/>
                      <a:pt x="3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35"/>
              <p:cNvSpPr/>
              <p:nvPr/>
            </p:nvSpPr>
            <p:spPr>
              <a:xfrm>
                <a:off x="4207032" y="4227292"/>
                <a:ext cx="11835" cy="27291"/>
              </a:xfrm>
              <a:custGeom>
                <a:avLst/>
                <a:gdLst/>
                <a:ahLst/>
                <a:cxnLst/>
                <a:rect l="l" t="t" r="r" b="b"/>
                <a:pathLst>
                  <a:path w="255" h="588" extrusionOk="0">
                    <a:moveTo>
                      <a:pt x="39" y="0"/>
                    </a:moveTo>
                    <a:cubicBezTo>
                      <a:pt x="33" y="0"/>
                      <a:pt x="25" y="3"/>
                      <a:pt x="15" y="8"/>
                    </a:cubicBezTo>
                    <a:cubicBezTo>
                      <a:pt x="0" y="8"/>
                      <a:pt x="0" y="24"/>
                      <a:pt x="0" y="55"/>
                    </a:cubicBezTo>
                    <a:lnTo>
                      <a:pt x="177" y="552"/>
                    </a:lnTo>
                    <a:cubicBezTo>
                      <a:pt x="177" y="568"/>
                      <a:pt x="193" y="587"/>
                      <a:pt x="208" y="587"/>
                    </a:cubicBezTo>
                    <a:lnTo>
                      <a:pt x="224" y="587"/>
                    </a:lnTo>
                    <a:cubicBezTo>
                      <a:pt x="239" y="568"/>
                      <a:pt x="255" y="552"/>
                      <a:pt x="239" y="537"/>
                    </a:cubicBezTo>
                    <a:lnTo>
                      <a:pt x="62" y="24"/>
                    </a:lnTo>
                    <a:cubicBezTo>
                      <a:pt x="62" y="13"/>
                      <a:pt x="54" y="0"/>
                      <a:pt x="3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35"/>
              <p:cNvSpPr/>
              <p:nvPr/>
            </p:nvSpPr>
            <p:spPr>
              <a:xfrm>
                <a:off x="4273402" y="4327497"/>
                <a:ext cx="337140" cy="308179"/>
              </a:xfrm>
              <a:custGeom>
                <a:avLst/>
                <a:gdLst/>
                <a:ahLst/>
                <a:cxnLst/>
                <a:rect l="l" t="t" r="r" b="b"/>
                <a:pathLst>
                  <a:path w="7264" h="6640" extrusionOk="0">
                    <a:moveTo>
                      <a:pt x="4430" y="1"/>
                    </a:moveTo>
                    <a:cubicBezTo>
                      <a:pt x="1696" y="1"/>
                      <a:pt x="1" y="6219"/>
                      <a:pt x="1" y="6219"/>
                    </a:cubicBezTo>
                    <a:lnTo>
                      <a:pt x="3006" y="6528"/>
                    </a:lnTo>
                    <a:lnTo>
                      <a:pt x="4097" y="6640"/>
                    </a:lnTo>
                    <a:cubicBezTo>
                      <a:pt x="4097" y="6640"/>
                      <a:pt x="7264" y="83"/>
                      <a:pt x="4483" y="2"/>
                    </a:cubicBezTo>
                    <a:cubicBezTo>
                      <a:pt x="4465" y="1"/>
                      <a:pt x="4448" y="1"/>
                      <a:pt x="443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35"/>
              <p:cNvSpPr/>
              <p:nvPr/>
            </p:nvSpPr>
            <p:spPr>
              <a:xfrm>
                <a:off x="4412870" y="4327544"/>
                <a:ext cx="197671" cy="308133"/>
              </a:xfrm>
              <a:custGeom>
                <a:avLst/>
                <a:gdLst/>
                <a:ahLst/>
                <a:cxnLst/>
                <a:rect l="l" t="t" r="r" b="b"/>
                <a:pathLst>
                  <a:path w="4259" h="6639" extrusionOk="0">
                    <a:moveTo>
                      <a:pt x="1478" y="1"/>
                    </a:moveTo>
                    <a:cubicBezTo>
                      <a:pt x="1478" y="1"/>
                      <a:pt x="2508" y="722"/>
                      <a:pt x="1" y="6527"/>
                    </a:cubicBezTo>
                    <a:lnTo>
                      <a:pt x="1092" y="6639"/>
                    </a:lnTo>
                    <a:cubicBezTo>
                      <a:pt x="1092" y="6639"/>
                      <a:pt x="4259" y="82"/>
                      <a:pt x="147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35"/>
              <p:cNvSpPr/>
              <p:nvPr/>
            </p:nvSpPr>
            <p:spPr>
              <a:xfrm>
                <a:off x="4401592" y="4350843"/>
                <a:ext cx="13460" cy="14713"/>
              </a:xfrm>
              <a:custGeom>
                <a:avLst/>
                <a:gdLst/>
                <a:ahLst/>
                <a:cxnLst/>
                <a:rect l="l" t="t" r="r" b="b"/>
                <a:pathLst>
                  <a:path w="290" h="317" extrusionOk="0">
                    <a:moveTo>
                      <a:pt x="50" y="0"/>
                    </a:moveTo>
                    <a:cubicBezTo>
                      <a:pt x="38" y="0"/>
                      <a:pt x="26" y="4"/>
                      <a:pt x="16" y="12"/>
                    </a:cubicBezTo>
                    <a:cubicBezTo>
                      <a:pt x="1" y="27"/>
                      <a:pt x="1" y="62"/>
                      <a:pt x="16" y="62"/>
                    </a:cubicBezTo>
                    <a:lnTo>
                      <a:pt x="228" y="301"/>
                    </a:lnTo>
                    <a:lnTo>
                      <a:pt x="244" y="316"/>
                    </a:lnTo>
                    <a:cubicBezTo>
                      <a:pt x="259" y="316"/>
                      <a:pt x="259" y="316"/>
                      <a:pt x="274" y="301"/>
                    </a:cubicBezTo>
                    <a:cubicBezTo>
                      <a:pt x="290" y="286"/>
                      <a:pt x="290" y="270"/>
                      <a:pt x="274" y="255"/>
                    </a:cubicBezTo>
                    <a:lnTo>
                      <a:pt x="82" y="12"/>
                    </a:lnTo>
                    <a:cubicBezTo>
                      <a:pt x="74" y="4"/>
                      <a:pt x="62" y="0"/>
                      <a:pt x="5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35"/>
              <p:cNvSpPr/>
              <p:nvPr/>
            </p:nvSpPr>
            <p:spPr>
              <a:xfrm>
                <a:off x="4374765" y="4368248"/>
                <a:ext cx="26873" cy="9282"/>
              </a:xfrm>
              <a:custGeom>
                <a:avLst/>
                <a:gdLst/>
                <a:ahLst/>
                <a:cxnLst/>
                <a:rect l="l" t="t" r="r" b="b"/>
                <a:pathLst>
                  <a:path w="579" h="200" extrusionOk="0">
                    <a:moveTo>
                      <a:pt x="36" y="1"/>
                    </a:moveTo>
                    <a:cubicBezTo>
                      <a:pt x="24" y="1"/>
                      <a:pt x="11" y="12"/>
                      <a:pt x="0" y="22"/>
                    </a:cubicBezTo>
                    <a:cubicBezTo>
                      <a:pt x="0" y="57"/>
                      <a:pt x="16" y="73"/>
                      <a:pt x="35" y="73"/>
                    </a:cubicBezTo>
                    <a:lnTo>
                      <a:pt x="532" y="200"/>
                    </a:lnTo>
                    <a:cubicBezTo>
                      <a:pt x="548" y="200"/>
                      <a:pt x="563" y="184"/>
                      <a:pt x="579" y="169"/>
                    </a:cubicBezTo>
                    <a:cubicBezTo>
                      <a:pt x="579" y="154"/>
                      <a:pt x="563" y="134"/>
                      <a:pt x="548" y="119"/>
                    </a:cubicBezTo>
                    <a:lnTo>
                      <a:pt x="50" y="7"/>
                    </a:lnTo>
                    <a:cubicBezTo>
                      <a:pt x="46" y="2"/>
                      <a:pt x="41" y="1"/>
                      <a:pt x="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35"/>
              <p:cNvSpPr/>
              <p:nvPr/>
            </p:nvSpPr>
            <p:spPr>
              <a:xfrm>
                <a:off x="4335176" y="4429049"/>
                <a:ext cx="23345" cy="11882"/>
              </a:xfrm>
              <a:custGeom>
                <a:avLst/>
                <a:gdLst/>
                <a:ahLst/>
                <a:cxnLst/>
                <a:rect l="l" t="t" r="r" b="b"/>
                <a:pathLst>
                  <a:path w="503" h="256" extrusionOk="0">
                    <a:moveTo>
                      <a:pt x="66" y="1"/>
                    </a:moveTo>
                    <a:cubicBezTo>
                      <a:pt x="35" y="1"/>
                      <a:pt x="20" y="1"/>
                      <a:pt x="20" y="32"/>
                    </a:cubicBezTo>
                    <a:cubicBezTo>
                      <a:pt x="1" y="47"/>
                      <a:pt x="20" y="62"/>
                      <a:pt x="35" y="78"/>
                    </a:cubicBezTo>
                    <a:lnTo>
                      <a:pt x="452" y="255"/>
                    </a:lnTo>
                    <a:lnTo>
                      <a:pt x="467" y="255"/>
                    </a:lnTo>
                    <a:cubicBezTo>
                      <a:pt x="483" y="255"/>
                      <a:pt x="483" y="255"/>
                      <a:pt x="502" y="240"/>
                    </a:cubicBezTo>
                    <a:cubicBezTo>
                      <a:pt x="502" y="224"/>
                      <a:pt x="502" y="194"/>
                      <a:pt x="483" y="194"/>
                    </a:cubicBezTo>
                    <a:lnTo>
                      <a:pt x="6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35"/>
              <p:cNvSpPr/>
              <p:nvPr/>
            </p:nvSpPr>
            <p:spPr>
              <a:xfrm>
                <a:off x="4313687" y="4472213"/>
                <a:ext cx="23856" cy="17915"/>
              </a:xfrm>
              <a:custGeom>
                <a:avLst/>
                <a:gdLst/>
                <a:ahLst/>
                <a:cxnLst/>
                <a:rect l="l" t="t" r="r" b="b"/>
                <a:pathLst>
                  <a:path w="514" h="386" extrusionOk="0">
                    <a:moveTo>
                      <a:pt x="63" y="0"/>
                    </a:moveTo>
                    <a:cubicBezTo>
                      <a:pt x="47" y="0"/>
                      <a:pt x="32" y="0"/>
                      <a:pt x="16" y="16"/>
                    </a:cubicBezTo>
                    <a:cubicBezTo>
                      <a:pt x="1" y="35"/>
                      <a:pt x="16" y="50"/>
                      <a:pt x="32" y="66"/>
                    </a:cubicBezTo>
                    <a:lnTo>
                      <a:pt x="448" y="371"/>
                    </a:lnTo>
                    <a:cubicBezTo>
                      <a:pt x="464" y="386"/>
                      <a:pt x="464" y="386"/>
                      <a:pt x="483" y="386"/>
                    </a:cubicBezTo>
                    <a:cubicBezTo>
                      <a:pt x="498" y="386"/>
                      <a:pt x="498" y="371"/>
                      <a:pt x="514" y="371"/>
                    </a:cubicBezTo>
                    <a:cubicBezTo>
                      <a:pt x="514" y="355"/>
                      <a:pt x="514" y="324"/>
                      <a:pt x="498" y="324"/>
                    </a:cubicBezTo>
                    <a:lnTo>
                      <a:pt x="6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35"/>
              <p:cNvSpPr/>
              <p:nvPr/>
            </p:nvSpPr>
            <p:spPr>
              <a:xfrm>
                <a:off x="4290435" y="4525170"/>
                <a:ext cx="23299" cy="3806"/>
              </a:xfrm>
              <a:custGeom>
                <a:avLst/>
                <a:gdLst/>
                <a:ahLst/>
                <a:cxnLst/>
                <a:rect l="l" t="t" r="r" b="b"/>
                <a:pathLst>
                  <a:path w="502" h="82" extrusionOk="0">
                    <a:moveTo>
                      <a:pt x="35" y="1"/>
                    </a:moveTo>
                    <a:cubicBezTo>
                      <a:pt x="20" y="1"/>
                      <a:pt x="0" y="16"/>
                      <a:pt x="0" y="32"/>
                    </a:cubicBezTo>
                    <a:cubicBezTo>
                      <a:pt x="0" y="66"/>
                      <a:pt x="20" y="82"/>
                      <a:pt x="35" y="82"/>
                    </a:cubicBezTo>
                    <a:lnTo>
                      <a:pt x="467" y="82"/>
                    </a:lnTo>
                    <a:cubicBezTo>
                      <a:pt x="483" y="82"/>
                      <a:pt x="502" y="66"/>
                      <a:pt x="502" y="32"/>
                    </a:cubicBezTo>
                    <a:cubicBezTo>
                      <a:pt x="502" y="16"/>
                      <a:pt x="483" y="1"/>
                      <a:pt x="46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35"/>
              <p:cNvSpPr/>
              <p:nvPr/>
            </p:nvSpPr>
            <p:spPr>
              <a:xfrm>
                <a:off x="4401592" y="4507719"/>
                <a:ext cx="19586" cy="15363"/>
              </a:xfrm>
              <a:custGeom>
                <a:avLst/>
                <a:gdLst/>
                <a:ahLst/>
                <a:cxnLst/>
                <a:rect l="l" t="t" r="r" b="b"/>
                <a:pathLst>
                  <a:path w="422" h="331" extrusionOk="0">
                    <a:moveTo>
                      <a:pt x="369" y="0"/>
                    </a:moveTo>
                    <a:cubicBezTo>
                      <a:pt x="365" y="0"/>
                      <a:pt x="360" y="2"/>
                      <a:pt x="355" y="7"/>
                    </a:cubicBezTo>
                    <a:lnTo>
                      <a:pt x="16" y="265"/>
                    </a:lnTo>
                    <a:cubicBezTo>
                      <a:pt x="1" y="280"/>
                      <a:pt x="1" y="311"/>
                      <a:pt x="16" y="331"/>
                    </a:cubicBezTo>
                    <a:lnTo>
                      <a:pt x="66" y="331"/>
                    </a:lnTo>
                    <a:lnTo>
                      <a:pt x="402" y="72"/>
                    </a:lnTo>
                    <a:cubicBezTo>
                      <a:pt x="421" y="57"/>
                      <a:pt x="421" y="41"/>
                      <a:pt x="402" y="22"/>
                    </a:cubicBezTo>
                    <a:cubicBezTo>
                      <a:pt x="391" y="11"/>
                      <a:pt x="380" y="0"/>
                      <a:pt x="36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35"/>
              <p:cNvSpPr/>
              <p:nvPr/>
            </p:nvSpPr>
            <p:spPr>
              <a:xfrm>
                <a:off x="4476965" y="4410252"/>
                <a:ext cx="20282" cy="3806"/>
              </a:xfrm>
              <a:custGeom>
                <a:avLst/>
                <a:gdLst/>
                <a:ahLst/>
                <a:cxnLst/>
                <a:rect l="l" t="t" r="r" b="b"/>
                <a:pathLst>
                  <a:path w="437" h="82" extrusionOk="0">
                    <a:moveTo>
                      <a:pt x="31" y="1"/>
                    </a:moveTo>
                    <a:cubicBezTo>
                      <a:pt x="16" y="1"/>
                      <a:pt x="0" y="20"/>
                      <a:pt x="0" y="51"/>
                    </a:cubicBezTo>
                    <a:cubicBezTo>
                      <a:pt x="0" y="66"/>
                      <a:pt x="16" y="82"/>
                      <a:pt x="31" y="82"/>
                    </a:cubicBezTo>
                    <a:lnTo>
                      <a:pt x="402" y="82"/>
                    </a:lnTo>
                    <a:cubicBezTo>
                      <a:pt x="417" y="82"/>
                      <a:pt x="436" y="66"/>
                      <a:pt x="436" y="51"/>
                    </a:cubicBezTo>
                    <a:cubicBezTo>
                      <a:pt x="436" y="20"/>
                      <a:pt x="417" y="1"/>
                      <a:pt x="40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35"/>
              <p:cNvSpPr/>
              <p:nvPr/>
            </p:nvSpPr>
            <p:spPr>
              <a:xfrm>
                <a:off x="4462113" y="4464880"/>
                <a:ext cx="24552" cy="10396"/>
              </a:xfrm>
              <a:custGeom>
                <a:avLst/>
                <a:gdLst/>
                <a:ahLst/>
                <a:cxnLst/>
                <a:rect l="l" t="t" r="r" b="b"/>
                <a:pathLst>
                  <a:path w="529" h="224" extrusionOk="0">
                    <a:moveTo>
                      <a:pt x="47" y="0"/>
                    </a:moveTo>
                    <a:cubicBezTo>
                      <a:pt x="31" y="0"/>
                      <a:pt x="16" y="16"/>
                      <a:pt x="0" y="31"/>
                    </a:cubicBezTo>
                    <a:cubicBezTo>
                      <a:pt x="0" y="46"/>
                      <a:pt x="16" y="62"/>
                      <a:pt x="31" y="77"/>
                    </a:cubicBezTo>
                    <a:lnTo>
                      <a:pt x="482" y="224"/>
                    </a:lnTo>
                    <a:cubicBezTo>
                      <a:pt x="498" y="224"/>
                      <a:pt x="513" y="224"/>
                      <a:pt x="529" y="208"/>
                    </a:cubicBezTo>
                    <a:cubicBezTo>
                      <a:pt x="529" y="193"/>
                      <a:pt x="513" y="158"/>
                      <a:pt x="498" y="158"/>
                    </a:cubicBezTo>
                    <a:lnTo>
                      <a:pt x="4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35"/>
              <p:cNvSpPr/>
              <p:nvPr/>
            </p:nvSpPr>
            <p:spPr>
              <a:xfrm>
                <a:off x="4437422" y="4541368"/>
                <a:ext cx="23113" cy="10025"/>
              </a:xfrm>
              <a:custGeom>
                <a:avLst/>
                <a:gdLst/>
                <a:ahLst/>
                <a:cxnLst/>
                <a:rect l="l" t="t" r="r" b="b"/>
                <a:pathLst>
                  <a:path w="498" h="216" extrusionOk="0">
                    <a:moveTo>
                      <a:pt x="48" y="0"/>
                    </a:moveTo>
                    <a:cubicBezTo>
                      <a:pt x="33" y="0"/>
                      <a:pt x="15" y="11"/>
                      <a:pt x="15" y="22"/>
                    </a:cubicBezTo>
                    <a:cubicBezTo>
                      <a:pt x="0" y="38"/>
                      <a:pt x="15" y="68"/>
                      <a:pt x="35" y="68"/>
                    </a:cubicBezTo>
                    <a:lnTo>
                      <a:pt x="436" y="215"/>
                    </a:lnTo>
                    <a:lnTo>
                      <a:pt x="451" y="215"/>
                    </a:lnTo>
                    <a:cubicBezTo>
                      <a:pt x="467" y="215"/>
                      <a:pt x="482" y="200"/>
                      <a:pt x="482" y="184"/>
                    </a:cubicBezTo>
                    <a:cubicBezTo>
                      <a:pt x="498" y="165"/>
                      <a:pt x="482" y="149"/>
                      <a:pt x="467" y="134"/>
                    </a:cubicBezTo>
                    <a:lnTo>
                      <a:pt x="66" y="7"/>
                    </a:lnTo>
                    <a:cubicBezTo>
                      <a:pt x="61" y="2"/>
                      <a:pt x="55" y="0"/>
                      <a:pt x="4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35"/>
              <p:cNvSpPr/>
              <p:nvPr/>
            </p:nvSpPr>
            <p:spPr>
              <a:xfrm>
                <a:off x="4503837" y="4501360"/>
                <a:ext cx="23113" cy="6683"/>
              </a:xfrm>
              <a:custGeom>
                <a:avLst/>
                <a:gdLst/>
                <a:ahLst/>
                <a:cxnLst/>
                <a:rect l="l" t="t" r="r" b="b"/>
                <a:pathLst>
                  <a:path w="498" h="144" extrusionOk="0">
                    <a:moveTo>
                      <a:pt x="50" y="1"/>
                    </a:moveTo>
                    <a:cubicBezTo>
                      <a:pt x="31" y="1"/>
                      <a:pt x="0" y="16"/>
                      <a:pt x="0" y="32"/>
                    </a:cubicBezTo>
                    <a:cubicBezTo>
                      <a:pt x="0" y="47"/>
                      <a:pt x="15" y="63"/>
                      <a:pt x="31" y="82"/>
                    </a:cubicBezTo>
                    <a:lnTo>
                      <a:pt x="451" y="144"/>
                    </a:lnTo>
                    <a:cubicBezTo>
                      <a:pt x="482" y="144"/>
                      <a:pt x="498" y="128"/>
                      <a:pt x="498" y="113"/>
                    </a:cubicBezTo>
                    <a:cubicBezTo>
                      <a:pt x="498" y="97"/>
                      <a:pt x="482" y="63"/>
                      <a:pt x="467" y="63"/>
                    </a:cubicBezTo>
                    <a:lnTo>
                      <a:pt x="5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35"/>
              <p:cNvSpPr/>
              <p:nvPr/>
            </p:nvSpPr>
            <p:spPr>
              <a:xfrm>
                <a:off x="4523145" y="4442137"/>
                <a:ext cx="20978" cy="6312"/>
              </a:xfrm>
              <a:custGeom>
                <a:avLst/>
                <a:gdLst/>
                <a:ahLst/>
                <a:cxnLst/>
                <a:rect l="l" t="t" r="r" b="b"/>
                <a:pathLst>
                  <a:path w="452" h="136" extrusionOk="0">
                    <a:moveTo>
                      <a:pt x="421" y="0"/>
                    </a:moveTo>
                    <a:cubicBezTo>
                      <a:pt x="415" y="0"/>
                      <a:pt x="410" y="3"/>
                      <a:pt x="406" y="8"/>
                    </a:cubicBezTo>
                    <a:lnTo>
                      <a:pt x="35" y="54"/>
                    </a:lnTo>
                    <a:cubicBezTo>
                      <a:pt x="20" y="70"/>
                      <a:pt x="1" y="85"/>
                      <a:pt x="1" y="104"/>
                    </a:cubicBezTo>
                    <a:cubicBezTo>
                      <a:pt x="1" y="120"/>
                      <a:pt x="20" y="135"/>
                      <a:pt x="35" y="135"/>
                    </a:cubicBezTo>
                    <a:lnTo>
                      <a:pt x="51" y="135"/>
                    </a:lnTo>
                    <a:lnTo>
                      <a:pt x="421" y="70"/>
                    </a:lnTo>
                    <a:cubicBezTo>
                      <a:pt x="436" y="70"/>
                      <a:pt x="452" y="54"/>
                      <a:pt x="452" y="39"/>
                    </a:cubicBezTo>
                    <a:cubicBezTo>
                      <a:pt x="452" y="17"/>
                      <a:pt x="436" y="0"/>
                      <a:pt x="42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1026;p35"/>
              <p:cNvSpPr/>
              <p:nvPr/>
            </p:nvSpPr>
            <p:spPr>
              <a:xfrm>
                <a:off x="4523145" y="4368526"/>
                <a:ext cx="25480" cy="5987"/>
              </a:xfrm>
              <a:custGeom>
                <a:avLst/>
                <a:gdLst/>
                <a:ahLst/>
                <a:cxnLst/>
                <a:rect l="l" t="t" r="r" b="b"/>
                <a:pathLst>
                  <a:path w="549" h="129" extrusionOk="0">
                    <a:moveTo>
                      <a:pt x="502" y="1"/>
                    </a:moveTo>
                    <a:lnTo>
                      <a:pt x="35" y="67"/>
                    </a:lnTo>
                    <a:cubicBezTo>
                      <a:pt x="20" y="67"/>
                      <a:pt x="1" y="82"/>
                      <a:pt x="1" y="97"/>
                    </a:cubicBezTo>
                    <a:cubicBezTo>
                      <a:pt x="1" y="113"/>
                      <a:pt x="20" y="128"/>
                      <a:pt x="35" y="128"/>
                    </a:cubicBezTo>
                    <a:lnTo>
                      <a:pt x="51" y="128"/>
                    </a:lnTo>
                    <a:lnTo>
                      <a:pt x="517" y="67"/>
                    </a:lnTo>
                    <a:cubicBezTo>
                      <a:pt x="533" y="67"/>
                      <a:pt x="548" y="51"/>
                      <a:pt x="548" y="32"/>
                    </a:cubicBezTo>
                    <a:cubicBezTo>
                      <a:pt x="533" y="1"/>
                      <a:pt x="517" y="1"/>
                      <a:pt x="50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1027;p35"/>
              <p:cNvSpPr/>
              <p:nvPr/>
            </p:nvSpPr>
            <p:spPr>
              <a:xfrm>
                <a:off x="4438118" y="4397720"/>
                <a:ext cx="3110" cy="20839"/>
              </a:xfrm>
              <a:custGeom>
                <a:avLst/>
                <a:gdLst/>
                <a:ahLst/>
                <a:cxnLst/>
                <a:rect l="l" t="t" r="r" b="b"/>
                <a:pathLst>
                  <a:path w="67" h="449" extrusionOk="0">
                    <a:moveTo>
                      <a:pt x="35" y="1"/>
                    </a:moveTo>
                    <a:cubicBezTo>
                      <a:pt x="20" y="1"/>
                      <a:pt x="0" y="16"/>
                      <a:pt x="0" y="32"/>
                    </a:cubicBezTo>
                    <a:lnTo>
                      <a:pt x="0" y="402"/>
                    </a:lnTo>
                    <a:cubicBezTo>
                      <a:pt x="0" y="433"/>
                      <a:pt x="20" y="448"/>
                      <a:pt x="35" y="448"/>
                    </a:cubicBezTo>
                    <a:cubicBezTo>
                      <a:pt x="51" y="448"/>
                      <a:pt x="66" y="433"/>
                      <a:pt x="66" y="402"/>
                    </a:cubicBezTo>
                    <a:lnTo>
                      <a:pt x="66" y="32"/>
                    </a:lnTo>
                    <a:cubicBezTo>
                      <a:pt x="66" y="16"/>
                      <a:pt x="51" y="1"/>
                      <a:pt x="3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1028;p35"/>
              <p:cNvSpPr/>
              <p:nvPr/>
            </p:nvSpPr>
            <p:spPr>
              <a:xfrm>
                <a:off x="4461370" y="4315987"/>
                <a:ext cx="9747" cy="22000"/>
              </a:xfrm>
              <a:custGeom>
                <a:avLst/>
                <a:gdLst/>
                <a:ahLst/>
                <a:cxnLst/>
                <a:rect l="l" t="t" r="r" b="b"/>
                <a:pathLst>
                  <a:path w="210" h="474" extrusionOk="0">
                    <a:moveTo>
                      <a:pt x="45" y="0"/>
                    </a:moveTo>
                    <a:cubicBezTo>
                      <a:pt x="41" y="0"/>
                      <a:pt x="36" y="2"/>
                      <a:pt x="32" y="7"/>
                    </a:cubicBezTo>
                    <a:cubicBezTo>
                      <a:pt x="16" y="7"/>
                      <a:pt x="1" y="26"/>
                      <a:pt x="1" y="57"/>
                    </a:cubicBezTo>
                    <a:lnTo>
                      <a:pt x="128" y="458"/>
                    </a:lnTo>
                    <a:cubicBezTo>
                      <a:pt x="144" y="473"/>
                      <a:pt x="159" y="473"/>
                      <a:pt x="159" y="473"/>
                    </a:cubicBezTo>
                    <a:lnTo>
                      <a:pt x="174" y="473"/>
                    </a:lnTo>
                    <a:cubicBezTo>
                      <a:pt x="194" y="473"/>
                      <a:pt x="209" y="443"/>
                      <a:pt x="209" y="427"/>
                    </a:cubicBezTo>
                    <a:lnTo>
                      <a:pt x="78" y="26"/>
                    </a:lnTo>
                    <a:cubicBezTo>
                      <a:pt x="67" y="12"/>
                      <a:pt x="56" y="0"/>
                      <a:pt x="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1029;p35"/>
              <p:cNvSpPr/>
              <p:nvPr/>
            </p:nvSpPr>
            <p:spPr>
              <a:xfrm>
                <a:off x="4315126" y="4411133"/>
                <a:ext cx="114082" cy="183561"/>
              </a:xfrm>
              <a:custGeom>
                <a:avLst/>
                <a:gdLst/>
                <a:ahLst/>
                <a:cxnLst/>
                <a:rect l="l" t="t" r="r" b="b"/>
                <a:pathLst>
                  <a:path w="2458" h="3955" extrusionOk="0">
                    <a:moveTo>
                      <a:pt x="1995" y="1"/>
                    </a:moveTo>
                    <a:cubicBezTo>
                      <a:pt x="1528" y="1"/>
                      <a:pt x="275" y="3214"/>
                      <a:pt x="1" y="3954"/>
                    </a:cubicBezTo>
                    <a:lnTo>
                      <a:pt x="1046" y="3954"/>
                    </a:lnTo>
                    <a:cubicBezTo>
                      <a:pt x="1320" y="3229"/>
                      <a:pt x="2458" y="97"/>
                      <a:pt x="20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35"/>
              <p:cNvSpPr/>
              <p:nvPr/>
            </p:nvSpPr>
            <p:spPr>
              <a:xfrm>
                <a:off x="3884051" y="4449981"/>
                <a:ext cx="210388" cy="166203"/>
              </a:xfrm>
              <a:custGeom>
                <a:avLst/>
                <a:gdLst/>
                <a:ahLst/>
                <a:cxnLst/>
                <a:rect l="l" t="t" r="r" b="b"/>
                <a:pathLst>
                  <a:path w="4533" h="3581" extrusionOk="0">
                    <a:moveTo>
                      <a:pt x="2242" y="0"/>
                    </a:moveTo>
                    <a:cubicBezTo>
                      <a:pt x="1117" y="0"/>
                      <a:pt x="1" y="422"/>
                      <a:pt x="1" y="1266"/>
                    </a:cubicBezTo>
                    <a:cubicBezTo>
                      <a:pt x="1" y="2986"/>
                      <a:pt x="1366" y="3580"/>
                      <a:pt x="1366" y="3580"/>
                    </a:cubicBezTo>
                    <a:lnTo>
                      <a:pt x="3279" y="3580"/>
                    </a:lnTo>
                    <a:cubicBezTo>
                      <a:pt x="3279" y="3580"/>
                      <a:pt x="4533" y="3021"/>
                      <a:pt x="4533" y="1301"/>
                    </a:cubicBezTo>
                    <a:cubicBezTo>
                      <a:pt x="4533" y="434"/>
                      <a:pt x="3383" y="0"/>
                      <a:pt x="224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31;p35"/>
              <p:cNvSpPr/>
              <p:nvPr/>
            </p:nvSpPr>
            <p:spPr>
              <a:xfrm>
                <a:off x="3896582" y="4449842"/>
                <a:ext cx="178363" cy="173861"/>
              </a:xfrm>
              <a:custGeom>
                <a:avLst/>
                <a:gdLst/>
                <a:ahLst/>
                <a:cxnLst/>
                <a:rect l="l" t="t" r="r" b="b"/>
                <a:pathLst>
                  <a:path w="3843" h="3746" extrusionOk="0">
                    <a:moveTo>
                      <a:pt x="1995" y="0"/>
                    </a:moveTo>
                    <a:cubicBezTo>
                      <a:pt x="1995" y="0"/>
                      <a:pt x="1" y="756"/>
                      <a:pt x="1675" y="3745"/>
                    </a:cubicBezTo>
                    <a:lnTo>
                      <a:pt x="2446" y="3745"/>
                    </a:lnTo>
                    <a:cubicBezTo>
                      <a:pt x="2446" y="3745"/>
                      <a:pt x="3843" y="883"/>
                      <a:pt x="199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35"/>
              <p:cNvSpPr/>
              <p:nvPr/>
            </p:nvSpPr>
            <p:spPr>
              <a:xfrm>
                <a:off x="3923455" y="4388948"/>
                <a:ext cx="86699" cy="72682"/>
              </a:xfrm>
              <a:custGeom>
                <a:avLst/>
                <a:gdLst/>
                <a:ahLst/>
                <a:cxnLst/>
                <a:rect l="l" t="t" r="r" b="b"/>
                <a:pathLst>
                  <a:path w="1868" h="1566" extrusionOk="0">
                    <a:moveTo>
                      <a:pt x="984" y="0"/>
                    </a:moveTo>
                    <a:cubicBezTo>
                      <a:pt x="894" y="0"/>
                      <a:pt x="802" y="14"/>
                      <a:pt x="710" y="43"/>
                    </a:cubicBezTo>
                    <a:cubicBezTo>
                      <a:pt x="259" y="170"/>
                      <a:pt x="0" y="606"/>
                      <a:pt x="116" y="1023"/>
                    </a:cubicBezTo>
                    <a:cubicBezTo>
                      <a:pt x="217" y="1356"/>
                      <a:pt x="531" y="1565"/>
                      <a:pt x="879" y="1565"/>
                    </a:cubicBezTo>
                    <a:cubicBezTo>
                      <a:pt x="971" y="1565"/>
                      <a:pt x="1064" y="1551"/>
                      <a:pt x="1158" y="1520"/>
                    </a:cubicBezTo>
                    <a:cubicBezTo>
                      <a:pt x="1609" y="1393"/>
                      <a:pt x="1867" y="961"/>
                      <a:pt x="1755" y="541"/>
                    </a:cubicBezTo>
                    <a:cubicBezTo>
                      <a:pt x="1651" y="209"/>
                      <a:pt x="1335" y="0"/>
                      <a:pt x="98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35"/>
              <p:cNvSpPr/>
              <p:nvPr/>
            </p:nvSpPr>
            <p:spPr>
              <a:xfrm>
                <a:off x="3912873" y="4396838"/>
                <a:ext cx="112133" cy="76998"/>
              </a:xfrm>
              <a:custGeom>
                <a:avLst/>
                <a:gdLst/>
                <a:ahLst/>
                <a:cxnLst/>
                <a:rect l="l" t="t" r="r" b="b"/>
                <a:pathLst>
                  <a:path w="2416" h="1659" extrusionOk="0">
                    <a:moveTo>
                      <a:pt x="1081" y="0"/>
                    </a:moveTo>
                    <a:cubicBezTo>
                      <a:pt x="730" y="193"/>
                      <a:pt x="664" y="695"/>
                      <a:pt x="664" y="695"/>
                    </a:cubicBezTo>
                    <a:cubicBezTo>
                      <a:pt x="664" y="695"/>
                      <a:pt x="364" y="545"/>
                      <a:pt x="142" y="545"/>
                    </a:cubicBezTo>
                    <a:cubicBezTo>
                      <a:pt x="122" y="545"/>
                      <a:pt x="104" y="546"/>
                      <a:pt x="86" y="548"/>
                    </a:cubicBezTo>
                    <a:cubicBezTo>
                      <a:pt x="0" y="990"/>
                      <a:pt x="470" y="1659"/>
                      <a:pt x="1151" y="1659"/>
                    </a:cubicBezTo>
                    <a:cubicBezTo>
                      <a:pt x="1238" y="1659"/>
                      <a:pt x="1328" y="1648"/>
                      <a:pt x="1420" y="1624"/>
                    </a:cubicBezTo>
                    <a:cubicBezTo>
                      <a:pt x="2126" y="1447"/>
                      <a:pt x="2415" y="564"/>
                      <a:pt x="2095" y="66"/>
                    </a:cubicBezTo>
                    <a:lnTo>
                      <a:pt x="2095" y="66"/>
                    </a:lnTo>
                    <a:cubicBezTo>
                      <a:pt x="1740" y="193"/>
                      <a:pt x="1659" y="467"/>
                      <a:pt x="1659" y="467"/>
                    </a:cubicBezTo>
                    <a:cubicBezTo>
                      <a:pt x="1659" y="467"/>
                      <a:pt x="1563" y="132"/>
                      <a:pt x="108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35"/>
              <p:cNvSpPr/>
              <p:nvPr/>
            </p:nvSpPr>
            <p:spPr>
              <a:xfrm>
                <a:off x="3881730" y="4475647"/>
                <a:ext cx="23160" cy="10025"/>
              </a:xfrm>
              <a:custGeom>
                <a:avLst/>
                <a:gdLst/>
                <a:ahLst/>
                <a:cxnLst/>
                <a:rect l="l" t="t" r="r" b="b"/>
                <a:pathLst>
                  <a:path w="499" h="216" extrusionOk="0">
                    <a:moveTo>
                      <a:pt x="41" y="1"/>
                    </a:moveTo>
                    <a:cubicBezTo>
                      <a:pt x="24" y="1"/>
                      <a:pt x="16" y="12"/>
                      <a:pt x="16" y="23"/>
                    </a:cubicBezTo>
                    <a:cubicBezTo>
                      <a:pt x="1" y="57"/>
                      <a:pt x="16" y="73"/>
                      <a:pt x="32" y="73"/>
                    </a:cubicBezTo>
                    <a:lnTo>
                      <a:pt x="437" y="200"/>
                    </a:lnTo>
                    <a:lnTo>
                      <a:pt x="452" y="216"/>
                    </a:lnTo>
                    <a:cubicBezTo>
                      <a:pt x="467" y="216"/>
                      <a:pt x="483" y="200"/>
                      <a:pt x="483" y="185"/>
                    </a:cubicBezTo>
                    <a:cubicBezTo>
                      <a:pt x="498" y="169"/>
                      <a:pt x="483" y="135"/>
                      <a:pt x="467" y="135"/>
                    </a:cubicBezTo>
                    <a:lnTo>
                      <a:pt x="66" y="7"/>
                    </a:lnTo>
                    <a:cubicBezTo>
                      <a:pt x="56" y="3"/>
                      <a:pt x="48" y="1"/>
                      <a:pt x="4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35"/>
              <p:cNvSpPr/>
              <p:nvPr/>
            </p:nvSpPr>
            <p:spPr>
              <a:xfrm>
                <a:off x="3872773" y="4507997"/>
                <a:ext cx="22464" cy="3110"/>
              </a:xfrm>
              <a:custGeom>
                <a:avLst/>
                <a:gdLst/>
                <a:ahLst/>
                <a:cxnLst/>
                <a:rect l="l" t="t" r="r" b="b"/>
                <a:pathLst>
                  <a:path w="484" h="67" extrusionOk="0">
                    <a:moveTo>
                      <a:pt x="32" y="1"/>
                    </a:moveTo>
                    <a:cubicBezTo>
                      <a:pt x="16" y="1"/>
                      <a:pt x="1" y="16"/>
                      <a:pt x="1" y="35"/>
                    </a:cubicBezTo>
                    <a:cubicBezTo>
                      <a:pt x="1" y="51"/>
                      <a:pt x="16" y="66"/>
                      <a:pt x="32" y="66"/>
                    </a:cubicBezTo>
                    <a:lnTo>
                      <a:pt x="452" y="66"/>
                    </a:lnTo>
                    <a:cubicBezTo>
                      <a:pt x="468" y="66"/>
                      <a:pt x="483" y="51"/>
                      <a:pt x="483" y="35"/>
                    </a:cubicBezTo>
                    <a:cubicBezTo>
                      <a:pt x="483" y="16"/>
                      <a:pt x="468" y="1"/>
                      <a:pt x="45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35"/>
              <p:cNvSpPr/>
              <p:nvPr/>
            </p:nvSpPr>
            <p:spPr>
              <a:xfrm>
                <a:off x="3878713" y="4534870"/>
                <a:ext cx="26177" cy="9700"/>
              </a:xfrm>
              <a:custGeom>
                <a:avLst/>
                <a:gdLst/>
                <a:ahLst/>
                <a:cxnLst/>
                <a:rect l="l" t="t" r="r" b="b"/>
                <a:pathLst>
                  <a:path w="564" h="209" extrusionOk="0">
                    <a:moveTo>
                      <a:pt x="502" y="0"/>
                    </a:moveTo>
                    <a:lnTo>
                      <a:pt x="35" y="147"/>
                    </a:lnTo>
                    <a:cubicBezTo>
                      <a:pt x="19" y="147"/>
                      <a:pt x="0" y="162"/>
                      <a:pt x="19" y="193"/>
                    </a:cubicBezTo>
                    <a:cubicBezTo>
                      <a:pt x="19" y="208"/>
                      <a:pt x="35" y="208"/>
                      <a:pt x="50" y="208"/>
                    </a:cubicBezTo>
                    <a:lnTo>
                      <a:pt x="66" y="208"/>
                    </a:lnTo>
                    <a:lnTo>
                      <a:pt x="532" y="81"/>
                    </a:lnTo>
                    <a:cubicBezTo>
                      <a:pt x="548" y="66"/>
                      <a:pt x="563" y="50"/>
                      <a:pt x="548" y="35"/>
                    </a:cubicBezTo>
                    <a:cubicBezTo>
                      <a:pt x="548" y="16"/>
                      <a:pt x="532" y="0"/>
                      <a:pt x="50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35"/>
              <p:cNvSpPr/>
              <p:nvPr/>
            </p:nvSpPr>
            <p:spPr>
              <a:xfrm>
                <a:off x="3918257" y="4552461"/>
                <a:ext cx="16523" cy="12346"/>
              </a:xfrm>
              <a:custGeom>
                <a:avLst/>
                <a:gdLst/>
                <a:ahLst/>
                <a:cxnLst/>
                <a:rect l="l" t="t" r="r" b="b"/>
                <a:pathLst>
                  <a:path w="356" h="266" extrusionOk="0">
                    <a:moveTo>
                      <a:pt x="307" y="1"/>
                    </a:moveTo>
                    <a:cubicBezTo>
                      <a:pt x="301" y="1"/>
                      <a:pt x="294" y="2"/>
                      <a:pt x="290" y="7"/>
                    </a:cubicBezTo>
                    <a:lnTo>
                      <a:pt x="16" y="200"/>
                    </a:lnTo>
                    <a:cubicBezTo>
                      <a:pt x="1" y="215"/>
                      <a:pt x="1" y="234"/>
                      <a:pt x="1" y="250"/>
                    </a:cubicBezTo>
                    <a:cubicBezTo>
                      <a:pt x="16" y="265"/>
                      <a:pt x="16" y="265"/>
                      <a:pt x="35" y="265"/>
                    </a:cubicBezTo>
                    <a:lnTo>
                      <a:pt x="66" y="265"/>
                    </a:lnTo>
                    <a:lnTo>
                      <a:pt x="340" y="72"/>
                    </a:lnTo>
                    <a:cubicBezTo>
                      <a:pt x="355" y="57"/>
                      <a:pt x="355" y="42"/>
                      <a:pt x="355" y="22"/>
                    </a:cubicBezTo>
                    <a:cubicBezTo>
                      <a:pt x="345" y="11"/>
                      <a:pt x="324" y="1"/>
                      <a:pt x="30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35"/>
              <p:cNvSpPr/>
              <p:nvPr/>
            </p:nvSpPr>
            <p:spPr>
              <a:xfrm>
                <a:off x="3936172" y="4495791"/>
                <a:ext cx="18658" cy="9375"/>
              </a:xfrm>
              <a:custGeom>
                <a:avLst/>
                <a:gdLst/>
                <a:ahLst/>
                <a:cxnLst/>
                <a:rect l="l" t="t" r="r" b="b"/>
                <a:pathLst>
                  <a:path w="402" h="202" extrusionOk="0">
                    <a:moveTo>
                      <a:pt x="42" y="1"/>
                    </a:moveTo>
                    <a:cubicBezTo>
                      <a:pt x="25" y="1"/>
                      <a:pt x="16" y="14"/>
                      <a:pt x="16" y="25"/>
                    </a:cubicBezTo>
                    <a:cubicBezTo>
                      <a:pt x="0" y="40"/>
                      <a:pt x="16" y="71"/>
                      <a:pt x="35" y="71"/>
                    </a:cubicBezTo>
                    <a:lnTo>
                      <a:pt x="355" y="183"/>
                    </a:lnTo>
                    <a:lnTo>
                      <a:pt x="355" y="202"/>
                    </a:lnTo>
                    <a:cubicBezTo>
                      <a:pt x="371" y="202"/>
                      <a:pt x="386" y="183"/>
                      <a:pt x="401" y="167"/>
                    </a:cubicBezTo>
                    <a:cubicBezTo>
                      <a:pt x="401" y="152"/>
                      <a:pt x="386" y="136"/>
                      <a:pt x="371" y="121"/>
                    </a:cubicBezTo>
                    <a:lnTo>
                      <a:pt x="66" y="9"/>
                    </a:lnTo>
                    <a:cubicBezTo>
                      <a:pt x="57" y="3"/>
                      <a:pt x="48" y="1"/>
                      <a:pt x="4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1039;p35"/>
              <p:cNvSpPr/>
              <p:nvPr/>
            </p:nvSpPr>
            <p:spPr>
              <a:xfrm>
                <a:off x="4023519" y="4492171"/>
                <a:ext cx="21721" cy="6915"/>
              </a:xfrm>
              <a:custGeom>
                <a:avLst/>
                <a:gdLst/>
                <a:ahLst/>
                <a:cxnLst/>
                <a:rect l="l" t="t" r="r" b="b"/>
                <a:pathLst>
                  <a:path w="468" h="149" extrusionOk="0">
                    <a:moveTo>
                      <a:pt x="430" y="0"/>
                    </a:moveTo>
                    <a:cubicBezTo>
                      <a:pt x="425" y="0"/>
                      <a:pt x="421" y="2"/>
                      <a:pt x="417" y="6"/>
                    </a:cubicBezTo>
                    <a:lnTo>
                      <a:pt x="31" y="87"/>
                    </a:lnTo>
                    <a:cubicBezTo>
                      <a:pt x="16" y="87"/>
                      <a:pt x="1" y="103"/>
                      <a:pt x="1" y="133"/>
                    </a:cubicBezTo>
                    <a:cubicBezTo>
                      <a:pt x="1" y="149"/>
                      <a:pt x="16" y="149"/>
                      <a:pt x="31" y="149"/>
                    </a:cubicBezTo>
                    <a:lnTo>
                      <a:pt x="47" y="149"/>
                    </a:lnTo>
                    <a:lnTo>
                      <a:pt x="433" y="68"/>
                    </a:lnTo>
                    <a:cubicBezTo>
                      <a:pt x="448" y="68"/>
                      <a:pt x="467" y="52"/>
                      <a:pt x="467" y="37"/>
                    </a:cubicBezTo>
                    <a:cubicBezTo>
                      <a:pt x="453" y="14"/>
                      <a:pt x="441" y="0"/>
                      <a:pt x="43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1040;p35"/>
              <p:cNvSpPr/>
              <p:nvPr/>
            </p:nvSpPr>
            <p:spPr>
              <a:xfrm>
                <a:off x="4023519" y="4547588"/>
                <a:ext cx="18658" cy="8261"/>
              </a:xfrm>
              <a:custGeom>
                <a:avLst/>
                <a:gdLst/>
                <a:ahLst/>
                <a:cxnLst/>
                <a:rect l="l" t="t" r="r" b="b"/>
                <a:pathLst>
                  <a:path w="402" h="178" extrusionOk="0">
                    <a:moveTo>
                      <a:pt x="47" y="0"/>
                    </a:moveTo>
                    <a:cubicBezTo>
                      <a:pt x="31" y="0"/>
                      <a:pt x="16" y="15"/>
                      <a:pt x="1" y="31"/>
                    </a:cubicBezTo>
                    <a:cubicBezTo>
                      <a:pt x="1" y="50"/>
                      <a:pt x="16" y="66"/>
                      <a:pt x="31" y="81"/>
                    </a:cubicBezTo>
                    <a:lnTo>
                      <a:pt x="352" y="177"/>
                    </a:lnTo>
                    <a:lnTo>
                      <a:pt x="371" y="177"/>
                    </a:lnTo>
                    <a:cubicBezTo>
                      <a:pt x="386" y="177"/>
                      <a:pt x="402" y="177"/>
                      <a:pt x="402" y="162"/>
                    </a:cubicBezTo>
                    <a:cubicBezTo>
                      <a:pt x="402" y="147"/>
                      <a:pt x="402" y="112"/>
                      <a:pt x="371" y="112"/>
                    </a:cubicBezTo>
                    <a:lnTo>
                      <a:pt x="4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35"/>
              <p:cNvSpPr/>
              <p:nvPr/>
            </p:nvSpPr>
            <p:spPr>
              <a:xfrm>
                <a:off x="4025654" y="4520018"/>
                <a:ext cx="16523" cy="3063"/>
              </a:xfrm>
              <a:custGeom>
                <a:avLst/>
                <a:gdLst/>
                <a:ahLst/>
                <a:cxnLst/>
                <a:rect l="l" t="t" r="r" b="b"/>
                <a:pathLst>
                  <a:path w="356" h="66" extrusionOk="0">
                    <a:moveTo>
                      <a:pt x="36" y="0"/>
                    </a:moveTo>
                    <a:cubicBezTo>
                      <a:pt x="16" y="0"/>
                      <a:pt x="1" y="15"/>
                      <a:pt x="1" y="31"/>
                    </a:cubicBezTo>
                    <a:cubicBezTo>
                      <a:pt x="1" y="46"/>
                      <a:pt x="16" y="66"/>
                      <a:pt x="36" y="66"/>
                    </a:cubicBezTo>
                    <a:lnTo>
                      <a:pt x="325" y="66"/>
                    </a:lnTo>
                    <a:cubicBezTo>
                      <a:pt x="340" y="66"/>
                      <a:pt x="356" y="46"/>
                      <a:pt x="356" y="31"/>
                    </a:cubicBezTo>
                    <a:cubicBezTo>
                      <a:pt x="356" y="15"/>
                      <a:pt x="340" y="0"/>
                      <a:pt x="3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35"/>
              <p:cNvSpPr/>
              <p:nvPr/>
            </p:nvSpPr>
            <p:spPr>
              <a:xfrm>
                <a:off x="4082416" y="4494584"/>
                <a:ext cx="21721" cy="7565"/>
              </a:xfrm>
              <a:custGeom>
                <a:avLst/>
                <a:gdLst/>
                <a:ahLst/>
                <a:cxnLst/>
                <a:rect l="l" t="t" r="r" b="b"/>
                <a:pathLst>
                  <a:path w="468" h="163" extrusionOk="0">
                    <a:moveTo>
                      <a:pt x="417" y="0"/>
                    </a:moveTo>
                    <a:lnTo>
                      <a:pt x="31" y="81"/>
                    </a:lnTo>
                    <a:cubicBezTo>
                      <a:pt x="16" y="97"/>
                      <a:pt x="1" y="112"/>
                      <a:pt x="1" y="132"/>
                    </a:cubicBezTo>
                    <a:cubicBezTo>
                      <a:pt x="1" y="147"/>
                      <a:pt x="16" y="162"/>
                      <a:pt x="31" y="162"/>
                    </a:cubicBezTo>
                    <a:lnTo>
                      <a:pt x="47" y="162"/>
                    </a:lnTo>
                    <a:lnTo>
                      <a:pt x="433" y="81"/>
                    </a:lnTo>
                    <a:cubicBezTo>
                      <a:pt x="467" y="81"/>
                      <a:pt x="467" y="66"/>
                      <a:pt x="467" y="35"/>
                    </a:cubicBezTo>
                    <a:cubicBezTo>
                      <a:pt x="467" y="16"/>
                      <a:pt x="452" y="0"/>
                      <a:pt x="41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35"/>
              <p:cNvSpPr/>
              <p:nvPr/>
            </p:nvSpPr>
            <p:spPr>
              <a:xfrm>
                <a:off x="4084551" y="4537887"/>
                <a:ext cx="17962" cy="3806"/>
              </a:xfrm>
              <a:custGeom>
                <a:avLst/>
                <a:gdLst/>
                <a:ahLst/>
                <a:cxnLst/>
                <a:rect l="l" t="t" r="r" b="b"/>
                <a:pathLst>
                  <a:path w="387" h="82" extrusionOk="0">
                    <a:moveTo>
                      <a:pt x="36" y="1"/>
                    </a:moveTo>
                    <a:cubicBezTo>
                      <a:pt x="20" y="1"/>
                      <a:pt x="1" y="16"/>
                      <a:pt x="1" y="32"/>
                    </a:cubicBezTo>
                    <a:cubicBezTo>
                      <a:pt x="1" y="47"/>
                      <a:pt x="20" y="66"/>
                      <a:pt x="36" y="66"/>
                    </a:cubicBezTo>
                    <a:lnTo>
                      <a:pt x="340" y="82"/>
                    </a:lnTo>
                    <a:cubicBezTo>
                      <a:pt x="356" y="82"/>
                      <a:pt x="371" y="66"/>
                      <a:pt x="387" y="47"/>
                    </a:cubicBezTo>
                    <a:cubicBezTo>
                      <a:pt x="387" y="16"/>
                      <a:pt x="371" y="1"/>
                      <a:pt x="3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35"/>
              <p:cNvSpPr/>
              <p:nvPr/>
            </p:nvSpPr>
            <p:spPr>
              <a:xfrm>
                <a:off x="3821395" y="4594650"/>
                <a:ext cx="802611" cy="208067"/>
              </a:xfrm>
              <a:custGeom>
                <a:avLst/>
                <a:gdLst/>
                <a:ahLst/>
                <a:cxnLst/>
                <a:rect l="l" t="t" r="r" b="b"/>
                <a:pathLst>
                  <a:path w="17293" h="4483" extrusionOk="0">
                    <a:moveTo>
                      <a:pt x="321" y="0"/>
                    </a:moveTo>
                    <a:cubicBezTo>
                      <a:pt x="144" y="0"/>
                      <a:pt x="16" y="128"/>
                      <a:pt x="16" y="305"/>
                    </a:cubicBezTo>
                    <a:lnTo>
                      <a:pt x="1" y="3919"/>
                    </a:lnTo>
                    <a:cubicBezTo>
                      <a:pt x="1" y="4224"/>
                      <a:pt x="240" y="4482"/>
                      <a:pt x="545" y="4482"/>
                    </a:cubicBezTo>
                    <a:lnTo>
                      <a:pt x="5979" y="4467"/>
                    </a:lnTo>
                    <a:cubicBezTo>
                      <a:pt x="6076" y="4467"/>
                      <a:pt x="6138" y="4401"/>
                      <a:pt x="6138" y="4305"/>
                    </a:cubicBezTo>
                    <a:cubicBezTo>
                      <a:pt x="6138" y="4112"/>
                      <a:pt x="6284" y="3919"/>
                      <a:pt x="6492" y="3888"/>
                    </a:cubicBezTo>
                    <a:cubicBezTo>
                      <a:pt x="6522" y="3882"/>
                      <a:pt x="6551" y="3879"/>
                      <a:pt x="6580" y="3879"/>
                    </a:cubicBezTo>
                    <a:cubicBezTo>
                      <a:pt x="6688" y="3879"/>
                      <a:pt x="6786" y="3924"/>
                      <a:pt x="6863" y="4000"/>
                    </a:cubicBezTo>
                    <a:cubicBezTo>
                      <a:pt x="6924" y="4081"/>
                      <a:pt x="6974" y="4178"/>
                      <a:pt x="6974" y="4305"/>
                    </a:cubicBezTo>
                    <a:cubicBezTo>
                      <a:pt x="6974" y="4401"/>
                      <a:pt x="7055" y="4467"/>
                      <a:pt x="7136" y="4467"/>
                    </a:cubicBezTo>
                    <a:lnTo>
                      <a:pt x="7310" y="4467"/>
                    </a:lnTo>
                    <a:cubicBezTo>
                      <a:pt x="7391" y="4467"/>
                      <a:pt x="7472" y="4401"/>
                      <a:pt x="7472" y="4320"/>
                    </a:cubicBezTo>
                    <a:cubicBezTo>
                      <a:pt x="7472" y="4097"/>
                      <a:pt x="7634" y="3904"/>
                      <a:pt x="7858" y="3888"/>
                    </a:cubicBezTo>
                    <a:cubicBezTo>
                      <a:pt x="7874" y="3886"/>
                      <a:pt x="7890" y="3885"/>
                      <a:pt x="7906" y="3885"/>
                    </a:cubicBezTo>
                    <a:cubicBezTo>
                      <a:pt x="8014" y="3885"/>
                      <a:pt x="8111" y="3930"/>
                      <a:pt x="8178" y="4000"/>
                    </a:cubicBezTo>
                    <a:cubicBezTo>
                      <a:pt x="8259" y="4081"/>
                      <a:pt x="8309" y="4178"/>
                      <a:pt x="8309" y="4305"/>
                    </a:cubicBezTo>
                    <a:cubicBezTo>
                      <a:pt x="8309" y="4401"/>
                      <a:pt x="8371" y="4467"/>
                      <a:pt x="8467" y="4467"/>
                    </a:cubicBezTo>
                    <a:lnTo>
                      <a:pt x="8645" y="4467"/>
                    </a:lnTo>
                    <a:cubicBezTo>
                      <a:pt x="8726" y="4467"/>
                      <a:pt x="8791" y="4401"/>
                      <a:pt x="8791" y="4320"/>
                    </a:cubicBezTo>
                    <a:cubicBezTo>
                      <a:pt x="8791" y="4112"/>
                      <a:pt x="8934" y="3919"/>
                      <a:pt x="9142" y="3888"/>
                    </a:cubicBezTo>
                    <a:cubicBezTo>
                      <a:pt x="9161" y="3886"/>
                      <a:pt x="9180" y="3885"/>
                      <a:pt x="9198" y="3885"/>
                    </a:cubicBezTo>
                    <a:cubicBezTo>
                      <a:pt x="9321" y="3885"/>
                      <a:pt x="9426" y="3930"/>
                      <a:pt x="9497" y="4000"/>
                    </a:cubicBezTo>
                    <a:cubicBezTo>
                      <a:pt x="9578" y="4081"/>
                      <a:pt x="9624" y="4178"/>
                      <a:pt x="9624" y="4305"/>
                    </a:cubicBezTo>
                    <a:cubicBezTo>
                      <a:pt x="9624" y="4386"/>
                      <a:pt x="9690" y="4467"/>
                      <a:pt x="9786" y="4467"/>
                    </a:cubicBezTo>
                    <a:lnTo>
                      <a:pt x="10045" y="4451"/>
                    </a:lnTo>
                    <a:lnTo>
                      <a:pt x="15283" y="4436"/>
                    </a:lnTo>
                    <a:cubicBezTo>
                      <a:pt x="15587" y="4436"/>
                      <a:pt x="15830" y="4178"/>
                      <a:pt x="15830" y="3873"/>
                    </a:cubicBezTo>
                    <a:lnTo>
                      <a:pt x="15830" y="3294"/>
                    </a:lnTo>
                    <a:cubicBezTo>
                      <a:pt x="16023" y="3036"/>
                      <a:pt x="16602" y="2604"/>
                      <a:pt x="17292" y="2604"/>
                    </a:cubicBezTo>
                    <a:lnTo>
                      <a:pt x="17292" y="899"/>
                    </a:lnTo>
                    <a:cubicBezTo>
                      <a:pt x="17292" y="899"/>
                      <a:pt x="17121" y="930"/>
                      <a:pt x="16894" y="930"/>
                    </a:cubicBezTo>
                    <a:cubicBezTo>
                      <a:pt x="16534" y="930"/>
                      <a:pt x="16032" y="852"/>
                      <a:pt x="15846" y="448"/>
                    </a:cubicBezTo>
                    <a:lnTo>
                      <a:pt x="15846" y="290"/>
                    </a:lnTo>
                    <a:cubicBezTo>
                      <a:pt x="15846" y="128"/>
                      <a:pt x="15718" y="0"/>
                      <a:pt x="155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35"/>
              <p:cNvSpPr/>
              <p:nvPr/>
            </p:nvSpPr>
            <p:spPr>
              <a:xfrm>
                <a:off x="4609796" y="4623659"/>
                <a:ext cx="57505" cy="106006"/>
              </a:xfrm>
              <a:custGeom>
                <a:avLst/>
                <a:gdLst/>
                <a:ahLst/>
                <a:cxnLst/>
                <a:rect l="l" t="t" r="r" b="b"/>
                <a:pathLst>
                  <a:path w="1239" h="2284" extrusionOk="0">
                    <a:moveTo>
                      <a:pt x="128" y="0"/>
                    </a:moveTo>
                    <a:cubicBezTo>
                      <a:pt x="62" y="0"/>
                      <a:pt x="0" y="50"/>
                      <a:pt x="0" y="112"/>
                    </a:cubicBezTo>
                    <a:lnTo>
                      <a:pt x="0" y="2153"/>
                    </a:lnTo>
                    <a:cubicBezTo>
                      <a:pt x="0" y="2218"/>
                      <a:pt x="62" y="2284"/>
                      <a:pt x="128" y="2284"/>
                    </a:cubicBezTo>
                    <a:lnTo>
                      <a:pt x="1107" y="2284"/>
                    </a:lnTo>
                    <a:cubicBezTo>
                      <a:pt x="1188" y="2284"/>
                      <a:pt x="1238" y="2218"/>
                      <a:pt x="1238" y="2153"/>
                    </a:cubicBezTo>
                    <a:lnTo>
                      <a:pt x="1238" y="112"/>
                    </a:lnTo>
                    <a:cubicBezTo>
                      <a:pt x="1238" y="50"/>
                      <a:pt x="1188" y="0"/>
                      <a:pt x="110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1046;p35"/>
              <p:cNvSpPr/>
              <p:nvPr/>
            </p:nvSpPr>
            <p:spPr>
              <a:xfrm>
                <a:off x="4609796" y="4640831"/>
                <a:ext cx="57505" cy="16523"/>
              </a:xfrm>
              <a:custGeom>
                <a:avLst/>
                <a:gdLst/>
                <a:ahLst/>
                <a:cxnLst/>
                <a:rect l="l" t="t" r="r" b="b"/>
                <a:pathLst>
                  <a:path w="1239" h="356" extrusionOk="0">
                    <a:moveTo>
                      <a:pt x="0" y="1"/>
                    </a:moveTo>
                    <a:lnTo>
                      <a:pt x="0" y="355"/>
                    </a:lnTo>
                    <a:lnTo>
                      <a:pt x="1238" y="355"/>
                    </a:lnTo>
                    <a:lnTo>
                      <a:pt x="123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 name="Google Shape;1047;p35"/>
              <p:cNvSpPr/>
              <p:nvPr/>
            </p:nvSpPr>
            <p:spPr>
              <a:xfrm>
                <a:off x="4609796" y="4668401"/>
                <a:ext cx="57505" cy="16523"/>
              </a:xfrm>
              <a:custGeom>
                <a:avLst/>
                <a:gdLst/>
                <a:ahLst/>
                <a:cxnLst/>
                <a:rect l="l" t="t" r="r" b="b"/>
                <a:pathLst>
                  <a:path w="1239" h="356" extrusionOk="0">
                    <a:moveTo>
                      <a:pt x="0" y="1"/>
                    </a:moveTo>
                    <a:lnTo>
                      <a:pt x="0" y="355"/>
                    </a:lnTo>
                    <a:lnTo>
                      <a:pt x="1238" y="355"/>
                    </a:lnTo>
                    <a:lnTo>
                      <a:pt x="123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 name="Google Shape;1048;p35"/>
              <p:cNvSpPr/>
              <p:nvPr/>
            </p:nvSpPr>
            <p:spPr>
              <a:xfrm>
                <a:off x="4609796" y="4695970"/>
                <a:ext cx="57505" cy="16523"/>
              </a:xfrm>
              <a:custGeom>
                <a:avLst/>
                <a:gdLst/>
                <a:ahLst/>
                <a:cxnLst/>
                <a:rect l="l" t="t" r="r" b="b"/>
                <a:pathLst>
                  <a:path w="1239" h="356" extrusionOk="0">
                    <a:moveTo>
                      <a:pt x="0" y="1"/>
                    </a:moveTo>
                    <a:lnTo>
                      <a:pt x="0" y="355"/>
                    </a:lnTo>
                    <a:lnTo>
                      <a:pt x="1238" y="355"/>
                    </a:lnTo>
                    <a:lnTo>
                      <a:pt x="123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1049;p35"/>
              <p:cNvSpPr/>
              <p:nvPr/>
            </p:nvSpPr>
            <p:spPr>
              <a:xfrm>
                <a:off x="3863862" y="4594650"/>
                <a:ext cx="646805" cy="156689"/>
              </a:xfrm>
              <a:custGeom>
                <a:avLst/>
                <a:gdLst/>
                <a:ahLst/>
                <a:cxnLst/>
                <a:rect l="l" t="t" r="r" b="b"/>
                <a:pathLst>
                  <a:path w="13936" h="3376" extrusionOk="0">
                    <a:moveTo>
                      <a:pt x="0" y="0"/>
                    </a:moveTo>
                    <a:lnTo>
                      <a:pt x="0" y="2330"/>
                    </a:lnTo>
                    <a:cubicBezTo>
                      <a:pt x="0" y="2909"/>
                      <a:pt x="482" y="3375"/>
                      <a:pt x="1061" y="3375"/>
                    </a:cubicBezTo>
                    <a:lnTo>
                      <a:pt x="12875" y="3375"/>
                    </a:lnTo>
                    <a:cubicBezTo>
                      <a:pt x="13453" y="3375"/>
                      <a:pt x="13936" y="2909"/>
                      <a:pt x="13936" y="2330"/>
                    </a:cubicBezTo>
                    <a:lnTo>
                      <a:pt x="1393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 name="Google Shape;1050;p35"/>
              <p:cNvSpPr/>
              <p:nvPr/>
            </p:nvSpPr>
            <p:spPr>
              <a:xfrm>
                <a:off x="3848963" y="4620595"/>
                <a:ext cx="258007" cy="24738"/>
              </a:xfrm>
              <a:custGeom>
                <a:avLst/>
                <a:gdLst/>
                <a:ahLst/>
                <a:cxnLst/>
                <a:rect l="l" t="t" r="r" b="b"/>
                <a:pathLst>
                  <a:path w="5559" h="533" extrusionOk="0">
                    <a:moveTo>
                      <a:pt x="256" y="1"/>
                    </a:moveTo>
                    <a:cubicBezTo>
                      <a:pt x="113" y="1"/>
                      <a:pt x="1" y="132"/>
                      <a:pt x="1" y="275"/>
                    </a:cubicBezTo>
                    <a:cubicBezTo>
                      <a:pt x="1" y="421"/>
                      <a:pt x="113" y="533"/>
                      <a:pt x="256" y="533"/>
                    </a:cubicBezTo>
                    <a:lnTo>
                      <a:pt x="5304" y="533"/>
                    </a:lnTo>
                    <a:cubicBezTo>
                      <a:pt x="5447" y="533"/>
                      <a:pt x="5559" y="421"/>
                      <a:pt x="5559" y="275"/>
                    </a:cubicBezTo>
                    <a:cubicBezTo>
                      <a:pt x="5559" y="132"/>
                      <a:pt x="5447" y="1"/>
                      <a:pt x="530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 name="Google Shape;1051;p35"/>
              <p:cNvSpPr/>
              <p:nvPr/>
            </p:nvSpPr>
            <p:spPr>
              <a:xfrm>
                <a:off x="3863862" y="4679679"/>
                <a:ext cx="646805" cy="71661"/>
              </a:xfrm>
              <a:custGeom>
                <a:avLst/>
                <a:gdLst/>
                <a:ahLst/>
                <a:cxnLst/>
                <a:rect l="l" t="t" r="r" b="b"/>
                <a:pathLst>
                  <a:path w="13936" h="1544" extrusionOk="0">
                    <a:moveTo>
                      <a:pt x="0" y="1"/>
                    </a:moveTo>
                    <a:lnTo>
                      <a:pt x="0" y="498"/>
                    </a:lnTo>
                    <a:cubicBezTo>
                      <a:pt x="0" y="1077"/>
                      <a:pt x="482" y="1543"/>
                      <a:pt x="1061" y="1543"/>
                    </a:cubicBezTo>
                    <a:lnTo>
                      <a:pt x="12875" y="1543"/>
                    </a:lnTo>
                    <a:cubicBezTo>
                      <a:pt x="13453" y="1543"/>
                      <a:pt x="13936" y="1077"/>
                      <a:pt x="13936" y="498"/>
                    </a:cubicBezTo>
                    <a:lnTo>
                      <a:pt x="13936" y="305"/>
                    </a:lnTo>
                    <a:cubicBezTo>
                      <a:pt x="13018" y="463"/>
                      <a:pt x="12084" y="579"/>
                      <a:pt x="11155" y="656"/>
                    </a:cubicBezTo>
                    <a:cubicBezTo>
                      <a:pt x="11139" y="849"/>
                      <a:pt x="10977" y="1011"/>
                      <a:pt x="10784" y="1011"/>
                    </a:cubicBezTo>
                    <a:cubicBezTo>
                      <a:pt x="10719" y="1011"/>
                      <a:pt x="10657" y="996"/>
                      <a:pt x="10576" y="965"/>
                    </a:cubicBezTo>
                    <a:cubicBezTo>
                      <a:pt x="10526" y="930"/>
                      <a:pt x="10495" y="899"/>
                      <a:pt x="10464" y="834"/>
                    </a:cubicBezTo>
                    <a:cubicBezTo>
                      <a:pt x="10430" y="787"/>
                      <a:pt x="10414" y="737"/>
                      <a:pt x="10414" y="706"/>
                    </a:cubicBezTo>
                    <a:cubicBezTo>
                      <a:pt x="9755" y="737"/>
                      <a:pt x="9114" y="753"/>
                      <a:pt x="8470" y="753"/>
                    </a:cubicBezTo>
                    <a:cubicBezTo>
                      <a:pt x="7537" y="753"/>
                      <a:pt x="6623" y="722"/>
                      <a:pt x="5770" y="656"/>
                    </a:cubicBezTo>
                    <a:cubicBezTo>
                      <a:pt x="5739" y="868"/>
                      <a:pt x="5577" y="1011"/>
                      <a:pt x="5369" y="1011"/>
                    </a:cubicBezTo>
                    <a:cubicBezTo>
                      <a:pt x="5304" y="1011"/>
                      <a:pt x="5238" y="996"/>
                      <a:pt x="5161" y="965"/>
                    </a:cubicBezTo>
                    <a:cubicBezTo>
                      <a:pt x="5111" y="930"/>
                      <a:pt x="5064" y="884"/>
                      <a:pt x="5030" y="834"/>
                    </a:cubicBezTo>
                    <a:cubicBezTo>
                      <a:pt x="4983" y="753"/>
                      <a:pt x="4968" y="676"/>
                      <a:pt x="4968" y="610"/>
                    </a:cubicBezTo>
                    <a:cubicBezTo>
                      <a:pt x="4258" y="560"/>
                      <a:pt x="3599" y="498"/>
                      <a:pt x="2989" y="417"/>
                    </a:cubicBezTo>
                    <a:cubicBezTo>
                      <a:pt x="2974" y="691"/>
                      <a:pt x="2750" y="899"/>
                      <a:pt x="2476" y="899"/>
                    </a:cubicBezTo>
                    <a:cubicBezTo>
                      <a:pt x="2395" y="899"/>
                      <a:pt x="2314" y="884"/>
                      <a:pt x="2218" y="834"/>
                    </a:cubicBezTo>
                    <a:cubicBezTo>
                      <a:pt x="2137" y="787"/>
                      <a:pt x="2056" y="722"/>
                      <a:pt x="2025" y="625"/>
                    </a:cubicBezTo>
                    <a:cubicBezTo>
                      <a:pt x="1959" y="514"/>
                      <a:pt x="1944" y="402"/>
                      <a:pt x="1959" y="290"/>
                    </a:cubicBezTo>
                    <a:cubicBezTo>
                      <a:pt x="1061" y="174"/>
                      <a:pt x="386" y="62"/>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 name="Google Shape;1052;p35"/>
              <p:cNvSpPr/>
              <p:nvPr/>
            </p:nvSpPr>
            <p:spPr>
              <a:xfrm>
                <a:off x="3954783" y="4672856"/>
                <a:ext cx="48547" cy="26223"/>
              </a:xfrm>
              <a:custGeom>
                <a:avLst/>
                <a:gdLst/>
                <a:ahLst/>
                <a:cxnLst/>
                <a:rect l="l" t="t" r="r" b="b"/>
                <a:pathLst>
                  <a:path w="1046" h="565" extrusionOk="0">
                    <a:moveTo>
                      <a:pt x="517" y="1"/>
                    </a:moveTo>
                    <a:cubicBezTo>
                      <a:pt x="259" y="1"/>
                      <a:pt x="51" y="194"/>
                      <a:pt x="0" y="437"/>
                    </a:cubicBezTo>
                    <a:cubicBezTo>
                      <a:pt x="324" y="483"/>
                      <a:pt x="660" y="533"/>
                      <a:pt x="1030" y="564"/>
                    </a:cubicBezTo>
                    <a:cubicBezTo>
                      <a:pt x="1046" y="468"/>
                      <a:pt x="1030" y="371"/>
                      <a:pt x="984" y="275"/>
                    </a:cubicBezTo>
                    <a:cubicBezTo>
                      <a:pt x="934" y="178"/>
                      <a:pt x="853" y="113"/>
                      <a:pt x="772" y="67"/>
                    </a:cubicBezTo>
                    <a:cubicBezTo>
                      <a:pt x="675" y="16"/>
                      <a:pt x="598" y="1"/>
                      <a:pt x="5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 name="Google Shape;1053;p35"/>
              <p:cNvSpPr/>
              <p:nvPr/>
            </p:nvSpPr>
            <p:spPr>
              <a:xfrm>
                <a:off x="3954087" y="4693092"/>
                <a:ext cx="48547" cy="28358"/>
              </a:xfrm>
              <a:custGeom>
                <a:avLst/>
                <a:gdLst/>
                <a:ahLst/>
                <a:cxnLst/>
                <a:rect l="l" t="t" r="r" b="b"/>
                <a:pathLst>
                  <a:path w="1046" h="611" extrusionOk="0">
                    <a:moveTo>
                      <a:pt x="15" y="1"/>
                    </a:moveTo>
                    <a:lnTo>
                      <a:pt x="15" y="1"/>
                    </a:lnTo>
                    <a:cubicBezTo>
                      <a:pt x="0" y="113"/>
                      <a:pt x="15" y="225"/>
                      <a:pt x="81" y="336"/>
                    </a:cubicBezTo>
                    <a:cubicBezTo>
                      <a:pt x="112" y="433"/>
                      <a:pt x="193" y="498"/>
                      <a:pt x="274" y="545"/>
                    </a:cubicBezTo>
                    <a:cubicBezTo>
                      <a:pt x="370" y="595"/>
                      <a:pt x="451" y="610"/>
                      <a:pt x="532" y="610"/>
                    </a:cubicBezTo>
                    <a:cubicBezTo>
                      <a:pt x="806" y="610"/>
                      <a:pt x="1030" y="402"/>
                      <a:pt x="1045" y="128"/>
                    </a:cubicBezTo>
                    <a:cubicBezTo>
                      <a:pt x="675" y="97"/>
                      <a:pt x="339" y="47"/>
                      <a:pt x="15" y="1"/>
                    </a:cubicBezTo>
                    <a:close/>
                  </a:path>
                </a:pathLst>
              </a:custGeom>
              <a:solidFill>
                <a:srgbClr val="0C22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 name="Google Shape;1054;p35"/>
              <p:cNvSpPr/>
              <p:nvPr/>
            </p:nvSpPr>
            <p:spPr>
              <a:xfrm>
                <a:off x="4045890" y="4670721"/>
                <a:ext cx="23856" cy="19400"/>
              </a:xfrm>
              <a:custGeom>
                <a:avLst/>
                <a:gdLst/>
                <a:ahLst/>
                <a:cxnLst/>
                <a:rect l="l" t="t" r="r" b="b"/>
                <a:pathLst>
                  <a:path w="514" h="418" extrusionOk="0">
                    <a:moveTo>
                      <a:pt x="255" y="1"/>
                    </a:moveTo>
                    <a:cubicBezTo>
                      <a:pt x="113" y="1"/>
                      <a:pt x="1" y="159"/>
                      <a:pt x="82" y="305"/>
                    </a:cubicBezTo>
                    <a:cubicBezTo>
                      <a:pt x="97" y="336"/>
                      <a:pt x="128" y="367"/>
                      <a:pt x="159" y="386"/>
                    </a:cubicBezTo>
                    <a:cubicBezTo>
                      <a:pt x="194" y="402"/>
                      <a:pt x="224" y="417"/>
                      <a:pt x="255" y="417"/>
                    </a:cubicBezTo>
                    <a:cubicBezTo>
                      <a:pt x="402" y="417"/>
                      <a:pt x="514" y="255"/>
                      <a:pt x="433" y="113"/>
                    </a:cubicBezTo>
                    <a:cubicBezTo>
                      <a:pt x="417" y="78"/>
                      <a:pt x="402" y="47"/>
                      <a:pt x="371" y="32"/>
                    </a:cubicBezTo>
                    <a:cubicBezTo>
                      <a:pt x="321" y="16"/>
                      <a:pt x="290" y="1"/>
                      <a:pt x="2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 name="Google Shape;1055;p35"/>
              <p:cNvSpPr/>
              <p:nvPr/>
            </p:nvSpPr>
            <p:spPr>
              <a:xfrm>
                <a:off x="4094390" y="4690076"/>
                <a:ext cx="38012" cy="20097"/>
              </a:xfrm>
              <a:custGeom>
                <a:avLst/>
                <a:gdLst/>
                <a:ahLst/>
                <a:cxnLst/>
                <a:rect l="l" t="t" r="r" b="b"/>
                <a:pathLst>
                  <a:path w="819" h="433" extrusionOk="0">
                    <a:moveTo>
                      <a:pt x="402" y="0"/>
                    </a:moveTo>
                    <a:cubicBezTo>
                      <a:pt x="194" y="0"/>
                      <a:pt x="16" y="162"/>
                      <a:pt x="1" y="386"/>
                    </a:cubicBezTo>
                    <a:cubicBezTo>
                      <a:pt x="271" y="401"/>
                      <a:pt x="529" y="417"/>
                      <a:pt x="803" y="432"/>
                    </a:cubicBezTo>
                    <a:cubicBezTo>
                      <a:pt x="819" y="355"/>
                      <a:pt x="803" y="274"/>
                      <a:pt x="753" y="178"/>
                    </a:cubicBezTo>
                    <a:cubicBezTo>
                      <a:pt x="722" y="128"/>
                      <a:pt x="676" y="81"/>
                      <a:pt x="626" y="47"/>
                    </a:cubicBezTo>
                    <a:cubicBezTo>
                      <a:pt x="545" y="16"/>
                      <a:pt x="483" y="0"/>
                      <a:pt x="4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 name="Google Shape;1056;p35"/>
              <p:cNvSpPr/>
              <p:nvPr/>
            </p:nvSpPr>
            <p:spPr>
              <a:xfrm>
                <a:off x="4094390" y="4707945"/>
                <a:ext cx="37316" cy="18704"/>
              </a:xfrm>
              <a:custGeom>
                <a:avLst/>
                <a:gdLst/>
                <a:ahLst/>
                <a:cxnLst/>
                <a:rect l="l" t="t" r="r" b="b"/>
                <a:pathLst>
                  <a:path w="804" h="403" extrusionOk="0">
                    <a:moveTo>
                      <a:pt x="1" y="1"/>
                    </a:moveTo>
                    <a:cubicBezTo>
                      <a:pt x="1" y="67"/>
                      <a:pt x="16" y="144"/>
                      <a:pt x="63" y="225"/>
                    </a:cubicBezTo>
                    <a:cubicBezTo>
                      <a:pt x="97" y="275"/>
                      <a:pt x="144" y="321"/>
                      <a:pt x="194" y="356"/>
                    </a:cubicBezTo>
                    <a:cubicBezTo>
                      <a:pt x="271" y="387"/>
                      <a:pt x="337" y="402"/>
                      <a:pt x="402" y="402"/>
                    </a:cubicBezTo>
                    <a:cubicBezTo>
                      <a:pt x="610" y="402"/>
                      <a:pt x="772" y="259"/>
                      <a:pt x="803" y="47"/>
                    </a:cubicBezTo>
                    <a:cubicBezTo>
                      <a:pt x="529" y="32"/>
                      <a:pt x="271" y="16"/>
                      <a:pt x="1" y="1"/>
                    </a:cubicBezTo>
                    <a:close/>
                  </a:path>
                </a:pathLst>
              </a:custGeom>
              <a:solidFill>
                <a:srgbClr val="0C22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1057;p35"/>
              <p:cNvSpPr/>
              <p:nvPr/>
            </p:nvSpPr>
            <p:spPr>
              <a:xfrm>
                <a:off x="4389803" y="4640135"/>
                <a:ext cx="51425" cy="41725"/>
              </a:xfrm>
              <a:custGeom>
                <a:avLst/>
                <a:gdLst/>
                <a:ahLst/>
                <a:cxnLst/>
                <a:rect l="l" t="t" r="r" b="b"/>
                <a:pathLst>
                  <a:path w="1108" h="899" extrusionOk="0">
                    <a:moveTo>
                      <a:pt x="544" y="0"/>
                    </a:moveTo>
                    <a:cubicBezTo>
                      <a:pt x="239" y="0"/>
                      <a:pt x="0" y="336"/>
                      <a:pt x="158" y="675"/>
                    </a:cubicBezTo>
                    <a:cubicBezTo>
                      <a:pt x="193" y="756"/>
                      <a:pt x="255" y="818"/>
                      <a:pt x="336" y="853"/>
                    </a:cubicBezTo>
                    <a:cubicBezTo>
                      <a:pt x="417" y="883"/>
                      <a:pt x="482" y="899"/>
                      <a:pt x="544" y="899"/>
                    </a:cubicBezTo>
                    <a:cubicBezTo>
                      <a:pt x="868" y="899"/>
                      <a:pt x="1107" y="579"/>
                      <a:pt x="945" y="239"/>
                    </a:cubicBezTo>
                    <a:cubicBezTo>
                      <a:pt x="914" y="158"/>
                      <a:pt x="849" y="97"/>
                      <a:pt x="771" y="62"/>
                    </a:cubicBezTo>
                    <a:cubicBezTo>
                      <a:pt x="690" y="16"/>
                      <a:pt x="625" y="0"/>
                      <a:pt x="5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35"/>
              <p:cNvSpPr/>
              <p:nvPr/>
            </p:nvSpPr>
            <p:spPr>
              <a:xfrm>
                <a:off x="4345758" y="4692211"/>
                <a:ext cx="35830" cy="20282"/>
              </a:xfrm>
              <a:custGeom>
                <a:avLst/>
                <a:gdLst/>
                <a:ahLst/>
                <a:cxnLst/>
                <a:rect l="l" t="t" r="r" b="b"/>
                <a:pathLst>
                  <a:path w="772" h="437" extrusionOk="0">
                    <a:moveTo>
                      <a:pt x="401" y="1"/>
                    </a:moveTo>
                    <a:cubicBezTo>
                      <a:pt x="178" y="1"/>
                      <a:pt x="0" y="193"/>
                      <a:pt x="31" y="436"/>
                    </a:cubicBezTo>
                    <a:cubicBezTo>
                      <a:pt x="274" y="421"/>
                      <a:pt x="513" y="406"/>
                      <a:pt x="772" y="386"/>
                    </a:cubicBezTo>
                    <a:cubicBezTo>
                      <a:pt x="772" y="325"/>
                      <a:pt x="756" y="244"/>
                      <a:pt x="706" y="178"/>
                    </a:cubicBezTo>
                    <a:cubicBezTo>
                      <a:pt x="691" y="132"/>
                      <a:pt x="641" y="82"/>
                      <a:pt x="594" y="51"/>
                    </a:cubicBezTo>
                    <a:cubicBezTo>
                      <a:pt x="529" y="20"/>
                      <a:pt x="467" y="1"/>
                      <a:pt x="4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 name="Google Shape;1059;p35"/>
              <p:cNvSpPr/>
              <p:nvPr/>
            </p:nvSpPr>
            <p:spPr>
              <a:xfrm>
                <a:off x="4347197" y="4710126"/>
                <a:ext cx="34392" cy="16523"/>
              </a:xfrm>
              <a:custGeom>
                <a:avLst/>
                <a:gdLst/>
                <a:ahLst/>
                <a:cxnLst/>
                <a:rect l="l" t="t" r="r" b="b"/>
                <a:pathLst>
                  <a:path w="741" h="356" extrusionOk="0">
                    <a:moveTo>
                      <a:pt x="741" y="0"/>
                    </a:moveTo>
                    <a:lnTo>
                      <a:pt x="741" y="0"/>
                    </a:lnTo>
                    <a:cubicBezTo>
                      <a:pt x="482" y="20"/>
                      <a:pt x="243" y="35"/>
                      <a:pt x="0" y="50"/>
                    </a:cubicBezTo>
                    <a:cubicBezTo>
                      <a:pt x="0" y="81"/>
                      <a:pt x="16" y="131"/>
                      <a:pt x="50" y="178"/>
                    </a:cubicBezTo>
                    <a:cubicBezTo>
                      <a:pt x="81" y="243"/>
                      <a:pt x="112" y="274"/>
                      <a:pt x="162" y="309"/>
                    </a:cubicBezTo>
                    <a:cubicBezTo>
                      <a:pt x="243" y="340"/>
                      <a:pt x="305" y="355"/>
                      <a:pt x="370" y="355"/>
                    </a:cubicBezTo>
                    <a:cubicBezTo>
                      <a:pt x="563" y="355"/>
                      <a:pt x="725" y="193"/>
                      <a:pt x="741" y="0"/>
                    </a:cubicBezTo>
                    <a:close/>
                  </a:path>
                </a:pathLst>
              </a:custGeom>
              <a:solidFill>
                <a:srgbClr val="0C22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1060;p35"/>
              <p:cNvSpPr/>
              <p:nvPr/>
            </p:nvSpPr>
            <p:spPr>
              <a:xfrm>
                <a:off x="4477661" y="4268924"/>
                <a:ext cx="88137" cy="73657"/>
              </a:xfrm>
              <a:custGeom>
                <a:avLst/>
                <a:gdLst/>
                <a:ahLst/>
                <a:cxnLst/>
                <a:rect l="l" t="t" r="r" b="b"/>
                <a:pathLst>
                  <a:path w="1899" h="1587" extrusionOk="0">
                    <a:moveTo>
                      <a:pt x="888" y="0"/>
                    </a:moveTo>
                    <a:cubicBezTo>
                      <a:pt x="608" y="0"/>
                      <a:pt x="348" y="138"/>
                      <a:pt x="209" y="380"/>
                    </a:cubicBezTo>
                    <a:cubicBezTo>
                      <a:pt x="1" y="751"/>
                      <a:pt x="163" y="1233"/>
                      <a:pt x="564" y="1472"/>
                    </a:cubicBezTo>
                    <a:cubicBezTo>
                      <a:pt x="709" y="1550"/>
                      <a:pt x="863" y="1587"/>
                      <a:pt x="1013" y="1587"/>
                    </a:cubicBezTo>
                    <a:cubicBezTo>
                      <a:pt x="1293" y="1587"/>
                      <a:pt x="1554" y="1455"/>
                      <a:pt x="1690" y="1214"/>
                    </a:cubicBezTo>
                    <a:cubicBezTo>
                      <a:pt x="1899" y="847"/>
                      <a:pt x="1737" y="346"/>
                      <a:pt x="1335" y="122"/>
                    </a:cubicBezTo>
                    <a:cubicBezTo>
                      <a:pt x="1191" y="39"/>
                      <a:pt x="1037" y="0"/>
                      <a:pt x="88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35"/>
              <p:cNvSpPr/>
              <p:nvPr/>
            </p:nvSpPr>
            <p:spPr>
              <a:xfrm>
                <a:off x="4462809" y="4267949"/>
                <a:ext cx="107445" cy="86374"/>
              </a:xfrm>
              <a:custGeom>
                <a:avLst/>
                <a:gdLst/>
                <a:ahLst/>
                <a:cxnLst/>
                <a:rect l="l" t="t" r="r" b="b"/>
                <a:pathLst>
                  <a:path w="2315" h="1861" extrusionOk="0">
                    <a:moveTo>
                      <a:pt x="564" y="0"/>
                    </a:moveTo>
                    <a:cubicBezTo>
                      <a:pt x="143" y="270"/>
                      <a:pt x="1" y="1254"/>
                      <a:pt x="722" y="1701"/>
                    </a:cubicBezTo>
                    <a:cubicBezTo>
                      <a:pt x="895" y="1812"/>
                      <a:pt x="1085" y="1860"/>
                      <a:pt x="1270" y="1860"/>
                    </a:cubicBezTo>
                    <a:cubicBezTo>
                      <a:pt x="1758" y="1860"/>
                      <a:pt x="2223" y="1526"/>
                      <a:pt x="2315" y="1107"/>
                    </a:cubicBezTo>
                    <a:cubicBezTo>
                      <a:pt x="2185" y="1045"/>
                      <a:pt x="2068" y="1026"/>
                      <a:pt x="1973" y="1026"/>
                    </a:cubicBezTo>
                    <a:cubicBezTo>
                      <a:pt x="1818" y="1026"/>
                      <a:pt x="1721" y="1076"/>
                      <a:pt x="1721" y="1076"/>
                    </a:cubicBezTo>
                    <a:cubicBezTo>
                      <a:pt x="1721" y="1076"/>
                      <a:pt x="1898" y="772"/>
                      <a:pt x="1671" y="336"/>
                    </a:cubicBezTo>
                    <a:cubicBezTo>
                      <a:pt x="1609" y="319"/>
                      <a:pt x="1546" y="311"/>
                      <a:pt x="1486" y="311"/>
                    </a:cubicBezTo>
                    <a:cubicBezTo>
                      <a:pt x="1155" y="311"/>
                      <a:pt x="869" y="529"/>
                      <a:pt x="869" y="529"/>
                    </a:cubicBezTo>
                    <a:cubicBezTo>
                      <a:pt x="869" y="529"/>
                      <a:pt x="757" y="143"/>
                      <a:pt x="56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062" name="Google Shape;1062;p35"/>
          <p:cNvGrpSpPr/>
          <p:nvPr/>
        </p:nvGrpSpPr>
        <p:grpSpPr>
          <a:xfrm>
            <a:off x="1098875" y="3487765"/>
            <a:ext cx="1022400" cy="1399860"/>
            <a:chOff x="1098875" y="3291815"/>
            <a:chExt cx="1022400" cy="1399860"/>
          </a:xfrm>
        </p:grpSpPr>
        <p:sp>
          <p:nvSpPr>
            <p:cNvPr id="1063" name="Google Shape;1063;p35"/>
            <p:cNvSpPr/>
            <p:nvPr/>
          </p:nvSpPr>
          <p:spPr>
            <a:xfrm>
              <a:off x="1098875" y="4499075"/>
              <a:ext cx="1022400" cy="192600"/>
            </a:xfrm>
            <a:prstGeom prst="ellipse">
              <a:avLst/>
            </a:prstGeom>
            <a:solidFill>
              <a:schemeClr val="dk1">
                <a:alpha val="532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64" name="Google Shape;1064;p35"/>
            <p:cNvGrpSpPr/>
            <p:nvPr/>
          </p:nvGrpSpPr>
          <p:grpSpPr>
            <a:xfrm>
              <a:off x="1174667" y="3291815"/>
              <a:ext cx="731618" cy="1316748"/>
              <a:chOff x="3273825" y="4053104"/>
              <a:chExt cx="418593" cy="753375"/>
            </a:xfrm>
          </p:grpSpPr>
          <p:sp>
            <p:nvSpPr>
              <p:cNvPr id="1065" name="Google Shape;1065;p35"/>
              <p:cNvSpPr/>
              <p:nvPr/>
            </p:nvSpPr>
            <p:spPr>
              <a:xfrm>
                <a:off x="3273825" y="4546149"/>
                <a:ext cx="169406" cy="171541"/>
              </a:xfrm>
              <a:custGeom>
                <a:avLst/>
                <a:gdLst/>
                <a:ahLst/>
                <a:cxnLst/>
                <a:rect l="l" t="t" r="r" b="b"/>
                <a:pathLst>
                  <a:path w="3650" h="3696" extrusionOk="0">
                    <a:moveTo>
                      <a:pt x="1867" y="0"/>
                    </a:moveTo>
                    <a:cubicBezTo>
                      <a:pt x="837" y="0"/>
                      <a:pt x="0" y="818"/>
                      <a:pt x="0" y="1848"/>
                    </a:cubicBezTo>
                    <a:cubicBezTo>
                      <a:pt x="0" y="2858"/>
                      <a:pt x="837" y="3695"/>
                      <a:pt x="1867" y="3695"/>
                    </a:cubicBezTo>
                    <a:cubicBezTo>
                      <a:pt x="2716" y="3695"/>
                      <a:pt x="3441" y="3101"/>
                      <a:pt x="3649" y="2314"/>
                    </a:cubicBezTo>
                    <a:lnTo>
                      <a:pt x="2862" y="2314"/>
                    </a:lnTo>
                    <a:cubicBezTo>
                      <a:pt x="2685" y="2685"/>
                      <a:pt x="2299" y="2955"/>
                      <a:pt x="1867" y="2955"/>
                    </a:cubicBezTo>
                    <a:cubicBezTo>
                      <a:pt x="1254" y="2955"/>
                      <a:pt x="756" y="2457"/>
                      <a:pt x="756" y="1848"/>
                    </a:cubicBezTo>
                    <a:cubicBezTo>
                      <a:pt x="756" y="1238"/>
                      <a:pt x="1254" y="737"/>
                      <a:pt x="1867" y="737"/>
                    </a:cubicBezTo>
                    <a:cubicBezTo>
                      <a:pt x="2218" y="737"/>
                      <a:pt x="2542" y="914"/>
                      <a:pt x="2750" y="1188"/>
                    </a:cubicBezTo>
                    <a:lnTo>
                      <a:pt x="3583" y="1188"/>
                    </a:lnTo>
                    <a:cubicBezTo>
                      <a:pt x="3329" y="498"/>
                      <a:pt x="2654" y="0"/>
                      <a:pt x="186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35"/>
              <p:cNvSpPr/>
              <p:nvPr/>
            </p:nvSpPr>
            <p:spPr>
              <a:xfrm>
                <a:off x="3292436" y="4566199"/>
                <a:ext cx="79876" cy="131440"/>
              </a:xfrm>
              <a:custGeom>
                <a:avLst/>
                <a:gdLst/>
                <a:ahLst/>
                <a:cxnLst/>
                <a:rect l="l" t="t" r="r" b="b"/>
                <a:pathLst>
                  <a:path w="1721" h="2832" extrusionOk="0">
                    <a:moveTo>
                      <a:pt x="1431" y="0"/>
                    </a:moveTo>
                    <a:cubicBezTo>
                      <a:pt x="645" y="0"/>
                      <a:pt x="0" y="629"/>
                      <a:pt x="0" y="1416"/>
                    </a:cubicBezTo>
                    <a:cubicBezTo>
                      <a:pt x="0" y="2203"/>
                      <a:pt x="645" y="2831"/>
                      <a:pt x="1431" y="2831"/>
                    </a:cubicBezTo>
                    <a:cubicBezTo>
                      <a:pt x="1528" y="2831"/>
                      <a:pt x="1624" y="2831"/>
                      <a:pt x="1721" y="2797"/>
                    </a:cubicBezTo>
                    <a:cubicBezTo>
                      <a:pt x="1705" y="2700"/>
                      <a:pt x="1674" y="2604"/>
                      <a:pt x="1659" y="2507"/>
                    </a:cubicBezTo>
                    <a:cubicBezTo>
                      <a:pt x="1593" y="2507"/>
                      <a:pt x="1528" y="2523"/>
                      <a:pt x="1466" y="2523"/>
                    </a:cubicBezTo>
                    <a:cubicBezTo>
                      <a:pt x="853" y="2523"/>
                      <a:pt x="355" y="2025"/>
                      <a:pt x="355" y="1416"/>
                    </a:cubicBezTo>
                    <a:cubicBezTo>
                      <a:pt x="355" y="806"/>
                      <a:pt x="853" y="305"/>
                      <a:pt x="1466" y="305"/>
                    </a:cubicBezTo>
                    <a:cubicBezTo>
                      <a:pt x="1512" y="305"/>
                      <a:pt x="1563" y="305"/>
                      <a:pt x="1593" y="324"/>
                    </a:cubicBezTo>
                    <a:lnTo>
                      <a:pt x="1593" y="0"/>
                    </a:lnTo>
                    <a:close/>
                  </a:path>
                </a:pathLst>
              </a:custGeom>
              <a:solidFill>
                <a:srgbClr val="2E44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35"/>
              <p:cNvSpPr/>
              <p:nvPr/>
            </p:nvSpPr>
            <p:spPr>
              <a:xfrm>
                <a:off x="3511733" y="4120263"/>
                <a:ext cx="166528" cy="202126"/>
              </a:xfrm>
              <a:custGeom>
                <a:avLst/>
                <a:gdLst/>
                <a:ahLst/>
                <a:cxnLst/>
                <a:rect l="l" t="t" r="r" b="b"/>
                <a:pathLst>
                  <a:path w="3588" h="4355" extrusionOk="0">
                    <a:moveTo>
                      <a:pt x="2831" y="0"/>
                    </a:moveTo>
                    <a:cubicBezTo>
                      <a:pt x="2430" y="0"/>
                      <a:pt x="2091" y="336"/>
                      <a:pt x="2091" y="752"/>
                    </a:cubicBezTo>
                    <a:lnTo>
                      <a:pt x="2091" y="2665"/>
                    </a:lnTo>
                    <a:cubicBezTo>
                      <a:pt x="2091" y="2777"/>
                      <a:pt x="1994" y="2858"/>
                      <a:pt x="1883" y="2858"/>
                    </a:cubicBezTo>
                    <a:lnTo>
                      <a:pt x="756" y="2858"/>
                    </a:lnTo>
                    <a:cubicBezTo>
                      <a:pt x="340" y="2858"/>
                      <a:pt x="0" y="3198"/>
                      <a:pt x="0" y="3614"/>
                    </a:cubicBezTo>
                    <a:cubicBezTo>
                      <a:pt x="0" y="4031"/>
                      <a:pt x="340" y="4355"/>
                      <a:pt x="756" y="4355"/>
                    </a:cubicBezTo>
                    <a:lnTo>
                      <a:pt x="1883" y="4355"/>
                    </a:lnTo>
                    <a:cubicBezTo>
                      <a:pt x="2816" y="4355"/>
                      <a:pt x="3587" y="3599"/>
                      <a:pt x="3587" y="2665"/>
                    </a:cubicBezTo>
                    <a:lnTo>
                      <a:pt x="3587" y="752"/>
                    </a:lnTo>
                    <a:cubicBezTo>
                      <a:pt x="3587" y="336"/>
                      <a:pt x="3248" y="0"/>
                      <a:pt x="283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35"/>
              <p:cNvSpPr/>
              <p:nvPr/>
            </p:nvSpPr>
            <p:spPr>
              <a:xfrm>
                <a:off x="3376024" y="4214249"/>
                <a:ext cx="188713" cy="184954"/>
              </a:xfrm>
              <a:custGeom>
                <a:avLst/>
                <a:gdLst/>
                <a:ahLst/>
                <a:cxnLst/>
                <a:rect l="l" t="t" r="r" b="b"/>
                <a:pathLst>
                  <a:path w="4066" h="3985" extrusionOk="0">
                    <a:moveTo>
                      <a:pt x="757" y="0"/>
                    </a:moveTo>
                    <a:cubicBezTo>
                      <a:pt x="340" y="0"/>
                      <a:pt x="1" y="336"/>
                      <a:pt x="1" y="752"/>
                    </a:cubicBezTo>
                    <a:lnTo>
                      <a:pt x="1" y="2233"/>
                    </a:lnTo>
                    <a:cubicBezTo>
                      <a:pt x="1" y="3198"/>
                      <a:pt x="787" y="3985"/>
                      <a:pt x="1767" y="3985"/>
                    </a:cubicBezTo>
                    <a:lnTo>
                      <a:pt x="3329" y="3985"/>
                    </a:lnTo>
                    <a:cubicBezTo>
                      <a:pt x="3730" y="3985"/>
                      <a:pt x="4066" y="3664"/>
                      <a:pt x="4066" y="3244"/>
                    </a:cubicBezTo>
                    <a:cubicBezTo>
                      <a:pt x="4066" y="2827"/>
                      <a:pt x="3730" y="2488"/>
                      <a:pt x="3329" y="2488"/>
                    </a:cubicBezTo>
                    <a:lnTo>
                      <a:pt x="1767" y="2488"/>
                    </a:lnTo>
                    <a:cubicBezTo>
                      <a:pt x="1624" y="2488"/>
                      <a:pt x="1497" y="2376"/>
                      <a:pt x="1497" y="2233"/>
                    </a:cubicBezTo>
                    <a:lnTo>
                      <a:pt x="1497" y="752"/>
                    </a:lnTo>
                    <a:cubicBezTo>
                      <a:pt x="1497" y="336"/>
                      <a:pt x="1158" y="0"/>
                      <a:pt x="75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35"/>
              <p:cNvSpPr/>
              <p:nvPr/>
            </p:nvSpPr>
            <p:spPr>
              <a:xfrm>
                <a:off x="3481287" y="4120959"/>
                <a:ext cx="98487" cy="345355"/>
              </a:xfrm>
              <a:custGeom>
                <a:avLst/>
                <a:gdLst/>
                <a:ahLst/>
                <a:cxnLst/>
                <a:rect l="l" t="t" r="r" b="b"/>
                <a:pathLst>
                  <a:path w="2122" h="7441" extrusionOk="0">
                    <a:moveTo>
                      <a:pt x="1061" y="1"/>
                    </a:moveTo>
                    <a:cubicBezTo>
                      <a:pt x="915" y="1"/>
                      <a:pt x="787" y="32"/>
                      <a:pt x="656" y="82"/>
                    </a:cubicBezTo>
                    <a:cubicBezTo>
                      <a:pt x="271" y="240"/>
                      <a:pt x="1" y="610"/>
                      <a:pt x="1" y="1061"/>
                    </a:cubicBezTo>
                    <a:lnTo>
                      <a:pt x="1" y="7294"/>
                    </a:lnTo>
                    <a:cubicBezTo>
                      <a:pt x="1" y="7375"/>
                      <a:pt x="62" y="7441"/>
                      <a:pt x="143" y="7441"/>
                    </a:cubicBezTo>
                    <a:lnTo>
                      <a:pt x="1975" y="7441"/>
                    </a:lnTo>
                    <a:cubicBezTo>
                      <a:pt x="2056" y="7441"/>
                      <a:pt x="2122" y="7375"/>
                      <a:pt x="2122" y="7294"/>
                    </a:cubicBezTo>
                    <a:lnTo>
                      <a:pt x="2122" y="1061"/>
                    </a:lnTo>
                    <a:cubicBezTo>
                      <a:pt x="2122" y="772"/>
                      <a:pt x="1991" y="498"/>
                      <a:pt x="1798" y="305"/>
                    </a:cubicBezTo>
                    <a:cubicBezTo>
                      <a:pt x="1605" y="113"/>
                      <a:pt x="1351" y="1"/>
                      <a:pt x="106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1070;p35"/>
              <p:cNvSpPr/>
              <p:nvPr/>
            </p:nvSpPr>
            <p:spPr>
              <a:xfrm>
                <a:off x="3481287" y="4124719"/>
                <a:ext cx="30493" cy="341596"/>
              </a:xfrm>
              <a:custGeom>
                <a:avLst/>
                <a:gdLst/>
                <a:ahLst/>
                <a:cxnLst/>
                <a:rect l="l" t="t" r="r" b="b"/>
                <a:pathLst>
                  <a:path w="657" h="7360" extrusionOk="0">
                    <a:moveTo>
                      <a:pt x="656" y="1"/>
                    </a:moveTo>
                    <a:cubicBezTo>
                      <a:pt x="271" y="159"/>
                      <a:pt x="1" y="529"/>
                      <a:pt x="1" y="980"/>
                    </a:cubicBezTo>
                    <a:lnTo>
                      <a:pt x="1" y="7213"/>
                    </a:lnTo>
                    <a:cubicBezTo>
                      <a:pt x="1" y="7294"/>
                      <a:pt x="62" y="7360"/>
                      <a:pt x="143" y="7360"/>
                    </a:cubicBezTo>
                    <a:lnTo>
                      <a:pt x="656" y="7360"/>
                    </a:lnTo>
                    <a:lnTo>
                      <a:pt x="6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1071;p35"/>
              <p:cNvSpPr/>
              <p:nvPr/>
            </p:nvSpPr>
            <p:spPr>
              <a:xfrm>
                <a:off x="3376767" y="4441580"/>
                <a:ext cx="304373" cy="159752"/>
              </a:xfrm>
              <a:custGeom>
                <a:avLst/>
                <a:gdLst/>
                <a:ahLst/>
                <a:cxnLst/>
                <a:rect l="l" t="t" r="r" b="b"/>
                <a:pathLst>
                  <a:path w="6558" h="3442" extrusionOk="0">
                    <a:moveTo>
                      <a:pt x="3375" y="1"/>
                    </a:moveTo>
                    <a:cubicBezTo>
                      <a:pt x="2299" y="1"/>
                      <a:pt x="1481" y="386"/>
                      <a:pt x="903" y="772"/>
                    </a:cubicBezTo>
                    <a:cubicBezTo>
                      <a:pt x="305" y="1193"/>
                      <a:pt x="0" y="1624"/>
                      <a:pt x="0" y="1624"/>
                    </a:cubicBezTo>
                    <a:lnTo>
                      <a:pt x="3954" y="3441"/>
                    </a:lnTo>
                    <a:lnTo>
                      <a:pt x="6557" y="1624"/>
                    </a:lnTo>
                    <a:cubicBezTo>
                      <a:pt x="6557" y="1624"/>
                      <a:pt x="6364" y="1289"/>
                      <a:pt x="5932" y="919"/>
                    </a:cubicBezTo>
                    <a:cubicBezTo>
                      <a:pt x="5415" y="483"/>
                      <a:pt x="4582" y="1"/>
                      <a:pt x="33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1072;p35"/>
              <p:cNvSpPr/>
              <p:nvPr/>
            </p:nvSpPr>
            <p:spPr>
              <a:xfrm>
                <a:off x="3386421" y="4477411"/>
                <a:ext cx="286458" cy="65720"/>
              </a:xfrm>
              <a:custGeom>
                <a:avLst/>
                <a:gdLst/>
                <a:ahLst/>
                <a:cxnLst/>
                <a:rect l="l" t="t" r="r" b="b"/>
                <a:pathLst>
                  <a:path w="6172" h="1416" extrusionOk="0">
                    <a:moveTo>
                      <a:pt x="695" y="0"/>
                    </a:moveTo>
                    <a:cubicBezTo>
                      <a:pt x="386" y="228"/>
                      <a:pt x="147" y="451"/>
                      <a:pt x="0" y="613"/>
                    </a:cubicBezTo>
                    <a:lnTo>
                      <a:pt x="1304" y="613"/>
                    </a:lnTo>
                    <a:lnTo>
                      <a:pt x="2669" y="1126"/>
                    </a:lnTo>
                    <a:lnTo>
                      <a:pt x="3587" y="868"/>
                    </a:lnTo>
                    <a:lnTo>
                      <a:pt x="4694" y="1416"/>
                    </a:lnTo>
                    <a:lnTo>
                      <a:pt x="5902" y="613"/>
                    </a:lnTo>
                    <a:lnTo>
                      <a:pt x="6172" y="613"/>
                    </a:lnTo>
                    <a:cubicBezTo>
                      <a:pt x="6075" y="482"/>
                      <a:pt x="5917" y="309"/>
                      <a:pt x="5724" y="147"/>
                    </a:cubicBezTo>
                    <a:cubicBezTo>
                      <a:pt x="4918" y="355"/>
                      <a:pt x="4166" y="436"/>
                      <a:pt x="3491" y="436"/>
                    </a:cubicBezTo>
                    <a:cubicBezTo>
                      <a:pt x="2237" y="436"/>
                      <a:pt x="1223" y="178"/>
                      <a:pt x="6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1073;p35"/>
              <p:cNvSpPr/>
              <p:nvPr/>
            </p:nvSpPr>
            <p:spPr>
              <a:xfrm>
                <a:off x="3366371" y="4505862"/>
                <a:ext cx="326048" cy="300614"/>
              </a:xfrm>
              <a:custGeom>
                <a:avLst/>
                <a:gdLst/>
                <a:ahLst/>
                <a:cxnLst/>
                <a:rect l="l" t="t" r="r" b="b"/>
                <a:pathLst>
                  <a:path w="7025" h="6477" extrusionOk="0">
                    <a:moveTo>
                      <a:pt x="0" y="0"/>
                    </a:moveTo>
                    <a:lnTo>
                      <a:pt x="0" y="3198"/>
                    </a:lnTo>
                    <a:cubicBezTo>
                      <a:pt x="0" y="3807"/>
                      <a:pt x="178" y="4386"/>
                      <a:pt x="467" y="4868"/>
                    </a:cubicBezTo>
                    <a:cubicBezTo>
                      <a:pt x="1046" y="5832"/>
                      <a:pt x="2091" y="6476"/>
                      <a:pt x="3294" y="6476"/>
                    </a:cubicBezTo>
                    <a:lnTo>
                      <a:pt x="3746" y="6476"/>
                    </a:lnTo>
                    <a:cubicBezTo>
                      <a:pt x="5080" y="6476"/>
                      <a:pt x="6218" y="5690"/>
                      <a:pt x="6735" y="4563"/>
                    </a:cubicBezTo>
                    <a:cubicBezTo>
                      <a:pt x="6928" y="4147"/>
                      <a:pt x="7024" y="3680"/>
                      <a:pt x="7024" y="3198"/>
                    </a:cubicBezTo>
                    <a:lnTo>
                      <a:pt x="7024" y="0"/>
                    </a:lnTo>
                    <a:lnTo>
                      <a:pt x="6334" y="0"/>
                    </a:lnTo>
                    <a:lnTo>
                      <a:pt x="5126" y="803"/>
                    </a:lnTo>
                    <a:lnTo>
                      <a:pt x="4019" y="255"/>
                    </a:lnTo>
                    <a:lnTo>
                      <a:pt x="3101" y="513"/>
                    </a:lnTo>
                    <a:lnTo>
                      <a:pt x="173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1074;p35"/>
              <p:cNvSpPr/>
              <p:nvPr/>
            </p:nvSpPr>
            <p:spPr>
              <a:xfrm>
                <a:off x="3388045" y="4717645"/>
                <a:ext cx="290914" cy="88834"/>
              </a:xfrm>
              <a:custGeom>
                <a:avLst/>
                <a:gdLst/>
                <a:ahLst/>
                <a:cxnLst/>
                <a:rect l="l" t="t" r="r" b="b"/>
                <a:pathLst>
                  <a:path w="6268" h="1914" extrusionOk="0">
                    <a:moveTo>
                      <a:pt x="6268" y="0"/>
                    </a:moveTo>
                    <a:lnTo>
                      <a:pt x="6268" y="0"/>
                    </a:lnTo>
                    <a:cubicBezTo>
                      <a:pt x="4146" y="112"/>
                      <a:pt x="1527" y="243"/>
                      <a:pt x="0" y="305"/>
                    </a:cubicBezTo>
                    <a:cubicBezTo>
                      <a:pt x="579" y="1269"/>
                      <a:pt x="1624" y="1913"/>
                      <a:pt x="2827" y="1913"/>
                    </a:cubicBezTo>
                    <a:lnTo>
                      <a:pt x="3279" y="1913"/>
                    </a:lnTo>
                    <a:cubicBezTo>
                      <a:pt x="4613" y="1913"/>
                      <a:pt x="5751" y="1127"/>
                      <a:pt x="6268" y="0"/>
                    </a:cubicBezTo>
                    <a:close/>
                  </a:path>
                </a:pathLst>
              </a:custGeom>
              <a:solidFill>
                <a:schemeClr val="accent3">
                  <a:alpha val="316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1075;p35"/>
              <p:cNvSpPr/>
              <p:nvPr/>
            </p:nvSpPr>
            <p:spPr>
              <a:xfrm>
                <a:off x="3519252" y="4578916"/>
                <a:ext cx="91850" cy="113339"/>
              </a:xfrm>
              <a:custGeom>
                <a:avLst/>
                <a:gdLst/>
                <a:ahLst/>
                <a:cxnLst/>
                <a:rect l="l" t="t" r="r" b="b"/>
                <a:pathLst>
                  <a:path w="1979" h="2442" extrusionOk="0">
                    <a:moveTo>
                      <a:pt x="980" y="0"/>
                    </a:moveTo>
                    <a:cubicBezTo>
                      <a:pt x="436" y="0"/>
                      <a:pt x="0" y="548"/>
                      <a:pt x="0" y="1223"/>
                    </a:cubicBezTo>
                    <a:cubicBezTo>
                      <a:pt x="0" y="1898"/>
                      <a:pt x="436" y="2442"/>
                      <a:pt x="980" y="2442"/>
                    </a:cubicBezTo>
                    <a:cubicBezTo>
                      <a:pt x="1528" y="2442"/>
                      <a:pt x="1979" y="1898"/>
                      <a:pt x="1979" y="1223"/>
                    </a:cubicBezTo>
                    <a:cubicBezTo>
                      <a:pt x="1979" y="548"/>
                      <a:pt x="1528" y="0"/>
                      <a:pt x="9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1076;p35"/>
              <p:cNvSpPr/>
              <p:nvPr/>
            </p:nvSpPr>
            <p:spPr>
              <a:xfrm>
                <a:off x="3532665" y="4596089"/>
                <a:ext cx="64142" cy="79180"/>
              </a:xfrm>
              <a:custGeom>
                <a:avLst/>
                <a:gdLst/>
                <a:ahLst/>
                <a:cxnLst/>
                <a:rect l="l" t="t" r="r" b="b"/>
                <a:pathLst>
                  <a:path w="1382" h="1706" extrusionOk="0">
                    <a:moveTo>
                      <a:pt x="691" y="0"/>
                    </a:moveTo>
                    <a:cubicBezTo>
                      <a:pt x="321" y="0"/>
                      <a:pt x="1" y="386"/>
                      <a:pt x="1" y="853"/>
                    </a:cubicBezTo>
                    <a:cubicBezTo>
                      <a:pt x="1" y="1335"/>
                      <a:pt x="321" y="1705"/>
                      <a:pt x="691" y="1705"/>
                    </a:cubicBezTo>
                    <a:cubicBezTo>
                      <a:pt x="1077" y="1705"/>
                      <a:pt x="1381" y="1335"/>
                      <a:pt x="1381" y="853"/>
                    </a:cubicBezTo>
                    <a:cubicBezTo>
                      <a:pt x="1381" y="386"/>
                      <a:pt x="1077" y="0"/>
                      <a:pt x="69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 name="Google Shape;1077;p35"/>
              <p:cNvSpPr/>
              <p:nvPr/>
            </p:nvSpPr>
            <p:spPr>
              <a:xfrm>
                <a:off x="3501337" y="4053104"/>
                <a:ext cx="79180" cy="72404"/>
              </a:xfrm>
              <a:custGeom>
                <a:avLst/>
                <a:gdLst/>
                <a:ahLst/>
                <a:cxnLst/>
                <a:rect l="l" t="t" r="r" b="b"/>
                <a:pathLst>
                  <a:path w="1706" h="1560" extrusionOk="0">
                    <a:moveTo>
                      <a:pt x="853" y="1"/>
                    </a:moveTo>
                    <a:cubicBezTo>
                      <a:pt x="371" y="1"/>
                      <a:pt x="1" y="352"/>
                      <a:pt x="1" y="772"/>
                    </a:cubicBezTo>
                    <a:cubicBezTo>
                      <a:pt x="1" y="1204"/>
                      <a:pt x="371" y="1559"/>
                      <a:pt x="853" y="1559"/>
                    </a:cubicBezTo>
                    <a:cubicBezTo>
                      <a:pt x="1320" y="1559"/>
                      <a:pt x="1705" y="1204"/>
                      <a:pt x="1705" y="772"/>
                    </a:cubicBezTo>
                    <a:cubicBezTo>
                      <a:pt x="1705" y="352"/>
                      <a:pt x="1320" y="1"/>
                      <a:pt x="85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1078;p35"/>
              <p:cNvSpPr/>
              <p:nvPr/>
            </p:nvSpPr>
            <p:spPr>
              <a:xfrm>
                <a:off x="3482726" y="4060437"/>
                <a:ext cx="114825" cy="77787"/>
              </a:xfrm>
              <a:custGeom>
                <a:avLst/>
                <a:gdLst/>
                <a:ahLst/>
                <a:cxnLst/>
                <a:rect l="l" t="t" r="r" b="b"/>
                <a:pathLst>
                  <a:path w="2474" h="1676" extrusionOk="0">
                    <a:moveTo>
                      <a:pt x="1350" y="1"/>
                    </a:moveTo>
                    <a:cubicBezTo>
                      <a:pt x="949" y="97"/>
                      <a:pt x="756" y="564"/>
                      <a:pt x="756" y="564"/>
                    </a:cubicBezTo>
                    <a:cubicBezTo>
                      <a:pt x="756" y="564"/>
                      <a:pt x="467" y="290"/>
                      <a:pt x="224" y="259"/>
                    </a:cubicBezTo>
                    <a:lnTo>
                      <a:pt x="224" y="259"/>
                    </a:lnTo>
                    <a:cubicBezTo>
                      <a:pt x="0" y="691"/>
                      <a:pt x="371" y="1625"/>
                      <a:pt x="1223" y="1675"/>
                    </a:cubicBezTo>
                    <a:cubicBezTo>
                      <a:pt x="1237" y="1676"/>
                      <a:pt x="1251" y="1676"/>
                      <a:pt x="1265" y="1676"/>
                    </a:cubicBezTo>
                    <a:cubicBezTo>
                      <a:pt x="1965" y="1676"/>
                      <a:pt x="2473" y="923"/>
                      <a:pt x="2299" y="356"/>
                    </a:cubicBezTo>
                    <a:lnTo>
                      <a:pt x="2299" y="356"/>
                    </a:lnTo>
                    <a:cubicBezTo>
                      <a:pt x="1929" y="387"/>
                      <a:pt x="1767" y="630"/>
                      <a:pt x="1767" y="630"/>
                    </a:cubicBezTo>
                    <a:cubicBezTo>
                      <a:pt x="1767" y="630"/>
                      <a:pt x="1767" y="275"/>
                      <a:pt x="135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35"/>
              <p:cNvSpPr/>
              <p:nvPr/>
            </p:nvSpPr>
            <p:spPr>
              <a:xfrm>
                <a:off x="3367810" y="4256671"/>
                <a:ext cx="17915" cy="3806"/>
              </a:xfrm>
              <a:custGeom>
                <a:avLst/>
                <a:gdLst/>
                <a:ahLst/>
                <a:cxnLst/>
                <a:rect l="l" t="t" r="r" b="b"/>
                <a:pathLst>
                  <a:path w="386" h="82" extrusionOk="0">
                    <a:moveTo>
                      <a:pt x="35" y="0"/>
                    </a:moveTo>
                    <a:cubicBezTo>
                      <a:pt x="16" y="0"/>
                      <a:pt x="0" y="16"/>
                      <a:pt x="0" y="31"/>
                    </a:cubicBezTo>
                    <a:cubicBezTo>
                      <a:pt x="0" y="66"/>
                      <a:pt x="16" y="81"/>
                      <a:pt x="35" y="81"/>
                    </a:cubicBezTo>
                    <a:lnTo>
                      <a:pt x="355" y="81"/>
                    </a:lnTo>
                    <a:cubicBezTo>
                      <a:pt x="370" y="81"/>
                      <a:pt x="386" y="66"/>
                      <a:pt x="386" y="31"/>
                    </a:cubicBezTo>
                    <a:cubicBezTo>
                      <a:pt x="386" y="16"/>
                      <a:pt x="370" y="0"/>
                      <a:pt x="35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80;p35"/>
              <p:cNvSpPr/>
              <p:nvPr/>
            </p:nvSpPr>
            <p:spPr>
              <a:xfrm>
                <a:off x="3432044" y="4239498"/>
                <a:ext cx="17962" cy="3063"/>
              </a:xfrm>
              <a:custGeom>
                <a:avLst/>
                <a:gdLst/>
                <a:ahLst/>
                <a:cxnLst/>
                <a:rect l="l" t="t" r="r" b="b"/>
                <a:pathLst>
                  <a:path w="387" h="66" extrusionOk="0">
                    <a:moveTo>
                      <a:pt x="32" y="0"/>
                    </a:moveTo>
                    <a:cubicBezTo>
                      <a:pt x="16" y="0"/>
                      <a:pt x="1" y="15"/>
                      <a:pt x="1" y="35"/>
                    </a:cubicBezTo>
                    <a:cubicBezTo>
                      <a:pt x="1" y="50"/>
                      <a:pt x="16" y="66"/>
                      <a:pt x="32" y="66"/>
                    </a:cubicBezTo>
                    <a:lnTo>
                      <a:pt x="336" y="66"/>
                    </a:lnTo>
                    <a:cubicBezTo>
                      <a:pt x="367" y="66"/>
                      <a:pt x="387" y="50"/>
                      <a:pt x="387" y="35"/>
                    </a:cubicBezTo>
                    <a:cubicBezTo>
                      <a:pt x="387" y="15"/>
                      <a:pt x="367" y="0"/>
                      <a:pt x="3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35"/>
              <p:cNvSpPr/>
              <p:nvPr/>
            </p:nvSpPr>
            <p:spPr>
              <a:xfrm>
                <a:off x="3367810" y="4295519"/>
                <a:ext cx="17915" cy="6683"/>
              </a:xfrm>
              <a:custGeom>
                <a:avLst/>
                <a:gdLst/>
                <a:ahLst/>
                <a:cxnLst/>
                <a:rect l="l" t="t" r="r" b="b"/>
                <a:pathLst>
                  <a:path w="386" h="144" extrusionOk="0">
                    <a:moveTo>
                      <a:pt x="50" y="0"/>
                    </a:moveTo>
                    <a:cubicBezTo>
                      <a:pt x="35" y="0"/>
                      <a:pt x="16" y="0"/>
                      <a:pt x="16" y="31"/>
                    </a:cubicBezTo>
                    <a:cubicBezTo>
                      <a:pt x="0" y="47"/>
                      <a:pt x="16" y="62"/>
                      <a:pt x="35" y="62"/>
                    </a:cubicBezTo>
                    <a:lnTo>
                      <a:pt x="340" y="143"/>
                    </a:lnTo>
                    <a:cubicBezTo>
                      <a:pt x="355" y="143"/>
                      <a:pt x="370" y="143"/>
                      <a:pt x="386" y="128"/>
                    </a:cubicBezTo>
                    <a:cubicBezTo>
                      <a:pt x="386" y="97"/>
                      <a:pt x="370" y="81"/>
                      <a:pt x="355" y="81"/>
                    </a:cubicBezTo>
                    <a:lnTo>
                      <a:pt x="5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35"/>
              <p:cNvSpPr/>
              <p:nvPr/>
            </p:nvSpPr>
            <p:spPr>
              <a:xfrm>
                <a:off x="3416310" y="4284240"/>
                <a:ext cx="16523" cy="11325"/>
              </a:xfrm>
              <a:custGeom>
                <a:avLst/>
                <a:gdLst/>
                <a:ahLst/>
                <a:cxnLst/>
                <a:rect l="l" t="t" r="r" b="b"/>
                <a:pathLst>
                  <a:path w="356" h="244" extrusionOk="0">
                    <a:moveTo>
                      <a:pt x="66" y="0"/>
                    </a:moveTo>
                    <a:cubicBezTo>
                      <a:pt x="51" y="0"/>
                      <a:pt x="31" y="0"/>
                      <a:pt x="16" y="16"/>
                    </a:cubicBezTo>
                    <a:cubicBezTo>
                      <a:pt x="0" y="35"/>
                      <a:pt x="0" y="66"/>
                      <a:pt x="31" y="66"/>
                    </a:cubicBezTo>
                    <a:lnTo>
                      <a:pt x="290" y="228"/>
                    </a:lnTo>
                    <a:cubicBezTo>
                      <a:pt x="290" y="243"/>
                      <a:pt x="305" y="243"/>
                      <a:pt x="305" y="243"/>
                    </a:cubicBezTo>
                    <a:cubicBezTo>
                      <a:pt x="321" y="243"/>
                      <a:pt x="340" y="228"/>
                      <a:pt x="340" y="228"/>
                    </a:cubicBezTo>
                    <a:cubicBezTo>
                      <a:pt x="355" y="209"/>
                      <a:pt x="355" y="178"/>
                      <a:pt x="321" y="178"/>
                    </a:cubicBezTo>
                    <a:lnTo>
                      <a:pt x="6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35"/>
              <p:cNvSpPr/>
              <p:nvPr/>
            </p:nvSpPr>
            <p:spPr>
              <a:xfrm>
                <a:off x="3412551" y="4344995"/>
                <a:ext cx="12021" cy="15363"/>
              </a:xfrm>
              <a:custGeom>
                <a:avLst/>
                <a:gdLst/>
                <a:ahLst/>
                <a:cxnLst/>
                <a:rect l="l" t="t" r="r" b="b"/>
                <a:pathLst>
                  <a:path w="259" h="331" extrusionOk="0">
                    <a:moveTo>
                      <a:pt x="206" y="0"/>
                    </a:moveTo>
                    <a:cubicBezTo>
                      <a:pt x="196" y="0"/>
                      <a:pt x="187" y="8"/>
                      <a:pt x="178" y="26"/>
                    </a:cubicBezTo>
                    <a:lnTo>
                      <a:pt x="16" y="284"/>
                    </a:lnTo>
                    <a:cubicBezTo>
                      <a:pt x="0" y="300"/>
                      <a:pt x="0" y="315"/>
                      <a:pt x="16" y="331"/>
                    </a:cubicBezTo>
                    <a:lnTo>
                      <a:pt x="35" y="331"/>
                    </a:lnTo>
                    <a:cubicBezTo>
                      <a:pt x="51" y="331"/>
                      <a:pt x="66" y="331"/>
                      <a:pt x="66" y="315"/>
                    </a:cubicBezTo>
                    <a:lnTo>
                      <a:pt x="243" y="57"/>
                    </a:lnTo>
                    <a:cubicBezTo>
                      <a:pt x="259" y="41"/>
                      <a:pt x="243" y="26"/>
                      <a:pt x="228" y="10"/>
                    </a:cubicBezTo>
                    <a:cubicBezTo>
                      <a:pt x="220" y="4"/>
                      <a:pt x="213" y="0"/>
                      <a:pt x="20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 name="Google Shape;1084;p35"/>
              <p:cNvSpPr/>
              <p:nvPr/>
            </p:nvSpPr>
            <p:spPr>
              <a:xfrm>
                <a:off x="3441744" y="4266325"/>
                <a:ext cx="17915" cy="3110"/>
              </a:xfrm>
              <a:custGeom>
                <a:avLst/>
                <a:gdLst/>
                <a:ahLst/>
                <a:cxnLst/>
                <a:rect l="l" t="t" r="r" b="b"/>
                <a:pathLst>
                  <a:path w="386" h="67" extrusionOk="0">
                    <a:moveTo>
                      <a:pt x="31" y="1"/>
                    </a:moveTo>
                    <a:cubicBezTo>
                      <a:pt x="16" y="1"/>
                      <a:pt x="0" y="16"/>
                      <a:pt x="0" y="35"/>
                    </a:cubicBezTo>
                    <a:cubicBezTo>
                      <a:pt x="0" y="51"/>
                      <a:pt x="16" y="66"/>
                      <a:pt x="31" y="66"/>
                    </a:cubicBezTo>
                    <a:lnTo>
                      <a:pt x="336" y="66"/>
                    </a:lnTo>
                    <a:cubicBezTo>
                      <a:pt x="370" y="66"/>
                      <a:pt x="386" y="51"/>
                      <a:pt x="386" y="35"/>
                    </a:cubicBezTo>
                    <a:cubicBezTo>
                      <a:pt x="386" y="16"/>
                      <a:pt x="370" y="1"/>
                      <a:pt x="3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1085;p35"/>
              <p:cNvSpPr/>
              <p:nvPr/>
            </p:nvSpPr>
            <p:spPr>
              <a:xfrm>
                <a:off x="3367810" y="4335063"/>
                <a:ext cx="17915" cy="9004"/>
              </a:xfrm>
              <a:custGeom>
                <a:avLst/>
                <a:gdLst/>
                <a:ahLst/>
                <a:cxnLst/>
                <a:rect l="l" t="t" r="r" b="b"/>
                <a:pathLst>
                  <a:path w="386" h="194" extrusionOk="0">
                    <a:moveTo>
                      <a:pt x="324" y="1"/>
                    </a:moveTo>
                    <a:lnTo>
                      <a:pt x="35" y="113"/>
                    </a:lnTo>
                    <a:cubicBezTo>
                      <a:pt x="16" y="128"/>
                      <a:pt x="0" y="143"/>
                      <a:pt x="16" y="159"/>
                    </a:cubicBezTo>
                    <a:cubicBezTo>
                      <a:pt x="16" y="174"/>
                      <a:pt x="35" y="194"/>
                      <a:pt x="50" y="194"/>
                    </a:cubicBezTo>
                    <a:lnTo>
                      <a:pt x="66" y="174"/>
                    </a:lnTo>
                    <a:lnTo>
                      <a:pt x="355" y="62"/>
                    </a:lnTo>
                    <a:cubicBezTo>
                      <a:pt x="370" y="62"/>
                      <a:pt x="386" y="32"/>
                      <a:pt x="370" y="16"/>
                    </a:cubicBezTo>
                    <a:cubicBezTo>
                      <a:pt x="370" y="1"/>
                      <a:pt x="340" y="1"/>
                      <a:pt x="32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1086;p35"/>
              <p:cNvSpPr/>
              <p:nvPr/>
            </p:nvSpPr>
            <p:spPr>
              <a:xfrm>
                <a:off x="3405914" y="4385003"/>
                <a:ext cx="17265" cy="9004"/>
              </a:xfrm>
              <a:custGeom>
                <a:avLst/>
                <a:gdLst/>
                <a:ahLst/>
                <a:cxnLst/>
                <a:rect l="l" t="t" r="r" b="b"/>
                <a:pathLst>
                  <a:path w="372" h="194" extrusionOk="0">
                    <a:moveTo>
                      <a:pt x="321" y="1"/>
                    </a:moveTo>
                    <a:lnTo>
                      <a:pt x="32" y="113"/>
                    </a:lnTo>
                    <a:cubicBezTo>
                      <a:pt x="1" y="128"/>
                      <a:pt x="1" y="144"/>
                      <a:pt x="1" y="159"/>
                    </a:cubicBezTo>
                    <a:cubicBezTo>
                      <a:pt x="16" y="178"/>
                      <a:pt x="32" y="194"/>
                      <a:pt x="47" y="194"/>
                    </a:cubicBezTo>
                    <a:lnTo>
                      <a:pt x="336" y="82"/>
                    </a:lnTo>
                    <a:cubicBezTo>
                      <a:pt x="371" y="63"/>
                      <a:pt x="371" y="47"/>
                      <a:pt x="371" y="32"/>
                    </a:cubicBezTo>
                    <a:cubicBezTo>
                      <a:pt x="352" y="1"/>
                      <a:pt x="336" y="1"/>
                      <a:pt x="32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1087;p35"/>
              <p:cNvSpPr/>
              <p:nvPr/>
            </p:nvSpPr>
            <p:spPr>
              <a:xfrm>
                <a:off x="3417006" y="4202971"/>
                <a:ext cx="6173" cy="17915"/>
              </a:xfrm>
              <a:custGeom>
                <a:avLst/>
                <a:gdLst/>
                <a:ahLst/>
                <a:cxnLst/>
                <a:rect l="l" t="t" r="r" b="b"/>
                <a:pathLst>
                  <a:path w="133" h="386" extrusionOk="0">
                    <a:moveTo>
                      <a:pt x="97" y="0"/>
                    </a:moveTo>
                    <a:cubicBezTo>
                      <a:pt x="82" y="0"/>
                      <a:pt x="66" y="16"/>
                      <a:pt x="51" y="31"/>
                    </a:cubicBezTo>
                    <a:lnTo>
                      <a:pt x="1" y="340"/>
                    </a:lnTo>
                    <a:cubicBezTo>
                      <a:pt x="1" y="355"/>
                      <a:pt x="16" y="370"/>
                      <a:pt x="36" y="386"/>
                    </a:cubicBezTo>
                    <a:cubicBezTo>
                      <a:pt x="66" y="386"/>
                      <a:pt x="82" y="370"/>
                      <a:pt x="82" y="355"/>
                    </a:cubicBezTo>
                    <a:lnTo>
                      <a:pt x="132" y="50"/>
                    </a:lnTo>
                    <a:cubicBezTo>
                      <a:pt x="132" y="16"/>
                      <a:pt x="113" y="0"/>
                      <a:pt x="9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1088;p35"/>
              <p:cNvSpPr/>
              <p:nvPr/>
            </p:nvSpPr>
            <p:spPr>
              <a:xfrm>
                <a:off x="3454461" y="4323088"/>
                <a:ext cx="5941" cy="17915"/>
              </a:xfrm>
              <a:custGeom>
                <a:avLst/>
                <a:gdLst/>
                <a:ahLst/>
                <a:cxnLst/>
                <a:rect l="l" t="t" r="r" b="b"/>
                <a:pathLst>
                  <a:path w="128" h="386" extrusionOk="0">
                    <a:moveTo>
                      <a:pt x="96" y="0"/>
                    </a:moveTo>
                    <a:cubicBezTo>
                      <a:pt x="77" y="0"/>
                      <a:pt x="62" y="16"/>
                      <a:pt x="62" y="31"/>
                    </a:cubicBezTo>
                    <a:lnTo>
                      <a:pt x="0" y="336"/>
                    </a:lnTo>
                    <a:cubicBezTo>
                      <a:pt x="0" y="371"/>
                      <a:pt x="15" y="386"/>
                      <a:pt x="31" y="386"/>
                    </a:cubicBezTo>
                    <a:lnTo>
                      <a:pt x="46" y="386"/>
                    </a:lnTo>
                    <a:cubicBezTo>
                      <a:pt x="62" y="386"/>
                      <a:pt x="77" y="371"/>
                      <a:pt x="77" y="355"/>
                    </a:cubicBezTo>
                    <a:lnTo>
                      <a:pt x="127" y="47"/>
                    </a:lnTo>
                    <a:cubicBezTo>
                      <a:pt x="127" y="31"/>
                      <a:pt x="127" y="16"/>
                      <a:pt x="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35"/>
              <p:cNvSpPr/>
              <p:nvPr/>
            </p:nvSpPr>
            <p:spPr>
              <a:xfrm>
                <a:off x="3387303" y="4219587"/>
                <a:ext cx="13460" cy="14759"/>
              </a:xfrm>
              <a:custGeom>
                <a:avLst/>
                <a:gdLst/>
                <a:ahLst/>
                <a:cxnLst/>
                <a:rect l="l" t="t" r="r" b="b"/>
                <a:pathLst>
                  <a:path w="290" h="318" extrusionOk="0">
                    <a:moveTo>
                      <a:pt x="39" y="1"/>
                    </a:moveTo>
                    <a:cubicBezTo>
                      <a:pt x="31" y="1"/>
                      <a:pt x="24" y="5"/>
                      <a:pt x="16" y="12"/>
                    </a:cubicBezTo>
                    <a:cubicBezTo>
                      <a:pt x="1" y="28"/>
                      <a:pt x="1" y="43"/>
                      <a:pt x="16" y="59"/>
                    </a:cubicBezTo>
                    <a:lnTo>
                      <a:pt x="224" y="302"/>
                    </a:lnTo>
                    <a:cubicBezTo>
                      <a:pt x="224" y="302"/>
                      <a:pt x="240" y="317"/>
                      <a:pt x="255" y="317"/>
                    </a:cubicBezTo>
                    <a:lnTo>
                      <a:pt x="271" y="302"/>
                    </a:lnTo>
                    <a:cubicBezTo>
                      <a:pt x="290" y="286"/>
                      <a:pt x="290" y="271"/>
                      <a:pt x="271" y="252"/>
                    </a:cubicBezTo>
                    <a:lnTo>
                      <a:pt x="62" y="12"/>
                    </a:lnTo>
                    <a:cubicBezTo>
                      <a:pt x="55" y="5"/>
                      <a:pt x="47" y="1"/>
                      <a:pt x="3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35"/>
              <p:cNvSpPr/>
              <p:nvPr/>
            </p:nvSpPr>
            <p:spPr>
              <a:xfrm>
                <a:off x="3669256" y="4163381"/>
                <a:ext cx="17962" cy="3110"/>
              </a:xfrm>
              <a:custGeom>
                <a:avLst/>
                <a:gdLst/>
                <a:ahLst/>
                <a:cxnLst/>
                <a:rect l="l" t="t" r="r" b="b"/>
                <a:pathLst>
                  <a:path w="387" h="67" extrusionOk="0">
                    <a:moveTo>
                      <a:pt x="31" y="1"/>
                    </a:moveTo>
                    <a:cubicBezTo>
                      <a:pt x="16" y="1"/>
                      <a:pt x="0" y="16"/>
                      <a:pt x="0" y="36"/>
                    </a:cubicBezTo>
                    <a:cubicBezTo>
                      <a:pt x="0" y="51"/>
                      <a:pt x="16" y="66"/>
                      <a:pt x="31" y="66"/>
                    </a:cubicBezTo>
                    <a:lnTo>
                      <a:pt x="351" y="66"/>
                    </a:lnTo>
                    <a:cubicBezTo>
                      <a:pt x="367" y="66"/>
                      <a:pt x="386" y="51"/>
                      <a:pt x="386" y="36"/>
                    </a:cubicBezTo>
                    <a:cubicBezTo>
                      <a:pt x="386" y="16"/>
                      <a:pt x="367" y="1"/>
                      <a:pt x="35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1091;p35"/>
              <p:cNvSpPr/>
              <p:nvPr/>
            </p:nvSpPr>
            <p:spPr>
              <a:xfrm>
                <a:off x="3604975" y="4145512"/>
                <a:ext cx="17962" cy="3806"/>
              </a:xfrm>
              <a:custGeom>
                <a:avLst/>
                <a:gdLst/>
                <a:ahLst/>
                <a:cxnLst/>
                <a:rect l="l" t="t" r="r" b="b"/>
                <a:pathLst>
                  <a:path w="387" h="82" extrusionOk="0">
                    <a:moveTo>
                      <a:pt x="51" y="0"/>
                    </a:moveTo>
                    <a:cubicBezTo>
                      <a:pt x="16" y="0"/>
                      <a:pt x="1" y="16"/>
                      <a:pt x="1" y="50"/>
                    </a:cubicBezTo>
                    <a:cubicBezTo>
                      <a:pt x="1" y="66"/>
                      <a:pt x="16" y="81"/>
                      <a:pt x="51" y="81"/>
                    </a:cubicBezTo>
                    <a:lnTo>
                      <a:pt x="356" y="81"/>
                    </a:lnTo>
                    <a:cubicBezTo>
                      <a:pt x="371" y="81"/>
                      <a:pt x="387" y="66"/>
                      <a:pt x="387" y="50"/>
                    </a:cubicBezTo>
                    <a:cubicBezTo>
                      <a:pt x="387" y="16"/>
                      <a:pt x="371" y="0"/>
                      <a:pt x="35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92;p35"/>
              <p:cNvSpPr/>
              <p:nvPr/>
            </p:nvSpPr>
            <p:spPr>
              <a:xfrm>
                <a:off x="3669256" y="4201950"/>
                <a:ext cx="17962" cy="6962"/>
              </a:xfrm>
              <a:custGeom>
                <a:avLst/>
                <a:gdLst/>
                <a:ahLst/>
                <a:cxnLst/>
                <a:rect l="l" t="t" r="r" b="b"/>
                <a:pathLst>
                  <a:path w="387" h="150" extrusionOk="0">
                    <a:moveTo>
                      <a:pt x="350" y="0"/>
                    </a:moveTo>
                    <a:cubicBezTo>
                      <a:pt x="345" y="0"/>
                      <a:pt x="341" y="2"/>
                      <a:pt x="336" y="7"/>
                    </a:cubicBezTo>
                    <a:lnTo>
                      <a:pt x="31" y="88"/>
                    </a:lnTo>
                    <a:cubicBezTo>
                      <a:pt x="16" y="88"/>
                      <a:pt x="0" y="103"/>
                      <a:pt x="0" y="119"/>
                    </a:cubicBezTo>
                    <a:cubicBezTo>
                      <a:pt x="16" y="134"/>
                      <a:pt x="31" y="149"/>
                      <a:pt x="47" y="149"/>
                    </a:cubicBezTo>
                    <a:lnTo>
                      <a:pt x="351" y="72"/>
                    </a:lnTo>
                    <a:cubicBezTo>
                      <a:pt x="367" y="72"/>
                      <a:pt x="386" y="38"/>
                      <a:pt x="386" y="22"/>
                    </a:cubicBezTo>
                    <a:cubicBezTo>
                      <a:pt x="373" y="11"/>
                      <a:pt x="361" y="0"/>
                      <a:pt x="35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35"/>
              <p:cNvSpPr/>
              <p:nvPr/>
            </p:nvSpPr>
            <p:spPr>
              <a:xfrm>
                <a:off x="3622194" y="4190672"/>
                <a:ext cx="16476" cy="11603"/>
              </a:xfrm>
              <a:custGeom>
                <a:avLst/>
                <a:gdLst/>
                <a:ahLst/>
                <a:cxnLst/>
                <a:rect l="l" t="t" r="r" b="b"/>
                <a:pathLst>
                  <a:path w="355" h="250" extrusionOk="0">
                    <a:moveTo>
                      <a:pt x="306" y="0"/>
                    </a:moveTo>
                    <a:cubicBezTo>
                      <a:pt x="300" y="0"/>
                      <a:pt x="294" y="2"/>
                      <a:pt x="289" y="7"/>
                    </a:cubicBezTo>
                    <a:lnTo>
                      <a:pt x="31" y="169"/>
                    </a:lnTo>
                    <a:cubicBezTo>
                      <a:pt x="16" y="184"/>
                      <a:pt x="0" y="200"/>
                      <a:pt x="16" y="219"/>
                    </a:cubicBezTo>
                    <a:cubicBezTo>
                      <a:pt x="16" y="234"/>
                      <a:pt x="31" y="250"/>
                      <a:pt x="50" y="250"/>
                    </a:cubicBezTo>
                    <a:lnTo>
                      <a:pt x="66" y="234"/>
                    </a:lnTo>
                    <a:lnTo>
                      <a:pt x="339" y="72"/>
                    </a:lnTo>
                    <a:cubicBezTo>
                      <a:pt x="355" y="57"/>
                      <a:pt x="355" y="42"/>
                      <a:pt x="339" y="26"/>
                    </a:cubicBezTo>
                    <a:cubicBezTo>
                      <a:pt x="339" y="12"/>
                      <a:pt x="322" y="0"/>
                      <a:pt x="30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1094;p35"/>
              <p:cNvSpPr/>
              <p:nvPr/>
            </p:nvSpPr>
            <p:spPr>
              <a:xfrm>
                <a:off x="3630409" y="4251658"/>
                <a:ext cx="12021" cy="15455"/>
              </a:xfrm>
              <a:custGeom>
                <a:avLst/>
                <a:gdLst/>
                <a:ahLst/>
                <a:cxnLst/>
                <a:rect l="l" t="t" r="r" b="b"/>
                <a:pathLst>
                  <a:path w="259" h="333" extrusionOk="0">
                    <a:moveTo>
                      <a:pt x="56" y="0"/>
                    </a:moveTo>
                    <a:cubicBezTo>
                      <a:pt x="48" y="0"/>
                      <a:pt x="39" y="4"/>
                      <a:pt x="31" y="12"/>
                    </a:cubicBezTo>
                    <a:cubicBezTo>
                      <a:pt x="16" y="12"/>
                      <a:pt x="0" y="43"/>
                      <a:pt x="16" y="62"/>
                    </a:cubicBezTo>
                    <a:lnTo>
                      <a:pt x="193" y="317"/>
                    </a:lnTo>
                    <a:cubicBezTo>
                      <a:pt x="193" y="332"/>
                      <a:pt x="209" y="332"/>
                      <a:pt x="224" y="332"/>
                    </a:cubicBezTo>
                    <a:lnTo>
                      <a:pt x="240" y="332"/>
                    </a:lnTo>
                    <a:cubicBezTo>
                      <a:pt x="259" y="317"/>
                      <a:pt x="259" y="286"/>
                      <a:pt x="259" y="270"/>
                    </a:cubicBezTo>
                    <a:lnTo>
                      <a:pt x="81" y="12"/>
                    </a:lnTo>
                    <a:cubicBezTo>
                      <a:pt x="74" y="4"/>
                      <a:pt x="65" y="0"/>
                      <a:pt x="5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1095;p35"/>
              <p:cNvSpPr/>
              <p:nvPr/>
            </p:nvSpPr>
            <p:spPr>
              <a:xfrm>
                <a:off x="3595321" y="4173081"/>
                <a:ext cx="17962" cy="3063"/>
              </a:xfrm>
              <a:custGeom>
                <a:avLst/>
                <a:gdLst/>
                <a:ahLst/>
                <a:cxnLst/>
                <a:rect l="l" t="t" r="r" b="b"/>
                <a:pathLst>
                  <a:path w="387" h="66" extrusionOk="0">
                    <a:moveTo>
                      <a:pt x="51" y="0"/>
                    </a:moveTo>
                    <a:cubicBezTo>
                      <a:pt x="16" y="0"/>
                      <a:pt x="1" y="19"/>
                      <a:pt x="1" y="35"/>
                    </a:cubicBezTo>
                    <a:cubicBezTo>
                      <a:pt x="1" y="50"/>
                      <a:pt x="16" y="66"/>
                      <a:pt x="51" y="66"/>
                    </a:cubicBezTo>
                    <a:lnTo>
                      <a:pt x="355" y="66"/>
                    </a:lnTo>
                    <a:cubicBezTo>
                      <a:pt x="371" y="66"/>
                      <a:pt x="386" y="50"/>
                      <a:pt x="386" y="35"/>
                    </a:cubicBezTo>
                    <a:cubicBezTo>
                      <a:pt x="386" y="19"/>
                      <a:pt x="371" y="0"/>
                      <a:pt x="35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35"/>
              <p:cNvSpPr/>
              <p:nvPr/>
            </p:nvSpPr>
            <p:spPr>
              <a:xfrm>
                <a:off x="3478270" y="4183617"/>
                <a:ext cx="17915" cy="3806"/>
              </a:xfrm>
              <a:custGeom>
                <a:avLst/>
                <a:gdLst/>
                <a:ahLst/>
                <a:cxnLst/>
                <a:rect l="l" t="t" r="r" b="b"/>
                <a:pathLst>
                  <a:path w="386" h="82" extrusionOk="0">
                    <a:moveTo>
                      <a:pt x="31" y="1"/>
                    </a:moveTo>
                    <a:cubicBezTo>
                      <a:pt x="15" y="1"/>
                      <a:pt x="0" y="16"/>
                      <a:pt x="0" y="32"/>
                    </a:cubicBezTo>
                    <a:cubicBezTo>
                      <a:pt x="0" y="62"/>
                      <a:pt x="15" y="82"/>
                      <a:pt x="31" y="82"/>
                    </a:cubicBezTo>
                    <a:lnTo>
                      <a:pt x="336" y="82"/>
                    </a:lnTo>
                    <a:cubicBezTo>
                      <a:pt x="370" y="82"/>
                      <a:pt x="386" y="62"/>
                      <a:pt x="386" y="32"/>
                    </a:cubicBezTo>
                    <a:cubicBezTo>
                      <a:pt x="386" y="16"/>
                      <a:pt x="370" y="1"/>
                      <a:pt x="3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35"/>
              <p:cNvSpPr/>
              <p:nvPr/>
            </p:nvSpPr>
            <p:spPr>
              <a:xfrm>
                <a:off x="3503658" y="4221258"/>
                <a:ext cx="16337" cy="10907"/>
              </a:xfrm>
              <a:custGeom>
                <a:avLst/>
                <a:gdLst/>
                <a:ahLst/>
                <a:cxnLst/>
                <a:rect l="l" t="t" r="r" b="b"/>
                <a:pathLst>
                  <a:path w="352" h="235" extrusionOk="0">
                    <a:moveTo>
                      <a:pt x="306" y="1"/>
                    </a:moveTo>
                    <a:cubicBezTo>
                      <a:pt x="300" y="1"/>
                      <a:pt x="295" y="3"/>
                      <a:pt x="290" y="7"/>
                    </a:cubicBezTo>
                    <a:lnTo>
                      <a:pt x="32" y="169"/>
                    </a:lnTo>
                    <a:cubicBezTo>
                      <a:pt x="16" y="185"/>
                      <a:pt x="1" y="200"/>
                      <a:pt x="16" y="216"/>
                    </a:cubicBezTo>
                    <a:cubicBezTo>
                      <a:pt x="32" y="235"/>
                      <a:pt x="32" y="235"/>
                      <a:pt x="47" y="235"/>
                    </a:cubicBezTo>
                    <a:lnTo>
                      <a:pt x="62" y="235"/>
                    </a:lnTo>
                    <a:lnTo>
                      <a:pt x="336" y="73"/>
                    </a:lnTo>
                    <a:cubicBezTo>
                      <a:pt x="352" y="57"/>
                      <a:pt x="352" y="42"/>
                      <a:pt x="336" y="23"/>
                    </a:cubicBezTo>
                    <a:cubicBezTo>
                      <a:pt x="336" y="12"/>
                      <a:pt x="321" y="1"/>
                      <a:pt x="30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1098;p35"/>
              <p:cNvSpPr/>
              <p:nvPr/>
            </p:nvSpPr>
            <p:spPr>
              <a:xfrm>
                <a:off x="3537121" y="4341143"/>
                <a:ext cx="16523" cy="11000"/>
              </a:xfrm>
              <a:custGeom>
                <a:avLst/>
                <a:gdLst/>
                <a:ahLst/>
                <a:cxnLst/>
                <a:rect l="l" t="t" r="r" b="b"/>
                <a:pathLst>
                  <a:path w="356" h="237" extrusionOk="0">
                    <a:moveTo>
                      <a:pt x="321" y="1"/>
                    </a:moveTo>
                    <a:cubicBezTo>
                      <a:pt x="311" y="1"/>
                      <a:pt x="298" y="5"/>
                      <a:pt x="290" y="12"/>
                    </a:cubicBezTo>
                    <a:lnTo>
                      <a:pt x="32" y="174"/>
                    </a:lnTo>
                    <a:cubicBezTo>
                      <a:pt x="16" y="190"/>
                      <a:pt x="1" y="205"/>
                      <a:pt x="16" y="221"/>
                    </a:cubicBezTo>
                    <a:cubicBezTo>
                      <a:pt x="16" y="236"/>
                      <a:pt x="32" y="236"/>
                      <a:pt x="51" y="236"/>
                    </a:cubicBezTo>
                    <a:lnTo>
                      <a:pt x="67" y="236"/>
                    </a:lnTo>
                    <a:lnTo>
                      <a:pt x="340" y="78"/>
                    </a:lnTo>
                    <a:cubicBezTo>
                      <a:pt x="356" y="63"/>
                      <a:pt x="356" y="43"/>
                      <a:pt x="340" y="12"/>
                    </a:cubicBezTo>
                    <a:cubicBezTo>
                      <a:pt x="340" y="5"/>
                      <a:pt x="332" y="1"/>
                      <a:pt x="32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 name="Google Shape;1099;p35"/>
              <p:cNvSpPr/>
              <p:nvPr/>
            </p:nvSpPr>
            <p:spPr>
              <a:xfrm>
                <a:off x="3502776" y="4299278"/>
                <a:ext cx="17962" cy="2924"/>
              </a:xfrm>
              <a:custGeom>
                <a:avLst/>
                <a:gdLst/>
                <a:ahLst/>
                <a:cxnLst/>
                <a:rect l="l" t="t" r="r" b="b"/>
                <a:pathLst>
                  <a:path w="387" h="63" extrusionOk="0">
                    <a:moveTo>
                      <a:pt x="51" y="0"/>
                    </a:moveTo>
                    <a:cubicBezTo>
                      <a:pt x="20" y="0"/>
                      <a:pt x="0" y="16"/>
                      <a:pt x="0" y="31"/>
                    </a:cubicBezTo>
                    <a:cubicBezTo>
                      <a:pt x="0" y="47"/>
                      <a:pt x="20" y="62"/>
                      <a:pt x="51" y="62"/>
                    </a:cubicBezTo>
                    <a:lnTo>
                      <a:pt x="355" y="62"/>
                    </a:lnTo>
                    <a:cubicBezTo>
                      <a:pt x="371" y="62"/>
                      <a:pt x="386" y="47"/>
                      <a:pt x="386" y="31"/>
                    </a:cubicBezTo>
                    <a:cubicBezTo>
                      <a:pt x="386" y="16"/>
                      <a:pt x="371" y="0"/>
                      <a:pt x="35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35"/>
              <p:cNvSpPr/>
              <p:nvPr/>
            </p:nvSpPr>
            <p:spPr>
              <a:xfrm>
                <a:off x="3669256" y="4241494"/>
                <a:ext cx="17962" cy="8586"/>
              </a:xfrm>
              <a:custGeom>
                <a:avLst/>
                <a:gdLst/>
                <a:ahLst/>
                <a:cxnLst/>
                <a:rect l="l" t="t" r="r" b="b"/>
                <a:pathLst>
                  <a:path w="387" h="185" extrusionOk="0">
                    <a:moveTo>
                      <a:pt x="46" y="1"/>
                    </a:moveTo>
                    <a:cubicBezTo>
                      <a:pt x="31" y="1"/>
                      <a:pt x="16" y="12"/>
                      <a:pt x="16" y="23"/>
                    </a:cubicBezTo>
                    <a:cubicBezTo>
                      <a:pt x="0" y="38"/>
                      <a:pt x="16" y="69"/>
                      <a:pt x="31" y="69"/>
                    </a:cubicBezTo>
                    <a:lnTo>
                      <a:pt x="321" y="185"/>
                    </a:lnTo>
                    <a:lnTo>
                      <a:pt x="336" y="185"/>
                    </a:lnTo>
                    <a:cubicBezTo>
                      <a:pt x="351" y="185"/>
                      <a:pt x="367" y="185"/>
                      <a:pt x="367" y="165"/>
                    </a:cubicBezTo>
                    <a:cubicBezTo>
                      <a:pt x="386" y="150"/>
                      <a:pt x="367" y="119"/>
                      <a:pt x="351" y="119"/>
                    </a:cubicBezTo>
                    <a:lnTo>
                      <a:pt x="62" y="7"/>
                    </a:lnTo>
                    <a:cubicBezTo>
                      <a:pt x="58" y="3"/>
                      <a:pt x="52" y="1"/>
                      <a:pt x="4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35"/>
              <p:cNvSpPr/>
              <p:nvPr/>
            </p:nvSpPr>
            <p:spPr>
              <a:xfrm>
                <a:off x="3652083" y="4288696"/>
                <a:ext cx="17915" cy="9004"/>
              </a:xfrm>
              <a:custGeom>
                <a:avLst/>
                <a:gdLst/>
                <a:ahLst/>
                <a:cxnLst/>
                <a:rect l="l" t="t" r="r" b="b"/>
                <a:pathLst>
                  <a:path w="386" h="194" extrusionOk="0">
                    <a:moveTo>
                      <a:pt x="62" y="1"/>
                    </a:moveTo>
                    <a:cubicBezTo>
                      <a:pt x="46" y="1"/>
                      <a:pt x="16" y="16"/>
                      <a:pt x="16" y="35"/>
                    </a:cubicBezTo>
                    <a:cubicBezTo>
                      <a:pt x="0" y="51"/>
                      <a:pt x="16" y="66"/>
                      <a:pt x="31" y="82"/>
                    </a:cubicBezTo>
                    <a:lnTo>
                      <a:pt x="320" y="194"/>
                    </a:lnTo>
                    <a:lnTo>
                      <a:pt x="336" y="194"/>
                    </a:lnTo>
                    <a:cubicBezTo>
                      <a:pt x="351" y="194"/>
                      <a:pt x="370" y="194"/>
                      <a:pt x="370" y="178"/>
                    </a:cubicBezTo>
                    <a:cubicBezTo>
                      <a:pt x="386" y="147"/>
                      <a:pt x="370" y="132"/>
                      <a:pt x="351" y="132"/>
                    </a:cubicBezTo>
                    <a:lnTo>
                      <a:pt x="6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1102;p35"/>
              <p:cNvSpPr/>
              <p:nvPr/>
            </p:nvSpPr>
            <p:spPr>
              <a:xfrm>
                <a:off x="3570816" y="4404079"/>
                <a:ext cx="17033" cy="8540"/>
              </a:xfrm>
              <a:custGeom>
                <a:avLst/>
                <a:gdLst/>
                <a:ahLst/>
                <a:cxnLst/>
                <a:rect l="l" t="t" r="r" b="b"/>
                <a:pathLst>
                  <a:path w="367" h="184" extrusionOk="0">
                    <a:moveTo>
                      <a:pt x="33" y="0"/>
                    </a:moveTo>
                    <a:cubicBezTo>
                      <a:pt x="22" y="0"/>
                      <a:pt x="11" y="11"/>
                      <a:pt x="0" y="22"/>
                    </a:cubicBezTo>
                    <a:cubicBezTo>
                      <a:pt x="0" y="37"/>
                      <a:pt x="16" y="57"/>
                      <a:pt x="31" y="72"/>
                    </a:cubicBezTo>
                    <a:lnTo>
                      <a:pt x="320" y="184"/>
                    </a:lnTo>
                    <a:lnTo>
                      <a:pt x="336" y="184"/>
                    </a:lnTo>
                    <a:cubicBezTo>
                      <a:pt x="336" y="184"/>
                      <a:pt x="351" y="184"/>
                      <a:pt x="367" y="168"/>
                    </a:cubicBezTo>
                    <a:cubicBezTo>
                      <a:pt x="367" y="153"/>
                      <a:pt x="367" y="118"/>
                      <a:pt x="336" y="118"/>
                    </a:cubicBezTo>
                    <a:lnTo>
                      <a:pt x="46" y="6"/>
                    </a:lnTo>
                    <a:cubicBezTo>
                      <a:pt x="42" y="2"/>
                      <a:pt x="37" y="0"/>
                      <a:pt x="3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1103;p35"/>
              <p:cNvSpPr/>
              <p:nvPr/>
            </p:nvSpPr>
            <p:spPr>
              <a:xfrm>
                <a:off x="3612494" y="4309350"/>
                <a:ext cx="7565" cy="17544"/>
              </a:xfrm>
              <a:custGeom>
                <a:avLst/>
                <a:gdLst/>
                <a:ahLst/>
                <a:cxnLst/>
                <a:rect l="l" t="t" r="r" b="b"/>
                <a:pathLst>
                  <a:path w="163" h="378" extrusionOk="0">
                    <a:moveTo>
                      <a:pt x="46" y="1"/>
                    </a:moveTo>
                    <a:cubicBezTo>
                      <a:pt x="41" y="1"/>
                      <a:pt x="36" y="3"/>
                      <a:pt x="32" y="7"/>
                    </a:cubicBezTo>
                    <a:cubicBezTo>
                      <a:pt x="16" y="7"/>
                      <a:pt x="1" y="22"/>
                      <a:pt x="1" y="38"/>
                    </a:cubicBezTo>
                    <a:lnTo>
                      <a:pt x="82" y="343"/>
                    </a:lnTo>
                    <a:cubicBezTo>
                      <a:pt x="82" y="362"/>
                      <a:pt x="97" y="377"/>
                      <a:pt x="113" y="377"/>
                    </a:cubicBezTo>
                    <a:lnTo>
                      <a:pt x="128" y="377"/>
                    </a:lnTo>
                    <a:cubicBezTo>
                      <a:pt x="144" y="377"/>
                      <a:pt x="163" y="343"/>
                      <a:pt x="144" y="327"/>
                    </a:cubicBezTo>
                    <a:lnTo>
                      <a:pt x="82" y="22"/>
                    </a:lnTo>
                    <a:cubicBezTo>
                      <a:pt x="71" y="12"/>
                      <a:pt x="58" y="1"/>
                      <a:pt x="4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1104;p35"/>
              <p:cNvSpPr/>
              <p:nvPr/>
            </p:nvSpPr>
            <p:spPr>
              <a:xfrm>
                <a:off x="3631848" y="4109403"/>
                <a:ext cx="6126" cy="17498"/>
              </a:xfrm>
              <a:custGeom>
                <a:avLst/>
                <a:gdLst/>
                <a:ahLst/>
                <a:cxnLst/>
                <a:rect l="l" t="t" r="r" b="b"/>
                <a:pathLst>
                  <a:path w="132" h="377" extrusionOk="0">
                    <a:moveTo>
                      <a:pt x="50" y="1"/>
                    </a:moveTo>
                    <a:cubicBezTo>
                      <a:pt x="44" y="1"/>
                      <a:pt x="39" y="3"/>
                      <a:pt x="35" y="7"/>
                    </a:cubicBezTo>
                    <a:cubicBezTo>
                      <a:pt x="16" y="7"/>
                      <a:pt x="0" y="22"/>
                      <a:pt x="0" y="41"/>
                    </a:cubicBezTo>
                    <a:lnTo>
                      <a:pt x="50" y="346"/>
                    </a:lnTo>
                    <a:cubicBezTo>
                      <a:pt x="66" y="377"/>
                      <a:pt x="81" y="377"/>
                      <a:pt x="97" y="377"/>
                    </a:cubicBezTo>
                    <a:cubicBezTo>
                      <a:pt x="112" y="377"/>
                      <a:pt x="131" y="362"/>
                      <a:pt x="131" y="346"/>
                    </a:cubicBezTo>
                    <a:lnTo>
                      <a:pt x="81" y="41"/>
                    </a:lnTo>
                    <a:cubicBezTo>
                      <a:pt x="81" y="16"/>
                      <a:pt x="65" y="1"/>
                      <a:pt x="5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1105;p35"/>
              <p:cNvSpPr/>
              <p:nvPr/>
            </p:nvSpPr>
            <p:spPr>
              <a:xfrm>
                <a:off x="3593186" y="4244372"/>
                <a:ext cx="6637" cy="17544"/>
              </a:xfrm>
              <a:custGeom>
                <a:avLst/>
                <a:gdLst/>
                <a:ahLst/>
                <a:cxnLst/>
                <a:rect l="l" t="t" r="r" b="b"/>
                <a:pathLst>
                  <a:path w="143" h="378" extrusionOk="0">
                    <a:moveTo>
                      <a:pt x="58" y="1"/>
                    </a:moveTo>
                    <a:cubicBezTo>
                      <a:pt x="55" y="1"/>
                      <a:pt x="51" y="3"/>
                      <a:pt x="47" y="7"/>
                    </a:cubicBezTo>
                    <a:cubicBezTo>
                      <a:pt x="16" y="7"/>
                      <a:pt x="0" y="26"/>
                      <a:pt x="16" y="42"/>
                    </a:cubicBezTo>
                    <a:lnTo>
                      <a:pt x="62" y="346"/>
                    </a:lnTo>
                    <a:cubicBezTo>
                      <a:pt x="62" y="377"/>
                      <a:pt x="77" y="377"/>
                      <a:pt x="97" y="377"/>
                    </a:cubicBezTo>
                    <a:cubicBezTo>
                      <a:pt x="128" y="377"/>
                      <a:pt x="143" y="362"/>
                      <a:pt x="128" y="346"/>
                    </a:cubicBezTo>
                    <a:lnTo>
                      <a:pt x="77" y="42"/>
                    </a:lnTo>
                    <a:cubicBezTo>
                      <a:pt x="77" y="16"/>
                      <a:pt x="69" y="1"/>
                      <a:pt x="5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1106;p35"/>
              <p:cNvSpPr/>
              <p:nvPr/>
            </p:nvSpPr>
            <p:spPr>
              <a:xfrm>
                <a:off x="3654218" y="4126343"/>
                <a:ext cx="13460" cy="14017"/>
              </a:xfrm>
              <a:custGeom>
                <a:avLst/>
                <a:gdLst/>
                <a:ahLst/>
                <a:cxnLst/>
                <a:rect l="l" t="t" r="r" b="b"/>
                <a:pathLst>
                  <a:path w="290" h="302" extrusionOk="0">
                    <a:moveTo>
                      <a:pt x="251" y="0"/>
                    </a:moveTo>
                    <a:cubicBezTo>
                      <a:pt x="243" y="0"/>
                      <a:pt x="236" y="4"/>
                      <a:pt x="228" y="12"/>
                    </a:cubicBezTo>
                    <a:lnTo>
                      <a:pt x="16" y="236"/>
                    </a:lnTo>
                    <a:cubicBezTo>
                      <a:pt x="0" y="255"/>
                      <a:pt x="0" y="286"/>
                      <a:pt x="16" y="301"/>
                    </a:cubicBezTo>
                    <a:lnTo>
                      <a:pt x="35" y="301"/>
                    </a:lnTo>
                    <a:cubicBezTo>
                      <a:pt x="51" y="301"/>
                      <a:pt x="66" y="301"/>
                      <a:pt x="66" y="286"/>
                    </a:cubicBezTo>
                    <a:lnTo>
                      <a:pt x="274" y="62"/>
                    </a:lnTo>
                    <a:cubicBezTo>
                      <a:pt x="290" y="43"/>
                      <a:pt x="290" y="27"/>
                      <a:pt x="274" y="12"/>
                    </a:cubicBezTo>
                    <a:cubicBezTo>
                      <a:pt x="267" y="4"/>
                      <a:pt x="259" y="0"/>
                      <a:pt x="25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35"/>
              <p:cNvSpPr/>
              <p:nvPr/>
            </p:nvSpPr>
            <p:spPr>
              <a:xfrm>
                <a:off x="3549141" y="4200790"/>
                <a:ext cx="17962" cy="3667"/>
              </a:xfrm>
              <a:custGeom>
                <a:avLst/>
                <a:gdLst/>
                <a:ahLst/>
                <a:cxnLst/>
                <a:rect l="l" t="t" r="r" b="b"/>
                <a:pathLst>
                  <a:path w="387" h="79" extrusionOk="0">
                    <a:moveTo>
                      <a:pt x="31" y="1"/>
                    </a:moveTo>
                    <a:cubicBezTo>
                      <a:pt x="16" y="1"/>
                      <a:pt x="0" y="16"/>
                      <a:pt x="0" y="47"/>
                    </a:cubicBezTo>
                    <a:cubicBezTo>
                      <a:pt x="0" y="63"/>
                      <a:pt x="16" y="78"/>
                      <a:pt x="31" y="78"/>
                    </a:cubicBezTo>
                    <a:lnTo>
                      <a:pt x="336" y="78"/>
                    </a:lnTo>
                    <a:cubicBezTo>
                      <a:pt x="371" y="78"/>
                      <a:pt x="386" y="63"/>
                      <a:pt x="386" y="47"/>
                    </a:cubicBezTo>
                    <a:cubicBezTo>
                      <a:pt x="386" y="16"/>
                      <a:pt x="371" y="1"/>
                      <a:pt x="3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1108;p35"/>
              <p:cNvSpPr/>
              <p:nvPr/>
            </p:nvSpPr>
            <p:spPr>
              <a:xfrm>
                <a:off x="3570816" y="4368526"/>
                <a:ext cx="17915" cy="3806"/>
              </a:xfrm>
              <a:custGeom>
                <a:avLst/>
                <a:gdLst/>
                <a:ahLst/>
                <a:cxnLst/>
                <a:rect l="l" t="t" r="r" b="b"/>
                <a:pathLst>
                  <a:path w="386" h="82" extrusionOk="0">
                    <a:moveTo>
                      <a:pt x="31" y="1"/>
                    </a:moveTo>
                    <a:cubicBezTo>
                      <a:pt x="16" y="1"/>
                      <a:pt x="0" y="16"/>
                      <a:pt x="0" y="32"/>
                    </a:cubicBezTo>
                    <a:cubicBezTo>
                      <a:pt x="0" y="67"/>
                      <a:pt x="16" y="82"/>
                      <a:pt x="31" y="82"/>
                    </a:cubicBezTo>
                    <a:lnTo>
                      <a:pt x="336" y="82"/>
                    </a:lnTo>
                    <a:cubicBezTo>
                      <a:pt x="367" y="82"/>
                      <a:pt x="386" y="67"/>
                      <a:pt x="386" y="32"/>
                    </a:cubicBezTo>
                    <a:cubicBezTo>
                      <a:pt x="386" y="16"/>
                      <a:pt x="367" y="1"/>
                      <a:pt x="3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109;p35"/>
              <p:cNvSpPr/>
              <p:nvPr/>
            </p:nvSpPr>
            <p:spPr>
              <a:xfrm>
                <a:off x="3531969" y="4261869"/>
                <a:ext cx="17915" cy="6823"/>
              </a:xfrm>
              <a:custGeom>
                <a:avLst/>
                <a:gdLst/>
                <a:ahLst/>
                <a:cxnLst/>
                <a:rect l="l" t="t" r="r" b="b"/>
                <a:pathLst>
                  <a:path w="386" h="147" extrusionOk="0">
                    <a:moveTo>
                      <a:pt x="320" y="0"/>
                    </a:moveTo>
                    <a:lnTo>
                      <a:pt x="31" y="81"/>
                    </a:lnTo>
                    <a:cubicBezTo>
                      <a:pt x="0" y="81"/>
                      <a:pt x="0" y="112"/>
                      <a:pt x="0" y="131"/>
                    </a:cubicBezTo>
                    <a:cubicBezTo>
                      <a:pt x="0" y="147"/>
                      <a:pt x="16" y="147"/>
                      <a:pt x="31" y="147"/>
                    </a:cubicBezTo>
                    <a:lnTo>
                      <a:pt x="46" y="147"/>
                    </a:lnTo>
                    <a:lnTo>
                      <a:pt x="355" y="66"/>
                    </a:lnTo>
                    <a:cubicBezTo>
                      <a:pt x="370" y="66"/>
                      <a:pt x="386" y="50"/>
                      <a:pt x="370" y="35"/>
                    </a:cubicBezTo>
                    <a:cubicBezTo>
                      <a:pt x="370" y="0"/>
                      <a:pt x="355" y="0"/>
                      <a:pt x="32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35"/>
              <p:cNvSpPr/>
              <p:nvPr/>
            </p:nvSpPr>
            <p:spPr>
              <a:xfrm>
                <a:off x="3534104" y="4164123"/>
                <a:ext cx="13460" cy="14341"/>
              </a:xfrm>
              <a:custGeom>
                <a:avLst/>
                <a:gdLst/>
                <a:ahLst/>
                <a:cxnLst/>
                <a:rect l="l" t="t" r="r" b="b"/>
                <a:pathLst>
                  <a:path w="290" h="309" extrusionOk="0">
                    <a:moveTo>
                      <a:pt x="274" y="0"/>
                    </a:moveTo>
                    <a:cubicBezTo>
                      <a:pt x="259" y="0"/>
                      <a:pt x="228" y="0"/>
                      <a:pt x="213" y="20"/>
                    </a:cubicBezTo>
                    <a:lnTo>
                      <a:pt x="0" y="243"/>
                    </a:lnTo>
                    <a:cubicBezTo>
                      <a:pt x="0" y="259"/>
                      <a:pt x="0" y="274"/>
                      <a:pt x="20" y="290"/>
                    </a:cubicBezTo>
                    <a:cubicBezTo>
                      <a:pt x="20" y="309"/>
                      <a:pt x="35" y="309"/>
                      <a:pt x="35" y="309"/>
                    </a:cubicBezTo>
                    <a:cubicBezTo>
                      <a:pt x="51" y="309"/>
                      <a:pt x="51" y="309"/>
                      <a:pt x="66" y="290"/>
                    </a:cubicBezTo>
                    <a:lnTo>
                      <a:pt x="274" y="66"/>
                    </a:lnTo>
                    <a:cubicBezTo>
                      <a:pt x="290" y="50"/>
                      <a:pt x="290" y="20"/>
                      <a:pt x="27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111" name="Google Shape;1111;p35"/>
          <p:cNvSpPr/>
          <p:nvPr/>
        </p:nvSpPr>
        <p:spPr>
          <a:xfrm>
            <a:off x="2264008" y="3884283"/>
            <a:ext cx="208785" cy="208785"/>
          </a:xfrm>
          <a:custGeom>
            <a:avLst/>
            <a:gdLst/>
            <a:ahLst/>
            <a:cxnLst/>
            <a:rect l="l" t="t" r="r" b="b"/>
            <a:pathLst>
              <a:path w="1706" h="1706" extrusionOk="0">
                <a:moveTo>
                  <a:pt x="853" y="1"/>
                </a:moveTo>
                <a:cubicBezTo>
                  <a:pt x="853" y="467"/>
                  <a:pt x="467" y="853"/>
                  <a:pt x="1" y="853"/>
                </a:cubicBezTo>
                <a:cubicBezTo>
                  <a:pt x="467" y="853"/>
                  <a:pt x="853" y="1239"/>
                  <a:pt x="853" y="1706"/>
                </a:cubicBezTo>
                <a:cubicBezTo>
                  <a:pt x="853" y="1239"/>
                  <a:pt x="1223" y="853"/>
                  <a:pt x="1705" y="853"/>
                </a:cubicBezTo>
                <a:cubicBezTo>
                  <a:pt x="1223" y="853"/>
                  <a:pt x="853" y="467"/>
                  <a:pt x="8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35"/>
          <p:cNvSpPr/>
          <p:nvPr/>
        </p:nvSpPr>
        <p:spPr>
          <a:xfrm>
            <a:off x="883503" y="3395115"/>
            <a:ext cx="151632" cy="151632"/>
          </a:xfrm>
          <a:custGeom>
            <a:avLst/>
            <a:gdLst/>
            <a:ahLst/>
            <a:cxnLst/>
            <a:rect l="l" t="t" r="r" b="b"/>
            <a:pathLst>
              <a:path w="1239" h="1239" extrusionOk="0">
                <a:moveTo>
                  <a:pt x="610" y="0"/>
                </a:moveTo>
                <a:cubicBezTo>
                  <a:pt x="610" y="351"/>
                  <a:pt x="336" y="625"/>
                  <a:pt x="0" y="625"/>
                </a:cubicBezTo>
                <a:cubicBezTo>
                  <a:pt x="336" y="625"/>
                  <a:pt x="610" y="899"/>
                  <a:pt x="610" y="1238"/>
                </a:cubicBezTo>
                <a:cubicBezTo>
                  <a:pt x="610" y="899"/>
                  <a:pt x="884" y="625"/>
                  <a:pt x="1239" y="625"/>
                </a:cubicBezTo>
                <a:cubicBezTo>
                  <a:pt x="884" y="625"/>
                  <a:pt x="610" y="351"/>
                  <a:pt x="61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35"/>
          <p:cNvSpPr/>
          <p:nvPr/>
        </p:nvSpPr>
        <p:spPr>
          <a:xfrm>
            <a:off x="6722060" y="870386"/>
            <a:ext cx="210743" cy="208295"/>
          </a:xfrm>
          <a:custGeom>
            <a:avLst/>
            <a:gdLst/>
            <a:ahLst/>
            <a:cxnLst/>
            <a:rect l="l" t="t" r="r" b="b"/>
            <a:pathLst>
              <a:path w="1722" h="1702" extrusionOk="0">
                <a:moveTo>
                  <a:pt x="869" y="0"/>
                </a:moveTo>
                <a:cubicBezTo>
                  <a:pt x="869" y="463"/>
                  <a:pt x="483" y="849"/>
                  <a:pt x="1" y="849"/>
                </a:cubicBezTo>
                <a:cubicBezTo>
                  <a:pt x="483" y="849"/>
                  <a:pt x="869" y="1234"/>
                  <a:pt x="869" y="1701"/>
                </a:cubicBezTo>
                <a:cubicBezTo>
                  <a:pt x="869" y="1234"/>
                  <a:pt x="1239" y="849"/>
                  <a:pt x="1721" y="849"/>
                </a:cubicBezTo>
                <a:cubicBezTo>
                  <a:pt x="1239" y="849"/>
                  <a:pt x="869" y="463"/>
                  <a:pt x="86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114;p35"/>
          <p:cNvSpPr/>
          <p:nvPr/>
        </p:nvSpPr>
        <p:spPr>
          <a:xfrm>
            <a:off x="2736662" y="1071509"/>
            <a:ext cx="149184" cy="151632"/>
          </a:xfrm>
          <a:custGeom>
            <a:avLst/>
            <a:gdLst/>
            <a:ahLst/>
            <a:cxnLst/>
            <a:rect l="l" t="t" r="r" b="b"/>
            <a:pathLst>
              <a:path w="1219" h="1239" extrusionOk="0">
                <a:moveTo>
                  <a:pt x="610" y="0"/>
                </a:moveTo>
                <a:cubicBezTo>
                  <a:pt x="610" y="336"/>
                  <a:pt x="336" y="609"/>
                  <a:pt x="0" y="609"/>
                </a:cubicBezTo>
                <a:cubicBezTo>
                  <a:pt x="336" y="609"/>
                  <a:pt x="610" y="883"/>
                  <a:pt x="610" y="1238"/>
                </a:cubicBezTo>
                <a:cubicBezTo>
                  <a:pt x="610" y="883"/>
                  <a:pt x="883" y="609"/>
                  <a:pt x="1219" y="609"/>
                </a:cubicBezTo>
                <a:cubicBezTo>
                  <a:pt x="883" y="609"/>
                  <a:pt x="610" y="336"/>
                  <a:pt x="61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 name="Google Shape;1115;p35"/>
          <p:cNvSpPr/>
          <p:nvPr/>
        </p:nvSpPr>
        <p:spPr>
          <a:xfrm>
            <a:off x="2472803" y="1311257"/>
            <a:ext cx="86892" cy="88850"/>
          </a:xfrm>
          <a:custGeom>
            <a:avLst/>
            <a:gdLst/>
            <a:ahLst/>
            <a:cxnLst/>
            <a:rect l="l" t="t" r="r" b="b"/>
            <a:pathLst>
              <a:path w="710" h="726" extrusionOk="0">
                <a:moveTo>
                  <a:pt x="355" y="0"/>
                </a:moveTo>
                <a:cubicBezTo>
                  <a:pt x="355" y="209"/>
                  <a:pt x="193" y="371"/>
                  <a:pt x="0" y="371"/>
                </a:cubicBezTo>
                <a:cubicBezTo>
                  <a:pt x="193" y="371"/>
                  <a:pt x="355" y="533"/>
                  <a:pt x="355" y="726"/>
                </a:cubicBezTo>
                <a:cubicBezTo>
                  <a:pt x="355" y="533"/>
                  <a:pt x="517" y="371"/>
                  <a:pt x="710" y="371"/>
                </a:cubicBezTo>
                <a:cubicBezTo>
                  <a:pt x="517" y="371"/>
                  <a:pt x="355" y="209"/>
                  <a:pt x="3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16" name="Google Shape;1116;p35"/>
          <p:cNvGrpSpPr/>
          <p:nvPr/>
        </p:nvGrpSpPr>
        <p:grpSpPr>
          <a:xfrm>
            <a:off x="7325426" y="3246600"/>
            <a:ext cx="710917" cy="241171"/>
            <a:chOff x="7325426" y="3246600"/>
            <a:chExt cx="710917" cy="241171"/>
          </a:xfrm>
        </p:grpSpPr>
        <p:sp>
          <p:nvSpPr>
            <p:cNvPr id="1117" name="Google Shape;1117;p35"/>
            <p:cNvSpPr/>
            <p:nvPr/>
          </p:nvSpPr>
          <p:spPr>
            <a:xfrm>
              <a:off x="7884711" y="3336629"/>
              <a:ext cx="151632" cy="151142"/>
            </a:xfrm>
            <a:custGeom>
              <a:avLst/>
              <a:gdLst/>
              <a:ahLst/>
              <a:cxnLst/>
              <a:rect l="l" t="t" r="r" b="b"/>
              <a:pathLst>
                <a:path w="1239" h="1235" extrusionOk="0">
                  <a:moveTo>
                    <a:pt x="625" y="1"/>
                  </a:moveTo>
                  <a:cubicBezTo>
                    <a:pt x="625" y="336"/>
                    <a:pt x="336" y="610"/>
                    <a:pt x="1" y="610"/>
                  </a:cubicBezTo>
                  <a:cubicBezTo>
                    <a:pt x="336" y="610"/>
                    <a:pt x="625" y="884"/>
                    <a:pt x="625" y="1235"/>
                  </a:cubicBezTo>
                  <a:cubicBezTo>
                    <a:pt x="625" y="884"/>
                    <a:pt x="899" y="610"/>
                    <a:pt x="1239" y="610"/>
                  </a:cubicBezTo>
                  <a:cubicBezTo>
                    <a:pt x="899" y="610"/>
                    <a:pt x="625" y="336"/>
                    <a:pt x="6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 name="Google Shape;1118;p35"/>
            <p:cNvSpPr/>
            <p:nvPr/>
          </p:nvSpPr>
          <p:spPr>
            <a:xfrm>
              <a:off x="7325426" y="3246600"/>
              <a:ext cx="74349" cy="74100"/>
            </a:xfrm>
            <a:custGeom>
              <a:avLst/>
              <a:gdLst/>
              <a:ahLst/>
              <a:cxnLst/>
              <a:rect l="l" t="t" r="r" b="b"/>
              <a:pathLst>
                <a:path w="1239" h="1235" extrusionOk="0">
                  <a:moveTo>
                    <a:pt x="625" y="1"/>
                  </a:moveTo>
                  <a:cubicBezTo>
                    <a:pt x="625" y="336"/>
                    <a:pt x="336" y="610"/>
                    <a:pt x="1" y="610"/>
                  </a:cubicBezTo>
                  <a:cubicBezTo>
                    <a:pt x="336" y="610"/>
                    <a:pt x="625" y="884"/>
                    <a:pt x="625" y="1235"/>
                  </a:cubicBezTo>
                  <a:cubicBezTo>
                    <a:pt x="625" y="884"/>
                    <a:pt x="899" y="610"/>
                    <a:pt x="1239" y="610"/>
                  </a:cubicBezTo>
                  <a:cubicBezTo>
                    <a:pt x="899" y="610"/>
                    <a:pt x="625" y="336"/>
                    <a:pt x="6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 name="Picture 2" descr="A logo of a plant&#10;&#10;Description automatically generated">
            <a:extLst>
              <a:ext uri="{FF2B5EF4-FFF2-40B4-BE49-F238E27FC236}">
                <a16:creationId xmlns:a16="http://schemas.microsoft.com/office/drawing/2014/main" id="{A6AC2480-542A-71E6-54E3-AC20A0A366D3}"/>
              </a:ext>
            </a:extLst>
          </p:cNvPr>
          <p:cNvPicPr>
            <a:picLocks noChangeAspect="1"/>
          </p:cNvPicPr>
          <p:nvPr/>
        </p:nvPicPr>
        <p:blipFill>
          <a:blip r:embed="rId3"/>
          <a:stretch>
            <a:fillRect/>
          </a:stretch>
        </p:blipFill>
        <p:spPr>
          <a:xfrm>
            <a:off x="2905339" y="0"/>
            <a:ext cx="3388871" cy="338887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829"/>
                                        </p:tgtEl>
                                        <p:attrNameLst>
                                          <p:attrName>style.visibility</p:attrName>
                                        </p:attrNameLst>
                                      </p:cBhvr>
                                      <p:to>
                                        <p:strVal val="visible"/>
                                      </p:to>
                                    </p:set>
                                    <p:anim calcmode="lin" valueType="num">
                                      <p:cBhvr additive="base">
                                        <p:cTn id="7" dur="500" fill="hold"/>
                                        <p:tgtEl>
                                          <p:spTgt spid="829"/>
                                        </p:tgtEl>
                                        <p:attrNameLst>
                                          <p:attrName>ppt_x</p:attrName>
                                        </p:attrNameLst>
                                      </p:cBhvr>
                                      <p:tavLst>
                                        <p:tav tm="0">
                                          <p:val>
                                            <p:strVal val="#ppt_x"/>
                                          </p:val>
                                        </p:tav>
                                        <p:tav tm="100000">
                                          <p:val>
                                            <p:strVal val="#ppt_x"/>
                                          </p:val>
                                        </p:tav>
                                      </p:tavLst>
                                    </p:anim>
                                    <p:anim calcmode="lin" valueType="num">
                                      <p:cBhvr additive="base">
                                        <p:cTn id="8" dur="500" fill="hold"/>
                                        <p:tgtEl>
                                          <p:spTgt spid="829"/>
                                        </p:tgtEl>
                                        <p:attrNameLst>
                                          <p:attrName>ppt_y</p:attrName>
                                        </p:attrNameLst>
                                      </p:cBhvr>
                                      <p:tavLst>
                                        <p:tav tm="0">
                                          <p:val>
                                            <p:strVal val="0-#ppt_h/2"/>
                                          </p:val>
                                        </p:tav>
                                        <p:tav tm="100000">
                                          <p:val>
                                            <p:strVal val="#ppt_y"/>
                                          </p:val>
                                        </p:tav>
                                      </p:tavLst>
                                    </p:anim>
                                  </p:childTnLst>
                                </p:cTn>
                              </p:par>
                              <p:par>
                                <p:cTn id="9" presetID="2" presetClass="entr" presetSubtype="1" fill="hold" nodeType="withEffect">
                                  <p:stCondLst>
                                    <p:cond delay="0"/>
                                  </p:stCondLst>
                                  <p:childTnLst>
                                    <p:set>
                                      <p:cBhvr>
                                        <p:cTn id="10" dur="1" fill="hold">
                                          <p:stCondLst>
                                            <p:cond delay="0"/>
                                          </p:stCondLst>
                                        </p:cTn>
                                        <p:tgtEl>
                                          <p:spTgt spid="830"/>
                                        </p:tgtEl>
                                        <p:attrNameLst>
                                          <p:attrName>style.visibility</p:attrName>
                                        </p:attrNameLst>
                                      </p:cBhvr>
                                      <p:to>
                                        <p:strVal val="visible"/>
                                      </p:to>
                                    </p:set>
                                    <p:anim calcmode="lin" valueType="num">
                                      <p:cBhvr additive="base">
                                        <p:cTn id="11" dur="500" fill="hold"/>
                                        <p:tgtEl>
                                          <p:spTgt spid="830"/>
                                        </p:tgtEl>
                                        <p:attrNameLst>
                                          <p:attrName>ppt_x</p:attrName>
                                        </p:attrNameLst>
                                      </p:cBhvr>
                                      <p:tavLst>
                                        <p:tav tm="0">
                                          <p:val>
                                            <p:strVal val="#ppt_x"/>
                                          </p:val>
                                        </p:tav>
                                        <p:tav tm="100000">
                                          <p:val>
                                            <p:strVal val="#ppt_x"/>
                                          </p:val>
                                        </p:tav>
                                      </p:tavLst>
                                    </p:anim>
                                    <p:anim calcmode="lin" valueType="num">
                                      <p:cBhvr additive="base">
                                        <p:cTn id="12" dur="500" fill="hold"/>
                                        <p:tgtEl>
                                          <p:spTgt spid="830"/>
                                        </p:tgtEl>
                                        <p:attrNameLst>
                                          <p:attrName>ppt_y</p:attrName>
                                        </p:attrNameLst>
                                      </p:cBhvr>
                                      <p:tavLst>
                                        <p:tav tm="0">
                                          <p:val>
                                            <p:strVal val="0-#ppt_h/2"/>
                                          </p:val>
                                        </p:tav>
                                        <p:tav tm="100000">
                                          <p:val>
                                            <p:strVal val="#ppt_y"/>
                                          </p:val>
                                        </p:tav>
                                      </p:tavLst>
                                    </p:anim>
                                  </p:childTnLst>
                                </p:cTn>
                              </p:par>
                              <p:par>
                                <p:cTn id="13" presetID="2" presetClass="entr" presetSubtype="1" fill="hold" nodeType="withEffect">
                                  <p:stCondLst>
                                    <p:cond delay="0"/>
                                  </p:stCondLst>
                                  <p:childTnLst>
                                    <p:set>
                                      <p:cBhvr>
                                        <p:cTn id="14" dur="1" fill="hold">
                                          <p:stCondLst>
                                            <p:cond delay="0"/>
                                          </p:stCondLst>
                                        </p:cTn>
                                        <p:tgtEl>
                                          <p:spTgt spid="866"/>
                                        </p:tgtEl>
                                        <p:attrNameLst>
                                          <p:attrName>style.visibility</p:attrName>
                                        </p:attrNameLst>
                                      </p:cBhvr>
                                      <p:to>
                                        <p:strVal val="visible"/>
                                      </p:to>
                                    </p:set>
                                    <p:anim calcmode="lin" valueType="num">
                                      <p:cBhvr additive="base">
                                        <p:cTn id="15" dur="500" fill="hold"/>
                                        <p:tgtEl>
                                          <p:spTgt spid="866"/>
                                        </p:tgtEl>
                                        <p:attrNameLst>
                                          <p:attrName>ppt_x</p:attrName>
                                        </p:attrNameLst>
                                      </p:cBhvr>
                                      <p:tavLst>
                                        <p:tav tm="0">
                                          <p:val>
                                            <p:strVal val="#ppt_x"/>
                                          </p:val>
                                        </p:tav>
                                        <p:tav tm="100000">
                                          <p:val>
                                            <p:strVal val="#ppt_x"/>
                                          </p:val>
                                        </p:tav>
                                      </p:tavLst>
                                    </p:anim>
                                    <p:anim calcmode="lin" valueType="num">
                                      <p:cBhvr additive="base">
                                        <p:cTn id="16" dur="500" fill="hold"/>
                                        <p:tgtEl>
                                          <p:spTgt spid="866"/>
                                        </p:tgtEl>
                                        <p:attrNameLst>
                                          <p:attrName>ppt_y</p:attrName>
                                        </p:attrNameLst>
                                      </p:cBhvr>
                                      <p:tavLst>
                                        <p:tav tm="0">
                                          <p:val>
                                            <p:strVal val="0-#ppt_h/2"/>
                                          </p:val>
                                        </p:tav>
                                        <p:tav tm="100000">
                                          <p:val>
                                            <p:strVal val="#ppt_y"/>
                                          </p:val>
                                        </p:tav>
                                      </p:tavLst>
                                    </p:anim>
                                  </p:childTnLst>
                                </p:cTn>
                              </p:par>
                              <p:par>
                                <p:cTn id="17" presetID="2" presetClass="entr" presetSubtype="1" fill="hold" nodeType="withEffect">
                                  <p:stCondLst>
                                    <p:cond delay="0"/>
                                  </p:stCondLst>
                                  <p:childTnLst>
                                    <p:set>
                                      <p:cBhvr>
                                        <p:cTn id="18" dur="1" fill="hold">
                                          <p:stCondLst>
                                            <p:cond delay="0"/>
                                          </p:stCondLst>
                                        </p:cTn>
                                        <p:tgtEl>
                                          <p:spTgt spid="893"/>
                                        </p:tgtEl>
                                        <p:attrNameLst>
                                          <p:attrName>style.visibility</p:attrName>
                                        </p:attrNameLst>
                                      </p:cBhvr>
                                      <p:to>
                                        <p:strVal val="visible"/>
                                      </p:to>
                                    </p:set>
                                    <p:anim calcmode="lin" valueType="num">
                                      <p:cBhvr additive="base">
                                        <p:cTn id="19" dur="500" fill="hold"/>
                                        <p:tgtEl>
                                          <p:spTgt spid="893"/>
                                        </p:tgtEl>
                                        <p:attrNameLst>
                                          <p:attrName>ppt_x</p:attrName>
                                        </p:attrNameLst>
                                      </p:cBhvr>
                                      <p:tavLst>
                                        <p:tav tm="0">
                                          <p:val>
                                            <p:strVal val="#ppt_x"/>
                                          </p:val>
                                        </p:tav>
                                        <p:tav tm="100000">
                                          <p:val>
                                            <p:strVal val="#ppt_x"/>
                                          </p:val>
                                        </p:tav>
                                      </p:tavLst>
                                    </p:anim>
                                    <p:anim calcmode="lin" valueType="num">
                                      <p:cBhvr additive="base">
                                        <p:cTn id="20" dur="500" fill="hold"/>
                                        <p:tgtEl>
                                          <p:spTgt spid="893"/>
                                        </p:tgtEl>
                                        <p:attrNameLst>
                                          <p:attrName>ppt_y</p:attrName>
                                        </p:attrNameLst>
                                      </p:cBhvr>
                                      <p:tavLst>
                                        <p:tav tm="0">
                                          <p:val>
                                            <p:strVal val="0-#ppt_h/2"/>
                                          </p:val>
                                        </p:tav>
                                        <p:tav tm="100000">
                                          <p:val>
                                            <p:strVal val="#ppt_y"/>
                                          </p:val>
                                        </p:tav>
                                      </p:tavLst>
                                    </p:anim>
                                  </p:childTnLst>
                                </p:cTn>
                              </p:par>
                              <p:par>
                                <p:cTn id="21" presetID="2" presetClass="entr" presetSubtype="1" fill="hold" nodeType="withEffect">
                                  <p:stCondLst>
                                    <p:cond delay="0"/>
                                  </p:stCondLst>
                                  <p:childTnLst>
                                    <p:set>
                                      <p:cBhvr>
                                        <p:cTn id="22" dur="1" fill="hold">
                                          <p:stCondLst>
                                            <p:cond delay="0"/>
                                          </p:stCondLst>
                                        </p:cTn>
                                        <p:tgtEl>
                                          <p:spTgt spid="903"/>
                                        </p:tgtEl>
                                        <p:attrNameLst>
                                          <p:attrName>style.visibility</p:attrName>
                                        </p:attrNameLst>
                                      </p:cBhvr>
                                      <p:to>
                                        <p:strVal val="visible"/>
                                      </p:to>
                                    </p:set>
                                    <p:anim calcmode="lin" valueType="num">
                                      <p:cBhvr additive="base">
                                        <p:cTn id="23" dur="500" fill="hold"/>
                                        <p:tgtEl>
                                          <p:spTgt spid="903"/>
                                        </p:tgtEl>
                                        <p:attrNameLst>
                                          <p:attrName>ppt_x</p:attrName>
                                        </p:attrNameLst>
                                      </p:cBhvr>
                                      <p:tavLst>
                                        <p:tav tm="0">
                                          <p:val>
                                            <p:strVal val="#ppt_x"/>
                                          </p:val>
                                        </p:tav>
                                        <p:tav tm="100000">
                                          <p:val>
                                            <p:strVal val="#ppt_x"/>
                                          </p:val>
                                        </p:tav>
                                      </p:tavLst>
                                    </p:anim>
                                    <p:anim calcmode="lin" valueType="num">
                                      <p:cBhvr additive="base">
                                        <p:cTn id="24" dur="500" fill="hold"/>
                                        <p:tgtEl>
                                          <p:spTgt spid="903"/>
                                        </p:tgtEl>
                                        <p:attrNameLst>
                                          <p:attrName>ppt_y</p:attrName>
                                        </p:attrNameLst>
                                      </p:cBhvr>
                                      <p:tavLst>
                                        <p:tav tm="0">
                                          <p:val>
                                            <p:strVal val="0-#ppt_h/2"/>
                                          </p:val>
                                        </p:tav>
                                        <p:tav tm="100000">
                                          <p:val>
                                            <p:strVal val="#ppt_y"/>
                                          </p:val>
                                        </p:tav>
                                      </p:tavLst>
                                    </p:anim>
                                  </p:childTnLst>
                                </p:cTn>
                              </p:par>
                              <p:par>
                                <p:cTn id="25" presetID="2" presetClass="entr" presetSubtype="1" fill="hold" nodeType="withEffect">
                                  <p:stCondLst>
                                    <p:cond delay="0"/>
                                  </p:stCondLst>
                                  <p:childTnLst>
                                    <p:set>
                                      <p:cBhvr>
                                        <p:cTn id="26" dur="1" fill="hold">
                                          <p:stCondLst>
                                            <p:cond delay="0"/>
                                          </p:stCondLst>
                                        </p:cTn>
                                        <p:tgtEl>
                                          <p:spTgt spid="913"/>
                                        </p:tgtEl>
                                        <p:attrNameLst>
                                          <p:attrName>style.visibility</p:attrName>
                                        </p:attrNameLst>
                                      </p:cBhvr>
                                      <p:to>
                                        <p:strVal val="visible"/>
                                      </p:to>
                                    </p:set>
                                    <p:anim calcmode="lin" valueType="num">
                                      <p:cBhvr additive="base">
                                        <p:cTn id="27" dur="500" fill="hold"/>
                                        <p:tgtEl>
                                          <p:spTgt spid="913"/>
                                        </p:tgtEl>
                                        <p:attrNameLst>
                                          <p:attrName>ppt_x</p:attrName>
                                        </p:attrNameLst>
                                      </p:cBhvr>
                                      <p:tavLst>
                                        <p:tav tm="0">
                                          <p:val>
                                            <p:strVal val="#ppt_x"/>
                                          </p:val>
                                        </p:tav>
                                        <p:tav tm="100000">
                                          <p:val>
                                            <p:strVal val="#ppt_x"/>
                                          </p:val>
                                        </p:tav>
                                      </p:tavLst>
                                    </p:anim>
                                    <p:anim calcmode="lin" valueType="num">
                                      <p:cBhvr additive="base">
                                        <p:cTn id="28" dur="500" fill="hold"/>
                                        <p:tgtEl>
                                          <p:spTgt spid="913"/>
                                        </p:tgtEl>
                                        <p:attrNameLst>
                                          <p:attrName>ppt_y</p:attrName>
                                        </p:attrNameLst>
                                      </p:cBhvr>
                                      <p:tavLst>
                                        <p:tav tm="0">
                                          <p:val>
                                            <p:strVal val="0-#ppt_h/2"/>
                                          </p:val>
                                        </p:tav>
                                        <p:tav tm="100000">
                                          <p:val>
                                            <p:strVal val="#ppt_y"/>
                                          </p:val>
                                        </p:tav>
                                      </p:tavLst>
                                    </p:anim>
                                  </p:childTnLst>
                                </p:cTn>
                              </p:par>
                              <p:par>
                                <p:cTn id="29" presetID="2" presetClass="entr" presetSubtype="1" fill="hold" nodeType="withEffect">
                                  <p:stCondLst>
                                    <p:cond delay="0"/>
                                  </p:stCondLst>
                                  <p:childTnLst>
                                    <p:set>
                                      <p:cBhvr>
                                        <p:cTn id="30" dur="1" fill="hold">
                                          <p:stCondLst>
                                            <p:cond delay="0"/>
                                          </p:stCondLst>
                                        </p:cTn>
                                        <p:tgtEl>
                                          <p:spTgt spid="945"/>
                                        </p:tgtEl>
                                        <p:attrNameLst>
                                          <p:attrName>style.visibility</p:attrName>
                                        </p:attrNameLst>
                                      </p:cBhvr>
                                      <p:to>
                                        <p:strVal val="visible"/>
                                      </p:to>
                                    </p:set>
                                    <p:anim calcmode="lin" valueType="num">
                                      <p:cBhvr additive="base">
                                        <p:cTn id="31" dur="500" fill="hold"/>
                                        <p:tgtEl>
                                          <p:spTgt spid="945"/>
                                        </p:tgtEl>
                                        <p:attrNameLst>
                                          <p:attrName>ppt_x</p:attrName>
                                        </p:attrNameLst>
                                      </p:cBhvr>
                                      <p:tavLst>
                                        <p:tav tm="0">
                                          <p:val>
                                            <p:strVal val="#ppt_x"/>
                                          </p:val>
                                        </p:tav>
                                        <p:tav tm="100000">
                                          <p:val>
                                            <p:strVal val="#ppt_x"/>
                                          </p:val>
                                        </p:tav>
                                      </p:tavLst>
                                    </p:anim>
                                    <p:anim calcmode="lin" valueType="num">
                                      <p:cBhvr additive="base">
                                        <p:cTn id="32" dur="500" fill="hold"/>
                                        <p:tgtEl>
                                          <p:spTgt spid="945"/>
                                        </p:tgtEl>
                                        <p:attrNameLst>
                                          <p:attrName>ppt_y</p:attrName>
                                        </p:attrNameLst>
                                      </p:cBhvr>
                                      <p:tavLst>
                                        <p:tav tm="0">
                                          <p:val>
                                            <p:strVal val="0-#ppt_h/2"/>
                                          </p:val>
                                        </p:tav>
                                        <p:tav tm="100000">
                                          <p:val>
                                            <p:strVal val="#ppt_y"/>
                                          </p:val>
                                        </p:tav>
                                      </p:tavLst>
                                    </p:anim>
                                  </p:childTnLst>
                                </p:cTn>
                              </p:par>
                              <p:par>
                                <p:cTn id="33" presetID="2" presetClass="entr" presetSubtype="2" fill="hold" nodeType="withEffect">
                                  <p:stCondLst>
                                    <p:cond delay="0"/>
                                  </p:stCondLst>
                                  <p:childTnLst>
                                    <p:set>
                                      <p:cBhvr>
                                        <p:cTn id="34" dur="1" fill="hold">
                                          <p:stCondLst>
                                            <p:cond delay="0"/>
                                          </p:stCondLst>
                                        </p:cTn>
                                        <p:tgtEl>
                                          <p:spTgt spid="986"/>
                                        </p:tgtEl>
                                        <p:attrNameLst>
                                          <p:attrName>style.visibility</p:attrName>
                                        </p:attrNameLst>
                                      </p:cBhvr>
                                      <p:to>
                                        <p:strVal val="visible"/>
                                      </p:to>
                                    </p:set>
                                    <p:anim calcmode="lin" valueType="num">
                                      <p:cBhvr additive="base">
                                        <p:cTn id="35" dur="500" fill="hold"/>
                                        <p:tgtEl>
                                          <p:spTgt spid="986"/>
                                        </p:tgtEl>
                                        <p:attrNameLst>
                                          <p:attrName>ppt_x</p:attrName>
                                        </p:attrNameLst>
                                      </p:cBhvr>
                                      <p:tavLst>
                                        <p:tav tm="0">
                                          <p:val>
                                            <p:strVal val="1+#ppt_w/2"/>
                                          </p:val>
                                        </p:tav>
                                        <p:tav tm="100000">
                                          <p:val>
                                            <p:strVal val="#ppt_x"/>
                                          </p:val>
                                        </p:tav>
                                      </p:tavLst>
                                    </p:anim>
                                    <p:anim calcmode="lin" valueType="num">
                                      <p:cBhvr additive="base">
                                        <p:cTn id="36" dur="500" fill="hold"/>
                                        <p:tgtEl>
                                          <p:spTgt spid="986"/>
                                        </p:tgtEl>
                                        <p:attrNameLst>
                                          <p:attrName>ppt_y</p:attrName>
                                        </p:attrNameLst>
                                      </p:cBhvr>
                                      <p:tavLst>
                                        <p:tav tm="0">
                                          <p:val>
                                            <p:strVal val="#ppt_y"/>
                                          </p:val>
                                        </p:tav>
                                        <p:tav tm="100000">
                                          <p:val>
                                            <p:strVal val="#ppt_y"/>
                                          </p:val>
                                        </p:tav>
                                      </p:tavLst>
                                    </p:anim>
                                  </p:childTnLst>
                                </p:cTn>
                              </p:par>
                              <p:par>
                                <p:cTn id="37" presetID="2" presetClass="entr" presetSubtype="8" fill="hold" nodeType="withEffect">
                                  <p:stCondLst>
                                    <p:cond delay="0"/>
                                  </p:stCondLst>
                                  <p:childTnLst>
                                    <p:set>
                                      <p:cBhvr>
                                        <p:cTn id="38" dur="1" fill="hold">
                                          <p:stCondLst>
                                            <p:cond delay="0"/>
                                          </p:stCondLst>
                                        </p:cTn>
                                        <p:tgtEl>
                                          <p:spTgt spid="1062"/>
                                        </p:tgtEl>
                                        <p:attrNameLst>
                                          <p:attrName>style.visibility</p:attrName>
                                        </p:attrNameLst>
                                      </p:cBhvr>
                                      <p:to>
                                        <p:strVal val="visible"/>
                                      </p:to>
                                    </p:set>
                                    <p:anim calcmode="lin" valueType="num">
                                      <p:cBhvr additive="base">
                                        <p:cTn id="39" dur="500" fill="hold"/>
                                        <p:tgtEl>
                                          <p:spTgt spid="1062"/>
                                        </p:tgtEl>
                                        <p:attrNameLst>
                                          <p:attrName>ppt_x</p:attrName>
                                        </p:attrNameLst>
                                      </p:cBhvr>
                                      <p:tavLst>
                                        <p:tav tm="0">
                                          <p:val>
                                            <p:strVal val="0-#ppt_w/2"/>
                                          </p:val>
                                        </p:tav>
                                        <p:tav tm="100000">
                                          <p:val>
                                            <p:strVal val="#ppt_x"/>
                                          </p:val>
                                        </p:tav>
                                      </p:tavLst>
                                    </p:anim>
                                    <p:anim calcmode="lin" valueType="num">
                                      <p:cBhvr additive="base">
                                        <p:cTn id="40" dur="500" fill="hold"/>
                                        <p:tgtEl>
                                          <p:spTgt spid="106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24"/>
        <p:cNvGrpSpPr/>
        <p:nvPr/>
      </p:nvGrpSpPr>
      <p:grpSpPr>
        <a:xfrm>
          <a:off x="0" y="0"/>
          <a:ext cx="0" cy="0"/>
          <a:chOff x="0" y="0"/>
          <a:chExt cx="0" cy="0"/>
        </a:xfrm>
      </p:grpSpPr>
      <p:sp>
        <p:nvSpPr>
          <p:cNvPr id="1225" name="Google Shape;1225;p37"/>
          <p:cNvSpPr/>
          <p:nvPr/>
        </p:nvSpPr>
        <p:spPr>
          <a:xfrm>
            <a:off x="3526550" y="1341175"/>
            <a:ext cx="573300" cy="573300"/>
          </a:xfrm>
          <a:prstGeom prst="roundRect">
            <a:avLst>
              <a:gd name="adj" fmla="val 16667"/>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37"/>
          <p:cNvSpPr/>
          <p:nvPr/>
        </p:nvSpPr>
        <p:spPr>
          <a:xfrm>
            <a:off x="779875" y="3038300"/>
            <a:ext cx="573300" cy="573300"/>
          </a:xfrm>
          <a:prstGeom prst="roundRect">
            <a:avLst>
              <a:gd name="adj" fmla="val 16667"/>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37"/>
          <p:cNvSpPr/>
          <p:nvPr/>
        </p:nvSpPr>
        <p:spPr>
          <a:xfrm>
            <a:off x="3526550" y="3038300"/>
            <a:ext cx="573300" cy="573300"/>
          </a:xfrm>
          <a:prstGeom prst="roundRect">
            <a:avLst>
              <a:gd name="adj" fmla="val 16667"/>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37"/>
          <p:cNvSpPr/>
          <p:nvPr/>
        </p:nvSpPr>
        <p:spPr>
          <a:xfrm>
            <a:off x="779875" y="1341175"/>
            <a:ext cx="573300" cy="573300"/>
          </a:xfrm>
          <a:prstGeom prst="roundRect">
            <a:avLst>
              <a:gd name="adj" fmla="val 16667"/>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37"/>
          <p:cNvSpPr txBox="1">
            <a:spLocks noGrp="1"/>
          </p:cNvSpPr>
          <p:nvPr>
            <p:ph type="title" idx="9"/>
          </p:nvPr>
        </p:nvSpPr>
        <p:spPr>
          <a:xfrm>
            <a:off x="777857" y="1427125"/>
            <a:ext cx="785700" cy="401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01</a:t>
            </a:r>
            <a:endParaRPr/>
          </a:p>
        </p:txBody>
      </p:sp>
      <p:sp>
        <p:nvSpPr>
          <p:cNvPr id="1230" name="Google Shape;1230;p37"/>
          <p:cNvSpPr txBox="1">
            <a:spLocks noGrp="1"/>
          </p:cNvSpPr>
          <p:nvPr>
            <p:ph type="title" idx="14"/>
          </p:nvPr>
        </p:nvSpPr>
        <p:spPr>
          <a:xfrm>
            <a:off x="3500407" y="1427125"/>
            <a:ext cx="785700" cy="401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02</a:t>
            </a:r>
            <a:endParaRPr/>
          </a:p>
        </p:txBody>
      </p:sp>
      <p:sp>
        <p:nvSpPr>
          <p:cNvPr id="1231" name="Google Shape;1231;p37"/>
          <p:cNvSpPr txBox="1">
            <a:spLocks noGrp="1"/>
          </p:cNvSpPr>
          <p:nvPr>
            <p:ph type="title" idx="15"/>
          </p:nvPr>
        </p:nvSpPr>
        <p:spPr>
          <a:xfrm>
            <a:off x="3500407" y="3123262"/>
            <a:ext cx="785700" cy="401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04</a:t>
            </a:r>
            <a:endParaRPr/>
          </a:p>
        </p:txBody>
      </p:sp>
      <p:sp>
        <p:nvSpPr>
          <p:cNvPr id="1232" name="Google Shape;1232;p37"/>
          <p:cNvSpPr txBox="1">
            <a:spLocks noGrp="1"/>
          </p:cNvSpPr>
          <p:nvPr>
            <p:ph type="title" idx="13"/>
          </p:nvPr>
        </p:nvSpPr>
        <p:spPr>
          <a:xfrm>
            <a:off x="777857" y="3123262"/>
            <a:ext cx="785700" cy="401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03</a:t>
            </a:r>
            <a:endParaRPr/>
          </a:p>
        </p:txBody>
      </p:sp>
      <p:sp>
        <p:nvSpPr>
          <p:cNvPr id="1233" name="Google Shape;1233;p3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Table of </a:t>
            </a:r>
            <a:r>
              <a:rPr lang="en">
                <a:solidFill>
                  <a:schemeClr val="lt1"/>
                </a:solidFill>
              </a:rPr>
              <a:t>contents</a:t>
            </a:r>
            <a:endParaRPr>
              <a:solidFill>
                <a:schemeClr val="lt1"/>
              </a:solidFill>
            </a:endParaRPr>
          </a:p>
        </p:txBody>
      </p:sp>
      <p:sp>
        <p:nvSpPr>
          <p:cNvPr id="1235" name="Google Shape;1235;p37"/>
          <p:cNvSpPr txBox="1">
            <a:spLocks noGrp="1"/>
          </p:cNvSpPr>
          <p:nvPr>
            <p:ph type="title" idx="2"/>
          </p:nvPr>
        </p:nvSpPr>
        <p:spPr>
          <a:xfrm>
            <a:off x="771110" y="1988525"/>
            <a:ext cx="2066700" cy="484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Idea</a:t>
            </a:r>
          </a:p>
        </p:txBody>
      </p:sp>
      <p:sp>
        <p:nvSpPr>
          <p:cNvPr id="1237" name="Google Shape;1237;p37"/>
          <p:cNvSpPr txBox="1">
            <a:spLocks noGrp="1"/>
          </p:cNvSpPr>
          <p:nvPr>
            <p:ph type="title" idx="3"/>
          </p:nvPr>
        </p:nvSpPr>
        <p:spPr>
          <a:xfrm>
            <a:off x="3498397" y="1988525"/>
            <a:ext cx="2066700" cy="484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Workflow</a:t>
            </a:r>
            <a:endParaRPr dirty="0"/>
          </a:p>
        </p:txBody>
      </p:sp>
      <p:sp>
        <p:nvSpPr>
          <p:cNvPr id="1239" name="Google Shape;1239;p37"/>
          <p:cNvSpPr txBox="1">
            <a:spLocks noGrp="1"/>
          </p:cNvSpPr>
          <p:nvPr>
            <p:ph type="title" idx="5"/>
          </p:nvPr>
        </p:nvSpPr>
        <p:spPr>
          <a:xfrm>
            <a:off x="771110" y="3684702"/>
            <a:ext cx="2066700" cy="484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Methodology</a:t>
            </a:r>
            <a:endParaRPr dirty="0"/>
          </a:p>
        </p:txBody>
      </p:sp>
      <p:sp>
        <p:nvSpPr>
          <p:cNvPr id="1240" name="Google Shape;1240;p37"/>
          <p:cNvSpPr txBox="1">
            <a:spLocks noGrp="1"/>
          </p:cNvSpPr>
          <p:nvPr>
            <p:ph type="title" idx="7"/>
          </p:nvPr>
        </p:nvSpPr>
        <p:spPr>
          <a:xfrm>
            <a:off x="3498397" y="3684701"/>
            <a:ext cx="2066700" cy="484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Results</a:t>
            </a:r>
            <a:endParaRPr dirty="0"/>
          </a:p>
        </p:txBody>
      </p:sp>
      <p:grpSp>
        <p:nvGrpSpPr>
          <p:cNvPr id="1242" name="Google Shape;1242;p37"/>
          <p:cNvGrpSpPr/>
          <p:nvPr/>
        </p:nvGrpSpPr>
        <p:grpSpPr>
          <a:xfrm>
            <a:off x="7772261" y="1539227"/>
            <a:ext cx="378572" cy="573356"/>
            <a:chOff x="6673046" y="1861217"/>
            <a:chExt cx="150520" cy="227966"/>
          </a:xfrm>
        </p:grpSpPr>
        <p:sp>
          <p:nvSpPr>
            <p:cNvPr id="1243" name="Google Shape;1243;p37"/>
            <p:cNvSpPr/>
            <p:nvPr/>
          </p:nvSpPr>
          <p:spPr>
            <a:xfrm>
              <a:off x="6707949" y="1871649"/>
              <a:ext cx="84296" cy="42571"/>
            </a:xfrm>
            <a:custGeom>
              <a:avLst/>
              <a:gdLst/>
              <a:ahLst/>
              <a:cxnLst/>
              <a:rect l="l" t="t" r="r" b="b"/>
              <a:pathLst>
                <a:path w="2990" h="1510" extrusionOk="0">
                  <a:moveTo>
                    <a:pt x="2588" y="1"/>
                  </a:moveTo>
                  <a:cubicBezTo>
                    <a:pt x="1929" y="352"/>
                    <a:pt x="1801" y="1062"/>
                    <a:pt x="1801" y="1062"/>
                  </a:cubicBezTo>
                  <a:lnTo>
                    <a:pt x="1238" y="930"/>
                  </a:lnTo>
                  <a:cubicBezTo>
                    <a:pt x="1238" y="930"/>
                    <a:pt x="1045" y="225"/>
                    <a:pt x="563" y="63"/>
                  </a:cubicBezTo>
                  <a:cubicBezTo>
                    <a:pt x="0" y="788"/>
                    <a:pt x="532" y="1509"/>
                    <a:pt x="532" y="1509"/>
                  </a:cubicBezTo>
                  <a:lnTo>
                    <a:pt x="2588" y="1254"/>
                  </a:lnTo>
                  <a:cubicBezTo>
                    <a:pt x="2588" y="1254"/>
                    <a:pt x="2989" y="579"/>
                    <a:pt x="25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37"/>
            <p:cNvSpPr/>
            <p:nvPr/>
          </p:nvSpPr>
          <p:spPr>
            <a:xfrm>
              <a:off x="6717957" y="1861217"/>
              <a:ext cx="61657" cy="48970"/>
            </a:xfrm>
            <a:custGeom>
              <a:avLst/>
              <a:gdLst/>
              <a:ahLst/>
              <a:cxnLst/>
              <a:rect l="l" t="t" r="r" b="b"/>
              <a:pathLst>
                <a:path w="2187" h="1737" extrusionOk="0">
                  <a:moveTo>
                    <a:pt x="899" y="1"/>
                  </a:moveTo>
                  <a:cubicBezTo>
                    <a:pt x="0" y="838"/>
                    <a:pt x="467" y="1736"/>
                    <a:pt x="467" y="1736"/>
                  </a:cubicBezTo>
                  <a:lnTo>
                    <a:pt x="1975" y="1223"/>
                  </a:lnTo>
                  <a:cubicBezTo>
                    <a:pt x="1975" y="1204"/>
                    <a:pt x="2187" y="467"/>
                    <a:pt x="8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37"/>
            <p:cNvSpPr/>
            <p:nvPr/>
          </p:nvSpPr>
          <p:spPr>
            <a:xfrm>
              <a:off x="6693035" y="1874383"/>
              <a:ext cx="117760" cy="72004"/>
            </a:xfrm>
            <a:custGeom>
              <a:avLst/>
              <a:gdLst/>
              <a:ahLst/>
              <a:cxnLst/>
              <a:rect l="l" t="t" r="r" b="b"/>
              <a:pathLst>
                <a:path w="4177" h="2554" extrusionOk="0">
                  <a:moveTo>
                    <a:pt x="2090" y="0"/>
                  </a:moveTo>
                  <a:cubicBezTo>
                    <a:pt x="2084" y="0"/>
                    <a:pt x="2078" y="0"/>
                    <a:pt x="2072" y="0"/>
                  </a:cubicBezTo>
                  <a:cubicBezTo>
                    <a:pt x="1478" y="16"/>
                    <a:pt x="1204" y="756"/>
                    <a:pt x="1204" y="756"/>
                  </a:cubicBezTo>
                  <a:cubicBezTo>
                    <a:pt x="1204" y="756"/>
                    <a:pt x="965" y="336"/>
                    <a:pt x="352" y="255"/>
                  </a:cubicBezTo>
                  <a:lnTo>
                    <a:pt x="352" y="255"/>
                  </a:lnTo>
                  <a:cubicBezTo>
                    <a:pt x="1" y="1204"/>
                    <a:pt x="818" y="2538"/>
                    <a:pt x="2041" y="2554"/>
                  </a:cubicBezTo>
                  <a:cubicBezTo>
                    <a:pt x="2048" y="2554"/>
                    <a:pt x="2056" y="2554"/>
                    <a:pt x="2063" y="2554"/>
                  </a:cubicBezTo>
                  <a:cubicBezTo>
                    <a:pt x="3479" y="2554"/>
                    <a:pt x="4176" y="1042"/>
                    <a:pt x="3823" y="274"/>
                  </a:cubicBezTo>
                  <a:lnTo>
                    <a:pt x="3823" y="274"/>
                  </a:lnTo>
                  <a:cubicBezTo>
                    <a:pt x="3437" y="320"/>
                    <a:pt x="2924" y="756"/>
                    <a:pt x="2924" y="756"/>
                  </a:cubicBezTo>
                  <a:cubicBezTo>
                    <a:pt x="2924" y="756"/>
                    <a:pt x="2671" y="0"/>
                    <a:pt x="209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37"/>
            <p:cNvSpPr/>
            <p:nvPr/>
          </p:nvSpPr>
          <p:spPr>
            <a:xfrm>
              <a:off x="6690328" y="1889720"/>
              <a:ext cx="122355" cy="58528"/>
            </a:xfrm>
            <a:custGeom>
              <a:avLst/>
              <a:gdLst/>
              <a:ahLst/>
              <a:cxnLst/>
              <a:rect l="l" t="t" r="r" b="b"/>
              <a:pathLst>
                <a:path w="4340" h="2076" extrusionOk="0">
                  <a:moveTo>
                    <a:pt x="2183" y="0"/>
                  </a:moveTo>
                  <a:cubicBezTo>
                    <a:pt x="2178" y="0"/>
                    <a:pt x="2173" y="0"/>
                    <a:pt x="2168" y="0"/>
                  </a:cubicBezTo>
                  <a:cubicBezTo>
                    <a:pt x="1508" y="0"/>
                    <a:pt x="1219" y="949"/>
                    <a:pt x="1219" y="949"/>
                  </a:cubicBezTo>
                  <a:cubicBezTo>
                    <a:pt x="1219" y="949"/>
                    <a:pt x="913" y="418"/>
                    <a:pt x="339" y="418"/>
                  </a:cubicBezTo>
                  <a:cubicBezTo>
                    <a:pt x="243" y="418"/>
                    <a:pt x="141" y="433"/>
                    <a:pt x="31" y="467"/>
                  </a:cubicBezTo>
                  <a:cubicBezTo>
                    <a:pt x="0" y="1528"/>
                    <a:pt x="787" y="2060"/>
                    <a:pt x="2137" y="2075"/>
                  </a:cubicBezTo>
                  <a:cubicBezTo>
                    <a:pt x="2163" y="2076"/>
                    <a:pt x="2189" y="2076"/>
                    <a:pt x="2214" y="2076"/>
                  </a:cubicBezTo>
                  <a:cubicBezTo>
                    <a:pt x="3731" y="2076"/>
                    <a:pt x="4340" y="1620"/>
                    <a:pt x="4340" y="451"/>
                  </a:cubicBezTo>
                  <a:cubicBezTo>
                    <a:pt x="4234" y="432"/>
                    <a:pt x="4137" y="423"/>
                    <a:pt x="4047" y="423"/>
                  </a:cubicBezTo>
                  <a:cubicBezTo>
                    <a:pt x="3330" y="423"/>
                    <a:pt x="3101" y="984"/>
                    <a:pt x="3101" y="984"/>
                  </a:cubicBezTo>
                  <a:cubicBezTo>
                    <a:pt x="3101" y="984"/>
                    <a:pt x="2817" y="0"/>
                    <a:pt x="218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37"/>
            <p:cNvSpPr/>
            <p:nvPr/>
          </p:nvSpPr>
          <p:spPr>
            <a:xfrm>
              <a:off x="6683900" y="1929528"/>
              <a:ext cx="128783" cy="42740"/>
            </a:xfrm>
            <a:custGeom>
              <a:avLst/>
              <a:gdLst/>
              <a:ahLst/>
              <a:cxnLst/>
              <a:rect l="l" t="t" r="r" b="b"/>
              <a:pathLst>
                <a:path w="4568" h="1516" extrusionOk="0">
                  <a:moveTo>
                    <a:pt x="2108" y="1"/>
                  </a:moveTo>
                  <a:cubicBezTo>
                    <a:pt x="247" y="1"/>
                    <a:pt x="1" y="1516"/>
                    <a:pt x="1" y="1516"/>
                  </a:cubicBezTo>
                  <a:lnTo>
                    <a:pt x="4568" y="1516"/>
                  </a:lnTo>
                  <a:cubicBezTo>
                    <a:pt x="4568" y="1516"/>
                    <a:pt x="4244" y="85"/>
                    <a:pt x="2253" y="4"/>
                  </a:cubicBezTo>
                  <a:cubicBezTo>
                    <a:pt x="2204" y="2"/>
                    <a:pt x="2156" y="1"/>
                    <a:pt x="21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37"/>
            <p:cNvSpPr/>
            <p:nvPr/>
          </p:nvSpPr>
          <p:spPr>
            <a:xfrm>
              <a:off x="6769606" y="1953210"/>
              <a:ext cx="20355" cy="16352"/>
            </a:xfrm>
            <a:custGeom>
              <a:avLst/>
              <a:gdLst/>
              <a:ahLst/>
              <a:cxnLst/>
              <a:rect l="l" t="t" r="r" b="b"/>
              <a:pathLst>
                <a:path w="722" h="580" extrusionOk="0">
                  <a:moveTo>
                    <a:pt x="0" y="1"/>
                  </a:moveTo>
                  <a:lnTo>
                    <a:pt x="0" y="579"/>
                  </a:lnTo>
                  <a:lnTo>
                    <a:pt x="721" y="579"/>
                  </a:lnTo>
                  <a:lnTo>
                    <a:pt x="7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37"/>
            <p:cNvSpPr/>
            <p:nvPr/>
          </p:nvSpPr>
          <p:spPr>
            <a:xfrm>
              <a:off x="6749702" y="1972240"/>
              <a:ext cx="451" cy="28"/>
            </a:xfrm>
            <a:custGeom>
              <a:avLst/>
              <a:gdLst/>
              <a:ahLst/>
              <a:cxnLst/>
              <a:rect l="l" t="t" r="r" b="b"/>
              <a:pathLst>
                <a:path w="16" h="1" extrusionOk="0">
                  <a:moveTo>
                    <a:pt x="16" y="1"/>
                  </a:moveTo>
                  <a:lnTo>
                    <a:pt x="0" y="1"/>
                  </a:lnTo>
                  <a:lnTo>
                    <a:pt x="16" y="1"/>
                  </a:lnTo>
                  <a:close/>
                </a:path>
              </a:pathLst>
            </a:custGeom>
            <a:solidFill>
              <a:srgbClr val="D0D6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37"/>
            <p:cNvSpPr/>
            <p:nvPr/>
          </p:nvSpPr>
          <p:spPr>
            <a:xfrm>
              <a:off x="6734252" y="1946359"/>
              <a:ext cx="31773" cy="25909"/>
            </a:xfrm>
            <a:custGeom>
              <a:avLst/>
              <a:gdLst/>
              <a:ahLst/>
              <a:cxnLst/>
              <a:rect l="l" t="t" r="r" b="b"/>
              <a:pathLst>
                <a:path w="1127" h="919" extrusionOk="0">
                  <a:moveTo>
                    <a:pt x="564" y="1"/>
                  </a:moveTo>
                  <a:cubicBezTo>
                    <a:pt x="483" y="1"/>
                    <a:pt x="417" y="16"/>
                    <a:pt x="336" y="66"/>
                  </a:cubicBezTo>
                  <a:cubicBezTo>
                    <a:pt x="259" y="97"/>
                    <a:pt x="193" y="163"/>
                    <a:pt x="163" y="244"/>
                  </a:cubicBezTo>
                  <a:cubicBezTo>
                    <a:pt x="1" y="579"/>
                    <a:pt x="240" y="903"/>
                    <a:pt x="548" y="919"/>
                  </a:cubicBezTo>
                  <a:lnTo>
                    <a:pt x="564" y="919"/>
                  </a:lnTo>
                  <a:cubicBezTo>
                    <a:pt x="625" y="903"/>
                    <a:pt x="706" y="884"/>
                    <a:pt x="772" y="853"/>
                  </a:cubicBezTo>
                  <a:cubicBezTo>
                    <a:pt x="853" y="822"/>
                    <a:pt x="915" y="757"/>
                    <a:pt x="965" y="676"/>
                  </a:cubicBezTo>
                  <a:cubicBezTo>
                    <a:pt x="1127" y="340"/>
                    <a:pt x="868" y="1"/>
                    <a:pt x="5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37"/>
            <p:cNvSpPr/>
            <p:nvPr/>
          </p:nvSpPr>
          <p:spPr>
            <a:xfrm>
              <a:off x="6673046" y="1955494"/>
              <a:ext cx="150520" cy="133689"/>
            </a:xfrm>
            <a:custGeom>
              <a:avLst/>
              <a:gdLst/>
              <a:ahLst/>
              <a:cxnLst/>
              <a:rect l="l" t="t" r="r" b="b"/>
              <a:pathLst>
                <a:path w="5339" h="4742" extrusionOk="0">
                  <a:moveTo>
                    <a:pt x="0" y="1"/>
                  </a:moveTo>
                  <a:lnTo>
                    <a:pt x="502" y="2361"/>
                  </a:lnTo>
                  <a:lnTo>
                    <a:pt x="0" y="4741"/>
                  </a:lnTo>
                  <a:lnTo>
                    <a:pt x="5049" y="4741"/>
                  </a:lnTo>
                  <a:lnTo>
                    <a:pt x="5145" y="3584"/>
                  </a:lnTo>
                  <a:lnTo>
                    <a:pt x="4470" y="3198"/>
                  </a:lnTo>
                  <a:lnTo>
                    <a:pt x="5338" y="1559"/>
                  </a:lnTo>
                  <a:lnTo>
                    <a:pt x="5095" y="305"/>
                  </a:lnTo>
                  <a:lnTo>
                    <a:pt x="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37"/>
            <p:cNvSpPr/>
            <p:nvPr/>
          </p:nvSpPr>
          <p:spPr>
            <a:xfrm>
              <a:off x="6678036" y="1978104"/>
              <a:ext cx="143669" cy="9501"/>
            </a:xfrm>
            <a:custGeom>
              <a:avLst/>
              <a:gdLst/>
              <a:ahLst/>
              <a:cxnLst/>
              <a:rect l="l" t="t" r="r" b="b"/>
              <a:pathLst>
                <a:path w="5096" h="337" extrusionOk="0">
                  <a:moveTo>
                    <a:pt x="1" y="1"/>
                  </a:moveTo>
                  <a:lnTo>
                    <a:pt x="82" y="337"/>
                  </a:lnTo>
                  <a:lnTo>
                    <a:pt x="5096" y="337"/>
                  </a:lnTo>
                  <a:lnTo>
                    <a:pt x="503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37"/>
            <p:cNvSpPr/>
            <p:nvPr/>
          </p:nvSpPr>
          <p:spPr>
            <a:xfrm>
              <a:off x="6683900" y="2004436"/>
              <a:ext cx="137382" cy="9473"/>
            </a:xfrm>
            <a:custGeom>
              <a:avLst/>
              <a:gdLst/>
              <a:ahLst/>
              <a:cxnLst/>
              <a:rect l="l" t="t" r="r" b="b"/>
              <a:pathLst>
                <a:path w="4873" h="336" extrusionOk="0">
                  <a:moveTo>
                    <a:pt x="1" y="0"/>
                  </a:moveTo>
                  <a:lnTo>
                    <a:pt x="66" y="336"/>
                  </a:lnTo>
                  <a:lnTo>
                    <a:pt x="4695" y="336"/>
                  </a:lnTo>
                  <a:lnTo>
                    <a:pt x="487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37"/>
            <p:cNvSpPr/>
            <p:nvPr/>
          </p:nvSpPr>
          <p:spPr>
            <a:xfrm>
              <a:off x="6683900" y="2030627"/>
              <a:ext cx="123793" cy="9614"/>
            </a:xfrm>
            <a:custGeom>
              <a:avLst/>
              <a:gdLst/>
              <a:ahLst/>
              <a:cxnLst/>
              <a:rect l="l" t="t" r="r" b="b"/>
              <a:pathLst>
                <a:path w="4391" h="341" extrusionOk="0">
                  <a:moveTo>
                    <a:pt x="66" y="1"/>
                  </a:moveTo>
                  <a:lnTo>
                    <a:pt x="1" y="340"/>
                  </a:lnTo>
                  <a:lnTo>
                    <a:pt x="4213" y="340"/>
                  </a:lnTo>
                  <a:lnTo>
                    <a:pt x="439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37"/>
            <p:cNvSpPr/>
            <p:nvPr/>
          </p:nvSpPr>
          <p:spPr>
            <a:xfrm>
              <a:off x="6678036" y="2056959"/>
              <a:ext cx="140089" cy="9473"/>
            </a:xfrm>
            <a:custGeom>
              <a:avLst/>
              <a:gdLst/>
              <a:ahLst/>
              <a:cxnLst/>
              <a:rect l="l" t="t" r="r" b="b"/>
              <a:pathLst>
                <a:path w="4969" h="336" extrusionOk="0">
                  <a:moveTo>
                    <a:pt x="82" y="0"/>
                  </a:moveTo>
                  <a:lnTo>
                    <a:pt x="1" y="336"/>
                  </a:lnTo>
                  <a:lnTo>
                    <a:pt x="4953" y="336"/>
                  </a:lnTo>
                  <a:lnTo>
                    <a:pt x="496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37"/>
            <p:cNvSpPr/>
            <p:nvPr/>
          </p:nvSpPr>
          <p:spPr>
            <a:xfrm>
              <a:off x="6673046" y="1983546"/>
              <a:ext cx="150520" cy="105637"/>
            </a:xfrm>
            <a:custGeom>
              <a:avLst/>
              <a:gdLst/>
              <a:ahLst/>
              <a:cxnLst/>
              <a:rect l="l" t="t" r="r" b="b"/>
              <a:pathLst>
                <a:path w="5339" h="3747" extrusionOk="0">
                  <a:moveTo>
                    <a:pt x="5226" y="1"/>
                  </a:moveTo>
                  <a:cubicBezTo>
                    <a:pt x="4677" y="580"/>
                    <a:pt x="3197" y="2674"/>
                    <a:pt x="441" y="2674"/>
                  </a:cubicBezTo>
                  <a:cubicBezTo>
                    <a:pt x="371" y="2674"/>
                    <a:pt x="300" y="2673"/>
                    <a:pt x="228" y="2670"/>
                  </a:cubicBezTo>
                  <a:lnTo>
                    <a:pt x="0" y="3746"/>
                  </a:lnTo>
                  <a:lnTo>
                    <a:pt x="5049" y="3746"/>
                  </a:lnTo>
                  <a:lnTo>
                    <a:pt x="5145" y="2589"/>
                  </a:lnTo>
                  <a:lnTo>
                    <a:pt x="4470" y="2203"/>
                  </a:lnTo>
                  <a:lnTo>
                    <a:pt x="5338" y="564"/>
                  </a:lnTo>
                  <a:lnTo>
                    <a:pt x="522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57" name="Google Shape;1257;p37"/>
          <p:cNvGrpSpPr/>
          <p:nvPr/>
        </p:nvGrpSpPr>
        <p:grpSpPr>
          <a:xfrm>
            <a:off x="6075675" y="2674434"/>
            <a:ext cx="2229061" cy="1535604"/>
            <a:chOff x="7468977" y="2043744"/>
            <a:chExt cx="1475711" cy="1016620"/>
          </a:xfrm>
        </p:grpSpPr>
        <p:grpSp>
          <p:nvGrpSpPr>
            <p:cNvPr id="1258" name="Google Shape;1258;p37"/>
            <p:cNvGrpSpPr/>
            <p:nvPr/>
          </p:nvGrpSpPr>
          <p:grpSpPr>
            <a:xfrm>
              <a:off x="8068824" y="2219923"/>
              <a:ext cx="855596" cy="582007"/>
              <a:chOff x="6358218" y="3496678"/>
              <a:chExt cx="513840" cy="349532"/>
            </a:xfrm>
          </p:grpSpPr>
          <p:sp>
            <p:nvSpPr>
              <p:cNvPr id="1259" name="Google Shape;1259;p37"/>
              <p:cNvSpPr/>
              <p:nvPr/>
            </p:nvSpPr>
            <p:spPr>
              <a:xfrm>
                <a:off x="6527064" y="3505784"/>
                <a:ext cx="171016" cy="265179"/>
              </a:xfrm>
              <a:custGeom>
                <a:avLst/>
                <a:gdLst/>
                <a:ahLst/>
                <a:cxnLst/>
                <a:rect l="l" t="t" r="r" b="b"/>
                <a:pathLst>
                  <a:path w="6066" h="9406" extrusionOk="0">
                    <a:moveTo>
                      <a:pt x="2730" y="1"/>
                    </a:moveTo>
                    <a:cubicBezTo>
                      <a:pt x="1" y="1"/>
                      <a:pt x="1001" y="8364"/>
                      <a:pt x="1001" y="8364"/>
                    </a:cubicBezTo>
                    <a:lnTo>
                      <a:pt x="2320" y="8634"/>
                    </a:lnTo>
                    <a:lnTo>
                      <a:pt x="6015" y="9405"/>
                    </a:lnTo>
                    <a:cubicBezTo>
                      <a:pt x="6015" y="9405"/>
                      <a:pt x="6031" y="9182"/>
                      <a:pt x="6031" y="8811"/>
                    </a:cubicBezTo>
                    <a:cubicBezTo>
                      <a:pt x="6065" y="7060"/>
                      <a:pt x="5969" y="1919"/>
                      <a:pt x="3863" y="407"/>
                    </a:cubicBezTo>
                    <a:cubicBezTo>
                      <a:pt x="3655" y="264"/>
                      <a:pt x="3427" y="148"/>
                      <a:pt x="3188" y="71"/>
                    </a:cubicBezTo>
                    <a:cubicBezTo>
                      <a:pt x="3025" y="23"/>
                      <a:pt x="2873" y="1"/>
                      <a:pt x="273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37"/>
              <p:cNvSpPr/>
              <p:nvPr/>
            </p:nvSpPr>
            <p:spPr>
              <a:xfrm>
                <a:off x="6527064" y="3505784"/>
                <a:ext cx="89878" cy="243414"/>
              </a:xfrm>
              <a:custGeom>
                <a:avLst/>
                <a:gdLst/>
                <a:ahLst/>
                <a:cxnLst/>
                <a:rect l="l" t="t" r="r" b="b"/>
                <a:pathLst>
                  <a:path w="3188" h="8634" extrusionOk="0">
                    <a:moveTo>
                      <a:pt x="2730" y="1"/>
                    </a:moveTo>
                    <a:cubicBezTo>
                      <a:pt x="1" y="1"/>
                      <a:pt x="1001" y="8364"/>
                      <a:pt x="1001" y="8364"/>
                    </a:cubicBezTo>
                    <a:lnTo>
                      <a:pt x="2320" y="8634"/>
                    </a:lnTo>
                    <a:cubicBezTo>
                      <a:pt x="1691" y="569"/>
                      <a:pt x="3188" y="71"/>
                      <a:pt x="3188" y="71"/>
                    </a:cubicBezTo>
                    <a:cubicBezTo>
                      <a:pt x="3025" y="23"/>
                      <a:pt x="2873" y="1"/>
                      <a:pt x="273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37"/>
              <p:cNvSpPr/>
              <p:nvPr/>
            </p:nvSpPr>
            <p:spPr>
              <a:xfrm>
                <a:off x="6578854" y="3507786"/>
                <a:ext cx="82040" cy="212064"/>
              </a:xfrm>
              <a:custGeom>
                <a:avLst/>
                <a:gdLst/>
                <a:ahLst/>
                <a:cxnLst/>
                <a:rect l="l" t="t" r="r" b="b"/>
                <a:pathLst>
                  <a:path w="2910" h="7522" extrusionOk="0">
                    <a:moveTo>
                      <a:pt x="1351" y="0"/>
                    </a:moveTo>
                    <a:cubicBezTo>
                      <a:pt x="1335" y="16"/>
                      <a:pt x="1" y="498"/>
                      <a:pt x="417" y="7521"/>
                    </a:cubicBezTo>
                    <a:lnTo>
                      <a:pt x="2057" y="7521"/>
                    </a:lnTo>
                    <a:cubicBezTo>
                      <a:pt x="2203" y="7020"/>
                      <a:pt x="2508" y="6171"/>
                      <a:pt x="2909" y="5269"/>
                    </a:cubicBezTo>
                    <a:cubicBezTo>
                      <a:pt x="2377" y="3340"/>
                      <a:pt x="1864" y="1157"/>
                      <a:pt x="2026" y="336"/>
                    </a:cubicBezTo>
                    <a:cubicBezTo>
                      <a:pt x="1818" y="193"/>
                      <a:pt x="1590" y="77"/>
                      <a:pt x="13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37"/>
              <p:cNvSpPr/>
              <p:nvPr/>
            </p:nvSpPr>
            <p:spPr>
              <a:xfrm>
                <a:off x="6548519" y="3505925"/>
                <a:ext cx="68423" cy="213925"/>
              </a:xfrm>
              <a:custGeom>
                <a:avLst/>
                <a:gdLst/>
                <a:ahLst/>
                <a:cxnLst/>
                <a:rect l="l" t="t" r="r" b="b"/>
                <a:pathLst>
                  <a:path w="2427" h="7588" extrusionOk="0">
                    <a:moveTo>
                      <a:pt x="1976" y="1"/>
                    </a:moveTo>
                    <a:cubicBezTo>
                      <a:pt x="174" y="1"/>
                      <a:pt x="1" y="3615"/>
                      <a:pt x="78" y="6091"/>
                    </a:cubicBezTo>
                    <a:cubicBezTo>
                      <a:pt x="97" y="6669"/>
                      <a:pt x="143" y="7202"/>
                      <a:pt x="174" y="7587"/>
                    </a:cubicBezTo>
                    <a:lnTo>
                      <a:pt x="1493" y="7587"/>
                    </a:lnTo>
                    <a:cubicBezTo>
                      <a:pt x="1077" y="564"/>
                      <a:pt x="2411" y="82"/>
                      <a:pt x="2427" y="66"/>
                    </a:cubicBezTo>
                    <a:cubicBezTo>
                      <a:pt x="2265" y="16"/>
                      <a:pt x="2103" y="1"/>
                      <a:pt x="1976" y="1"/>
                    </a:cubicBezTo>
                    <a:close/>
                  </a:path>
                </a:pathLst>
              </a:custGeom>
              <a:solidFill>
                <a:srgbClr val="86AC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37"/>
              <p:cNvSpPr/>
              <p:nvPr/>
            </p:nvSpPr>
            <p:spPr>
              <a:xfrm>
                <a:off x="6631377" y="3517230"/>
                <a:ext cx="53960" cy="139102"/>
              </a:xfrm>
              <a:custGeom>
                <a:avLst/>
                <a:gdLst/>
                <a:ahLst/>
                <a:cxnLst/>
                <a:rect l="l" t="t" r="r" b="b"/>
                <a:pathLst>
                  <a:path w="1914" h="4934" extrusionOk="0">
                    <a:moveTo>
                      <a:pt x="163" y="1"/>
                    </a:moveTo>
                    <a:lnTo>
                      <a:pt x="163" y="1"/>
                    </a:lnTo>
                    <a:cubicBezTo>
                      <a:pt x="1" y="822"/>
                      <a:pt x="514" y="3005"/>
                      <a:pt x="1046" y="4934"/>
                    </a:cubicBezTo>
                    <a:cubicBezTo>
                      <a:pt x="1305" y="4406"/>
                      <a:pt x="1575" y="3858"/>
                      <a:pt x="1914" y="3360"/>
                    </a:cubicBezTo>
                    <a:cubicBezTo>
                      <a:pt x="1594" y="1945"/>
                      <a:pt x="1062" y="645"/>
                      <a:pt x="163" y="1"/>
                    </a:cubicBezTo>
                    <a:close/>
                  </a:path>
                </a:pathLst>
              </a:custGeom>
              <a:solidFill>
                <a:srgbClr val="4976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37"/>
              <p:cNvSpPr/>
              <p:nvPr/>
            </p:nvSpPr>
            <p:spPr>
              <a:xfrm>
                <a:off x="6652691" y="3537134"/>
                <a:ext cx="11784" cy="8176"/>
              </a:xfrm>
              <a:custGeom>
                <a:avLst/>
                <a:gdLst/>
                <a:ahLst/>
                <a:cxnLst/>
                <a:rect l="l" t="t" r="r" b="b"/>
                <a:pathLst>
                  <a:path w="418" h="290" extrusionOk="0">
                    <a:moveTo>
                      <a:pt x="356" y="1"/>
                    </a:moveTo>
                    <a:lnTo>
                      <a:pt x="16" y="213"/>
                    </a:lnTo>
                    <a:cubicBezTo>
                      <a:pt x="1" y="228"/>
                      <a:pt x="1" y="244"/>
                      <a:pt x="16" y="259"/>
                    </a:cubicBezTo>
                    <a:cubicBezTo>
                      <a:pt x="16" y="274"/>
                      <a:pt x="32" y="290"/>
                      <a:pt x="47" y="290"/>
                    </a:cubicBezTo>
                    <a:lnTo>
                      <a:pt x="66" y="274"/>
                    </a:lnTo>
                    <a:lnTo>
                      <a:pt x="387" y="66"/>
                    </a:lnTo>
                    <a:cubicBezTo>
                      <a:pt x="417" y="66"/>
                      <a:pt x="417" y="35"/>
                      <a:pt x="402" y="20"/>
                    </a:cubicBezTo>
                    <a:cubicBezTo>
                      <a:pt x="387" y="1"/>
                      <a:pt x="371" y="1"/>
                      <a:pt x="35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37"/>
              <p:cNvSpPr/>
              <p:nvPr/>
            </p:nvSpPr>
            <p:spPr>
              <a:xfrm>
                <a:off x="6663150" y="3561944"/>
                <a:ext cx="19904" cy="3383"/>
              </a:xfrm>
              <a:custGeom>
                <a:avLst/>
                <a:gdLst/>
                <a:ahLst/>
                <a:cxnLst/>
                <a:rect l="l" t="t" r="r" b="b"/>
                <a:pathLst>
                  <a:path w="706" h="120" extrusionOk="0">
                    <a:moveTo>
                      <a:pt x="18" y="0"/>
                    </a:moveTo>
                    <a:cubicBezTo>
                      <a:pt x="8" y="0"/>
                      <a:pt x="0" y="16"/>
                      <a:pt x="0" y="39"/>
                    </a:cubicBezTo>
                    <a:cubicBezTo>
                      <a:pt x="0" y="54"/>
                      <a:pt x="16" y="69"/>
                      <a:pt x="31" y="69"/>
                    </a:cubicBezTo>
                    <a:lnTo>
                      <a:pt x="660" y="120"/>
                    </a:lnTo>
                    <a:lnTo>
                      <a:pt x="675" y="120"/>
                    </a:lnTo>
                    <a:cubicBezTo>
                      <a:pt x="691" y="120"/>
                      <a:pt x="706" y="104"/>
                      <a:pt x="706" y="69"/>
                    </a:cubicBezTo>
                    <a:cubicBezTo>
                      <a:pt x="706" y="54"/>
                      <a:pt x="691" y="39"/>
                      <a:pt x="675" y="39"/>
                    </a:cubicBezTo>
                    <a:lnTo>
                      <a:pt x="31" y="8"/>
                    </a:lnTo>
                    <a:cubicBezTo>
                      <a:pt x="27" y="2"/>
                      <a:pt x="22" y="0"/>
                      <a:pt x="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37"/>
              <p:cNvSpPr/>
              <p:nvPr/>
            </p:nvSpPr>
            <p:spPr>
              <a:xfrm>
                <a:off x="6672595" y="3600202"/>
                <a:ext cx="18184" cy="4060"/>
              </a:xfrm>
              <a:custGeom>
                <a:avLst/>
                <a:gdLst/>
                <a:ahLst/>
                <a:cxnLst/>
                <a:rect l="l" t="t" r="r" b="b"/>
                <a:pathLst>
                  <a:path w="645" h="144" extrusionOk="0">
                    <a:moveTo>
                      <a:pt x="595" y="1"/>
                    </a:moveTo>
                    <a:lnTo>
                      <a:pt x="35" y="62"/>
                    </a:lnTo>
                    <a:cubicBezTo>
                      <a:pt x="16" y="78"/>
                      <a:pt x="1" y="97"/>
                      <a:pt x="1" y="113"/>
                    </a:cubicBezTo>
                    <a:cubicBezTo>
                      <a:pt x="1" y="128"/>
                      <a:pt x="16" y="143"/>
                      <a:pt x="35" y="143"/>
                    </a:cubicBezTo>
                    <a:lnTo>
                      <a:pt x="51" y="143"/>
                    </a:lnTo>
                    <a:lnTo>
                      <a:pt x="614" y="78"/>
                    </a:lnTo>
                    <a:cubicBezTo>
                      <a:pt x="629" y="78"/>
                      <a:pt x="645" y="62"/>
                      <a:pt x="645" y="32"/>
                    </a:cubicBezTo>
                    <a:cubicBezTo>
                      <a:pt x="645" y="16"/>
                      <a:pt x="629" y="1"/>
                      <a:pt x="59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37"/>
              <p:cNvSpPr/>
              <p:nvPr/>
            </p:nvSpPr>
            <p:spPr>
              <a:xfrm>
                <a:off x="6681194" y="3654360"/>
                <a:ext cx="20468" cy="8401"/>
              </a:xfrm>
              <a:custGeom>
                <a:avLst/>
                <a:gdLst/>
                <a:ahLst/>
                <a:cxnLst/>
                <a:rect l="l" t="t" r="r" b="b"/>
                <a:pathLst>
                  <a:path w="726" h="298" extrusionOk="0">
                    <a:moveTo>
                      <a:pt x="692" y="0"/>
                    </a:moveTo>
                    <a:cubicBezTo>
                      <a:pt x="687" y="0"/>
                      <a:pt x="681" y="2"/>
                      <a:pt x="675" y="8"/>
                    </a:cubicBezTo>
                    <a:lnTo>
                      <a:pt x="35" y="217"/>
                    </a:lnTo>
                    <a:cubicBezTo>
                      <a:pt x="20" y="232"/>
                      <a:pt x="0" y="247"/>
                      <a:pt x="20" y="263"/>
                    </a:cubicBezTo>
                    <a:cubicBezTo>
                      <a:pt x="20" y="278"/>
                      <a:pt x="35" y="298"/>
                      <a:pt x="51" y="298"/>
                    </a:cubicBezTo>
                    <a:lnTo>
                      <a:pt x="66" y="298"/>
                    </a:lnTo>
                    <a:lnTo>
                      <a:pt x="695" y="70"/>
                    </a:lnTo>
                    <a:cubicBezTo>
                      <a:pt x="710" y="70"/>
                      <a:pt x="726" y="55"/>
                      <a:pt x="726" y="24"/>
                    </a:cubicBezTo>
                    <a:cubicBezTo>
                      <a:pt x="715" y="13"/>
                      <a:pt x="704" y="0"/>
                      <a:pt x="6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37"/>
              <p:cNvSpPr/>
              <p:nvPr/>
            </p:nvSpPr>
            <p:spPr>
              <a:xfrm>
                <a:off x="6688918" y="3694647"/>
                <a:ext cx="16775" cy="7048"/>
              </a:xfrm>
              <a:custGeom>
                <a:avLst/>
                <a:gdLst/>
                <a:ahLst/>
                <a:cxnLst/>
                <a:rect l="l" t="t" r="r" b="b"/>
                <a:pathLst>
                  <a:path w="595" h="250" extrusionOk="0">
                    <a:moveTo>
                      <a:pt x="36" y="0"/>
                    </a:moveTo>
                    <a:cubicBezTo>
                      <a:pt x="24" y="0"/>
                      <a:pt x="11" y="12"/>
                      <a:pt x="0" y="26"/>
                    </a:cubicBezTo>
                    <a:cubicBezTo>
                      <a:pt x="0" y="56"/>
                      <a:pt x="16" y="72"/>
                      <a:pt x="35" y="72"/>
                    </a:cubicBezTo>
                    <a:lnTo>
                      <a:pt x="548" y="249"/>
                    </a:lnTo>
                    <a:lnTo>
                      <a:pt x="563" y="249"/>
                    </a:lnTo>
                    <a:cubicBezTo>
                      <a:pt x="579" y="249"/>
                      <a:pt x="594" y="234"/>
                      <a:pt x="594" y="218"/>
                    </a:cubicBezTo>
                    <a:cubicBezTo>
                      <a:pt x="594" y="199"/>
                      <a:pt x="594" y="184"/>
                      <a:pt x="563" y="168"/>
                    </a:cubicBezTo>
                    <a:lnTo>
                      <a:pt x="50" y="6"/>
                    </a:lnTo>
                    <a:cubicBezTo>
                      <a:pt x="46" y="2"/>
                      <a:pt x="41" y="0"/>
                      <a:pt x="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37"/>
              <p:cNvSpPr/>
              <p:nvPr/>
            </p:nvSpPr>
            <p:spPr>
              <a:xfrm>
                <a:off x="6616491" y="3656756"/>
                <a:ext cx="10347" cy="14604"/>
              </a:xfrm>
              <a:custGeom>
                <a:avLst/>
                <a:gdLst/>
                <a:ahLst/>
                <a:cxnLst/>
                <a:rect l="l" t="t" r="r" b="b"/>
                <a:pathLst>
                  <a:path w="367" h="518" extrusionOk="0">
                    <a:moveTo>
                      <a:pt x="31" y="0"/>
                    </a:moveTo>
                    <a:cubicBezTo>
                      <a:pt x="16" y="20"/>
                      <a:pt x="0" y="35"/>
                      <a:pt x="16" y="66"/>
                    </a:cubicBezTo>
                    <a:lnTo>
                      <a:pt x="305" y="502"/>
                    </a:lnTo>
                    <a:cubicBezTo>
                      <a:pt x="305" y="517"/>
                      <a:pt x="321" y="517"/>
                      <a:pt x="336" y="517"/>
                    </a:cubicBezTo>
                    <a:lnTo>
                      <a:pt x="351" y="517"/>
                    </a:lnTo>
                    <a:cubicBezTo>
                      <a:pt x="367" y="502"/>
                      <a:pt x="367" y="482"/>
                      <a:pt x="351" y="467"/>
                    </a:cubicBezTo>
                    <a:lnTo>
                      <a:pt x="78" y="20"/>
                    </a:lnTo>
                    <a:cubicBezTo>
                      <a:pt x="62" y="0"/>
                      <a:pt x="47" y="0"/>
                      <a:pt x="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37"/>
              <p:cNvSpPr/>
              <p:nvPr/>
            </p:nvSpPr>
            <p:spPr>
              <a:xfrm>
                <a:off x="6580179" y="3596339"/>
                <a:ext cx="15027" cy="6061"/>
              </a:xfrm>
              <a:custGeom>
                <a:avLst/>
                <a:gdLst/>
                <a:ahLst/>
                <a:cxnLst/>
                <a:rect l="l" t="t" r="r" b="b"/>
                <a:pathLst>
                  <a:path w="533" h="215" extrusionOk="0">
                    <a:moveTo>
                      <a:pt x="36" y="0"/>
                    </a:moveTo>
                    <a:cubicBezTo>
                      <a:pt x="24" y="0"/>
                      <a:pt x="11" y="11"/>
                      <a:pt x="0" y="22"/>
                    </a:cubicBezTo>
                    <a:cubicBezTo>
                      <a:pt x="0" y="57"/>
                      <a:pt x="16" y="72"/>
                      <a:pt x="35" y="72"/>
                    </a:cubicBezTo>
                    <a:lnTo>
                      <a:pt x="467" y="215"/>
                    </a:lnTo>
                    <a:lnTo>
                      <a:pt x="482" y="215"/>
                    </a:lnTo>
                    <a:cubicBezTo>
                      <a:pt x="498" y="215"/>
                      <a:pt x="517" y="215"/>
                      <a:pt x="517" y="199"/>
                    </a:cubicBezTo>
                    <a:cubicBezTo>
                      <a:pt x="532" y="169"/>
                      <a:pt x="517" y="153"/>
                      <a:pt x="498" y="153"/>
                    </a:cubicBezTo>
                    <a:lnTo>
                      <a:pt x="50" y="7"/>
                    </a:lnTo>
                    <a:cubicBezTo>
                      <a:pt x="46" y="2"/>
                      <a:pt x="41" y="0"/>
                      <a:pt x="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37"/>
              <p:cNvSpPr/>
              <p:nvPr/>
            </p:nvSpPr>
            <p:spPr>
              <a:xfrm>
                <a:off x="6546686" y="3694816"/>
                <a:ext cx="14491" cy="6428"/>
              </a:xfrm>
              <a:custGeom>
                <a:avLst/>
                <a:gdLst/>
                <a:ahLst/>
                <a:cxnLst/>
                <a:rect l="l" t="t" r="r" b="b"/>
                <a:pathLst>
                  <a:path w="514" h="228" extrusionOk="0">
                    <a:moveTo>
                      <a:pt x="46" y="0"/>
                    </a:moveTo>
                    <a:cubicBezTo>
                      <a:pt x="31" y="0"/>
                      <a:pt x="16" y="20"/>
                      <a:pt x="0" y="35"/>
                    </a:cubicBezTo>
                    <a:cubicBezTo>
                      <a:pt x="0" y="50"/>
                      <a:pt x="16" y="66"/>
                      <a:pt x="31" y="81"/>
                    </a:cubicBezTo>
                    <a:lnTo>
                      <a:pt x="467" y="228"/>
                    </a:lnTo>
                    <a:lnTo>
                      <a:pt x="482" y="228"/>
                    </a:lnTo>
                    <a:cubicBezTo>
                      <a:pt x="498" y="228"/>
                      <a:pt x="513" y="212"/>
                      <a:pt x="513" y="193"/>
                    </a:cubicBezTo>
                    <a:cubicBezTo>
                      <a:pt x="513" y="178"/>
                      <a:pt x="513" y="162"/>
                      <a:pt x="498" y="147"/>
                    </a:cubicBezTo>
                    <a:lnTo>
                      <a:pt x="4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37"/>
              <p:cNvSpPr/>
              <p:nvPr/>
            </p:nvSpPr>
            <p:spPr>
              <a:xfrm>
                <a:off x="6578431" y="3614664"/>
                <a:ext cx="18522" cy="2312"/>
              </a:xfrm>
              <a:custGeom>
                <a:avLst/>
                <a:gdLst/>
                <a:ahLst/>
                <a:cxnLst/>
                <a:rect l="l" t="t" r="r" b="b"/>
                <a:pathLst>
                  <a:path w="657" h="82" extrusionOk="0">
                    <a:moveTo>
                      <a:pt x="31" y="1"/>
                    </a:moveTo>
                    <a:cubicBezTo>
                      <a:pt x="16" y="1"/>
                      <a:pt x="0" y="16"/>
                      <a:pt x="0" y="47"/>
                    </a:cubicBezTo>
                    <a:cubicBezTo>
                      <a:pt x="0" y="66"/>
                      <a:pt x="16" y="82"/>
                      <a:pt x="31" y="82"/>
                    </a:cubicBezTo>
                    <a:lnTo>
                      <a:pt x="625" y="66"/>
                    </a:lnTo>
                    <a:cubicBezTo>
                      <a:pt x="641" y="66"/>
                      <a:pt x="656" y="47"/>
                      <a:pt x="656" y="32"/>
                    </a:cubicBezTo>
                    <a:cubicBezTo>
                      <a:pt x="656" y="16"/>
                      <a:pt x="641" y="1"/>
                      <a:pt x="62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37"/>
              <p:cNvSpPr/>
              <p:nvPr/>
            </p:nvSpPr>
            <p:spPr>
              <a:xfrm>
                <a:off x="6557991" y="3670345"/>
                <a:ext cx="19058" cy="2735"/>
              </a:xfrm>
              <a:custGeom>
                <a:avLst/>
                <a:gdLst/>
                <a:ahLst/>
                <a:cxnLst/>
                <a:rect l="l" t="t" r="r" b="b"/>
                <a:pathLst>
                  <a:path w="676" h="97" extrusionOk="0">
                    <a:moveTo>
                      <a:pt x="629" y="0"/>
                    </a:moveTo>
                    <a:lnTo>
                      <a:pt x="50" y="20"/>
                    </a:lnTo>
                    <a:cubicBezTo>
                      <a:pt x="16" y="20"/>
                      <a:pt x="0" y="35"/>
                      <a:pt x="0" y="51"/>
                    </a:cubicBezTo>
                    <a:cubicBezTo>
                      <a:pt x="0" y="81"/>
                      <a:pt x="16" y="97"/>
                      <a:pt x="50" y="97"/>
                    </a:cubicBezTo>
                    <a:lnTo>
                      <a:pt x="644" y="81"/>
                    </a:lnTo>
                    <a:cubicBezTo>
                      <a:pt x="660" y="81"/>
                      <a:pt x="675" y="66"/>
                      <a:pt x="675" y="51"/>
                    </a:cubicBezTo>
                    <a:cubicBezTo>
                      <a:pt x="675" y="20"/>
                      <a:pt x="660" y="0"/>
                      <a:pt x="6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37"/>
              <p:cNvSpPr/>
              <p:nvPr/>
            </p:nvSpPr>
            <p:spPr>
              <a:xfrm>
                <a:off x="6582463" y="3568034"/>
                <a:ext cx="19058" cy="2735"/>
              </a:xfrm>
              <a:custGeom>
                <a:avLst/>
                <a:gdLst/>
                <a:ahLst/>
                <a:cxnLst/>
                <a:rect l="l" t="t" r="r" b="b"/>
                <a:pathLst>
                  <a:path w="676" h="97" extrusionOk="0">
                    <a:moveTo>
                      <a:pt x="629" y="0"/>
                    </a:moveTo>
                    <a:lnTo>
                      <a:pt x="31" y="15"/>
                    </a:lnTo>
                    <a:cubicBezTo>
                      <a:pt x="16" y="15"/>
                      <a:pt x="0" y="31"/>
                      <a:pt x="0" y="46"/>
                    </a:cubicBezTo>
                    <a:cubicBezTo>
                      <a:pt x="0" y="81"/>
                      <a:pt x="16" y="96"/>
                      <a:pt x="50" y="96"/>
                    </a:cubicBezTo>
                    <a:lnTo>
                      <a:pt x="629" y="81"/>
                    </a:lnTo>
                    <a:cubicBezTo>
                      <a:pt x="660" y="81"/>
                      <a:pt x="675" y="62"/>
                      <a:pt x="675" y="31"/>
                    </a:cubicBezTo>
                    <a:cubicBezTo>
                      <a:pt x="675" y="15"/>
                      <a:pt x="660" y="0"/>
                      <a:pt x="6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37"/>
              <p:cNvSpPr/>
              <p:nvPr/>
            </p:nvSpPr>
            <p:spPr>
              <a:xfrm>
                <a:off x="6608344" y="3634568"/>
                <a:ext cx="17197" cy="2312"/>
              </a:xfrm>
              <a:custGeom>
                <a:avLst/>
                <a:gdLst/>
                <a:ahLst/>
                <a:cxnLst/>
                <a:rect l="l" t="t" r="r" b="b"/>
                <a:pathLst>
                  <a:path w="610" h="82" extrusionOk="0">
                    <a:moveTo>
                      <a:pt x="579" y="1"/>
                    </a:moveTo>
                    <a:lnTo>
                      <a:pt x="46" y="16"/>
                    </a:lnTo>
                    <a:cubicBezTo>
                      <a:pt x="16" y="16"/>
                      <a:pt x="0" y="35"/>
                      <a:pt x="0" y="51"/>
                    </a:cubicBezTo>
                    <a:cubicBezTo>
                      <a:pt x="0" y="66"/>
                      <a:pt x="16" y="82"/>
                      <a:pt x="46" y="82"/>
                    </a:cubicBezTo>
                    <a:lnTo>
                      <a:pt x="579" y="66"/>
                    </a:lnTo>
                    <a:cubicBezTo>
                      <a:pt x="594" y="66"/>
                      <a:pt x="610" y="51"/>
                      <a:pt x="610" y="35"/>
                    </a:cubicBezTo>
                    <a:cubicBezTo>
                      <a:pt x="610" y="16"/>
                      <a:pt x="594" y="1"/>
                      <a:pt x="57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37"/>
              <p:cNvSpPr/>
              <p:nvPr/>
            </p:nvSpPr>
            <p:spPr>
              <a:xfrm>
                <a:off x="6545812" y="3633694"/>
                <a:ext cx="16775" cy="4060"/>
              </a:xfrm>
              <a:custGeom>
                <a:avLst/>
                <a:gdLst/>
                <a:ahLst/>
                <a:cxnLst/>
                <a:rect l="l" t="t" r="r" b="b"/>
                <a:pathLst>
                  <a:path w="595" h="144" extrusionOk="0">
                    <a:moveTo>
                      <a:pt x="31" y="1"/>
                    </a:moveTo>
                    <a:cubicBezTo>
                      <a:pt x="16" y="1"/>
                      <a:pt x="0" y="1"/>
                      <a:pt x="0" y="32"/>
                    </a:cubicBezTo>
                    <a:cubicBezTo>
                      <a:pt x="0" y="47"/>
                      <a:pt x="16" y="66"/>
                      <a:pt x="31" y="66"/>
                    </a:cubicBezTo>
                    <a:lnTo>
                      <a:pt x="544" y="143"/>
                    </a:lnTo>
                    <a:cubicBezTo>
                      <a:pt x="579" y="143"/>
                      <a:pt x="594" y="128"/>
                      <a:pt x="594" y="113"/>
                    </a:cubicBezTo>
                    <a:cubicBezTo>
                      <a:pt x="594" y="97"/>
                      <a:pt x="579" y="82"/>
                      <a:pt x="560" y="82"/>
                    </a:cubicBezTo>
                    <a:lnTo>
                      <a:pt x="3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37"/>
              <p:cNvSpPr/>
              <p:nvPr/>
            </p:nvSpPr>
            <p:spPr>
              <a:xfrm>
                <a:off x="6549393" y="3550300"/>
                <a:ext cx="15478" cy="2735"/>
              </a:xfrm>
              <a:custGeom>
                <a:avLst/>
                <a:gdLst/>
                <a:ahLst/>
                <a:cxnLst/>
                <a:rect l="l" t="t" r="r" b="b"/>
                <a:pathLst>
                  <a:path w="549" h="97" extrusionOk="0">
                    <a:moveTo>
                      <a:pt x="47" y="0"/>
                    </a:moveTo>
                    <a:cubicBezTo>
                      <a:pt x="16" y="0"/>
                      <a:pt x="1" y="16"/>
                      <a:pt x="1" y="35"/>
                    </a:cubicBezTo>
                    <a:cubicBezTo>
                      <a:pt x="1" y="50"/>
                      <a:pt x="16" y="66"/>
                      <a:pt x="47" y="66"/>
                    </a:cubicBezTo>
                    <a:lnTo>
                      <a:pt x="514" y="97"/>
                    </a:lnTo>
                    <a:cubicBezTo>
                      <a:pt x="529" y="97"/>
                      <a:pt x="548" y="81"/>
                      <a:pt x="548" y="66"/>
                    </a:cubicBezTo>
                    <a:cubicBezTo>
                      <a:pt x="548" y="35"/>
                      <a:pt x="529" y="16"/>
                      <a:pt x="514" y="16"/>
                    </a:cubicBezTo>
                    <a:lnTo>
                      <a:pt x="4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37"/>
              <p:cNvSpPr/>
              <p:nvPr/>
            </p:nvSpPr>
            <p:spPr>
              <a:xfrm>
                <a:off x="6558865" y="3523123"/>
                <a:ext cx="17310" cy="9585"/>
              </a:xfrm>
              <a:custGeom>
                <a:avLst/>
                <a:gdLst/>
                <a:ahLst/>
                <a:cxnLst/>
                <a:rect l="l" t="t" r="r" b="b"/>
                <a:pathLst>
                  <a:path w="614" h="340" extrusionOk="0">
                    <a:moveTo>
                      <a:pt x="66" y="0"/>
                    </a:moveTo>
                    <a:cubicBezTo>
                      <a:pt x="50" y="0"/>
                      <a:pt x="19" y="0"/>
                      <a:pt x="19" y="35"/>
                    </a:cubicBezTo>
                    <a:cubicBezTo>
                      <a:pt x="0" y="50"/>
                      <a:pt x="19" y="66"/>
                      <a:pt x="35" y="81"/>
                    </a:cubicBezTo>
                    <a:lnTo>
                      <a:pt x="548" y="324"/>
                    </a:lnTo>
                    <a:lnTo>
                      <a:pt x="563" y="339"/>
                    </a:lnTo>
                    <a:cubicBezTo>
                      <a:pt x="579" y="339"/>
                      <a:pt x="598" y="324"/>
                      <a:pt x="598" y="305"/>
                    </a:cubicBezTo>
                    <a:cubicBezTo>
                      <a:pt x="613" y="289"/>
                      <a:pt x="598" y="274"/>
                      <a:pt x="579" y="258"/>
                    </a:cubicBezTo>
                    <a:lnTo>
                      <a:pt x="6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37"/>
              <p:cNvSpPr/>
              <p:nvPr/>
            </p:nvSpPr>
            <p:spPr>
              <a:xfrm>
                <a:off x="6542119" y="3588783"/>
                <a:ext cx="17310" cy="9614"/>
              </a:xfrm>
              <a:custGeom>
                <a:avLst/>
                <a:gdLst/>
                <a:ahLst/>
                <a:cxnLst/>
                <a:rect l="l" t="t" r="r" b="b"/>
                <a:pathLst>
                  <a:path w="614" h="341" extrusionOk="0">
                    <a:moveTo>
                      <a:pt x="50" y="1"/>
                    </a:moveTo>
                    <a:cubicBezTo>
                      <a:pt x="35" y="1"/>
                      <a:pt x="16" y="1"/>
                      <a:pt x="0" y="35"/>
                    </a:cubicBezTo>
                    <a:cubicBezTo>
                      <a:pt x="0" y="51"/>
                      <a:pt x="0" y="66"/>
                      <a:pt x="16" y="82"/>
                    </a:cubicBezTo>
                    <a:lnTo>
                      <a:pt x="548" y="325"/>
                    </a:lnTo>
                    <a:lnTo>
                      <a:pt x="563" y="340"/>
                    </a:lnTo>
                    <a:cubicBezTo>
                      <a:pt x="579" y="340"/>
                      <a:pt x="594" y="325"/>
                      <a:pt x="594" y="309"/>
                    </a:cubicBezTo>
                    <a:cubicBezTo>
                      <a:pt x="613" y="290"/>
                      <a:pt x="594" y="275"/>
                      <a:pt x="579" y="259"/>
                    </a:cubicBezTo>
                    <a:lnTo>
                      <a:pt x="5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37"/>
              <p:cNvSpPr/>
              <p:nvPr/>
            </p:nvSpPr>
            <p:spPr>
              <a:xfrm>
                <a:off x="6614631" y="3540179"/>
                <a:ext cx="6343" cy="14716"/>
              </a:xfrm>
              <a:custGeom>
                <a:avLst/>
                <a:gdLst/>
                <a:ahLst/>
                <a:cxnLst/>
                <a:rect l="l" t="t" r="r" b="b"/>
                <a:pathLst>
                  <a:path w="225" h="522" extrusionOk="0">
                    <a:moveTo>
                      <a:pt x="180" y="0"/>
                    </a:moveTo>
                    <a:cubicBezTo>
                      <a:pt x="169" y="0"/>
                      <a:pt x="157" y="13"/>
                      <a:pt x="144" y="24"/>
                    </a:cubicBezTo>
                    <a:lnTo>
                      <a:pt x="1" y="471"/>
                    </a:lnTo>
                    <a:cubicBezTo>
                      <a:pt x="1" y="506"/>
                      <a:pt x="1" y="521"/>
                      <a:pt x="32" y="521"/>
                    </a:cubicBezTo>
                    <a:cubicBezTo>
                      <a:pt x="47" y="521"/>
                      <a:pt x="66" y="521"/>
                      <a:pt x="82" y="506"/>
                    </a:cubicBezTo>
                    <a:lnTo>
                      <a:pt x="225" y="55"/>
                    </a:lnTo>
                    <a:cubicBezTo>
                      <a:pt x="225" y="24"/>
                      <a:pt x="225" y="8"/>
                      <a:pt x="194" y="8"/>
                    </a:cubicBezTo>
                    <a:cubicBezTo>
                      <a:pt x="189" y="3"/>
                      <a:pt x="184" y="0"/>
                      <a:pt x="18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37"/>
              <p:cNvSpPr/>
              <p:nvPr/>
            </p:nvSpPr>
            <p:spPr>
              <a:xfrm>
                <a:off x="6622806" y="3503754"/>
                <a:ext cx="10882" cy="14914"/>
              </a:xfrm>
              <a:custGeom>
                <a:avLst/>
                <a:gdLst/>
                <a:ahLst/>
                <a:cxnLst/>
                <a:rect l="l" t="t" r="r" b="b"/>
                <a:pathLst>
                  <a:path w="386" h="529" extrusionOk="0">
                    <a:moveTo>
                      <a:pt x="345" y="0"/>
                    </a:moveTo>
                    <a:cubicBezTo>
                      <a:pt x="337" y="0"/>
                      <a:pt x="328" y="4"/>
                      <a:pt x="320" y="12"/>
                    </a:cubicBezTo>
                    <a:lnTo>
                      <a:pt x="0" y="463"/>
                    </a:lnTo>
                    <a:cubicBezTo>
                      <a:pt x="0" y="479"/>
                      <a:pt x="0" y="494"/>
                      <a:pt x="16" y="510"/>
                    </a:cubicBezTo>
                    <a:lnTo>
                      <a:pt x="31" y="529"/>
                    </a:lnTo>
                    <a:cubicBezTo>
                      <a:pt x="46" y="529"/>
                      <a:pt x="66" y="510"/>
                      <a:pt x="66" y="510"/>
                    </a:cubicBezTo>
                    <a:lnTo>
                      <a:pt x="386" y="62"/>
                    </a:lnTo>
                    <a:cubicBezTo>
                      <a:pt x="386" y="47"/>
                      <a:pt x="386" y="27"/>
                      <a:pt x="370" y="12"/>
                    </a:cubicBezTo>
                    <a:cubicBezTo>
                      <a:pt x="363" y="4"/>
                      <a:pt x="354" y="0"/>
                      <a:pt x="3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37"/>
              <p:cNvSpPr/>
              <p:nvPr/>
            </p:nvSpPr>
            <p:spPr>
              <a:xfrm>
                <a:off x="6592471" y="3496678"/>
                <a:ext cx="7189" cy="16577"/>
              </a:xfrm>
              <a:custGeom>
                <a:avLst/>
                <a:gdLst/>
                <a:ahLst/>
                <a:cxnLst/>
                <a:rect l="l" t="t" r="r" b="b"/>
                <a:pathLst>
                  <a:path w="255" h="588" extrusionOk="0">
                    <a:moveTo>
                      <a:pt x="39" y="0"/>
                    </a:moveTo>
                    <a:cubicBezTo>
                      <a:pt x="33" y="0"/>
                      <a:pt x="25" y="3"/>
                      <a:pt x="15" y="8"/>
                    </a:cubicBezTo>
                    <a:cubicBezTo>
                      <a:pt x="0" y="8"/>
                      <a:pt x="0" y="24"/>
                      <a:pt x="0" y="55"/>
                    </a:cubicBezTo>
                    <a:lnTo>
                      <a:pt x="177" y="552"/>
                    </a:lnTo>
                    <a:cubicBezTo>
                      <a:pt x="177" y="568"/>
                      <a:pt x="193" y="587"/>
                      <a:pt x="208" y="587"/>
                    </a:cubicBezTo>
                    <a:lnTo>
                      <a:pt x="224" y="587"/>
                    </a:lnTo>
                    <a:cubicBezTo>
                      <a:pt x="239" y="568"/>
                      <a:pt x="255" y="552"/>
                      <a:pt x="239" y="537"/>
                    </a:cubicBezTo>
                    <a:lnTo>
                      <a:pt x="62" y="24"/>
                    </a:lnTo>
                    <a:cubicBezTo>
                      <a:pt x="62" y="13"/>
                      <a:pt x="54" y="0"/>
                      <a:pt x="3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37"/>
              <p:cNvSpPr/>
              <p:nvPr/>
            </p:nvSpPr>
            <p:spPr>
              <a:xfrm>
                <a:off x="6632787" y="3557546"/>
                <a:ext cx="204790" cy="187198"/>
              </a:xfrm>
              <a:custGeom>
                <a:avLst/>
                <a:gdLst/>
                <a:ahLst/>
                <a:cxnLst/>
                <a:rect l="l" t="t" r="r" b="b"/>
                <a:pathLst>
                  <a:path w="7264" h="6640" extrusionOk="0">
                    <a:moveTo>
                      <a:pt x="4430" y="1"/>
                    </a:moveTo>
                    <a:cubicBezTo>
                      <a:pt x="1696" y="1"/>
                      <a:pt x="1" y="6219"/>
                      <a:pt x="1" y="6219"/>
                    </a:cubicBezTo>
                    <a:lnTo>
                      <a:pt x="3006" y="6528"/>
                    </a:lnTo>
                    <a:lnTo>
                      <a:pt x="4097" y="6640"/>
                    </a:lnTo>
                    <a:cubicBezTo>
                      <a:pt x="4097" y="6640"/>
                      <a:pt x="7264" y="83"/>
                      <a:pt x="4483" y="2"/>
                    </a:cubicBezTo>
                    <a:cubicBezTo>
                      <a:pt x="4465" y="1"/>
                      <a:pt x="4448" y="1"/>
                      <a:pt x="443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37"/>
              <p:cNvSpPr/>
              <p:nvPr/>
            </p:nvSpPr>
            <p:spPr>
              <a:xfrm>
                <a:off x="6717506" y="3557574"/>
                <a:ext cx="120072" cy="187170"/>
              </a:xfrm>
              <a:custGeom>
                <a:avLst/>
                <a:gdLst/>
                <a:ahLst/>
                <a:cxnLst/>
                <a:rect l="l" t="t" r="r" b="b"/>
                <a:pathLst>
                  <a:path w="4259" h="6639" extrusionOk="0">
                    <a:moveTo>
                      <a:pt x="1478" y="1"/>
                    </a:moveTo>
                    <a:cubicBezTo>
                      <a:pt x="1478" y="1"/>
                      <a:pt x="2508" y="722"/>
                      <a:pt x="1" y="6527"/>
                    </a:cubicBezTo>
                    <a:lnTo>
                      <a:pt x="1092" y="6639"/>
                    </a:lnTo>
                    <a:cubicBezTo>
                      <a:pt x="1092" y="6639"/>
                      <a:pt x="4259" y="82"/>
                      <a:pt x="147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37"/>
              <p:cNvSpPr/>
              <p:nvPr/>
            </p:nvSpPr>
            <p:spPr>
              <a:xfrm>
                <a:off x="6710655" y="3571727"/>
                <a:ext cx="8176" cy="8937"/>
              </a:xfrm>
              <a:custGeom>
                <a:avLst/>
                <a:gdLst/>
                <a:ahLst/>
                <a:cxnLst/>
                <a:rect l="l" t="t" r="r" b="b"/>
                <a:pathLst>
                  <a:path w="290" h="317" extrusionOk="0">
                    <a:moveTo>
                      <a:pt x="50" y="0"/>
                    </a:moveTo>
                    <a:cubicBezTo>
                      <a:pt x="38" y="0"/>
                      <a:pt x="26" y="4"/>
                      <a:pt x="16" y="12"/>
                    </a:cubicBezTo>
                    <a:cubicBezTo>
                      <a:pt x="1" y="27"/>
                      <a:pt x="1" y="62"/>
                      <a:pt x="16" y="62"/>
                    </a:cubicBezTo>
                    <a:lnTo>
                      <a:pt x="228" y="301"/>
                    </a:lnTo>
                    <a:lnTo>
                      <a:pt x="244" y="316"/>
                    </a:lnTo>
                    <a:cubicBezTo>
                      <a:pt x="259" y="316"/>
                      <a:pt x="259" y="316"/>
                      <a:pt x="274" y="301"/>
                    </a:cubicBezTo>
                    <a:cubicBezTo>
                      <a:pt x="290" y="286"/>
                      <a:pt x="290" y="270"/>
                      <a:pt x="274" y="255"/>
                    </a:cubicBezTo>
                    <a:lnTo>
                      <a:pt x="82" y="12"/>
                    </a:lnTo>
                    <a:cubicBezTo>
                      <a:pt x="74" y="4"/>
                      <a:pt x="62" y="0"/>
                      <a:pt x="5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37"/>
              <p:cNvSpPr/>
              <p:nvPr/>
            </p:nvSpPr>
            <p:spPr>
              <a:xfrm>
                <a:off x="6694360" y="3582299"/>
                <a:ext cx="16323" cy="5639"/>
              </a:xfrm>
              <a:custGeom>
                <a:avLst/>
                <a:gdLst/>
                <a:ahLst/>
                <a:cxnLst/>
                <a:rect l="l" t="t" r="r" b="b"/>
                <a:pathLst>
                  <a:path w="579" h="200" extrusionOk="0">
                    <a:moveTo>
                      <a:pt x="36" y="1"/>
                    </a:moveTo>
                    <a:cubicBezTo>
                      <a:pt x="24" y="1"/>
                      <a:pt x="11" y="12"/>
                      <a:pt x="0" y="22"/>
                    </a:cubicBezTo>
                    <a:cubicBezTo>
                      <a:pt x="0" y="57"/>
                      <a:pt x="16" y="73"/>
                      <a:pt x="35" y="73"/>
                    </a:cubicBezTo>
                    <a:lnTo>
                      <a:pt x="532" y="200"/>
                    </a:lnTo>
                    <a:cubicBezTo>
                      <a:pt x="548" y="200"/>
                      <a:pt x="563" y="184"/>
                      <a:pt x="579" y="169"/>
                    </a:cubicBezTo>
                    <a:cubicBezTo>
                      <a:pt x="579" y="154"/>
                      <a:pt x="563" y="134"/>
                      <a:pt x="548" y="119"/>
                    </a:cubicBezTo>
                    <a:lnTo>
                      <a:pt x="50" y="7"/>
                    </a:lnTo>
                    <a:cubicBezTo>
                      <a:pt x="46" y="2"/>
                      <a:pt x="41" y="1"/>
                      <a:pt x="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1287;p37"/>
              <p:cNvSpPr/>
              <p:nvPr/>
            </p:nvSpPr>
            <p:spPr>
              <a:xfrm>
                <a:off x="6670311" y="3619232"/>
                <a:ext cx="14181" cy="7217"/>
              </a:xfrm>
              <a:custGeom>
                <a:avLst/>
                <a:gdLst/>
                <a:ahLst/>
                <a:cxnLst/>
                <a:rect l="l" t="t" r="r" b="b"/>
                <a:pathLst>
                  <a:path w="503" h="256" extrusionOk="0">
                    <a:moveTo>
                      <a:pt x="66" y="1"/>
                    </a:moveTo>
                    <a:cubicBezTo>
                      <a:pt x="35" y="1"/>
                      <a:pt x="20" y="1"/>
                      <a:pt x="20" y="32"/>
                    </a:cubicBezTo>
                    <a:cubicBezTo>
                      <a:pt x="1" y="47"/>
                      <a:pt x="20" y="62"/>
                      <a:pt x="35" y="78"/>
                    </a:cubicBezTo>
                    <a:lnTo>
                      <a:pt x="452" y="255"/>
                    </a:lnTo>
                    <a:lnTo>
                      <a:pt x="467" y="255"/>
                    </a:lnTo>
                    <a:cubicBezTo>
                      <a:pt x="483" y="255"/>
                      <a:pt x="483" y="255"/>
                      <a:pt x="502" y="240"/>
                    </a:cubicBezTo>
                    <a:cubicBezTo>
                      <a:pt x="502" y="224"/>
                      <a:pt x="502" y="194"/>
                      <a:pt x="483" y="194"/>
                    </a:cubicBezTo>
                    <a:lnTo>
                      <a:pt x="6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1288;p37"/>
              <p:cNvSpPr/>
              <p:nvPr/>
            </p:nvSpPr>
            <p:spPr>
              <a:xfrm>
                <a:off x="6657258" y="3645451"/>
                <a:ext cx="14491" cy="10882"/>
              </a:xfrm>
              <a:custGeom>
                <a:avLst/>
                <a:gdLst/>
                <a:ahLst/>
                <a:cxnLst/>
                <a:rect l="l" t="t" r="r" b="b"/>
                <a:pathLst>
                  <a:path w="514" h="386" extrusionOk="0">
                    <a:moveTo>
                      <a:pt x="63" y="0"/>
                    </a:moveTo>
                    <a:cubicBezTo>
                      <a:pt x="47" y="0"/>
                      <a:pt x="32" y="0"/>
                      <a:pt x="16" y="16"/>
                    </a:cubicBezTo>
                    <a:cubicBezTo>
                      <a:pt x="1" y="35"/>
                      <a:pt x="16" y="50"/>
                      <a:pt x="32" y="66"/>
                    </a:cubicBezTo>
                    <a:lnTo>
                      <a:pt x="448" y="371"/>
                    </a:lnTo>
                    <a:cubicBezTo>
                      <a:pt x="464" y="386"/>
                      <a:pt x="464" y="386"/>
                      <a:pt x="483" y="386"/>
                    </a:cubicBezTo>
                    <a:cubicBezTo>
                      <a:pt x="498" y="386"/>
                      <a:pt x="498" y="371"/>
                      <a:pt x="514" y="371"/>
                    </a:cubicBezTo>
                    <a:cubicBezTo>
                      <a:pt x="514" y="355"/>
                      <a:pt x="514" y="324"/>
                      <a:pt x="498" y="324"/>
                    </a:cubicBezTo>
                    <a:lnTo>
                      <a:pt x="6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 name="Google Shape;1289;p37"/>
              <p:cNvSpPr/>
              <p:nvPr/>
            </p:nvSpPr>
            <p:spPr>
              <a:xfrm>
                <a:off x="6643133" y="3677619"/>
                <a:ext cx="14153" cy="2312"/>
              </a:xfrm>
              <a:custGeom>
                <a:avLst/>
                <a:gdLst/>
                <a:ahLst/>
                <a:cxnLst/>
                <a:rect l="l" t="t" r="r" b="b"/>
                <a:pathLst>
                  <a:path w="502" h="82" extrusionOk="0">
                    <a:moveTo>
                      <a:pt x="35" y="1"/>
                    </a:moveTo>
                    <a:cubicBezTo>
                      <a:pt x="20" y="1"/>
                      <a:pt x="0" y="16"/>
                      <a:pt x="0" y="32"/>
                    </a:cubicBezTo>
                    <a:cubicBezTo>
                      <a:pt x="0" y="66"/>
                      <a:pt x="20" y="82"/>
                      <a:pt x="35" y="82"/>
                    </a:cubicBezTo>
                    <a:lnTo>
                      <a:pt x="467" y="82"/>
                    </a:lnTo>
                    <a:cubicBezTo>
                      <a:pt x="483" y="82"/>
                      <a:pt x="502" y="66"/>
                      <a:pt x="502" y="32"/>
                    </a:cubicBezTo>
                    <a:cubicBezTo>
                      <a:pt x="502" y="16"/>
                      <a:pt x="483" y="1"/>
                      <a:pt x="46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 name="Google Shape;1290;p37"/>
              <p:cNvSpPr/>
              <p:nvPr/>
            </p:nvSpPr>
            <p:spPr>
              <a:xfrm>
                <a:off x="6710655" y="3667018"/>
                <a:ext cx="11897" cy="9332"/>
              </a:xfrm>
              <a:custGeom>
                <a:avLst/>
                <a:gdLst/>
                <a:ahLst/>
                <a:cxnLst/>
                <a:rect l="l" t="t" r="r" b="b"/>
                <a:pathLst>
                  <a:path w="422" h="331" extrusionOk="0">
                    <a:moveTo>
                      <a:pt x="369" y="0"/>
                    </a:moveTo>
                    <a:cubicBezTo>
                      <a:pt x="365" y="0"/>
                      <a:pt x="360" y="2"/>
                      <a:pt x="355" y="7"/>
                    </a:cubicBezTo>
                    <a:lnTo>
                      <a:pt x="16" y="265"/>
                    </a:lnTo>
                    <a:cubicBezTo>
                      <a:pt x="1" y="280"/>
                      <a:pt x="1" y="311"/>
                      <a:pt x="16" y="331"/>
                    </a:cubicBezTo>
                    <a:lnTo>
                      <a:pt x="66" y="331"/>
                    </a:lnTo>
                    <a:lnTo>
                      <a:pt x="402" y="72"/>
                    </a:lnTo>
                    <a:cubicBezTo>
                      <a:pt x="421" y="57"/>
                      <a:pt x="421" y="41"/>
                      <a:pt x="402" y="22"/>
                    </a:cubicBezTo>
                    <a:cubicBezTo>
                      <a:pt x="391" y="11"/>
                      <a:pt x="380" y="0"/>
                      <a:pt x="36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 name="Google Shape;1291;p37"/>
              <p:cNvSpPr/>
              <p:nvPr/>
            </p:nvSpPr>
            <p:spPr>
              <a:xfrm>
                <a:off x="6756440" y="3607814"/>
                <a:ext cx="12320" cy="2312"/>
              </a:xfrm>
              <a:custGeom>
                <a:avLst/>
                <a:gdLst/>
                <a:ahLst/>
                <a:cxnLst/>
                <a:rect l="l" t="t" r="r" b="b"/>
                <a:pathLst>
                  <a:path w="437" h="82" extrusionOk="0">
                    <a:moveTo>
                      <a:pt x="31" y="1"/>
                    </a:moveTo>
                    <a:cubicBezTo>
                      <a:pt x="16" y="1"/>
                      <a:pt x="0" y="20"/>
                      <a:pt x="0" y="51"/>
                    </a:cubicBezTo>
                    <a:cubicBezTo>
                      <a:pt x="0" y="66"/>
                      <a:pt x="16" y="82"/>
                      <a:pt x="31" y="82"/>
                    </a:cubicBezTo>
                    <a:lnTo>
                      <a:pt x="402" y="82"/>
                    </a:lnTo>
                    <a:cubicBezTo>
                      <a:pt x="417" y="82"/>
                      <a:pt x="436" y="66"/>
                      <a:pt x="436" y="51"/>
                    </a:cubicBezTo>
                    <a:cubicBezTo>
                      <a:pt x="436" y="20"/>
                      <a:pt x="417" y="1"/>
                      <a:pt x="40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 name="Google Shape;1292;p37"/>
              <p:cNvSpPr/>
              <p:nvPr/>
            </p:nvSpPr>
            <p:spPr>
              <a:xfrm>
                <a:off x="6747418" y="3640996"/>
                <a:ext cx="14914" cy="6315"/>
              </a:xfrm>
              <a:custGeom>
                <a:avLst/>
                <a:gdLst/>
                <a:ahLst/>
                <a:cxnLst/>
                <a:rect l="l" t="t" r="r" b="b"/>
                <a:pathLst>
                  <a:path w="529" h="224" extrusionOk="0">
                    <a:moveTo>
                      <a:pt x="47" y="0"/>
                    </a:moveTo>
                    <a:cubicBezTo>
                      <a:pt x="31" y="0"/>
                      <a:pt x="16" y="16"/>
                      <a:pt x="0" y="31"/>
                    </a:cubicBezTo>
                    <a:cubicBezTo>
                      <a:pt x="0" y="46"/>
                      <a:pt x="16" y="62"/>
                      <a:pt x="31" y="77"/>
                    </a:cubicBezTo>
                    <a:lnTo>
                      <a:pt x="482" y="224"/>
                    </a:lnTo>
                    <a:cubicBezTo>
                      <a:pt x="498" y="224"/>
                      <a:pt x="513" y="224"/>
                      <a:pt x="529" y="208"/>
                    </a:cubicBezTo>
                    <a:cubicBezTo>
                      <a:pt x="529" y="193"/>
                      <a:pt x="513" y="158"/>
                      <a:pt x="498" y="158"/>
                    </a:cubicBezTo>
                    <a:lnTo>
                      <a:pt x="4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1293;p37"/>
              <p:cNvSpPr/>
              <p:nvPr/>
            </p:nvSpPr>
            <p:spPr>
              <a:xfrm>
                <a:off x="6732420" y="3687458"/>
                <a:ext cx="14040" cy="6090"/>
              </a:xfrm>
              <a:custGeom>
                <a:avLst/>
                <a:gdLst/>
                <a:ahLst/>
                <a:cxnLst/>
                <a:rect l="l" t="t" r="r" b="b"/>
                <a:pathLst>
                  <a:path w="498" h="216" extrusionOk="0">
                    <a:moveTo>
                      <a:pt x="48" y="0"/>
                    </a:moveTo>
                    <a:cubicBezTo>
                      <a:pt x="33" y="0"/>
                      <a:pt x="15" y="11"/>
                      <a:pt x="15" y="22"/>
                    </a:cubicBezTo>
                    <a:cubicBezTo>
                      <a:pt x="0" y="38"/>
                      <a:pt x="15" y="68"/>
                      <a:pt x="35" y="68"/>
                    </a:cubicBezTo>
                    <a:lnTo>
                      <a:pt x="436" y="215"/>
                    </a:lnTo>
                    <a:lnTo>
                      <a:pt x="451" y="215"/>
                    </a:lnTo>
                    <a:cubicBezTo>
                      <a:pt x="467" y="215"/>
                      <a:pt x="482" y="200"/>
                      <a:pt x="482" y="184"/>
                    </a:cubicBezTo>
                    <a:cubicBezTo>
                      <a:pt x="498" y="165"/>
                      <a:pt x="482" y="149"/>
                      <a:pt x="467" y="134"/>
                    </a:cubicBezTo>
                    <a:lnTo>
                      <a:pt x="66" y="7"/>
                    </a:lnTo>
                    <a:cubicBezTo>
                      <a:pt x="61" y="2"/>
                      <a:pt x="55" y="0"/>
                      <a:pt x="4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37"/>
              <p:cNvSpPr/>
              <p:nvPr/>
            </p:nvSpPr>
            <p:spPr>
              <a:xfrm>
                <a:off x="6772764" y="3663156"/>
                <a:ext cx="14040" cy="4060"/>
              </a:xfrm>
              <a:custGeom>
                <a:avLst/>
                <a:gdLst/>
                <a:ahLst/>
                <a:cxnLst/>
                <a:rect l="l" t="t" r="r" b="b"/>
                <a:pathLst>
                  <a:path w="498" h="144" extrusionOk="0">
                    <a:moveTo>
                      <a:pt x="50" y="1"/>
                    </a:moveTo>
                    <a:cubicBezTo>
                      <a:pt x="31" y="1"/>
                      <a:pt x="0" y="16"/>
                      <a:pt x="0" y="32"/>
                    </a:cubicBezTo>
                    <a:cubicBezTo>
                      <a:pt x="0" y="47"/>
                      <a:pt x="15" y="63"/>
                      <a:pt x="31" y="82"/>
                    </a:cubicBezTo>
                    <a:lnTo>
                      <a:pt x="451" y="144"/>
                    </a:lnTo>
                    <a:cubicBezTo>
                      <a:pt x="482" y="144"/>
                      <a:pt x="498" y="128"/>
                      <a:pt x="498" y="113"/>
                    </a:cubicBezTo>
                    <a:cubicBezTo>
                      <a:pt x="498" y="97"/>
                      <a:pt x="482" y="63"/>
                      <a:pt x="467" y="63"/>
                    </a:cubicBezTo>
                    <a:lnTo>
                      <a:pt x="5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37"/>
              <p:cNvSpPr/>
              <p:nvPr/>
            </p:nvSpPr>
            <p:spPr>
              <a:xfrm>
                <a:off x="6784492" y="3627182"/>
                <a:ext cx="12743" cy="3834"/>
              </a:xfrm>
              <a:custGeom>
                <a:avLst/>
                <a:gdLst/>
                <a:ahLst/>
                <a:cxnLst/>
                <a:rect l="l" t="t" r="r" b="b"/>
                <a:pathLst>
                  <a:path w="452" h="136" extrusionOk="0">
                    <a:moveTo>
                      <a:pt x="421" y="0"/>
                    </a:moveTo>
                    <a:cubicBezTo>
                      <a:pt x="415" y="0"/>
                      <a:pt x="410" y="3"/>
                      <a:pt x="406" y="8"/>
                    </a:cubicBezTo>
                    <a:lnTo>
                      <a:pt x="35" y="54"/>
                    </a:lnTo>
                    <a:cubicBezTo>
                      <a:pt x="20" y="70"/>
                      <a:pt x="1" y="85"/>
                      <a:pt x="1" y="104"/>
                    </a:cubicBezTo>
                    <a:cubicBezTo>
                      <a:pt x="1" y="120"/>
                      <a:pt x="20" y="135"/>
                      <a:pt x="35" y="135"/>
                    </a:cubicBezTo>
                    <a:lnTo>
                      <a:pt x="51" y="135"/>
                    </a:lnTo>
                    <a:lnTo>
                      <a:pt x="421" y="70"/>
                    </a:lnTo>
                    <a:cubicBezTo>
                      <a:pt x="436" y="70"/>
                      <a:pt x="452" y="54"/>
                      <a:pt x="452" y="39"/>
                    </a:cubicBezTo>
                    <a:cubicBezTo>
                      <a:pt x="452" y="17"/>
                      <a:pt x="436" y="0"/>
                      <a:pt x="42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37"/>
              <p:cNvSpPr/>
              <p:nvPr/>
            </p:nvSpPr>
            <p:spPr>
              <a:xfrm>
                <a:off x="6784492" y="3582468"/>
                <a:ext cx="15478" cy="3637"/>
              </a:xfrm>
              <a:custGeom>
                <a:avLst/>
                <a:gdLst/>
                <a:ahLst/>
                <a:cxnLst/>
                <a:rect l="l" t="t" r="r" b="b"/>
                <a:pathLst>
                  <a:path w="549" h="129" extrusionOk="0">
                    <a:moveTo>
                      <a:pt x="502" y="1"/>
                    </a:moveTo>
                    <a:lnTo>
                      <a:pt x="35" y="67"/>
                    </a:lnTo>
                    <a:cubicBezTo>
                      <a:pt x="20" y="67"/>
                      <a:pt x="1" y="82"/>
                      <a:pt x="1" y="97"/>
                    </a:cubicBezTo>
                    <a:cubicBezTo>
                      <a:pt x="1" y="113"/>
                      <a:pt x="20" y="128"/>
                      <a:pt x="35" y="128"/>
                    </a:cubicBezTo>
                    <a:lnTo>
                      <a:pt x="51" y="128"/>
                    </a:lnTo>
                    <a:lnTo>
                      <a:pt x="517" y="67"/>
                    </a:lnTo>
                    <a:cubicBezTo>
                      <a:pt x="533" y="67"/>
                      <a:pt x="548" y="51"/>
                      <a:pt x="548" y="32"/>
                    </a:cubicBezTo>
                    <a:cubicBezTo>
                      <a:pt x="533" y="1"/>
                      <a:pt x="517" y="1"/>
                      <a:pt x="50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37"/>
              <p:cNvSpPr/>
              <p:nvPr/>
            </p:nvSpPr>
            <p:spPr>
              <a:xfrm>
                <a:off x="6732843" y="3600202"/>
                <a:ext cx="1889" cy="12658"/>
              </a:xfrm>
              <a:custGeom>
                <a:avLst/>
                <a:gdLst/>
                <a:ahLst/>
                <a:cxnLst/>
                <a:rect l="l" t="t" r="r" b="b"/>
                <a:pathLst>
                  <a:path w="67" h="449" extrusionOk="0">
                    <a:moveTo>
                      <a:pt x="35" y="1"/>
                    </a:moveTo>
                    <a:cubicBezTo>
                      <a:pt x="20" y="1"/>
                      <a:pt x="0" y="16"/>
                      <a:pt x="0" y="32"/>
                    </a:cubicBezTo>
                    <a:lnTo>
                      <a:pt x="0" y="402"/>
                    </a:lnTo>
                    <a:cubicBezTo>
                      <a:pt x="0" y="433"/>
                      <a:pt x="20" y="448"/>
                      <a:pt x="35" y="448"/>
                    </a:cubicBezTo>
                    <a:cubicBezTo>
                      <a:pt x="51" y="448"/>
                      <a:pt x="66" y="433"/>
                      <a:pt x="66" y="402"/>
                    </a:cubicBezTo>
                    <a:lnTo>
                      <a:pt x="66" y="32"/>
                    </a:lnTo>
                    <a:cubicBezTo>
                      <a:pt x="66" y="16"/>
                      <a:pt x="51" y="1"/>
                      <a:pt x="3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37"/>
              <p:cNvSpPr/>
              <p:nvPr/>
            </p:nvSpPr>
            <p:spPr>
              <a:xfrm>
                <a:off x="6746967" y="3550554"/>
                <a:ext cx="5920" cy="13363"/>
              </a:xfrm>
              <a:custGeom>
                <a:avLst/>
                <a:gdLst/>
                <a:ahLst/>
                <a:cxnLst/>
                <a:rect l="l" t="t" r="r" b="b"/>
                <a:pathLst>
                  <a:path w="210" h="474" extrusionOk="0">
                    <a:moveTo>
                      <a:pt x="45" y="0"/>
                    </a:moveTo>
                    <a:cubicBezTo>
                      <a:pt x="41" y="0"/>
                      <a:pt x="36" y="2"/>
                      <a:pt x="32" y="7"/>
                    </a:cubicBezTo>
                    <a:cubicBezTo>
                      <a:pt x="16" y="7"/>
                      <a:pt x="1" y="26"/>
                      <a:pt x="1" y="57"/>
                    </a:cubicBezTo>
                    <a:lnTo>
                      <a:pt x="128" y="458"/>
                    </a:lnTo>
                    <a:cubicBezTo>
                      <a:pt x="144" y="473"/>
                      <a:pt x="159" y="473"/>
                      <a:pt x="159" y="473"/>
                    </a:cubicBezTo>
                    <a:lnTo>
                      <a:pt x="174" y="473"/>
                    </a:lnTo>
                    <a:cubicBezTo>
                      <a:pt x="194" y="473"/>
                      <a:pt x="209" y="443"/>
                      <a:pt x="209" y="427"/>
                    </a:cubicBezTo>
                    <a:lnTo>
                      <a:pt x="78" y="26"/>
                    </a:lnTo>
                    <a:cubicBezTo>
                      <a:pt x="67" y="12"/>
                      <a:pt x="56" y="0"/>
                      <a:pt x="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1299;p37"/>
              <p:cNvSpPr/>
              <p:nvPr/>
            </p:nvSpPr>
            <p:spPr>
              <a:xfrm>
                <a:off x="6658132" y="3608349"/>
                <a:ext cx="69297" cy="111501"/>
              </a:xfrm>
              <a:custGeom>
                <a:avLst/>
                <a:gdLst/>
                <a:ahLst/>
                <a:cxnLst/>
                <a:rect l="l" t="t" r="r" b="b"/>
                <a:pathLst>
                  <a:path w="2458" h="3955" extrusionOk="0">
                    <a:moveTo>
                      <a:pt x="1995" y="1"/>
                    </a:moveTo>
                    <a:cubicBezTo>
                      <a:pt x="1528" y="1"/>
                      <a:pt x="275" y="3214"/>
                      <a:pt x="1" y="3954"/>
                    </a:cubicBezTo>
                    <a:lnTo>
                      <a:pt x="1046" y="3954"/>
                    </a:lnTo>
                    <a:cubicBezTo>
                      <a:pt x="1320" y="3229"/>
                      <a:pt x="2458" y="97"/>
                      <a:pt x="20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37"/>
              <p:cNvSpPr/>
              <p:nvPr/>
            </p:nvSpPr>
            <p:spPr>
              <a:xfrm>
                <a:off x="6396278" y="3631947"/>
                <a:ext cx="127797" cy="100957"/>
              </a:xfrm>
              <a:custGeom>
                <a:avLst/>
                <a:gdLst/>
                <a:ahLst/>
                <a:cxnLst/>
                <a:rect l="l" t="t" r="r" b="b"/>
                <a:pathLst>
                  <a:path w="4533" h="3581" extrusionOk="0">
                    <a:moveTo>
                      <a:pt x="2242" y="0"/>
                    </a:moveTo>
                    <a:cubicBezTo>
                      <a:pt x="1117" y="0"/>
                      <a:pt x="1" y="422"/>
                      <a:pt x="1" y="1266"/>
                    </a:cubicBezTo>
                    <a:cubicBezTo>
                      <a:pt x="1" y="2986"/>
                      <a:pt x="1366" y="3580"/>
                      <a:pt x="1366" y="3580"/>
                    </a:cubicBezTo>
                    <a:lnTo>
                      <a:pt x="3279" y="3580"/>
                    </a:lnTo>
                    <a:cubicBezTo>
                      <a:pt x="3279" y="3580"/>
                      <a:pt x="4533" y="3021"/>
                      <a:pt x="4533" y="1301"/>
                    </a:cubicBezTo>
                    <a:cubicBezTo>
                      <a:pt x="4533" y="434"/>
                      <a:pt x="3383" y="0"/>
                      <a:pt x="224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301;p37"/>
              <p:cNvSpPr/>
              <p:nvPr/>
            </p:nvSpPr>
            <p:spPr>
              <a:xfrm>
                <a:off x="6403890" y="3631862"/>
                <a:ext cx="108344" cy="105609"/>
              </a:xfrm>
              <a:custGeom>
                <a:avLst/>
                <a:gdLst/>
                <a:ahLst/>
                <a:cxnLst/>
                <a:rect l="l" t="t" r="r" b="b"/>
                <a:pathLst>
                  <a:path w="3843" h="3746" extrusionOk="0">
                    <a:moveTo>
                      <a:pt x="1995" y="0"/>
                    </a:moveTo>
                    <a:cubicBezTo>
                      <a:pt x="1995" y="0"/>
                      <a:pt x="1" y="756"/>
                      <a:pt x="1675" y="3745"/>
                    </a:cubicBezTo>
                    <a:lnTo>
                      <a:pt x="2446" y="3745"/>
                    </a:lnTo>
                    <a:cubicBezTo>
                      <a:pt x="2446" y="3745"/>
                      <a:pt x="3843" y="883"/>
                      <a:pt x="199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1302;p37"/>
              <p:cNvSpPr/>
              <p:nvPr/>
            </p:nvSpPr>
            <p:spPr>
              <a:xfrm>
                <a:off x="6420213" y="3594873"/>
                <a:ext cx="52664" cy="44149"/>
              </a:xfrm>
              <a:custGeom>
                <a:avLst/>
                <a:gdLst/>
                <a:ahLst/>
                <a:cxnLst/>
                <a:rect l="l" t="t" r="r" b="b"/>
                <a:pathLst>
                  <a:path w="1868" h="1566" extrusionOk="0">
                    <a:moveTo>
                      <a:pt x="984" y="0"/>
                    </a:moveTo>
                    <a:cubicBezTo>
                      <a:pt x="894" y="0"/>
                      <a:pt x="802" y="14"/>
                      <a:pt x="710" y="43"/>
                    </a:cubicBezTo>
                    <a:cubicBezTo>
                      <a:pt x="259" y="170"/>
                      <a:pt x="0" y="606"/>
                      <a:pt x="116" y="1023"/>
                    </a:cubicBezTo>
                    <a:cubicBezTo>
                      <a:pt x="217" y="1356"/>
                      <a:pt x="531" y="1565"/>
                      <a:pt x="879" y="1565"/>
                    </a:cubicBezTo>
                    <a:cubicBezTo>
                      <a:pt x="971" y="1565"/>
                      <a:pt x="1064" y="1551"/>
                      <a:pt x="1158" y="1520"/>
                    </a:cubicBezTo>
                    <a:cubicBezTo>
                      <a:pt x="1609" y="1393"/>
                      <a:pt x="1867" y="961"/>
                      <a:pt x="1755" y="541"/>
                    </a:cubicBezTo>
                    <a:cubicBezTo>
                      <a:pt x="1651" y="209"/>
                      <a:pt x="1335" y="0"/>
                      <a:pt x="98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1303;p37"/>
              <p:cNvSpPr/>
              <p:nvPr/>
            </p:nvSpPr>
            <p:spPr>
              <a:xfrm>
                <a:off x="6413786" y="3599666"/>
                <a:ext cx="68113" cy="46771"/>
              </a:xfrm>
              <a:custGeom>
                <a:avLst/>
                <a:gdLst/>
                <a:ahLst/>
                <a:cxnLst/>
                <a:rect l="l" t="t" r="r" b="b"/>
                <a:pathLst>
                  <a:path w="2416" h="1659" extrusionOk="0">
                    <a:moveTo>
                      <a:pt x="1081" y="0"/>
                    </a:moveTo>
                    <a:cubicBezTo>
                      <a:pt x="730" y="193"/>
                      <a:pt x="664" y="695"/>
                      <a:pt x="664" y="695"/>
                    </a:cubicBezTo>
                    <a:cubicBezTo>
                      <a:pt x="664" y="695"/>
                      <a:pt x="364" y="545"/>
                      <a:pt x="142" y="545"/>
                    </a:cubicBezTo>
                    <a:cubicBezTo>
                      <a:pt x="122" y="545"/>
                      <a:pt x="104" y="546"/>
                      <a:pt x="86" y="548"/>
                    </a:cubicBezTo>
                    <a:cubicBezTo>
                      <a:pt x="0" y="990"/>
                      <a:pt x="470" y="1659"/>
                      <a:pt x="1151" y="1659"/>
                    </a:cubicBezTo>
                    <a:cubicBezTo>
                      <a:pt x="1238" y="1659"/>
                      <a:pt x="1328" y="1648"/>
                      <a:pt x="1420" y="1624"/>
                    </a:cubicBezTo>
                    <a:cubicBezTo>
                      <a:pt x="2126" y="1447"/>
                      <a:pt x="2415" y="564"/>
                      <a:pt x="2095" y="66"/>
                    </a:cubicBezTo>
                    <a:lnTo>
                      <a:pt x="2095" y="66"/>
                    </a:lnTo>
                    <a:cubicBezTo>
                      <a:pt x="1740" y="193"/>
                      <a:pt x="1659" y="467"/>
                      <a:pt x="1659" y="467"/>
                    </a:cubicBezTo>
                    <a:cubicBezTo>
                      <a:pt x="1659" y="467"/>
                      <a:pt x="1563" y="132"/>
                      <a:pt x="108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1304;p37"/>
              <p:cNvSpPr/>
              <p:nvPr/>
            </p:nvSpPr>
            <p:spPr>
              <a:xfrm>
                <a:off x="6394868" y="3647537"/>
                <a:ext cx="14068" cy="6090"/>
              </a:xfrm>
              <a:custGeom>
                <a:avLst/>
                <a:gdLst/>
                <a:ahLst/>
                <a:cxnLst/>
                <a:rect l="l" t="t" r="r" b="b"/>
                <a:pathLst>
                  <a:path w="499" h="216" extrusionOk="0">
                    <a:moveTo>
                      <a:pt x="41" y="1"/>
                    </a:moveTo>
                    <a:cubicBezTo>
                      <a:pt x="24" y="1"/>
                      <a:pt x="16" y="12"/>
                      <a:pt x="16" y="23"/>
                    </a:cubicBezTo>
                    <a:cubicBezTo>
                      <a:pt x="1" y="57"/>
                      <a:pt x="16" y="73"/>
                      <a:pt x="32" y="73"/>
                    </a:cubicBezTo>
                    <a:lnTo>
                      <a:pt x="437" y="200"/>
                    </a:lnTo>
                    <a:lnTo>
                      <a:pt x="452" y="216"/>
                    </a:lnTo>
                    <a:cubicBezTo>
                      <a:pt x="467" y="216"/>
                      <a:pt x="483" y="200"/>
                      <a:pt x="483" y="185"/>
                    </a:cubicBezTo>
                    <a:cubicBezTo>
                      <a:pt x="498" y="169"/>
                      <a:pt x="483" y="135"/>
                      <a:pt x="467" y="135"/>
                    </a:cubicBezTo>
                    <a:lnTo>
                      <a:pt x="66" y="7"/>
                    </a:lnTo>
                    <a:cubicBezTo>
                      <a:pt x="56" y="3"/>
                      <a:pt x="48" y="1"/>
                      <a:pt x="4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37"/>
              <p:cNvSpPr/>
              <p:nvPr/>
            </p:nvSpPr>
            <p:spPr>
              <a:xfrm>
                <a:off x="6389427" y="3667187"/>
                <a:ext cx="13645" cy="1889"/>
              </a:xfrm>
              <a:custGeom>
                <a:avLst/>
                <a:gdLst/>
                <a:ahLst/>
                <a:cxnLst/>
                <a:rect l="l" t="t" r="r" b="b"/>
                <a:pathLst>
                  <a:path w="484" h="67" extrusionOk="0">
                    <a:moveTo>
                      <a:pt x="32" y="1"/>
                    </a:moveTo>
                    <a:cubicBezTo>
                      <a:pt x="16" y="1"/>
                      <a:pt x="1" y="16"/>
                      <a:pt x="1" y="35"/>
                    </a:cubicBezTo>
                    <a:cubicBezTo>
                      <a:pt x="1" y="51"/>
                      <a:pt x="16" y="66"/>
                      <a:pt x="32" y="66"/>
                    </a:cubicBezTo>
                    <a:lnTo>
                      <a:pt x="452" y="66"/>
                    </a:lnTo>
                    <a:cubicBezTo>
                      <a:pt x="468" y="66"/>
                      <a:pt x="483" y="51"/>
                      <a:pt x="483" y="35"/>
                    </a:cubicBezTo>
                    <a:cubicBezTo>
                      <a:pt x="483" y="16"/>
                      <a:pt x="468" y="1"/>
                      <a:pt x="45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37"/>
              <p:cNvSpPr/>
              <p:nvPr/>
            </p:nvSpPr>
            <p:spPr>
              <a:xfrm>
                <a:off x="6393036" y="3683511"/>
                <a:ext cx="15901" cy="5892"/>
              </a:xfrm>
              <a:custGeom>
                <a:avLst/>
                <a:gdLst/>
                <a:ahLst/>
                <a:cxnLst/>
                <a:rect l="l" t="t" r="r" b="b"/>
                <a:pathLst>
                  <a:path w="564" h="209" extrusionOk="0">
                    <a:moveTo>
                      <a:pt x="502" y="0"/>
                    </a:moveTo>
                    <a:lnTo>
                      <a:pt x="35" y="147"/>
                    </a:lnTo>
                    <a:cubicBezTo>
                      <a:pt x="19" y="147"/>
                      <a:pt x="0" y="162"/>
                      <a:pt x="19" y="193"/>
                    </a:cubicBezTo>
                    <a:cubicBezTo>
                      <a:pt x="19" y="208"/>
                      <a:pt x="35" y="208"/>
                      <a:pt x="50" y="208"/>
                    </a:cubicBezTo>
                    <a:lnTo>
                      <a:pt x="66" y="208"/>
                    </a:lnTo>
                    <a:lnTo>
                      <a:pt x="532" y="81"/>
                    </a:lnTo>
                    <a:cubicBezTo>
                      <a:pt x="548" y="66"/>
                      <a:pt x="563" y="50"/>
                      <a:pt x="548" y="35"/>
                    </a:cubicBezTo>
                    <a:cubicBezTo>
                      <a:pt x="548" y="16"/>
                      <a:pt x="532" y="0"/>
                      <a:pt x="50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37"/>
              <p:cNvSpPr/>
              <p:nvPr/>
            </p:nvSpPr>
            <p:spPr>
              <a:xfrm>
                <a:off x="6417056" y="3694196"/>
                <a:ext cx="10037" cy="7499"/>
              </a:xfrm>
              <a:custGeom>
                <a:avLst/>
                <a:gdLst/>
                <a:ahLst/>
                <a:cxnLst/>
                <a:rect l="l" t="t" r="r" b="b"/>
                <a:pathLst>
                  <a:path w="356" h="266" extrusionOk="0">
                    <a:moveTo>
                      <a:pt x="307" y="1"/>
                    </a:moveTo>
                    <a:cubicBezTo>
                      <a:pt x="301" y="1"/>
                      <a:pt x="294" y="2"/>
                      <a:pt x="290" y="7"/>
                    </a:cubicBezTo>
                    <a:lnTo>
                      <a:pt x="16" y="200"/>
                    </a:lnTo>
                    <a:cubicBezTo>
                      <a:pt x="1" y="215"/>
                      <a:pt x="1" y="234"/>
                      <a:pt x="1" y="250"/>
                    </a:cubicBezTo>
                    <a:cubicBezTo>
                      <a:pt x="16" y="265"/>
                      <a:pt x="16" y="265"/>
                      <a:pt x="35" y="265"/>
                    </a:cubicBezTo>
                    <a:lnTo>
                      <a:pt x="66" y="265"/>
                    </a:lnTo>
                    <a:lnTo>
                      <a:pt x="340" y="72"/>
                    </a:lnTo>
                    <a:cubicBezTo>
                      <a:pt x="355" y="57"/>
                      <a:pt x="355" y="42"/>
                      <a:pt x="355" y="22"/>
                    </a:cubicBezTo>
                    <a:cubicBezTo>
                      <a:pt x="345" y="11"/>
                      <a:pt x="324" y="1"/>
                      <a:pt x="30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37"/>
              <p:cNvSpPr/>
              <p:nvPr/>
            </p:nvSpPr>
            <p:spPr>
              <a:xfrm>
                <a:off x="6427938" y="3659773"/>
                <a:ext cx="11333" cy="5695"/>
              </a:xfrm>
              <a:custGeom>
                <a:avLst/>
                <a:gdLst/>
                <a:ahLst/>
                <a:cxnLst/>
                <a:rect l="l" t="t" r="r" b="b"/>
                <a:pathLst>
                  <a:path w="402" h="202" extrusionOk="0">
                    <a:moveTo>
                      <a:pt x="42" y="1"/>
                    </a:moveTo>
                    <a:cubicBezTo>
                      <a:pt x="25" y="1"/>
                      <a:pt x="16" y="14"/>
                      <a:pt x="16" y="25"/>
                    </a:cubicBezTo>
                    <a:cubicBezTo>
                      <a:pt x="0" y="40"/>
                      <a:pt x="16" y="71"/>
                      <a:pt x="35" y="71"/>
                    </a:cubicBezTo>
                    <a:lnTo>
                      <a:pt x="355" y="183"/>
                    </a:lnTo>
                    <a:lnTo>
                      <a:pt x="355" y="202"/>
                    </a:lnTo>
                    <a:cubicBezTo>
                      <a:pt x="371" y="202"/>
                      <a:pt x="386" y="183"/>
                      <a:pt x="401" y="167"/>
                    </a:cubicBezTo>
                    <a:cubicBezTo>
                      <a:pt x="401" y="152"/>
                      <a:pt x="386" y="136"/>
                      <a:pt x="371" y="121"/>
                    </a:cubicBezTo>
                    <a:lnTo>
                      <a:pt x="66" y="9"/>
                    </a:lnTo>
                    <a:cubicBezTo>
                      <a:pt x="57" y="3"/>
                      <a:pt x="48" y="1"/>
                      <a:pt x="4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37"/>
              <p:cNvSpPr/>
              <p:nvPr/>
            </p:nvSpPr>
            <p:spPr>
              <a:xfrm>
                <a:off x="6480997" y="3657574"/>
                <a:ext cx="13194" cy="4201"/>
              </a:xfrm>
              <a:custGeom>
                <a:avLst/>
                <a:gdLst/>
                <a:ahLst/>
                <a:cxnLst/>
                <a:rect l="l" t="t" r="r" b="b"/>
                <a:pathLst>
                  <a:path w="468" h="149" extrusionOk="0">
                    <a:moveTo>
                      <a:pt x="430" y="0"/>
                    </a:moveTo>
                    <a:cubicBezTo>
                      <a:pt x="425" y="0"/>
                      <a:pt x="421" y="2"/>
                      <a:pt x="417" y="6"/>
                    </a:cubicBezTo>
                    <a:lnTo>
                      <a:pt x="31" y="87"/>
                    </a:lnTo>
                    <a:cubicBezTo>
                      <a:pt x="16" y="87"/>
                      <a:pt x="1" y="103"/>
                      <a:pt x="1" y="133"/>
                    </a:cubicBezTo>
                    <a:cubicBezTo>
                      <a:pt x="1" y="149"/>
                      <a:pt x="16" y="149"/>
                      <a:pt x="31" y="149"/>
                    </a:cubicBezTo>
                    <a:lnTo>
                      <a:pt x="47" y="149"/>
                    </a:lnTo>
                    <a:lnTo>
                      <a:pt x="433" y="68"/>
                    </a:lnTo>
                    <a:cubicBezTo>
                      <a:pt x="448" y="68"/>
                      <a:pt x="467" y="52"/>
                      <a:pt x="467" y="37"/>
                    </a:cubicBezTo>
                    <a:cubicBezTo>
                      <a:pt x="453" y="14"/>
                      <a:pt x="441" y="0"/>
                      <a:pt x="43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37"/>
              <p:cNvSpPr/>
              <p:nvPr/>
            </p:nvSpPr>
            <p:spPr>
              <a:xfrm>
                <a:off x="6480997" y="3691236"/>
                <a:ext cx="11333" cy="5018"/>
              </a:xfrm>
              <a:custGeom>
                <a:avLst/>
                <a:gdLst/>
                <a:ahLst/>
                <a:cxnLst/>
                <a:rect l="l" t="t" r="r" b="b"/>
                <a:pathLst>
                  <a:path w="402" h="178" extrusionOk="0">
                    <a:moveTo>
                      <a:pt x="47" y="0"/>
                    </a:moveTo>
                    <a:cubicBezTo>
                      <a:pt x="31" y="0"/>
                      <a:pt x="16" y="15"/>
                      <a:pt x="1" y="31"/>
                    </a:cubicBezTo>
                    <a:cubicBezTo>
                      <a:pt x="1" y="50"/>
                      <a:pt x="16" y="66"/>
                      <a:pt x="31" y="81"/>
                    </a:cubicBezTo>
                    <a:lnTo>
                      <a:pt x="352" y="177"/>
                    </a:lnTo>
                    <a:lnTo>
                      <a:pt x="371" y="177"/>
                    </a:lnTo>
                    <a:cubicBezTo>
                      <a:pt x="386" y="177"/>
                      <a:pt x="402" y="177"/>
                      <a:pt x="402" y="162"/>
                    </a:cubicBezTo>
                    <a:cubicBezTo>
                      <a:pt x="402" y="147"/>
                      <a:pt x="402" y="112"/>
                      <a:pt x="371" y="112"/>
                    </a:cubicBezTo>
                    <a:lnTo>
                      <a:pt x="4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1311;p37"/>
              <p:cNvSpPr/>
              <p:nvPr/>
            </p:nvSpPr>
            <p:spPr>
              <a:xfrm>
                <a:off x="6482294" y="3674489"/>
                <a:ext cx="10037" cy="1861"/>
              </a:xfrm>
              <a:custGeom>
                <a:avLst/>
                <a:gdLst/>
                <a:ahLst/>
                <a:cxnLst/>
                <a:rect l="l" t="t" r="r" b="b"/>
                <a:pathLst>
                  <a:path w="356" h="66" extrusionOk="0">
                    <a:moveTo>
                      <a:pt x="36" y="0"/>
                    </a:moveTo>
                    <a:cubicBezTo>
                      <a:pt x="16" y="0"/>
                      <a:pt x="1" y="15"/>
                      <a:pt x="1" y="31"/>
                    </a:cubicBezTo>
                    <a:cubicBezTo>
                      <a:pt x="1" y="46"/>
                      <a:pt x="16" y="66"/>
                      <a:pt x="36" y="66"/>
                    </a:cubicBezTo>
                    <a:lnTo>
                      <a:pt x="325" y="66"/>
                    </a:lnTo>
                    <a:cubicBezTo>
                      <a:pt x="340" y="66"/>
                      <a:pt x="356" y="46"/>
                      <a:pt x="356" y="31"/>
                    </a:cubicBezTo>
                    <a:cubicBezTo>
                      <a:pt x="356" y="15"/>
                      <a:pt x="340" y="0"/>
                      <a:pt x="3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37"/>
              <p:cNvSpPr/>
              <p:nvPr/>
            </p:nvSpPr>
            <p:spPr>
              <a:xfrm>
                <a:off x="6516774" y="3659040"/>
                <a:ext cx="13194" cy="4595"/>
              </a:xfrm>
              <a:custGeom>
                <a:avLst/>
                <a:gdLst/>
                <a:ahLst/>
                <a:cxnLst/>
                <a:rect l="l" t="t" r="r" b="b"/>
                <a:pathLst>
                  <a:path w="468" h="163" extrusionOk="0">
                    <a:moveTo>
                      <a:pt x="417" y="0"/>
                    </a:moveTo>
                    <a:lnTo>
                      <a:pt x="31" y="81"/>
                    </a:lnTo>
                    <a:cubicBezTo>
                      <a:pt x="16" y="97"/>
                      <a:pt x="1" y="112"/>
                      <a:pt x="1" y="132"/>
                    </a:cubicBezTo>
                    <a:cubicBezTo>
                      <a:pt x="1" y="147"/>
                      <a:pt x="16" y="162"/>
                      <a:pt x="31" y="162"/>
                    </a:cubicBezTo>
                    <a:lnTo>
                      <a:pt x="47" y="162"/>
                    </a:lnTo>
                    <a:lnTo>
                      <a:pt x="433" y="81"/>
                    </a:lnTo>
                    <a:cubicBezTo>
                      <a:pt x="467" y="81"/>
                      <a:pt x="467" y="66"/>
                      <a:pt x="467" y="35"/>
                    </a:cubicBezTo>
                    <a:cubicBezTo>
                      <a:pt x="467" y="16"/>
                      <a:pt x="452" y="0"/>
                      <a:pt x="41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37"/>
              <p:cNvSpPr/>
              <p:nvPr/>
            </p:nvSpPr>
            <p:spPr>
              <a:xfrm>
                <a:off x="6518070" y="3685344"/>
                <a:ext cx="10910" cy="2312"/>
              </a:xfrm>
              <a:custGeom>
                <a:avLst/>
                <a:gdLst/>
                <a:ahLst/>
                <a:cxnLst/>
                <a:rect l="l" t="t" r="r" b="b"/>
                <a:pathLst>
                  <a:path w="387" h="82" extrusionOk="0">
                    <a:moveTo>
                      <a:pt x="36" y="1"/>
                    </a:moveTo>
                    <a:cubicBezTo>
                      <a:pt x="20" y="1"/>
                      <a:pt x="1" y="16"/>
                      <a:pt x="1" y="32"/>
                    </a:cubicBezTo>
                    <a:cubicBezTo>
                      <a:pt x="1" y="47"/>
                      <a:pt x="20" y="66"/>
                      <a:pt x="36" y="66"/>
                    </a:cubicBezTo>
                    <a:lnTo>
                      <a:pt x="340" y="82"/>
                    </a:lnTo>
                    <a:cubicBezTo>
                      <a:pt x="356" y="82"/>
                      <a:pt x="371" y="66"/>
                      <a:pt x="387" y="47"/>
                    </a:cubicBezTo>
                    <a:cubicBezTo>
                      <a:pt x="387" y="16"/>
                      <a:pt x="371" y="1"/>
                      <a:pt x="3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37"/>
              <p:cNvSpPr/>
              <p:nvPr/>
            </p:nvSpPr>
            <p:spPr>
              <a:xfrm>
                <a:off x="6358218" y="3719823"/>
                <a:ext cx="487533" cy="126387"/>
              </a:xfrm>
              <a:custGeom>
                <a:avLst/>
                <a:gdLst/>
                <a:ahLst/>
                <a:cxnLst/>
                <a:rect l="l" t="t" r="r" b="b"/>
                <a:pathLst>
                  <a:path w="17293" h="4483" extrusionOk="0">
                    <a:moveTo>
                      <a:pt x="321" y="0"/>
                    </a:moveTo>
                    <a:cubicBezTo>
                      <a:pt x="144" y="0"/>
                      <a:pt x="16" y="128"/>
                      <a:pt x="16" y="305"/>
                    </a:cubicBezTo>
                    <a:lnTo>
                      <a:pt x="1" y="3919"/>
                    </a:lnTo>
                    <a:cubicBezTo>
                      <a:pt x="1" y="4224"/>
                      <a:pt x="240" y="4482"/>
                      <a:pt x="545" y="4482"/>
                    </a:cubicBezTo>
                    <a:lnTo>
                      <a:pt x="5979" y="4467"/>
                    </a:lnTo>
                    <a:cubicBezTo>
                      <a:pt x="6076" y="4467"/>
                      <a:pt x="6138" y="4401"/>
                      <a:pt x="6138" y="4305"/>
                    </a:cubicBezTo>
                    <a:cubicBezTo>
                      <a:pt x="6138" y="4112"/>
                      <a:pt x="6284" y="3919"/>
                      <a:pt x="6492" y="3888"/>
                    </a:cubicBezTo>
                    <a:cubicBezTo>
                      <a:pt x="6522" y="3882"/>
                      <a:pt x="6551" y="3879"/>
                      <a:pt x="6580" y="3879"/>
                    </a:cubicBezTo>
                    <a:cubicBezTo>
                      <a:pt x="6688" y="3879"/>
                      <a:pt x="6786" y="3924"/>
                      <a:pt x="6863" y="4000"/>
                    </a:cubicBezTo>
                    <a:cubicBezTo>
                      <a:pt x="6924" y="4081"/>
                      <a:pt x="6974" y="4178"/>
                      <a:pt x="6974" y="4305"/>
                    </a:cubicBezTo>
                    <a:cubicBezTo>
                      <a:pt x="6974" y="4401"/>
                      <a:pt x="7055" y="4467"/>
                      <a:pt x="7136" y="4467"/>
                    </a:cubicBezTo>
                    <a:lnTo>
                      <a:pt x="7310" y="4467"/>
                    </a:lnTo>
                    <a:cubicBezTo>
                      <a:pt x="7391" y="4467"/>
                      <a:pt x="7472" y="4401"/>
                      <a:pt x="7472" y="4320"/>
                    </a:cubicBezTo>
                    <a:cubicBezTo>
                      <a:pt x="7472" y="4097"/>
                      <a:pt x="7634" y="3904"/>
                      <a:pt x="7858" y="3888"/>
                    </a:cubicBezTo>
                    <a:cubicBezTo>
                      <a:pt x="7874" y="3886"/>
                      <a:pt x="7890" y="3885"/>
                      <a:pt x="7906" y="3885"/>
                    </a:cubicBezTo>
                    <a:cubicBezTo>
                      <a:pt x="8014" y="3885"/>
                      <a:pt x="8111" y="3930"/>
                      <a:pt x="8178" y="4000"/>
                    </a:cubicBezTo>
                    <a:cubicBezTo>
                      <a:pt x="8259" y="4081"/>
                      <a:pt x="8309" y="4178"/>
                      <a:pt x="8309" y="4305"/>
                    </a:cubicBezTo>
                    <a:cubicBezTo>
                      <a:pt x="8309" y="4401"/>
                      <a:pt x="8371" y="4467"/>
                      <a:pt x="8467" y="4467"/>
                    </a:cubicBezTo>
                    <a:lnTo>
                      <a:pt x="8645" y="4467"/>
                    </a:lnTo>
                    <a:cubicBezTo>
                      <a:pt x="8726" y="4467"/>
                      <a:pt x="8791" y="4401"/>
                      <a:pt x="8791" y="4320"/>
                    </a:cubicBezTo>
                    <a:cubicBezTo>
                      <a:pt x="8791" y="4112"/>
                      <a:pt x="8934" y="3919"/>
                      <a:pt x="9142" y="3888"/>
                    </a:cubicBezTo>
                    <a:cubicBezTo>
                      <a:pt x="9161" y="3886"/>
                      <a:pt x="9180" y="3885"/>
                      <a:pt x="9198" y="3885"/>
                    </a:cubicBezTo>
                    <a:cubicBezTo>
                      <a:pt x="9321" y="3885"/>
                      <a:pt x="9426" y="3930"/>
                      <a:pt x="9497" y="4000"/>
                    </a:cubicBezTo>
                    <a:cubicBezTo>
                      <a:pt x="9578" y="4081"/>
                      <a:pt x="9624" y="4178"/>
                      <a:pt x="9624" y="4305"/>
                    </a:cubicBezTo>
                    <a:cubicBezTo>
                      <a:pt x="9624" y="4386"/>
                      <a:pt x="9690" y="4467"/>
                      <a:pt x="9786" y="4467"/>
                    </a:cubicBezTo>
                    <a:lnTo>
                      <a:pt x="10045" y="4451"/>
                    </a:lnTo>
                    <a:lnTo>
                      <a:pt x="15283" y="4436"/>
                    </a:lnTo>
                    <a:cubicBezTo>
                      <a:pt x="15587" y="4436"/>
                      <a:pt x="15830" y="4178"/>
                      <a:pt x="15830" y="3873"/>
                    </a:cubicBezTo>
                    <a:lnTo>
                      <a:pt x="15830" y="3294"/>
                    </a:lnTo>
                    <a:cubicBezTo>
                      <a:pt x="16023" y="3036"/>
                      <a:pt x="16602" y="2604"/>
                      <a:pt x="17292" y="2604"/>
                    </a:cubicBezTo>
                    <a:lnTo>
                      <a:pt x="17292" y="899"/>
                    </a:lnTo>
                    <a:cubicBezTo>
                      <a:pt x="17292" y="899"/>
                      <a:pt x="17121" y="930"/>
                      <a:pt x="16894" y="930"/>
                    </a:cubicBezTo>
                    <a:cubicBezTo>
                      <a:pt x="16534" y="930"/>
                      <a:pt x="16032" y="852"/>
                      <a:pt x="15846" y="448"/>
                    </a:cubicBezTo>
                    <a:lnTo>
                      <a:pt x="15846" y="290"/>
                    </a:lnTo>
                    <a:cubicBezTo>
                      <a:pt x="15846" y="128"/>
                      <a:pt x="15718" y="0"/>
                      <a:pt x="155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37"/>
              <p:cNvSpPr/>
              <p:nvPr/>
            </p:nvSpPr>
            <p:spPr>
              <a:xfrm>
                <a:off x="6837128" y="3737444"/>
                <a:ext cx="34931" cy="64392"/>
              </a:xfrm>
              <a:custGeom>
                <a:avLst/>
                <a:gdLst/>
                <a:ahLst/>
                <a:cxnLst/>
                <a:rect l="l" t="t" r="r" b="b"/>
                <a:pathLst>
                  <a:path w="1239" h="2284" extrusionOk="0">
                    <a:moveTo>
                      <a:pt x="128" y="0"/>
                    </a:moveTo>
                    <a:cubicBezTo>
                      <a:pt x="62" y="0"/>
                      <a:pt x="0" y="50"/>
                      <a:pt x="0" y="112"/>
                    </a:cubicBezTo>
                    <a:lnTo>
                      <a:pt x="0" y="2153"/>
                    </a:lnTo>
                    <a:cubicBezTo>
                      <a:pt x="0" y="2218"/>
                      <a:pt x="62" y="2284"/>
                      <a:pt x="128" y="2284"/>
                    </a:cubicBezTo>
                    <a:lnTo>
                      <a:pt x="1107" y="2284"/>
                    </a:lnTo>
                    <a:cubicBezTo>
                      <a:pt x="1188" y="2284"/>
                      <a:pt x="1238" y="2218"/>
                      <a:pt x="1238" y="2153"/>
                    </a:cubicBezTo>
                    <a:lnTo>
                      <a:pt x="1238" y="112"/>
                    </a:lnTo>
                    <a:cubicBezTo>
                      <a:pt x="1238" y="50"/>
                      <a:pt x="1188" y="0"/>
                      <a:pt x="110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37"/>
              <p:cNvSpPr/>
              <p:nvPr/>
            </p:nvSpPr>
            <p:spPr>
              <a:xfrm>
                <a:off x="6837128" y="3747875"/>
                <a:ext cx="34931" cy="10037"/>
              </a:xfrm>
              <a:custGeom>
                <a:avLst/>
                <a:gdLst/>
                <a:ahLst/>
                <a:cxnLst/>
                <a:rect l="l" t="t" r="r" b="b"/>
                <a:pathLst>
                  <a:path w="1239" h="356" extrusionOk="0">
                    <a:moveTo>
                      <a:pt x="0" y="1"/>
                    </a:moveTo>
                    <a:lnTo>
                      <a:pt x="0" y="355"/>
                    </a:lnTo>
                    <a:lnTo>
                      <a:pt x="1238" y="355"/>
                    </a:lnTo>
                    <a:lnTo>
                      <a:pt x="123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37"/>
              <p:cNvSpPr/>
              <p:nvPr/>
            </p:nvSpPr>
            <p:spPr>
              <a:xfrm>
                <a:off x="6837128" y="3764622"/>
                <a:ext cx="34931" cy="10037"/>
              </a:xfrm>
              <a:custGeom>
                <a:avLst/>
                <a:gdLst/>
                <a:ahLst/>
                <a:cxnLst/>
                <a:rect l="l" t="t" r="r" b="b"/>
                <a:pathLst>
                  <a:path w="1239" h="356" extrusionOk="0">
                    <a:moveTo>
                      <a:pt x="0" y="1"/>
                    </a:moveTo>
                    <a:lnTo>
                      <a:pt x="0" y="355"/>
                    </a:lnTo>
                    <a:lnTo>
                      <a:pt x="1238" y="355"/>
                    </a:lnTo>
                    <a:lnTo>
                      <a:pt x="123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1318;p37"/>
              <p:cNvSpPr/>
              <p:nvPr/>
            </p:nvSpPr>
            <p:spPr>
              <a:xfrm>
                <a:off x="6837128" y="3781368"/>
                <a:ext cx="34931" cy="10037"/>
              </a:xfrm>
              <a:custGeom>
                <a:avLst/>
                <a:gdLst/>
                <a:ahLst/>
                <a:cxnLst/>
                <a:rect l="l" t="t" r="r" b="b"/>
                <a:pathLst>
                  <a:path w="1239" h="356" extrusionOk="0">
                    <a:moveTo>
                      <a:pt x="0" y="1"/>
                    </a:moveTo>
                    <a:lnTo>
                      <a:pt x="0" y="355"/>
                    </a:lnTo>
                    <a:lnTo>
                      <a:pt x="1238" y="355"/>
                    </a:lnTo>
                    <a:lnTo>
                      <a:pt x="123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1319;p37"/>
              <p:cNvSpPr/>
              <p:nvPr/>
            </p:nvSpPr>
            <p:spPr>
              <a:xfrm>
                <a:off x="6384014" y="3719823"/>
                <a:ext cx="392891" cy="95178"/>
              </a:xfrm>
              <a:custGeom>
                <a:avLst/>
                <a:gdLst/>
                <a:ahLst/>
                <a:cxnLst/>
                <a:rect l="l" t="t" r="r" b="b"/>
                <a:pathLst>
                  <a:path w="13936" h="3376" extrusionOk="0">
                    <a:moveTo>
                      <a:pt x="0" y="0"/>
                    </a:moveTo>
                    <a:lnTo>
                      <a:pt x="0" y="2330"/>
                    </a:lnTo>
                    <a:cubicBezTo>
                      <a:pt x="0" y="2909"/>
                      <a:pt x="482" y="3375"/>
                      <a:pt x="1061" y="3375"/>
                    </a:cubicBezTo>
                    <a:lnTo>
                      <a:pt x="12875" y="3375"/>
                    </a:lnTo>
                    <a:cubicBezTo>
                      <a:pt x="13453" y="3375"/>
                      <a:pt x="13936" y="2909"/>
                      <a:pt x="13936" y="2330"/>
                    </a:cubicBezTo>
                    <a:lnTo>
                      <a:pt x="1393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1320;p37"/>
              <p:cNvSpPr/>
              <p:nvPr/>
            </p:nvSpPr>
            <p:spPr>
              <a:xfrm>
                <a:off x="6374964" y="3735583"/>
                <a:ext cx="156722" cy="15027"/>
              </a:xfrm>
              <a:custGeom>
                <a:avLst/>
                <a:gdLst/>
                <a:ahLst/>
                <a:cxnLst/>
                <a:rect l="l" t="t" r="r" b="b"/>
                <a:pathLst>
                  <a:path w="5559" h="533" extrusionOk="0">
                    <a:moveTo>
                      <a:pt x="256" y="1"/>
                    </a:moveTo>
                    <a:cubicBezTo>
                      <a:pt x="113" y="1"/>
                      <a:pt x="1" y="132"/>
                      <a:pt x="1" y="275"/>
                    </a:cubicBezTo>
                    <a:cubicBezTo>
                      <a:pt x="1" y="421"/>
                      <a:pt x="113" y="533"/>
                      <a:pt x="256" y="533"/>
                    </a:cubicBezTo>
                    <a:lnTo>
                      <a:pt x="5304" y="533"/>
                    </a:lnTo>
                    <a:cubicBezTo>
                      <a:pt x="5447" y="533"/>
                      <a:pt x="5559" y="421"/>
                      <a:pt x="5559" y="275"/>
                    </a:cubicBezTo>
                    <a:cubicBezTo>
                      <a:pt x="5559" y="132"/>
                      <a:pt x="5447" y="1"/>
                      <a:pt x="530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37"/>
              <p:cNvSpPr/>
              <p:nvPr/>
            </p:nvSpPr>
            <p:spPr>
              <a:xfrm>
                <a:off x="6384014" y="3771472"/>
                <a:ext cx="392891" cy="43529"/>
              </a:xfrm>
              <a:custGeom>
                <a:avLst/>
                <a:gdLst/>
                <a:ahLst/>
                <a:cxnLst/>
                <a:rect l="l" t="t" r="r" b="b"/>
                <a:pathLst>
                  <a:path w="13936" h="1544" extrusionOk="0">
                    <a:moveTo>
                      <a:pt x="0" y="1"/>
                    </a:moveTo>
                    <a:lnTo>
                      <a:pt x="0" y="498"/>
                    </a:lnTo>
                    <a:cubicBezTo>
                      <a:pt x="0" y="1077"/>
                      <a:pt x="482" y="1543"/>
                      <a:pt x="1061" y="1543"/>
                    </a:cubicBezTo>
                    <a:lnTo>
                      <a:pt x="12875" y="1543"/>
                    </a:lnTo>
                    <a:cubicBezTo>
                      <a:pt x="13453" y="1543"/>
                      <a:pt x="13936" y="1077"/>
                      <a:pt x="13936" y="498"/>
                    </a:cubicBezTo>
                    <a:lnTo>
                      <a:pt x="13936" y="305"/>
                    </a:lnTo>
                    <a:cubicBezTo>
                      <a:pt x="13018" y="463"/>
                      <a:pt x="12084" y="579"/>
                      <a:pt x="11155" y="656"/>
                    </a:cubicBezTo>
                    <a:cubicBezTo>
                      <a:pt x="11139" y="849"/>
                      <a:pt x="10977" y="1011"/>
                      <a:pt x="10784" y="1011"/>
                    </a:cubicBezTo>
                    <a:cubicBezTo>
                      <a:pt x="10719" y="1011"/>
                      <a:pt x="10657" y="996"/>
                      <a:pt x="10576" y="965"/>
                    </a:cubicBezTo>
                    <a:cubicBezTo>
                      <a:pt x="10526" y="930"/>
                      <a:pt x="10495" y="899"/>
                      <a:pt x="10464" y="834"/>
                    </a:cubicBezTo>
                    <a:cubicBezTo>
                      <a:pt x="10430" y="787"/>
                      <a:pt x="10414" y="737"/>
                      <a:pt x="10414" y="706"/>
                    </a:cubicBezTo>
                    <a:cubicBezTo>
                      <a:pt x="9755" y="737"/>
                      <a:pt x="9114" y="753"/>
                      <a:pt x="8470" y="753"/>
                    </a:cubicBezTo>
                    <a:cubicBezTo>
                      <a:pt x="7537" y="753"/>
                      <a:pt x="6623" y="722"/>
                      <a:pt x="5770" y="656"/>
                    </a:cubicBezTo>
                    <a:cubicBezTo>
                      <a:pt x="5739" y="868"/>
                      <a:pt x="5577" y="1011"/>
                      <a:pt x="5369" y="1011"/>
                    </a:cubicBezTo>
                    <a:cubicBezTo>
                      <a:pt x="5304" y="1011"/>
                      <a:pt x="5238" y="996"/>
                      <a:pt x="5161" y="965"/>
                    </a:cubicBezTo>
                    <a:cubicBezTo>
                      <a:pt x="5111" y="930"/>
                      <a:pt x="5064" y="884"/>
                      <a:pt x="5030" y="834"/>
                    </a:cubicBezTo>
                    <a:cubicBezTo>
                      <a:pt x="4983" y="753"/>
                      <a:pt x="4968" y="676"/>
                      <a:pt x="4968" y="610"/>
                    </a:cubicBezTo>
                    <a:cubicBezTo>
                      <a:pt x="4258" y="560"/>
                      <a:pt x="3599" y="498"/>
                      <a:pt x="2989" y="417"/>
                    </a:cubicBezTo>
                    <a:cubicBezTo>
                      <a:pt x="2974" y="691"/>
                      <a:pt x="2750" y="899"/>
                      <a:pt x="2476" y="899"/>
                    </a:cubicBezTo>
                    <a:cubicBezTo>
                      <a:pt x="2395" y="899"/>
                      <a:pt x="2314" y="884"/>
                      <a:pt x="2218" y="834"/>
                    </a:cubicBezTo>
                    <a:cubicBezTo>
                      <a:pt x="2137" y="787"/>
                      <a:pt x="2056" y="722"/>
                      <a:pt x="2025" y="625"/>
                    </a:cubicBezTo>
                    <a:cubicBezTo>
                      <a:pt x="1959" y="514"/>
                      <a:pt x="1944" y="402"/>
                      <a:pt x="1959" y="290"/>
                    </a:cubicBezTo>
                    <a:cubicBezTo>
                      <a:pt x="1061" y="174"/>
                      <a:pt x="386" y="62"/>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1322;p37"/>
              <p:cNvSpPr/>
              <p:nvPr/>
            </p:nvSpPr>
            <p:spPr>
              <a:xfrm>
                <a:off x="6439244" y="3767328"/>
                <a:ext cx="29489" cy="15929"/>
              </a:xfrm>
              <a:custGeom>
                <a:avLst/>
                <a:gdLst/>
                <a:ahLst/>
                <a:cxnLst/>
                <a:rect l="l" t="t" r="r" b="b"/>
                <a:pathLst>
                  <a:path w="1046" h="565" extrusionOk="0">
                    <a:moveTo>
                      <a:pt x="517" y="1"/>
                    </a:moveTo>
                    <a:cubicBezTo>
                      <a:pt x="259" y="1"/>
                      <a:pt x="51" y="194"/>
                      <a:pt x="0" y="437"/>
                    </a:cubicBezTo>
                    <a:cubicBezTo>
                      <a:pt x="324" y="483"/>
                      <a:pt x="660" y="533"/>
                      <a:pt x="1030" y="564"/>
                    </a:cubicBezTo>
                    <a:cubicBezTo>
                      <a:pt x="1046" y="468"/>
                      <a:pt x="1030" y="371"/>
                      <a:pt x="984" y="275"/>
                    </a:cubicBezTo>
                    <a:cubicBezTo>
                      <a:pt x="934" y="178"/>
                      <a:pt x="853" y="113"/>
                      <a:pt x="772" y="67"/>
                    </a:cubicBezTo>
                    <a:cubicBezTo>
                      <a:pt x="675" y="16"/>
                      <a:pt x="598" y="1"/>
                      <a:pt x="5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 name="Google Shape;1323;p37"/>
              <p:cNvSpPr/>
              <p:nvPr/>
            </p:nvSpPr>
            <p:spPr>
              <a:xfrm>
                <a:off x="6438821" y="3779620"/>
                <a:ext cx="29489" cy="17226"/>
              </a:xfrm>
              <a:custGeom>
                <a:avLst/>
                <a:gdLst/>
                <a:ahLst/>
                <a:cxnLst/>
                <a:rect l="l" t="t" r="r" b="b"/>
                <a:pathLst>
                  <a:path w="1046" h="611" extrusionOk="0">
                    <a:moveTo>
                      <a:pt x="15" y="1"/>
                    </a:moveTo>
                    <a:lnTo>
                      <a:pt x="15" y="1"/>
                    </a:lnTo>
                    <a:cubicBezTo>
                      <a:pt x="0" y="113"/>
                      <a:pt x="15" y="225"/>
                      <a:pt x="81" y="336"/>
                    </a:cubicBezTo>
                    <a:cubicBezTo>
                      <a:pt x="112" y="433"/>
                      <a:pt x="193" y="498"/>
                      <a:pt x="274" y="545"/>
                    </a:cubicBezTo>
                    <a:cubicBezTo>
                      <a:pt x="370" y="595"/>
                      <a:pt x="451" y="610"/>
                      <a:pt x="532" y="610"/>
                    </a:cubicBezTo>
                    <a:cubicBezTo>
                      <a:pt x="806" y="610"/>
                      <a:pt x="1030" y="402"/>
                      <a:pt x="1045" y="128"/>
                    </a:cubicBezTo>
                    <a:cubicBezTo>
                      <a:pt x="675" y="97"/>
                      <a:pt x="339" y="47"/>
                      <a:pt x="15" y="1"/>
                    </a:cubicBezTo>
                    <a:close/>
                  </a:path>
                </a:pathLst>
              </a:custGeom>
              <a:solidFill>
                <a:srgbClr val="0C22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324;p37"/>
              <p:cNvSpPr/>
              <p:nvPr/>
            </p:nvSpPr>
            <p:spPr>
              <a:xfrm>
                <a:off x="6494586" y="3766031"/>
                <a:ext cx="14491" cy="11784"/>
              </a:xfrm>
              <a:custGeom>
                <a:avLst/>
                <a:gdLst/>
                <a:ahLst/>
                <a:cxnLst/>
                <a:rect l="l" t="t" r="r" b="b"/>
                <a:pathLst>
                  <a:path w="514" h="418" extrusionOk="0">
                    <a:moveTo>
                      <a:pt x="255" y="1"/>
                    </a:moveTo>
                    <a:cubicBezTo>
                      <a:pt x="113" y="1"/>
                      <a:pt x="1" y="159"/>
                      <a:pt x="82" y="305"/>
                    </a:cubicBezTo>
                    <a:cubicBezTo>
                      <a:pt x="97" y="336"/>
                      <a:pt x="128" y="367"/>
                      <a:pt x="159" y="386"/>
                    </a:cubicBezTo>
                    <a:cubicBezTo>
                      <a:pt x="194" y="402"/>
                      <a:pt x="224" y="417"/>
                      <a:pt x="255" y="417"/>
                    </a:cubicBezTo>
                    <a:cubicBezTo>
                      <a:pt x="402" y="417"/>
                      <a:pt x="514" y="255"/>
                      <a:pt x="433" y="113"/>
                    </a:cubicBezTo>
                    <a:cubicBezTo>
                      <a:pt x="417" y="78"/>
                      <a:pt x="402" y="47"/>
                      <a:pt x="371" y="32"/>
                    </a:cubicBezTo>
                    <a:cubicBezTo>
                      <a:pt x="321" y="16"/>
                      <a:pt x="290" y="1"/>
                      <a:pt x="2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1325;p37"/>
              <p:cNvSpPr/>
              <p:nvPr/>
            </p:nvSpPr>
            <p:spPr>
              <a:xfrm>
                <a:off x="6524047" y="3777788"/>
                <a:ext cx="23090" cy="12207"/>
              </a:xfrm>
              <a:custGeom>
                <a:avLst/>
                <a:gdLst/>
                <a:ahLst/>
                <a:cxnLst/>
                <a:rect l="l" t="t" r="r" b="b"/>
                <a:pathLst>
                  <a:path w="819" h="433" extrusionOk="0">
                    <a:moveTo>
                      <a:pt x="402" y="0"/>
                    </a:moveTo>
                    <a:cubicBezTo>
                      <a:pt x="194" y="0"/>
                      <a:pt x="16" y="162"/>
                      <a:pt x="1" y="386"/>
                    </a:cubicBezTo>
                    <a:cubicBezTo>
                      <a:pt x="271" y="401"/>
                      <a:pt x="529" y="417"/>
                      <a:pt x="803" y="432"/>
                    </a:cubicBezTo>
                    <a:cubicBezTo>
                      <a:pt x="819" y="355"/>
                      <a:pt x="803" y="274"/>
                      <a:pt x="753" y="178"/>
                    </a:cubicBezTo>
                    <a:cubicBezTo>
                      <a:pt x="722" y="128"/>
                      <a:pt x="676" y="81"/>
                      <a:pt x="626" y="47"/>
                    </a:cubicBezTo>
                    <a:cubicBezTo>
                      <a:pt x="545" y="16"/>
                      <a:pt x="483" y="0"/>
                      <a:pt x="4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1326;p37"/>
              <p:cNvSpPr/>
              <p:nvPr/>
            </p:nvSpPr>
            <p:spPr>
              <a:xfrm>
                <a:off x="6524047" y="3788642"/>
                <a:ext cx="22667" cy="11362"/>
              </a:xfrm>
              <a:custGeom>
                <a:avLst/>
                <a:gdLst/>
                <a:ahLst/>
                <a:cxnLst/>
                <a:rect l="l" t="t" r="r" b="b"/>
                <a:pathLst>
                  <a:path w="804" h="403" extrusionOk="0">
                    <a:moveTo>
                      <a:pt x="1" y="1"/>
                    </a:moveTo>
                    <a:cubicBezTo>
                      <a:pt x="1" y="67"/>
                      <a:pt x="16" y="144"/>
                      <a:pt x="63" y="225"/>
                    </a:cubicBezTo>
                    <a:cubicBezTo>
                      <a:pt x="97" y="275"/>
                      <a:pt x="144" y="321"/>
                      <a:pt x="194" y="356"/>
                    </a:cubicBezTo>
                    <a:cubicBezTo>
                      <a:pt x="271" y="387"/>
                      <a:pt x="337" y="402"/>
                      <a:pt x="402" y="402"/>
                    </a:cubicBezTo>
                    <a:cubicBezTo>
                      <a:pt x="610" y="402"/>
                      <a:pt x="772" y="259"/>
                      <a:pt x="803" y="47"/>
                    </a:cubicBezTo>
                    <a:cubicBezTo>
                      <a:pt x="529" y="32"/>
                      <a:pt x="271" y="16"/>
                      <a:pt x="1" y="1"/>
                    </a:cubicBezTo>
                    <a:close/>
                  </a:path>
                </a:pathLst>
              </a:custGeom>
              <a:solidFill>
                <a:srgbClr val="0C22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1327;p37"/>
              <p:cNvSpPr/>
              <p:nvPr/>
            </p:nvSpPr>
            <p:spPr>
              <a:xfrm>
                <a:off x="6703494" y="3747452"/>
                <a:ext cx="31237" cy="25345"/>
              </a:xfrm>
              <a:custGeom>
                <a:avLst/>
                <a:gdLst/>
                <a:ahLst/>
                <a:cxnLst/>
                <a:rect l="l" t="t" r="r" b="b"/>
                <a:pathLst>
                  <a:path w="1108" h="899" extrusionOk="0">
                    <a:moveTo>
                      <a:pt x="544" y="0"/>
                    </a:moveTo>
                    <a:cubicBezTo>
                      <a:pt x="239" y="0"/>
                      <a:pt x="0" y="336"/>
                      <a:pt x="158" y="675"/>
                    </a:cubicBezTo>
                    <a:cubicBezTo>
                      <a:pt x="193" y="756"/>
                      <a:pt x="255" y="818"/>
                      <a:pt x="336" y="853"/>
                    </a:cubicBezTo>
                    <a:cubicBezTo>
                      <a:pt x="417" y="883"/>
                      <a:pt x="482" y="899"/>
                      <a:pt x="544" y="899"/>
                    </a:cubicBezTo>
                    <a:cubicBezTo>
                      <a:pt x="868" y="899"/>
                      <a:pt x="1107" y="579"/>
                      <a:pt x="945" y="239"/>
                    </a:cubicBezTo>
                    <a:cubicBezTo>
                      <a:pt x="914" y="158"/>
                      <a:pt x="849" y="97"/>
                      <a:pt x="771" y="62"/>
                    </a:cubicBezTo>
                    <a:cubicBezTo>
                      <a:pt x="690" y="16"/>
                      <a:pt x="625" y="0"/>
                      <a:pt x="5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1328;p37"/>
              <p:cNvSpPr/>
              <p:nvPr/>
            </p:nvSpPr>
            <p:spPr>
              <a:xfrm>
                <a:off x="6676739" y="3779084"/>
                <a:ext cx="21765" cy="12320"/>
              </a:xfrm>
              <a:custGeom>
                <a:avLst/>
                <a:gdLst/>
                <a:ahLst/>
                <a:cxnLst/>
                <a:rect l="l" t="t" r="r" b="b"/>
                <a:pathLst>
                  <a:path w="772" h="437" extrusionOk="0">
                    <a:moveTo>
                      <a:pt x="401" y="1"/>
                    </a:moveTo>
                    <a:cubicBezTo>
                      <a:pt x="178" y="1"/>
                      <a:pt x="0" y="193"/>
                      <a:pt x="31" y="436"/>
                    </a:cubicBezTo>
                    <a:cubicBezTo>
                      <a:pt x="274" y="421"/>
                      <a:pt x="513" y="406"/>
                      <a:pt x="772" y="386"/>
                    </a:cubicBezTo>
                    <a:cubicBezTo>
                      <a:pt x="772" y="325"/>
                      <a:pt x="756" y="244"/>
                      <a:pt x="706" y="178"/>
                    </a:cubicBezTo>
                    <a:cubicBezTo>
                      <a:pt x="691" y="132"/>
                      <a:pt x="641" y="82"/>
                      <a:pt x="594" y="51"/>
                    </a:cubicBezTo>
                    <a:cubicBezTo>
                      <a:pt x="529" y="20"/>
                      <a:pt x="467" y="1"/>
                      <a:pt x="4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1329;p37"/>
              <p:cNvSpPr/>
              <p:nvPr/>
            </p:nvSpPr>
            <p:spPr>
              <a:xfrm>
                <a:off x="6677613" y="3789967"/>
                <a:ext cx="20891" cy="10037"/>
              </a:xfrm>
              <a:custGeom>
                <a:avLst/>
                <a:gdLst/>
                <a:ahLst/>
                <a:cxnLst/>
                <a:rect l="l" t="t" r="r" b="b"/>
                <a:pathLst>
                  <a:path w="741" h="356" extrusionOk="0">
                    <a:moveTo>
                      <a:pt x="741" y="0"/>
                    </a:moveTo>
                    <a:lnTo>
                      <a:pt x="741" y="0"/>
                    </a:lnTo>
                    <a:cubicBezTo>
                      <a:pt x="482" y="20"/>
                      <a:pt x="243" y="35"/>
                      <a:pt x="0" y="50"/>
                    </a:cubicBezTo>
                    <a:cubicBezTo>
                      <a:pt x="0" y="81"/>
                      <a:pt x="16" y="131"/>
                      <a:pt x="50" y="178"/>
                    </a:cubicBezTo>
                    <a:cubicBezTo>
                      <a:pt x="81" y="243"/>
                      <a:pt x="112" y="274"/>
                      <a:pt x="162" y="309"/>
                    </a:cubicBezTo>
                    <a:cubicBezTo>
                      <a:pt x="243" y="340"/>
                      <a:pt x="305" y="355"/>
                      <a:pt x="370" y="355"/>
                    </a:cubicBezTo>
                    <a:cubicBezTo>
                      <a:pt x="563" y="355"/>
                      <a:pt x="725" y="193"/>
                      <a:pt x="741" y="0"/>
                    </a:cubicBezTo>
                    <a:close/>
                  </a:path>
                </a:pathLst>
              </a:custGeom>
              <a:solidFill>
                <a:srgbClr val="0C22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1330;p37"/>
              <p:cNvSpPr/>
              <p:nvPr/>
            </p:nvSpPr>
            <p:spPr>
              <a:xfrm>
                <a:off x="6756863" y="3521967"/>
                <a:ext cx="53538" cy="44741"/>
              </a:xfrm>
              <a:custGeom>
                <a:avLst/>
                <a:gdLst/>
                <a:ahLst/>
                <a:cxnLst/>
                <a:rect l="l" t="t" r="r" b="b"/>
                <a:pathLst>
                  <a:path w="1899" h="1587" extrusionOk="0">
                    <a:moveTo>
                      <a:pt x="888" y="0"/>
                    </a:moveTo>
                    <a:cubicBezTo>
                      <a:pt x="608" y="0"/>
                      <a:pt x="348" y="138"/>
                      <a:pt x="209" y="380"/>
                    </a:cubicBezTo>
                    <a:cubicBezTo>
                      <a:pt x="1" y="751"/>
                      <a:pt x="163" y="1233"/>
                      <a:pt x="564" y="1472"/>
                    </a:cubicBezTo>
                    <a:cubicBezTo>
                      <a:pt x="709" y="1550"/>
                      <a:pt x="863" y="1587"/>
                      <a:pt x="1013" y="1587"/>
                    </a:cubicBezTo>
                    <a:cubicBezTo>
                      <a:pt x="1293" y="1587"/>
                      <a:pt x="1554" y="1455"/>
                      <a:pt x="1690" y="1214"/>
                    </a:cubicBezTo>
                    <a:cubicBezTo>
                      <a:pt x="1899" y="847"/>
                      <a:pt x="1737" y="346"/>
                      <a:pt x="1335" y="122"/>
                    </a:cubicBezTo>
                    <a:cubicBezTo>
                      <a:pt x="1191" y="39"/>
                      <a:pt x="1037" y="0"/>
                      <a:pt x="88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1331;p37"/>
              <p:cNvSpPr/>
              <p:nvPr/>
            </p:nvSpPr>
            <p:spPr>
              <a:xfrm>
                <a:off x="6747841" y="3521375"/>
                <a:ext cx="65266" cy="52466"/>
              </a:xfrm>
              <a:custGeom>
                <a:avLst/>
                <a:gdLst/>
                <a:ahLst/>
                <a:cxnLst/>
                <a:rect l="l" t="t" r="r" b="b"/>
                <a:pathLst>
                  <a:path w="2315" h="1861" extrusionOk="0">
                    <a:moveTo>
                      <a:pt x="564" y="0"/>
                    </a:moveTo>
                    <a:cubicBezTo>
                      <a:pt x="143" y="270"/>
                      <a:pt x="1" y="1254"/>
                      <a:pt x="722" y="1701"/>
                    </a:cubicBezTo>
                    <a:cubicBezTo>
                      <a:pt x="895" y="1812"/>
                      <a:pt x="1085" y="1860"/>
                      <a:pt x="1270" y="1860"/>
                    </a:cubicBezTo>
                    <a:cubicBezTo>
                      <a:pt x="1758" y="1860"/>
                      <a:pt x="2223" y="1526"/>
                      <a:pt x="2315" y="1107"/>
                    </a:cubicBezTo>
                    <a:cubicBezTo>
                      <a:pt x="2185" y="1045"/>
                      <a:pt x="2068" y="1026"/>
                      <a:pt x="1973" y="1026"/>
                    </a:cubicBezTo>
                    <a:cubicBezTo>
                      <a:pt x="1818" y="1026"/>
                      <a:pt x="1721" y="1076"/>
                      <a:pt x="1721" y="1076"/>
                    </a:cubicBezTo>
                    <a:cubicBezTo>
                      <a:pt x="1721" y="1076"/>
                      <a:pt x="1898" y="772"/>
                      <a:pt x="1671" y="336"/>
                    </a:cubicBezTo>
                    <a:cubicBezTo>
                      <a:pt x="1609" y="319"/>
                      <a:pt x="1546" y="311"/>
                      <a:pt x="1486" y="311"/>
                    </a:cubicBezTo>
                    <a:cubicBezTo>
                      <a:pt x="1155" y="311"/>
                      <a:pt x="869" y="529"/>
                      <a:pt x="869" y="529"/>
                    </a:cubicBezTo>
                    <a:cubicBezTo>
                      <a:pt x="869" y="529"/>
                      <a:pt x="757" y="143"/>
                      <a:pt x="56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32" name="Google Shape;1332;p37"/>
            <p:cNvGrpSpPr/>
            <p:nvPr/>
          </p:nvGrpSpPr>
          <p:grpSpPr>
            <a:xfrm>
              <a:off x="7514982" y="2043744"/>
              <a:ext cx="423383" cy="761990"/>
              <a:chOff x="6025600" y="3390870"/>
              <a:chExt cx="254269" cy="457624"/>
            </a:xfrm>
          </p:grpSpPr>
          <p:sp>
            <p:nvSpPr>
              <p:cNvPr id="1333" name="Google Shape;1333;p37"/>
              <p:cNvSpPr/>
              <p:nvPr/>
            </p:nvSpPr>
            <p:spPr>
              <a:xfrm>
                <a:off x="6025600" y="3690362"/>
                <a:ext cx="102903" cy="104199"/>
              </a:xfrm>
              <a:custGeom>
                <a:avLst/>
                <a:gdLst/>
                <a:ahLst/>
                <a:cxnLst/>
                <a:rect l="l" t="t" r="r" b="b"/>
                <a:pathLst>
                  <a:path w="3650" h="3696" extrusionOk="0">
                    <a:moveTo>
                      <a:pt x="1867" y="0"/>
                    </a:moveTo>
                    <a:cubicBezTo>
                      <a:pt x="837" y="0"/>
                      <a:pt x="0" y="818"/>
                      <a:pt x="0" y="1848"/>
                    </a:cubicBezTo>
                    <a:cubicBezTo>
                      <a:pt x="0" y="2858"/>
                      <a:pt x="837" y="3695"/>
                      <a:pt x="1867" y="3695"/>
                    </a:cubicBezTo>
                    <a:cubicBezTo>
                      <a:pt x="2716" y="3695"/>
                      <a:pt x="3441" y="3101"/>
                      <a:pt x="3649" y="2314"/>
                    </a:cubicBezTo>
                    <a:lnTo>
                      <a:pt x="2862" y="2314"/>
                    </a:lnTo>
                    <a:cubicBezTo>
                      <a:pt x="2685" y="2685"/>
                      <a:pt x="2299" y="2955"/>
                      <a:pt x="1867" y="2955"/>
                    </a:cubicBezTo>
                    <a:cubicBezTo>
                      <a:pt x="1254" y="2955"/>
                      <a:pt x="756" y="2457"/>
                      <a:pt x="756" y="1848"/>
                    </a:cubicBezTo>
                    <a:cubicBezTo>
                      <a:pt x="756" y="1238"/>
                      <a:pt x="1254" y="737"/>
                      <a:pt x="1867" y="737"/>
                    </a:cubicBezTo>
                    <a:cubicBezTo>
                      <a:pt x="2218" y="737"/>
                      <a:pt x="2542" y="914"/>
                      <a:pt x="2750" y="1188"/>
                    </a:cubicBezTo>
                    <a:lnTo>
                      <a:pt x="3583" y="1188"/>
                    </a:lnTo>
                    <a:cubicBezTo>
                      <a:pt x="3329" y="498"/>
                      <a:pt x="2654" y="0"/>
                      <a:pt x="186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37"/>
              <p:cNvSpPr/>
              <p:nvPr/>
            </p:nvSpPr>
            <p:spPr>
              <a:xfrm>
                <a:off x="6036905" y="3702541"/>
                <a:ext cx="48519" cy="79841"/>
              </a:xfrm>
              <a:custGeom>
                <a:avLst/>
                <a:gdLst/>
                <a:ahLst/>
                <a:cxnLst/>
                <a:rect l="l" t="t" r="r" b="b"/>
                <a:pathLst>
                  <a:path w="1721" h="2832" extrusionOk="0">
                    <a:moveTo>
                      <a:pt x="1431" y="0"/>
                    </a:moveTo>
                    <a:cubicBezTo>
                      <a:pt x="645" y="0"/>
                      <a:pt x="0" y="629"/>
                      <a:pt x="0" y="1416"/>
                    </a:cubicBezTo>
                    <a:cubicBezTo>
                      <a:pt x="0" y="2203"/>
                      <a:pt x="645" y="2831"/>
                      <a:pt x="1431" y="2831"/>
                    </a:cubicBezTo>
                    <a:cubicBezTo>
                      <a:pt x="1528" y="2831"/>
                      <a:pt x="1624" y="2831"/>
                      <a:pt x="1721" y="2797"/>
                    </a:cubicBezTo>
                    <a:cubicBezTo>
                      <a:pt x="1705" y="2700"/>
                      <a:pt x="1674" y="2604"/>
                      <a:pt x="1659" y="2507"/>
                    </a:cubicBezTo>
                    <a:cubicBezTo>
                      <a:pt x="1593" y="2507"/>
                      <a:pt x="1528" y="2523"/>
                      <a:pt x="1466" y="2523"/>
                    </a:cubicBezTo>
                    <a:cubicBezTo>
                      <a:pt x="853" y="2523"/>
                      <a:pt x="355" y="2025"/>
                      <a:pt x="355" y="1416"/>
                    </a:cubicBezTo>
                    <a:cubicBezTo>
                      <a:pt x="355" y="806"/>
                      <a:pt x="853" y="305"/>
                      <a:pt x="1466" y="305"/>
                    </a:cubicBezTo>
                    <a:cubicBezTo>
                      <a:pt x="1512" y="305"/>
                      <a:pt x="1563" y="305"/>
                      <a:pt x="1593" y="324"/>
                    </a:cubicBezTo>
                    <a:lnTo>
                      <a:pt x="1593" y="0"/>
                    </a:lnTo>
                    <a:close/>
                  </a:path>
                </a:pathLst>
              </a:custGeom>
              <a:solidFill>
                <a:srgbClr val="2E44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37"/>
              <p:cNvSpPr/>
              <p:nvPr/>
            </p:nvSpPr>
            <p:spPr>
              <a:xfrm>
                <a:off x="6170116" y="3431665"/>
                <a:ext cx="101155" cy="122778"/>
              </a:xfrm>
              <a:custGeom>
                <a:avLst/>
                <a:gdLst/>
                <a:ahLst/>
                <a:cxnLst/>
                <a:rect l="l" t="t" r="r" b="b"/>
                <a:pathLst>
                  <a:path w="3588" h="4355" extrusionOk="0">
                    <a:moveTo>
                      <a:pt x="2831" y="0"/>
                    </a:moveTo>
                    <a:cubicBezTo>
                      <a:pt x="2430" y="0"/>
                      <a:pt x="2091" y="336"/>
                      <a:pt x="2091" y="752"/>
                    </a:cubicBezTo>
                    <a:lnTo>
                      <a:pt x="2091" y="2665"/>
                    </a:lnTo>
                    <a:cubicBezTo>
                      <a:pt x="2091" y="2777"/>
                      <a:pt x="1994" y="2858"/>
                      <a:pt x="1883" y="2858"/>
                    </a:cubicBezTo>
                    <a:lnTo>
                      <a:pt x="756" y="2858"/>
                    </a:lnTo>
                    <a:cubicBezTo>
                      <a:pt x="340" y="2858"/>
                      <a:pt x="0" y="3198"/>
                      <a:pt x="0" y="3614"/>
                    </a:cubicBezTo>
                    <a:cubicBezTo>
                      <a:pt x="0" y="4031"/>
                      <a:pt x="340" y="4355"/>
                      <a:pt x="756" y="4355"/>
                    </a:cubicBezTo>
                    <a:lnTo>
                      <a:pt x="1883" y="4355"/>
                    </a:lnTo>
                    <a:cubicBezTo>
                      <a:pt x="2816" y="4355"/>
                      <a:pt x="3587" y="3599"/>
                      <a:pt x="3587" y="2665"/>
                    </a:cubicBezTo>
                    <a:lnTo>
                      <a:pt x="3587" y="752"/>
                    </a:lnTo>
                    <a:cubicBezTo>
                      <a:pt x="3587" y="336"/>
                      <a:pt x="3248" y="0"/>
                      <a:pt x="283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37"/>
              <p:cNvSpPr/>
              <p:nvPr/>
            </p:nvSpPr>
            <p:spPr>
              <a:xfrm>
                <a:off x="6087680" y="3488756"/>
                <a:ext cx="114631" cy="112347"/>
              </a:xfrm>
              <a:custGeom>
                <a:avLst/>
                <a:gdLst/>
                <a:ahLst/>
                <a:cxnLst/>
                <a:rect l="l" t="t" r="r" b="b"/>
                <a:pathLst>
                  <a:path w="4066" h="3985" extrusionOk="0">
                    <a:moveTo>
                      <a:pt x="757" y="0"/>
                    </a:moveTo>
                    <a:cubicBezTo>
                      <a:pt x="340" y="0"/>
                      <a:pt x="1" y="336"/>
                      <a:pt x="1" y="752"/>
                    </a:cubicBezTo>
                    <a:lnTo>
                      <a:pt x="1" y="2233"/>
                    </a:lnTo>
                    <a:cubicBezTo>
                      <a:pt x="1" y="3198"/>
                      <a:pt x="787" y="3985"/>
                      <a:pt x="1767" y="3985"/>
                    </a:cubicBezTo>
                    <a:lnTo>
                      <a:pt x="3329" y="3985"/>
                    </a:lnTo>
                    <a:cubicBezTo>
                      <a:pt x="3730" y="3985"/>
                      <a:pt x="4066" y="3664"/>
                      <a:pt x="4066" y="3244"/>
                    </a:cubicBezTo>
                    <a:cubicBezTo>
                      <a:pt x="4066" y="2827"/>
                      <a:pt x="3730" y="2488"/>
                      <a:pt x="3329" y="2488"/>
                    </a:cubicBezTo>
                    <a:lnTo>
                      <a:pt x="1767" y="2488"/>
                    </a:lnTo>
                    <a:cubicBezTo>
                      <a:pt x="1624" y="2488"/>
                      <a:pt x="1497" y="2376"/>
                      <a:pt x="1497" y="2233"/>
                    </a:cubicBezTo>
                    <a:lnTo>
                      <a:pt x="1497" y="752"/>
                    </a:lnTo>
                    <a:cubicBezTo>
                      <a:pt x="1497" y="336"/>
                      <a:pt x="1158" y="0"/>
                      <a:pt x="75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37"/>
              <p:cNvSpPr/>
              <p:nvPr/>
            </p:nvSpPr>
            <p:spPr>
              <a:xfrm>
                <a:off x="6151621" y="3432088"/>
                <a:ext cx="59824" cy="209780"/>
              </a:xfrm>
              <a:custGeom>
                <a:avLst/>
                <a:gdLst/>
                <a:ahLst/>
                <a:cxnLst/>
                <a:rect l="l" t="t" r="r" b="b"/>
                <a:pathLst>
                  <a:path w="2122" h="7441" extrusionOk="0">
                    <a:moveTo>
                      <a:pt x="1061" y="1"/>
                    </a:moveTo>
                    <a:cubicBezTo>
                      <a:pt x="915" y="1"/>
                      <a:pt x="787" y="32"/>
                      <a:pt x="656" y="82"/>
                    </a:cubicBezTo>
                    <a:cubicBezTo>
                      <a:pt x="271" y="240"/>
                      <a:pt x="1" y="610"/>
                      <a:pt x="1" y="1061"/>
                    </a:cubicBezTo>
                    <a:lnTo>
                      <a:pt x="1" y="7294"/>
                    </a:lnTo>
                    <a:cubicBezTo>
                      <a:pt x="1" y="7375"/>
                      <a:pt x="62" y="7441"/>
                      <a:pt x="143" y="7441"/>
                    </a:cubicBezTo>
                    <a:lnTo>
                      <a:pt x="1975" y="7441"/>
                    </a:lnTo>
                    <a:cubicBezTo>
                      <a:pt x="2056" y="7441"/>
                      <a:pt x="2122" y="7375"/>
                      <a:pt x="2122" y="7294"/>
                    </a:cubicBezTo>
                    <a:lnTo>
                      <a:pt x="2122" y="1061"/>
                    </a:lnTo>
                    <a:cubicBezTo>
                      <a:pt x="2122" y="772"/>
                      <a:pt x="1991" y="498"/>
                      <a:pt x="1798" y="305"/>
                    </a:cubicBezTo>
                    <a:cubicBezTo>
                      <a:pt x="1605" y="113"/>
                      <a:pt x="1351" y="1"/>
                      <a:pt x="106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1338;p37"/>
              <p:cNvSpPr/>
              <p:nvPr/>
            </p:nvSpPr>
            <p:spPr>
              <a:xfrm>
                <a:off x="6151621" y="3434372"/>
                <a:ext cx="18522" cy="207497"/>
              </a:xfrm>
              <a:custGeom>
                <a:avLst/>
                <a:gdLst/>
                <a:ahLst/>
                <a:cxnLst/>
                <a:rect l="l" t="t" r="r" b="b"/>
                <a:pathLst>
                  <a:path w="657" h="7360" extrusionOk="0">
                    <a:moveTo>
                      <a:pt x="656" y="1"/>
                    </a:moveTo>
                    <a:cubicBezTo>
                      <a:pt x="271" y="159"/>
                      <a:pt x="1" y="529"/>
                      <a:pt x="1" y="980"/>
                    </a:cubicBezTo>
                    <a:lnTo>
                      <a:pt x="1" y="7213"/>
                    </a:lnTo>
                    <a:cubicBezTo>
                      <a:pt x="1" y="7294"/>
                      <a:pt x="62" y="7360"/>
                      <a:pt x="143" y="7360"/>
                    </a:cubicBezTo>
                    <a:lnTo>
                      <a:pt x="656" y="7360"/>
                    </a:lnTo>
                    <a:lnTo>
                      <a:pt x="6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1339;p37"/>
              <p:cNvSpPr/>
              <p:nvPr/>
            </p:nvSpPr>
            <p:spPr>
              <a:xfrm>
                <a:off x="6088131" y="3626844"/>
                <a:ext cx="184886" cy="97039"/>
              </a:xfrm>
              <a:custGeom>
                <a:avLst/>
                <a:gdLst/>
                <a:ahLst/>
                <a:cxnLst/>
                <a:rect l="l" t="t" r="r" b="b"/>
                <a:pathLst>
                  <a:path w="6558" h="3442" extrusionOk="0">
                    <a:moveTo>
                      <a:pt x="3375" y="1"/>
                    </a:moveTo>
                    <a:cubicBezTo>
                      <a:pt x="2299" y="1"/>
                      <a:pt x="1481" y="386"/>
                      <a:pt x="903" y="772"/>
                    </a:cubicBezTo>
                    <a:cubicBezTo>
                      <a:pt x="305" y="1193"/>
                      <a:pt x="0" y="1624"/>
                      <a:pt x="0" y="1624"/>
                    </a:cubicBezTo>
                    <a:lnTo>
                      <a:pt x="3954" y="3441"/>
                    </a:lnTo>
                    <a:lnTo>
                      <a:pt x="6557" y="1624"/>
                    </a:lnTo>
                    <a:cubicBezTo>
                      <a:pt x="6557" y="1624"/>
                      <a:pt x="6364" y="1289"/>
                      <a:pt x="5932" y="919"/>
                    </a:cubicBezTo>
                    <a:cubicBezTo>
                      <a:pt x="5415" y="483"/>
                      <a:pt x="4582" y="1"/>
                      <a:pt x="33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37"/>
              <p:cNvSpPr/>
              <p:nvPr/>
            </p:nvSpPr>
            <p:spPr>
              <a:xfrm>
                <a:off x="6093995" y="3648608"/>
                <a:ext cx="174004" cy="39921"/>
              </a:xfrm>
              <a:custGeom>
                <a:avLst/>
                <a:gdLst/>
                <a:ahLst/>
                <a:cxnLst/>
                <a:rect l="l" t="t" r="r" b="b"/>
                <a:pathLst>
                  <a:path w="6172" h="1416" extrusionOk="0">
                    <a:moveTo>
                      <a:pt x="695" y="0"/>
                    </a:moveTo>
                    <a:cubicBezTo>
                      <a:pt x="386" y="228"/>
                      <a:pt x="147" y="451"/>
                      <a:pt x="0" y="613"/>
                    </a:cubicBezTo>
                    <a:lnTo>
                      <a:pt x="1304" y="613"/>
                    </a:lnTo>
                    <a:lnTo>
                      <a:pt x="2669" y="1126"/>
                    </a:lnTo>
                    <a:lnTo>
                      <a:pt x="3587" y="868"/>
                    </a:lnTo>
                    <a:lnTo>
                      <a:pt x="4694" y="1416"/>
                    </a:lnTo>
                    <a:lnTo>
                      <a:pt x="5902" y="613"/>
                    </a:lnTo>
                    <a:lnTo>
                      <a:pt x="6172" y="613"/>
                    </a:lnTo>
                    <a:cubicBezTo>
                      <a:pt x="6075" y="482"/>
                      <a:pt x="5917" y="309"/>
                      <a:pt x="5724" y="147"/>
                    </a:cubicBezTo>
                    <a:cubicBezTo>
                      <a:pt x="4918" y="355"/>
                      <a:pt x="4166" y="436"/>
                      <a:pt x="3491" y="436"/>
                    </a:cubicBezTo>
                    <a:cubicBezTo>
                      <a:pt x="2237" y="436"/>
                      <a:pt x="1223" y="178"/>
                      <a:pt x="6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37"/>
              <p:cNvSpPr/>
              <p:nvPr/>
            </p:nvSpPr>
            <p:spPr>
              <a:xfrm>
                <a:off x="6081816" y="3665891"/>
                <a:ext cx="198052" cy="182603"/>
              </a:xfrm>
              <a:custGeom>
                <a:avLst/>
                <a:gdLst/>
                <a:ahLst/>
                <a:cxnLst/>
                <a:rect l="l" t="t" r="r" b="b"/>
                <a:pathLst>
                  <a:path w="7025" h="6477" extrusionOk="0">
                    <a:moveTo>
                      <a:pt x="0" y="0"/>
                    </a:moveTo>
                    <a:lnTo>
                      <a:pt x="0" y="3198"/>
                    </a:lnTo>
                    <a:cubicBezTo>
                      <a:pt x="0" y="3807"/>
                      <a:pt x="178" y="4386"/>
                      <a:pt x="467" y="4868"/>
                    </a:cubicBezTo>
                    <a:cubicBezTo>
                      <a:pt x="1046" y="5832"/>
                      <a:pt x="2091" y="6476"/>
                      <a:pt x="3294" y="6476"/>
                    </a:cubicBezTo>
                    <a:lnTo>
                      <a:pt x="3746" y="6476"/>
                    </a:lnTo>
                    <a:cubicBezTo>
                      <a:pt x="5080" y="6476"/>
                      <a:pt x="6218" y="5690"/>
                      <a:pt x="6735" y="4563"/>
                    </a:cubicBezTo>
                    <a:cubicBezTo>
                      <a:pt x="6928" y="4147"/>
                      <a:pt x="7024" y="3680"/>
                      <a:pt x="7024" y="3198"/>
                    </a:cubicBezTo>
                    <a:lnTo>
                      <a:pt x="7024" y="0"/>
                    </a:lnTo>
                    <a:lnTo>
                      <a:pt x="6334" y="0"/>
                    </a:lnTo>
                    <a:lnTo>
                      <a:pt x="5126" y="803"/>
                    </a:lnTo>
                    <a:lnTo>
                      <a:pt x="4019" y="255"/>
                    </a:lnTo>
                    <a:lnTo>
                      <a:pt x="3101" y="513"/>
                    </a:lnTo>
                    <a:lnTo>
                      <a:pt x="173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37"/>
              <p:cNvSpPr/>
              <p:nvPr/>
            </p:nvSpPr>
            <p:spPr>
              <a:xfrm>
                <a:off x="6094982" y="3794534"/>
                <a:ext cx="176711" cy="53960"/>
              </a:xfrm>
              <a:custGeom>
                <a:avLst/>
                <a:gdLst/>
                <a:ahLst/>
                <a:cxnLst/>
                <a:rect l="l" t="t" r="r" b="b"/>
                <a:pathLst>
                  <a:path w="6268" h="1914" extrusionOk="0">
                    <a:moveTo>
                      <a:pt x="6268" y="0"/>
                    </a:moveTo>
                    <a:lnTo>
                      <a:pt x="6268" y="0"/>
                    </a:lnTo>
                    <a:cubicBezTo>
                      <a:pt x="4146" y="112"/>
                      <a:pt x="1527" y="243"/>
                      <a:pt x="0" y="305"/>
                    </a:cubicBezTo>
                    <a:cubicBezTo>
                      <a:pt x="579" y="1269"/>
                      <a:pt x="1624" y="1913"/>
                      <a:pt x="2827" y="1913"/>
                    </a:cubicBezTo>
                    <a:lnTo>
                      <a:pt x="3279" y="1913"/>
                    </a:lnTo>
                    <a:cubicBezTo>
                      <a:pt x="4613" y="1913"/>
                      <a:pt x="5751" y="1127"/>
                      <a:pt x="6268" y="0"/>
                    </a:cubicBezTo>
                    <a:close/>
                  </a:path>
                </a:pathLst>
              </a:custGeom>
              <a:solidFill>
                <a:srgbClr val="B2C5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37"/>
              <p:cNvSpPr/>
              <p:nvPr/>
            </p:nvSpPr>
            <p:spPr>
              <a:xfrm>
                <a:off x="6174683" y="3710266"/>
                <a:ext cx="55793" cy="68846"/>
              </a:xfrm>
              <a:custGeom>
                <a:avLst/>
                <a:gdLst/>
                <a:ahLst/>
                <a:cxnLst/>
                <a:rect l="l" t="t" r="r" b="b"/>
                <a:pathLst>
                  <a:path w="1979" h="2442" extrusionOk="0">
                    <a:moveTo>
                      <a:pt x="980" y="0"/>
                    </a:moveTo>
                    <a:cubicBezTo>
                      <a:pt x="436" y="0"/>
                      <a:pt x="0" y="548"/>
                      <a:pt x="0" y="1223"/>
                    </a:cubicBezTo>
                    <a:cubicBezTo>
                      <a:pt x="0" y="1898"/>
                      <a:pt x="436" y="2442"/>
                      <a:pt x="980" y="2442"/>
                    </a:cubicBezTo>
                    <a:cubicBezTo>
                      <a:pt x="1528" y="2442"/>
                      <a:pt x="1979" y="1898"/>
                      <a:pt x="1979" y="1223"/>
                    </a:cubicBezTo>
                    <a:cubicBezTo>
                      <a:pt x="1979" y="548"/>
                      <a:pt x="1528" y="0"/>
                      <a:pt x="9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344;p37"/>
              <p:cNvSpPr/>
              <p:nvPr/>
            </p:nvSpPr>
            <p:spPr>
              <a:xfrm>
                <a:off x="6182831" y="3720697"/>
                <a:ext cx="38962" cy="48096"/>
              </a:xfrm>
              <a:custGeom>
                <a:avLst/>
                <a:gdLst/>
                <a:ahLst/>
                <a:cxnLst/>
                <a:rect l="l" t="t" r="r" b="b"/>
                <a:pathLst>
                  <a:path w="1382" h="1706" extrusionOk="0">
                    <a:moveTo>
                      <a:pt x="691" y="0"/>
                    </a:moveTo>
                    <a:cubicBezTo>
                      <a:pt x="321" y="0"/>
                      <a:pt x="1" y="386"/>
                      <a:pt x="1" y="853"/>
                    </a:cubicBezTo>
                    <a:cubicBezTo>
                      <a:pt x="1" y="1335"/>
                      <a:pt x="321" y="1705"/>
                      <a:pt x="691" y="1705"/>
                    </a:cubicBezTo>
                    <a:cubicBezTo>
                      <a:pt x="1077" y="1705"/>
                      <a:pt x="1381" y="1335"/>
                      <a:pt x="1381" y="853"/>
                    </a:cubicBezTo>
                    <a:cubicBezTo>
                      <a:pt x="1381" y="386"/>
                      <a:pt x="1077" y="0"/>
                      <a:pt x="69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37"/>
              <p:cNvSpPr/>
              <p:nvPr/>
            </p:nvSpPr>
            <p:spPr>
              <a:xfrm>
                <a:off x="6163801" y="3390870"/>
                <a:ext cx="48096" cy="43980"/>
              </a:xfrm>
              <a:custGeom>
                <a:avLst/>
                <a:gdLst/>
                <a:ahLst/>
                <a:cxnLst/>
                <a:rect l="l" t="t" r="r" b="b"/>
                <a:pathLst>
                  <a:path w="1706" h="1560" extrusionOk="0">
                    <a:moveTo>
                      <a:pt x="853" y="1"/>
                    </a:moveTo>
                    <a:cubicBezTo>
                      <a:pt x="371" y="1"/>
                      <a:pt x="1" y="352"/>
                      <a:pt x="1" y="772"/>
                    </a:cubicBezTo>
                    <a:cubicBezTo>
                      <a:pt x="1" y="1204"/>
                      <a:pt x="371" y="1559"/>
                      <a:pt x="853" y="1559"/>
                    </a:cubicBezTo>
                    <a:cubicBezTo>
                      <a:pt x="1320" y="1559"/>
                      <a:pt x="1705" y="1204"/>
                      <a:pt x="1705" y="772"/>
                    </a:cubicBezTo>
                    <a:cubicBezTo>
                      <a:pt x="1705" y="352"/>
                      <a:pt x="1320" y="1"/>
                      <a:pt x="85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37"/>
              <p:cNvSpPr/>
              <p:nvPr/>
            </p:nvSpPr>
            <p:spPr>
              <a:xfrm>
                <a:off x="6152495" y="3395325"/>
                <a:ext cx="69748" cy="47251"/>
              </a:xfrm>
              <a:custGeom>
                <a:avLst/>
                <a:gdLst/>
                <a:ahLst/>
                <a:cxnLst/>
                <a:rect l="l" t="t" r="r" b="b"/>
                <a:pathLst>
                  <a:path w="2474" h="1676" extrusionOk="0">
                    <a:moveTo>
                      <a:pt x="1350" y="1"/>
                    </a:moveTo>
                    <a:cubicBezTo>
                      <a:pt x="949" y="97"/>
                      <a:pt x="756" y="564"/>
                      <a:pt x="756" y="564"/>
                    </a:cubicBezTo>
                    <a:cubicBezTo>
                      <a:pt x="756" y="564"/>
                      <a:pt x="467" y="290"/>
                      <a:pt x="224" y="259"/>
                    </a:cubicBezTo>
                    <a:lnTo>
                      <a:pt x="224" y="259"/>
                    </a:lnTo>
                    <a:cubicBezTo>
                      <a:pt x="0" y="691"/>
                      <a:pt x="371" y="1625"/>
                      <a:pt x="1223" y="1675"/>
                    </a:cubicBezTo>
                    <a:cubicBezTo>
                      <a:pt x="1237" y="1676"/>
                      <a:pt x="1251" y="1676"/>
                      <a:pt x="1265" y="1676"/>
                    </a:cubicBezTo>
                    <a:cubicBezTo>
                      <a:pt x="1965" y="1676"/>
                      <a:pt x="2473" y="923"/>
                      <a:pt x="2299" y="356"/>
                    </a:cubicBezTo>
                    <a:lnTo>
                      <a:pt x="2299" y="356"/>
                    </a:lnTo>
                    <a:cubicBezTo>
                      <a:pt x="1929" y="387"/>
                      <a:pt x="1767" y="630"/>
                      <a:pt x="1767" y="630"/>
                    </a:cubicBezTo>
                    <a:cubicBezTo>
                      <a:pt x="1767" y="630"/>
                      <a:pt x="1767" y="275"/>
                      <a:pt x="135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37"/>
              <p:cNvSpPr/>
              <p:nvPr/>
            </p:nvSpPr>
            <p:spPr>
              <a:xfrm>
                <a:off x="6082690" y="3514524"/>
                <a:ext cx="10882" cy="2312"/>
              </a:xfrm>
              <a:custGeom>
                <a:avLst/>
                <a:gdLst/>
                <a:ahLst/>
                <a:cxnLst/>
                <a:rect l="l" t="t" r="r" b="b"/>
                <a:pathLst>
                  <a:path w="386" h="82" extrusionOk="0">
                    <a:moveTo>
                      <a:pt x="35" y="0"/>
                    </a:moveTo>
                    <a:cubicBezTo>
                      <a:pt x="16" y="0"/>
                      <a:pt x="0" y="16"/>
                      <a:pt x="0" y="31"/>
                    </a:cubicBezTo>
                    <a:cubicBezTo>
                      <a:pt x="0" y="66"/>
                      <a:pt x="16" y="81"/>
                      <a:pt x="35" y="81"/>
                    </a:cubicBezTo>
                    <a:lnTo>
                      <a:pt x="355" y="81"/>
                    </a:lnTo>
                    <a:cubicBezTo>
                      <a:pt x="370" y="81"/>
                      <a:pt x="386" y="66"/>
                      <a:pt x="386" y="31"/>
                    </a:cubicBezTo>
                    <a:cubicBezTo>
                      <a:pt x="386" y="16"/>
                      <a:pt x="370" y="0"/>
                      <a:pt x="35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1348;p37"/>
              <p:cNvSpPr/>
              <p:nvPr/>
            </p:nvSpPr>
            <p:spPr>
              <a:xfrm>
                <a:off x="6121709" y="3504092"/>
                <a:ext cx="10910" cy="1861"/>
              </a:xfrm>
              <a:custGeom>
                <a:avLst/>
                <a:gdLst/>
                <a:ahLst/>
                <a:cxnLst/>
                <a:rect l="l" t="t" r="r" b="b"/>
                <a:pathLst>
                  <a:path w="387" h="66" extrusionOk="0">
                    <a:moveTo>
                      <a:pt x="32" y="0"/>
                    </a:moveTo>
                    <a:cubicBezTo>
                      <a:pt x="16" y="0"/>
                      <a:pt x="1" y="15"/>
                      <a:pt x="1" y="35"/>
                    </a:cubicBezTo>
                    <a:cubicBezTo>
                      <a:pt x="1" y="50"/>
                      <a:pt x="16" y="66"/>
                      <a:pt x="32" y="66"/>
                    </a:cubicBezTo>
                    <a:lnTo>
                      <a:pt x="336" y="66"/>
                    </a:lnTo>
                    <a:cubicBezTo>
                      <a:pt x="367" y="66"/>
                      <a:pt x="387" y="50"/>
                      <a:pt x="387" y="35"/>
                    </a:cubicBezTo>
                    <a:cubicBezTo>
                      <a:pt x="387" y="15"/>
                      <a:pt x="367" y="0"/>
                      <a:pt x="3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37"/>
              <p:cNvSpPr/>
              <p:nvPr/>
            </p:nvSpPr>
            <p:spPr>
              <a:xfrm>
                <a:off x="6082690" y="3538121"/>
                <a:ext cx="10882" cy="4060"/>
              </a:xfrm>
              <a:custGeom>
                <a:avLst/>
                <a:gdLst/>
                <a:ahLst/>
                <a:cxnLst/>
                <a:rect l="l" t="t" r="r" b="b"/>
                <a:pathLst>
                  <a:path w="386" h="144" extrusionOk="0">
                    <a:moveTo>
                      <a:pt x="50" y="0"/>
                    </a:moveTo>
                    <a:cubicBezTo>
                      <a:pt x="35" y="0"/>
                      <a:pt x="16" y="0"/>
                      <a:pt x="16" y="31"/>
                    </a:cubicBezTo>
                    <a:cubicBezTo>
                      <a:pt x="0" y="47"/>
                      <a:pt x="16" y="62"/>
                      <a:pt x="35" y="62"/>
                    </a:cubicBezTo>
                    <a:lnTo>
                      <a:pt x="340" y="143"/>
                    </a:lnTo>
                    <a:cubicBezTo>
                      <a:pt x="355" y="143"/>
                      <a:pt x="370" y="143"/>
                      <a:pt x="386" y="128"/>
                    </a:cubicBezTo>
                    <a:cubicBezTo>
                      <a:pt x="386" y="97"/>
                      <a:pt x="370" y="81"/>
                      <a:pt x="355" y="81"/>
                    </a:cubicBezTo>
                    <a:lnTo>
                      <a:pt x="5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37"/>
              <p:cNvSpPr/>
              <p:nvPr/>
            </p:nvSpPr>
            <p:spPr>
              <a:xfrm>
                <a:off x="6112151" y="3531270"/>
                <a:ext cx="10037" cy="6879"/>
              </a:xfrm>
              <a:custGeom>
                <a:avLst/>
                <a:gdLst/>
                <a:ahLst/>
                <a:cxnLst/>
                <a:rect l="l" t="t" r="r" b="b"/>
                <a:pathLst>
                  <a:path w="356" h="244" extrusionOk="0">
                    <a:moveTo>
                      <a:pt x="66" y="0"/>
                    </a:moveTo>
                    <a:cubicBezTo>
                      <a:pt x="51" y="0"/>
                      <a:pt x="31" y="0"/>
                      <a:pt x="16" y="16"/>
                    </a:cubicBezTo>
                    <a:cubicBezTo>
                      <a:pt x="0" y="35"/>
                      <a:pt x="0" y="66"/>
                      <a:pt x="31" y="66"/>
                    </a:cubicBezTo>
                    <a:lnTo>
                      <a:pt x="290" y="228"/>
                    </a:lnTo>
                    <a:cubicBezTo>
                      <a:pt x="290" y="243"/>
                      <a:pt x="305" y="243"/>
                      <a:pt x="305" y="243"/>
                    </a:cubicBezTo>
                    <a:cubicBezTo>
                      <a:pt x="321" y="243"/>
                      <a:pt x="340" y="228"/>
                      <a:pt x="340" y="228"/>
                    </a:cubicBezTo>
                    <a:cubicBezTo>
                      <a:pt x="355" y="209"/>
                      <a:pt x="355" y="178"/>
                      <a:pt x="321" y="178"/>
                    </a:cubicBezTo>
                    <a:lnTo>
                      <a:pt x="6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37"/>
              <p:cNvSpPr/>
              <p:nvPr/>
            </p:nvSpPr>
            <p:spPr>
              <a:xfrm>
                <a:off x="6109868" y="3568175"/>
                <a:ext cx="7302" cy="9332"/>
              </a:xfrm>
              <a:custGeom>
                <a:avLst/>
                <a:gdLst/>
                <a:ahLst/>
                <a:cxnLst/>
                <a:rect l="l" t="t" r="r" b="b"/>
                <a:pathLst>
                  <a:path w="259" h="331" extrusionOk="0">
                    <a:moveTo>
                      <a:pt x="206" y="0"/>
                    </a:moveTo>
                    <a:cubicBezTo>
                      <a:pt x="196" y="0"/>
                      <a:pt x="187" y="8"/>
                      <a:pt x="178" y="26"/>
                    </a:cubicBezTo>
                    <a:lnTo>
                      <a:pt x="16" y="284"/>
                    </a:lnTo>
                    <a:cubicBezTo>
                      <a:pt x="0" y="300"/>
                      <a:pt x="0" y="315"/>
                      <a:pt x="16" y="331"/>
                    </a:cubicBezTo>
                    <a:lnTo>
                      <a:pt x="35" y="331"/>
                    </a:lnTo>
                    <a:cubicBezTo>
                      <a:pt x="51" y="331"/>
                      <a:pt x="66" y="331"/>
                      <a:pt x="66" y="315"/>
                    </a:cubicBezTo>
                    <a:lnTo>
                      <a:pt x="243" y="57"/>
                    </a:lnTo>
                    <a:cubicBezTo>
                      <a:pt x="259" y="41"/>
                      <a:pt x="243" y="26"/>
                      <a:pt x="228" y="10"/>
                    </a:cubicBezTo>
                    <a:cubicBezTo>
                      <a:pt x="220" y="4"/>
                      <a:pt x="213" y="0"/>
                      <a:pt x="20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37"/>
              <p:cNvSpPr/>
              <p:nvPr/>
            </p:nvSpPr>
            <p:spPr>
              <a:xfrm>
                <a:off x="6127601" y="3520388"/>
                <a:ext cx="10882" cy="1889"/>
              </a:xfrm>
              <a:custGeom>
                <a:avLst/>
                <a:gdLst/>
                <a:ahLst/>
                <a:cxnLst/>
                <a:rect l="l" t="t" r="r" b="b"/>
                <a:pathLst>
                  <a:path w="386" h="67" extrusionOk="0">
                    <a:moveTo>
                      <a:pt x="31" y="1"/>
                    </a:moveTo>
                    <a:cubicBezTo>
                      <a:pt x="16" y="1"/>
                      <a:pt x="0" y="16"/>
                      <a:pt x="0" y="35"/>
                    </a:cubicBezTo>
                    <a:cubicBezTo>
                      <a:pt x="0" y="51"/>
                      <a:pt x="16" y="66"/>
                      <a:pt x="31" y="66"/>
                    </a:cubicBezTo>
                    <a:lnTo>
                      <a:pt x="336" y="66"/>
                    </a:lnTo>
                    <a:cubicBezTo>
                      <a:pt x="370" y="66"/>
                      <a:pt x="386" y="51"/>
                      <a:pt x="386" y="35"/>
                    </a:cubicBezTo>
                    <a:cubicBezTo>
                      <a:pt x="386" y="16"/>
                      <a:pt x="370" y="1"/>
                      <a:pt x="3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37"/>
              <p:cNvSpPr/>
              <p:nvPr/>
            </p:nvSpPr>
            <p:spPr>
              <a:xfrm>
                <a:off x="6082690" y="3562141"/>
                <a:ext cx="10882" cy="5469"/>
              </a:xfrm>
              <a:custGeom>
                <a:avLst/>
                <a:gdLst/>
                <a:ahLst/>
                <a:cxnLst/>
                <a:rect l="l" t="t" r="r" b="b"/>
                <a:pathLst>
                  <a:path w="386" h="194" extrusionOk="0">
                    <a:moveTo>
                      <a:pt x="324" y="1"/>
                    </a:moveTo>
                    <a:lnTo>
                      <a:pt x="35" y="113"/>
                    </a:lnTo>
                    <a:cubicBezTo>
                      <a:pt x="16" y="128"/>
                      <a:pt x="0" y="143"/>
                      <a:pt x="16" y="159"/>
                    </a:cubicBezTo>
                    <a:cubicBezTo>
                      <a:pt x="16" y="174"/>
                      <a:pt x="35" y="194"/>
                      <a:pt x="50" y="194"/>
                    </a:cubicBezTo>
                    <a:lnTo>
                      <a:pt x="66" y="174"/>
                    </a:lnTo>
                    <a:lnTo>
                      <a:pt x="355" y="62"/>
                    </a:lnTo>
                    <a:cubicBezTo>
                      <a:pt x="370" y="62"/>
                      <a:pt x="386" y="32"/>
                      <a:pt x="370" y="16"/>
                    </a:cubicBezTo>
                    <a:cubicBezTo>
                      <a:pt x="370" y="1"/>
                      <a:pt x="340" y="1"/>
                      <a:pt x="32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37"/>
              <p:cNvSpPr/>
              <p:nvPr/>
            </p:nvSpPr>
            <p:spPr>
              <a:xfrm>
                <a:off x="6105836" y="3592477"/>
                <a:ext cx="10488" cy="5469"/>
              </a:xfrm>
              <a:custGeom>
                <a:avLst/>
                <a:gdLst/>
                <a:ahLst/>
                <a:cxnLst/>
                <a:rect l="l" t="t" r="r" b="b"/>
                <a:pathLst>
                  <a:path w="372" h="194" extrusionOk="0">
                    <a:moveTo>
                      <a:pt x="321" y="1"/>
                    </a:moveTo>
                    <a:lnTo>
                      <a:pt x="32" y="113"/>
                    </a:lnTo>
                    <a:cubicBezTo>
                      <a:pt x="1" y="128"/>
                      <a:pt x="1" y="144"/>
                      <a:pt x="1" y="159"/>
                    </a:cubicBezTo>
                    <a:cubicBezTo>
                      <a:pt x="16" y="178"/>
                      <a:pt x="32" y="194"/>
                      <a:pt x="47" y="194"/>
                    </a:cubicBezTo>
                    <a:lnTo>
                      <a:pt x="336" y="82"/>
                    </a:lnTo>
                    <a:cubicBezTo>
                      <a:pt x="371" y="63"/>
                      <a:pt x="371" y="47"/>
                      <a:pt x="371" y="32"/>
                    </a:cubicBezTo>
                    <a:cubicBezTo>
                      <a:pt x="352" y="1"/>
                      <a:pt x="336" y="1"/>
                      <a:pt x="32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1355;p37"/>
              <p:cNvSpPr/>
              <p:nvPr/>
            </p:nvSpPr>
            <p:spPr>
              <a:xfrm>
                <a:off x="6112574" y="3481905"/>
                <a:ext cx="3750" cy="10882"/>
              </a:xfrm>
              <a:custGeom>
                <a:avLst/>
                <a:gdLst/>
                <a:ahLst/>
                <a:cxnLst/>
                <a:rect l="l" t="t" r="r" b="b"/>
                <a:pathLst>
                  <a:path w="133" h="386" extrusionOk="0">
                    <a:moveTo>
                      <a:pt x="97" y="0"/>
                    </a:moveTo>
                    <a:cubicBezTo>
                      <a:pt x="82" y="0"/>
                      <a:pt x="66" y="16"/>
                      <a:pt x="51" y="31"/>
                    </a:cubicBezTo>
                    <a:lnTo>
                      <a:pt x="1" y="340"/>
                    </a:lnTo>
                    <a:cubicBezTo>
                      <a:pt x="1" y="355"/>
                      <a:pt x="16" y="370"/>
                      <a:pt x="36" y="386"/>
                    </a:cubicBezTo>
                    <a:cubicBezTo>
                      <a:pt x="66" y="386"/>
                      <a:pt x="82" y="370"/>
                      <a:pt x="82" y="355"/>
                    </a:cubicBezTo>
                    <a:lnTo>
                      <a:pt x="132" y="50"/>
                    </a:lnTo>
                    <a:cubicBezTo>
                      <a:pt x="132" y="16"/>
                      <a:pt x="113" y="0"/>
                      <a:pt x="9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 name="Google Shape;1356;p37"/>
              <p:cNvSpPr/>
              <p:nvPr/>
            </p:nvSpPr>
            <p:spPr>
              <a:xfrm>
                <a:off x="6135326" y="3554868"/>
                <a:ext cx="3609" cy="10882"/>
              </a:xfrm>
              <a:custGeom>
                <a:avLst/>
                <a:gdLst/>
                <a:ahLst/>
                <a:cxnLst/>
                <a:rect l="l" t="t" r="r" b="b"/>
                <a:pathLst>
                  <a:path w="128" h="386" extrusionOk="0">
                    <a:moveTo>
                      <a:pt x="96" y="0"/>
                    </a:moveTo>
                    <a:cubicBezTo>
                      <a:pt x="77" y="0"/>
                      <a:pt x="62" y="16"/>
                      <a:pt x="62" y="31"/>
                    </a:cubicBezTo>
                    <a:lnTo>
                      <a:pt x="0" y="336"/>
                    </a:lnTo>
                    <a:cubicBezTo>
                      <a:pt x="0" y="371"/>
                      <a:pt x="15" y="386"/>
                      <a:pt x="31" y="386"/>
                    </a:cubicBezTo>
                    <a:lnTo>
                      <a:pt x="46" y="386"/>
                    </a:lnTo>
                    <a:cubicBezTo>
                      <a:pt x="62" y="386"/>
                      <a:pt x="77" y="371"/>
                      <a:pt x="77" y="355"/>
                    </a:cubicBezTo>
                    <a:lnTo>
                      <a:pt x="127" y="47"/>
                    </a:lnTo>
                    <a:cubicBezTo>
                      <a:pt x="127" y="31"/>
                      <a:pt x="127" y="16"/>
                      <a:pt x="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37"/>
              <p:cNvSpPr/>
              <p:nvPr/>
            </p:nvSpPr>
            <p:spPr>
              <a:xfrm>
                <a:off x="6094531" y="3491998"/>
                <a:ext cx="8176" cy="8965"/>
              </a:xfrm>
              <a:custGeom>
                <a:avLst/>
                <a:gdLst/>
                <a:ahLst/>
                <a:cxnLst/>
                <a:rect l="l" t="t" r="r" b="b"/>
                <a:pathLst>
                  <a:path w="290" h="318" extrusionOk="0">
                    <a:moveTo>
                      <a:pt x="39" y="1"/>
                    </a:moveTo>
                    <a:cubicBezTo>
                      <a:pt x="31" y="1"/>
                      <a:pt x="24" y="5"/>
                      <a:pt x="16" y="12"/>
                    </a:cubicBezTo>
                    <a:cubicBezTo>
                      <a:pt x="1" y="28"/>
                      <a:pt x="1" y="43"/>
                      <a:pt x="16" y="59"/>
                    </a:cubicBezTo>
                    <a:lnTo>
                      <a:pt x="224" y="302"/>
                    </a:lnTo>
                    <a:cubicBezTo>
                      <a:pt x="224" y="302"/>
                      <a:pt x="240" y="317"/>
                      <a:pt x="255" y="317"/>
                    </a:cubicBezTo>
                    <a:lnTo>
                      <a:pt x="271" y="302"/>
                    </a:lnTo>
                    <a:cubicBezTo>
                      <a:pt x="290" y="286"/>
                      <a:pt x="290" y="271"/>
                      <a:pt x="271" y="252"/>
                    </a:cubicBezTo>
                    <a:lnTo>
                      <a:pt x="62" y="12"/>
                    </a:lnTo>
                    <a:cubicBezTo>
                      <a:pt x="55" y="5"/>
                      <a:pt x="47" y="1"/>
                      <a:pt x="3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37"/>
              <p:cNvSpPr/>
              <p:nvPr/>
            </p:nvSpPr>
            <p:spPr>
              <a:xfrm>
                <a:off x="6265802" y="3457856"/>
                <a:ext cx="10910" cy="1889"/>
              </a:xfrm>
              <a:custGeom>
                <a:avLst/>
                <a:gdLst/>
                <a:ahLst/>
                <a:cxnLst/>
                <a:rect l="l" t="t" r="r" b="b"/>
                <a:pathLst>
                  <a:path w="387" h="67" extrusionOk="0">
                    <a:moveTo>
                      <a:pt x="31" y="1"/>
                    </a:moveTo>
                    <a:cubicBezTo>
                      <a:pt x="16" y="1"/>
                      <a:pt x="0" y="16"/>
                      <a:pt x="0" y="36"/>
                    </a:cubicBezTo>
                    <a:cubicBezTo>
                      <a:pt x="0" y="51"/>
                      <a:pt x="16" y="66"/>
                      <a:pt x="31" y="66"/>
                    </a:cubicBezTo>
                    <a:lnTo>
                      <a:pt x="351" y="66"/>
                    </a:lnTo>
                    <a:cubicBezTo>
                      <a:pt x="367" y="66"/>
                      <a:pt x="386" y="51"/>
                      <a:pt x="386" y="36"/>
                    </a:cubicBezTo>
                    <a:cubicBezTo>
                      <a:pt x="386" y="16"/>
                      <a:pt x="367" y="1"/>
                      <a:pt x="35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 name="Google Shape;1359;p37"/>
              <p:cNvSpPr/>
              <p:nvPr/>
            </p:nvSpPr>
            <p:spPr>
              <a:xfrm>
                <a:off x="6226755" y="3447002"/>
                <a:ext cx="10910" cy="2312"/>
              </a:xfrm>
              <a:custGeom>
                <a:avLst/>
                <a:gdLst/>
                <a:ahLst/>
                <a:cxnLst/>
                <a:rect l="l" t="t" r="r" b="b"/>
                <a:pathLst>
                  <a:path w="387" h="82" extrusionOk="0">
                    <a:moveTo>
                      <a:pt x="51" y="0"/>
                    </a:moveTo>
                    <a:cubicBezTo>
                      <a:pt x="16" y="0"/>
                      <a:pt x="1" y="16"/>
                      <a:pt x="1" y="50"/>
                    </a:cubicBezTo>
                    <a:cubicBezTo>
                      <a:pt x="1" y="66"/>
                      <a:pt x="16" y="81"/>
                      <a:pt x="51" y="81"/>
                    </a:cubicBezTo>
                    <a:lnTo>
                      <a:pt x="356" y="81"/>
                    </a:lnTo>
                    <a:cubicBezTo>
                      <a:pt x="371" y="81"/>
                      <a:pt x="387" y="66"/>
                      <a:pt x="387" y="50"/>
                    </a:cubicBezTo>
                    <a:cubicBezTo>
                      <a:pt x="387" y="16"/>
                      <a:pt x="371" y="0"/>
                      <a:pt x="35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1360;p37"/>
              <p:cNvSpPr/>
              <p:nvPr/>
            </p:nvSpPr>
            <p:spPr>
              <a:xfrm>
                <a:off x="6265802" y="3481285"/>
                <a:ext cx="10910" cy="4229"/>
              </a:xfrm>
              <a:custGeom>
                <a:avLst/>
                <a:gdLst/>
                <a:ahLst/>
                <a:cxnLst/>
                <a:rect l="l" t="t" r="r" b="b"/>
                <a:pathLst>
                  <a:path w="387" h="150" extrusionOk="0">
                    <a:moveTo>
                      <a:pt x="350" y="0"/>
                    </a:moveTo>
                    <a:cubicBezTo>
                      <a:pt x="345" y="0"/>
                      <a:pt x="341" y="2"/>
                      <a:pt x="336" y="7"/>
                    </a:cubicBezTo>
                    <a:lnTo>
                      <a:pt x="31" y="88"/>
                    </a:lnTo>
                    <a:cubicBezTo>
                      <a:pt x="16" y="88"/>
                      <a:pt x="0" y="103"/>
                      <a:pt x="0" y="119"/>
                    </a:cubicBezTo>
                    <a:cubicBezTo>
                      <a:pt x="16" y="134"/>
                      <a:pt x="31" y="149"/>
                      <a:pt x="47" y="149"/>
                    </a:cubicBezTo>
                    <a:lnTo>
                      <a:pt x="351" y="72"/>
                    </a:lnTo>
                    <a:cubicBezTo>
                      <a:pt x="367" y="72"/>
                      <a:pt x="386" y="38"/>
                      <a:pt x="386" y="22"/>
                    </a:cubicBezTo>
                    <a:cubicBezTo>
                      <a:pt x="373" y="11"/>
                      <a:pt x="361" y="0"/>
                      <a:pt x="35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37"/>
              <p:cNvSpPr/>
              <p:nvPr/>
            </p:nvSpPr>
            <p:spPr>
              <a:xfrm>
                <a:off x="6237214" y="3474434"/>
                <a:ext cx="10008" cy="7048"/>
              </a:xfrm>
              <a:custGeom>
                <a:avLst/>
                <a:gdLst/>
                <a:ahLst/>
                <a:cxnLst/>
                <a:rect l="l" t="t" r="r" b="b"/>
                <a:pathLst>
                  <a:path w="355" h="250" extrusionOk="0">
                    <a:moveTo>
                      <a:pt x="306" y="0"/>
                    </a:moveTo>
                    <a:cubicBezTo>
                      <a:pt x="300" y="0"/>
                      <a:pt x="294" y="2"/>
                      <a:pt x="289" y="7"/>
                    </a:cubicBezTo>
                    <a:lnTo>
                      <a:pt x="31" y="169"/>
                    </a:lnTo>
                    <a:cubicBezTo>
                      <a:pt x="16" y="184"/>
                      <a:pt x="0" y="200"/>
                      <a:pt x="16" y="219"/>
                    </a:cubicBezTo>
                    <a:cubicBezTo>
                      <a:pt x="16" y="234"/>
                      <a:pt x="31" y="250"/>
                      <a:pt x="50" y="250"/>
                    </a:cubicBezTo>
                    <a:lnTo>
                      <a:pt x="66" y="234"/>
                    </a:lnTo>
                    <a:lnTo>
                      <a:pt x="339" y="72"/>
                    </a:lnTo>
                    <a:cubicBezTo>
                      <a:pt x="355" y="57"/>
                      <a:pt x="355" y="42"/>
                      <a:pt x="339" y="26"/>
                    </a:cubicBezTo>
                    <a:cubicBezTo>
                      <a:pt x="339" y="12"/>
                      <a:pt x="322" y="0"/>
                      <a:pt x="30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37"/>
              <p:cNvSpPr/>
              <p:nvPr/>
            </p:nvSpPr>
            <p:spPr>
              <a:xfrm>
                <a:off x="6242205" y="3511479"/>
                <a:ext cx="7302" cy="9388"/>
              </a:xfrm>
              <a:custGeom>
                <a:avLst/>
                <a:gdLst/>
                <a:ahLst/>
                <a:cxnLst/>
                <a:rect l="l" t="t" r="r" b="b"/>
                <a:pathLst>
                  <a:path w="259" h="333" extrusionOk="0">
                    <a:moveTo>
                      <a:pt x="56" y="0"/>
                    </a:moveTo>
                    <a:cubicBezTo>
                      <a:pt x="48" y="0"/>
                      <a:pt x="39" y="4"/>
                      <a:pt x="31" y="12"/>
                    </a:cubicBezTo>
                    <a:cubicBezTo>
                      <a:pt x="16" y="12"/>
                      <a:pt x="0" y="43"/>
                      <a:pt x="16" y="62"/>
                    </a:cubicBezTo>
                    <a:lnTo>
                      <a:pt x="193" y="317"/>
                    </a:lnTo>
                    <a:cubicBezTo>
                      <a:pt x="193" y="332"/>
                      <a:pt x="209" y="332"/>
                      <a:pt x="224" y="332"/>
                    </a:cubicBezTo>
                    <a:lnTo>
                      <a:pt x="240" y="332"/>
                    </a:lnTo>
                    <a:cubicBezTo>
                      <a:pt x="259" y="317"/>
                      <a:pt x="259" y="286"/>
                      <a:pt x="259" y="270"/>
                    </a:cubicBezTo>
                    <a:lnTo>
                      <a:pt x="81" y="12"/>
                    </a:lnTo>
                    <a:cubicBezTo>
                      <a:pt x="74" y="4"/>
                      <a:pt x="65" y="0"/>
                      <a:pt x="5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37"/>
              <p:cNvSpPr/>
              <p:nvPr/>
            </p:nvSpPr>
            <p:spPr>
              <a:xfrm>
                <a:off x="6220891" y="3463749"/>
                <a:ext cx="10910" cy="1861"/>
              </a:xfrm>
              <a:custGeom>
                <a:avLst/>
                <a:gdLst/>
                <a:ahLst/>
                <a:cxnLst/>
                <a:rect l="l" t="t" r="r" b="b"/>
                <a:pathLst>
                  <a:path w="387" h="66" extrusionOk="0">
                    <a:moveTo>
                      <a:pt x="51" y="0"/>
                    </a:moveTo>
                    <a:cubicBezTo>
                      <a:pt x="16" y="0"/>
                      <a:pt x="1" y="19"/>
                      <a:pt x="1" y="35"/>
                    </a:cubicBezTo>
                    <a:cubicBezTo>
                      <a:pt x="1" y="50"/>
                      <a:pt x="16" y="66"/>
                      <a:pt x="51" y="66"/>
                    </a:cubicBezTo>
                    <a:lnTo>
                      <a:pt x="355" y="66"/>
                    </a:lnTo>
                    <a:cubicBezTo>
                      <a:pt x="371" y="66"/>
                      <a:pt x="386" y="50"/>
                      <a:pt x="386" y="35"/>
                    </a:cubicBezTo>
                    <a:cubicBezTo>
                      <a:pt x="386" y="19"/>
                      <a:pt x="371" y="0"/>
                      <a:pt x="35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37"/>
              <p:cNvSpPr/>
              <p:nvPr/>
            </p:nvSpPr>
            <p:spPr>
              <a:xfrm>
                <a:off x="6149789" y="3470148"/>
                <a:ext cx="10882" cy="2312"/>
              </a:xfrm>
              <a:custGeom>
                <a:avLst/>
                <a:gdLst/>
                <a:ahLst/>
                <a:cxnLst/>
                <a:rect l="l" t="t" r="r" b="b"/>
                <a:pathLst>
                  <a:path w="386" h="82" extrusionOk="0">
                    <a:moveTo>
                      <a:pt x="31" y="1"/>
                    </a:moveTo>
                    <a:cubicBezTo>
                      <a:pt x="15" y="1"/>
                      <a:pt x="0" y="16"/>
                      <a:pt x="0" y="32"/>
                    </a:cubicBezTo>
                    <a:cubicBezTo>
                      <a:pt x="0" y="62"/>
                      <a:pt x="15" y="82"/>
                      <a:pt x="31" y="82"/>
                    </a:cubicBezTo>
                    <a:lnTo>
                      <a:pt x="336" y="82"/>
                    </a:lnTo>
                    <a:cubicBezTo>
                      <a:pt x="370" y="82"/>
                      <a:pt x="386" y="62"/>
                      <a:pt x="386" y="32"/>
                    </a:cubicBezTo>
                    <a:cubicBezTo>
                      <a:pt x="386" y="16"/>
                      <a:pt x="370" y="1"/>
                      <a:pt x="3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37"/>
              <p:cNvSpPr/>
              <p:nvPr/>
            </p:nvSpPr>
            <p:spPr>
              <a:xfrm>
                <a:off x="6165210" y="3493013"/>
                <a:ext cx="9924" cy="6625"/>
              </a:xfrm>
              <a:custGeom>
                <a:avLst/>
                <a:gdLst/>
                <a:ahLst/>
                <a:cxnLst/>
                <a:rect l="l" t="t" r="r" b="b"/>
                <a:pathLst>
                  <a:path w="352" h="235" extrusionOk="0">
                    <a:moveTo>
                      <a:pt x="306" y="1"/>
                    </a:moveTo>
                    <a:cubicBezTo>
                      <a:pt x="300" y="1"/>
                      <a:pt x="295" y="3"/>
                      <a:pt x="290" y="7"/>
                    </a:cubicBezTo>
                    <a:lnTo>
                      <a:pt x="32" y="169"/>
                    </a:lnTo>
                    <a:cubicBezTo>
                      <a:pt x="16" y="185"/>
                      <a:pt x="1" y="200"/>
                      <a:pt x="16" y="216"/>
                    </a:cubicBezTo>
                    <a:cubicBezTo>
                      <a:pt x="32" y="235"/>
                      <a:pt x="32" y="235"/>
                      <a:pt x="47" y="235"/>
                    </a:cubicBezTo>
                    <a:lnTo>
                      <a:pt x="62" y="235"/>
                    </a:lnTo>
                    <a:lnTo>
                      <a:pt x="336" y="73"/>
                    </a:lnTo>
                    <a:cubicBezTo>
                      <a:pt x="352" y="57"/>
                      <a:pt x="352" y="42"/>
                      <a:pt x="336" y="23"/>
                    </a:cubicBezTo>
                    <a:cubicBezTo>
                      <a:pt x="336" y="12"/>
                      <a:pt x="321" y="1"/>
                      <a:pt x="30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37"/>
              <p:cNvSpPr/>
              <p:nvPr/>
            </p:nvSpPr>
            <p:spPr>
              <a:xfrm>
                <a:off x="6185537" y="3565835"/>
                <a:ext cx="10037" cy="6682"/>
              </a:xfrm>
              <a:custGeom>
                <a:avLst/>
                <a:gdLst/>
                <a:ahLst/>
                <a:cxnLst/>
                <a:rect l="l" t="t" r="r" b="b"/>
                <a:pathLst>
                  <a:path w="356" h="237" extrusionOk="0">
                    <a:moveTo>
                      <a:pt x="321" y="1"/>
                    </a:moveTo>
                    <a:cubicBezTo>
                      <a:pt x="311" y="1"/>
                      <a:pt x="298" y="5"/>
                      <a:pt x="290" y="12"/>
                    </a:cubicBezTo>
                    <a:lnTo>
                      <a:pt x="32" y="174"/>
                    </a:lnTo>
                    <a:cubicBezTo>
                      <a:pt x="16" y="190"/>
                      <a:pt x="1" y="205"/>
                      <a:pt x="16" y="221"/>
                    </a:cubicBezTo>
                    <a:cubicBezTo>
                      <a:pt x="16" y="236"/>
                      <a:pt x="32" y="236"/>
                      <a:pt x="51" y="236"/>
                    </a:cubicBezTo>
                    <a:lnTo>
                      <a:pt x="67" y="236"/>
                    </a:lnTo>
                    <a:lnTo>
                      <a:pt x="340" y="78"/>
                    </a:lnTo>
                    <a:cubicBezTo>
                      <a:pt x="356" y="63"/>
                      <a:pt x="356" y="43"/>
                      <a:pt x="340" y="12"/>
                    </a:cubicBezTo>
                    <a:cubicBezTo>
                      <a:pt x="340" y="5"/>
                      <a:pt x="332" y="1"/>
                      <a:pt x="32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37"/>
              <p:cNvSpPr/>
              <p:nvPr/>
            </p:nvSpPr>
            <p:spPr>
              <a:xfrm>
                <a:off x="6164675" y="3540405"/>
                <a:ext cx="10910" cy="1776"/>
              </a:xfrm>
              <a:custGeom>
                <a:avLst/>
                <a:gdLst/>
                <a:ahLst/>
                <a:cxnLst/>
                <a:rect l="l" t="t" r="r" b="b"/>
                <a:pathLst>
                  <a:path w="387" h="63" extrusionOk="0">
                    <a:moveTo>
                      <a:pt x="51" y="0"/>
                    </a:moveTo>
                    <a:cubicBezTo>
                      <a:pt x="20" y="0"/>
                      <a:pt x="0" y="16"/>
                      <a:pt x="0" y="31"/>
                    </a:cubicBezTo>
                    <a:cubicBezTo>
                      <a:pt x="0" y="47"/>
                      <a:pt x="20" y="62"/>
                      <a:pt x="51" y="62"/>
                    </a:cubicBezTo>
                    <a:lnTo>
                      <a:pt x="355" y="62"/>
                    </a:lnTo>
                    <a:cubicBezTo>
                      <a:pt x="371" y="62"/>
                      <a:pt x="386" y="47"/>
                      <a:pt x="386" y="31"/>
                    </a:cubicBezTo>
                    <a:cubicBezTo>
                      <a:pt x="386" y="16"/>
                      <a:pt x="371" y="0"/>
                      <a:pt x="35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37"/>
              <p:cNvSpPr/>
              <p:nvPr/>
            </p:nvSpPr>
            <p:spPr>
              <a:xfrm>
                <a:off x="6265802" y="3505305"/>
                <a:ext cx="10910" cy="5216"/>
              </a:xfrm>
              <a:custGeom>
                <a:avLst/>
                <a:gdLst/>
                <a:ahLst/>
                <a:cxnLst/>
                <a:rect l="l" t="t" r="r" b="b"/>
                <a:pathLst>
                  <a:path w="387" h="185" extrusionOk="0">
                    <a:moveTo>
                      <a:pt x="46" y="1"/>
                    </a:moveTo>
                    <a:cubicBezTo>
                      <a:pt x="31" y="1"/>
                      <a:pt x="16" y="12"/>
                      <a:pt x="16" y="23"/>
                    </a:cubicBezTo>
                    <a:cubicBezTo>
                      <a:pt x="0" y="38"/>
                      <a:pt x="16" y="69"/>
                      <a:pt x="31" y="69"/>
                    </a:cubicBezTo>
                    <a:lnTo>
                      <a:pt x="321" y="185"/>
                    </a:lnTo>
                    <a:lnTo>
                      <a:pt x="336" y="185"/>
                    </a:lnTo>
                    <a:cubicBezTo>
                      <a:pt x="351" y="185"/>
                      <a:pt x="367" y="185"/>
                      <a:pt x="367" y="165"/>
                    </a:cubicBezTo>
                    <a:cubicBezTo>
                      <a:pt x="386" y="150"/>
                      <a:pt x="367" y="119"/>
                      <a:pt x="351" y="119"/>
                    </a:cubicBezTo>
                    <a:lnTo>
                      <a:pt x="62" y="7"/>
                    </a:lnTo>
                    <a:cubicBezTo>
                      <a:pt x="58" y="3"/>
                      <a:pt x="52" y="1"/>
                      <a:pt x="4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 name="Google Shape;1369;p37"/>
              <p:cNvSpPr/>
              <p:nvPr/>
            </p:nvSpPr>
            <p:spPr>
              <a:xfrm>
                <a:off x="6255371" y="3533977"/>
                <a:ext cx="10882" cy="5469"/>
              </a:xfrm>
              <a:custGeom>
                <a:avLst/>
                <a:gdLst/>
                <a:ahLst/>
                <a:cxnLst/>
                <a:rect l="l" t="t" r="r" b="b"/>
                <a:pathLst>
                  <a:path w="386" h="194" extrusionOk="0">
                    <a:moveTo>
                      <a:pt x="62" y="1"/>
                    </a:moveTo>
                    <a:cubicBezTo>
                      <a:pt x="46" y="1"/>
                      <a:pt x="16" y="16"/>
                      <a:pt x="16" y="35"/>
                    </a:cubicBezTo>
                    <a:cubicBezTo>
                      <a:pt x="0" y="51"/>
                      <a:pt x="16" y="66"/>
                      <a:pt x="31" y="82"/>
                    </a:cubicBezTo>
                    <a:lnTo>
                      <a:pt x="320" y="194"/>
                    </a:lnTo>
                    <a:lnTo>
                      <a:pt x="336" y="194"/>
                    </a:lnTo>
                    <a:cubicBezTo>
                      <a:pt x="351" y="194"/>
                      <a:pt x="370" y="194"/>
                      <a:pt x="370" y="178"/>
                    </a:cubicBezTo>
                    <a:cubicBezTo>
                      <a:pt x="386" y="147"/>
                      <a:pt x="370" y="132"/>
                      <a:pt x="351" y="132"/>
                    </a:cubicBezTo>
                    <a:lnTo>
                      <a:pt x="6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1370;p37"/>
              <p:cNvSpPr/>
              <p:nvPr/>
            </p:nvSpPr>
            <p:spPr>
              <a:xfrm>
                <a:off x="6206005" y="3604064"/>
                <a:ext cx="10347" cy="5187"/>
              </a:xfrm>
              <a:custGeom>
                <a:avLst/>
                <a:gdLst/>
                <a:ahLst/>
                <a:cxnLst/>
                <a:rect l="l" t="t" r="r" b="b"/>
                <a:pathLst>
                  <a:path w="367" h="184" extrusionOk="0">
                    <a:moveTo>
                      <a:pt x="33" y="0"/>
                    </a:moveTo>
                    <a:cubicBezTo>
                      <a:pt x="22" y="0"/>
                      <a:pt x="11" y="11"/>
                      <a:pt x="0" y="22"/>
                    </a:cubicBezTo>
                    <a:cubicBezTo>
                      <a:pt x="0" y="37"/>
                      <a:pt x="16" y="57"/>
                      <a:pt x="31" y="72"/>
                    </a:cubicBezTo>
                    <a:lnTo>
                      <a:pt x="320" y="184"/>
                    </a:lnTo>
                    <a:lnTo>
                      <a:pt x="336" y="184"/>
                    </a:lnTo>
                    <a:cubicBezTo>
                      <a:pt x="336" y="184"/>
                      <a:pt x="351" y="184"/>
                      <a:pt x="367" y="168"/>
                    </a:cubicBezTo>
                    <a:cubicBezTo>
                      <a:pt x="367" y="153"/>
                      <a:pt x="367" y="118"/>
                      <a:pt x="336" y="118"/>
                    </a:cubicBezTo>
                    <a:lnTo>
                      <a:pt x="46" y="6"/>
                    </a:lnTo>
                    <a:cubicBezTo>
                      <a:pt x="42" y="2"/>
                      <a:pt x="37" y="0"/>
                      <a:pt x="3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37"/>
              <p:cNvSpPr/>
              <p:nvPr/>
            </p:nvSpPr>
            <p:spPr>
              <a:xfrm>
                <a:off x="6231322" y="3546523"/>
                <a:ext cx="4595" cy="10657"/>
              </a:xfrm>
              <a:custGeom>
                <a:avLst/>
                <a:gdLst/>
                <a:ahLst/>
                <a:cxnLst/>
                <a:rect l="l" t="t" r="r" b="b"/>
                <a:pathLst>
                  <a:path w="163" h="378" extrusionOk="0">
                    <a:moveTo>
                      <a:pt x="46" y="1"/>
                    </a:moveTo>
                    <a:cubicBezTo>
                      <a:pt x="41" y="1"/>
                      <a:pt x="36" y="3"/>
                      <a:pt x="32" y="7"/>
                    </a:cubicBezTo>
                    <a:cubicBezTo>
                      <a:pt x="16" y="7"/>
                      <a:pt x="1" y="22"/>
                      <a:pt x="1" y="38"/>
                    </a:cubicBezTo>
                    <a:lnTo>
                      <a:pt x="82" y="343"/>
                    </a:lnTo>
                    <a:cubicBezTo>
                      <a:pt x="82" y="362"/>
                      <a:pt x="97" y="377"/>
                      <a:pt x="113" y="377"/>
                    </a:cubicBezTo>
                    <a:lnTo>
                      <a:pt x="128" y="377"/>
                    </a:lnTo>
                    <a:cubicBezTo>
                      <a:pt x="144" y="377"/>
                      <a:pt x="163" y="343"/>
                      <a:pt x="144" y="327"/>
                    </a:cubicBezTo>
                    <a:lnTo>
                      <a:pt x="82" y="22"/>
                    </a:lnTo>
                    <a:cubicBezTo>
                      <a:pt x="71" y="12"/>
                      <a:pt x="58" y="1"/>
                      <a:pt x="4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37"/>
              <p:cNvSpPr/>
              <p:nvPr/>
            </p:nvSpPr>
            <p:spPr>
              <a:xfrm>
                <a:off x="6243079" y="3425068"/>
                <a:ext cx="3721" cy="10629"/>
              </a:xfrm>
              <a:custGeom>
                <a:avLst/>
                <a:gdLst/>
                <a:ahLst/>
                <a:cxnLst/>
                <a:rect l="l" t="t" r="r" b="b"/>
                <a:pathLst>
                  <a:path w="132" h="377" extrusionOk="0">
                    <a:moveTo>
                      <a:pt x="50" y="1"/>
                    </a:moveTo>
                    <a:cubicBezTo>
                      <a:pt x="44" y="1"/>
                      <a:pt x="39" y="3"/>
                      <a:pt x="35" y="7"/>
                    </a:cubicBezTo>
                    <a:cubicBezTo>
                      <a:pt x="16" y="7"/>
                      <a:pt x="0" y="22"/>
                      <a:pt x="0" y="41"/>
                    </a:cubicBezTo>
                    <a:lnTo>
                      <a:pt x="50" y="346"/>
                    </a:lnTo>
                    <a:cubicBezTo>
                      <a:pt x="66" y="377"/>
                      <a:pt x="81" y="377"/>
                      <a:pt x="97" y="377"/>
                    </a:cubicBezTo>
                    <a:cubicBezTo>
                      <a:pt x="112" y="377"/>
                      <a:pt x="131" y="362"/>
                      <a:pt x="131" y="346"/>
                    </a:cubicBezTo>
                    <a:lnTo>
                      <a:pt x="81" y="41"/>
                    </a:lnTo>
                    <a:cubicBezTo>
                      <a:pt x="81" y="16"/>
                      <a:pt x="65" y="1"/>
                      <a:pt x="5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37"/>
              <p:cNvSpPr/>
              <p:nvPr/>
            </p:nvSpPr>
            <p:spPr>
              <a:xfrm>
                <a:off x="6219594" y="3507053"/>
                <a:ext cx="4032" cy="10657"/>
              </a:xfrm>
              <a:custGeom>
                <a:avLst/>
                <a:gdLst/>
                <a:ahLst/>
                <a:cxnLst/>
                <a:rect l="l" t="t" r="r" b="b"/>
                <a:pathLst>
                  <a:path w="143" h="378" extrusionOk="0">
                    <a:moveTo>
                      <a:pt x="58" y="1"/>
                    </a:moveTo>
                    <a:cubicBezTo>
                      <a:pt x="55" y="1"/>
                      <a:pt x="51" y="3"/>
                      <a:pt x="47" y="7"/>
                    </a:cubicBezTo>
                    <a:cubicBezTo>
                      <a:pt x="16" y="7"/>
                      <a:pt x="0" y="26"/>
                      <a:pt x="16" y="42"/>
                    </a:cubicBezTo>
                    <a:lnTo>
                      <a:pt x="62" y="346"/>
                    </a:lnTo>
                    <a:cubicBezTo>
                      <a:pt x="62" y="377"/>
                      <a:pt x="77" y="377"/>
                      <a:pt x="97" y="377"/>
                    </a:cubicBezTo>
                    <a:cubicBezTo>
                      <a:pt x="128" y="377"/>
                      <a:pt x="143" y="362"/>
                      <a:pt x="128" y="346"/>
                    </a:cubicBezTo>
                    <a:lnTo>
                      <a:pt x="77" y="42"/>
                    </a:lnTo>
                    <a:cubicBezTo>
                      <a:pt x="77" y="16"/>
                      <a:pt x="69" y="1"/>
                      <a:pt x="5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1374;p37"/>
              <p:cNvSpPr/>
              <p:nvPr/>
            </p:nvSpPr>
            <p:spPr>
              <a:xfrm>
                <a:off x="6256667" y="3435359"/>
                <a:ext cx="8176" cy="8514"/>
              </a:xfrm>
              <a:custGeom>
                <a:avLst/>
                <a:gdLst/>
                <a:ahLst/>
                <a:cxnLst/>
                <a:rect l="l" t="t" r="r" b="b"/>
                <a:pathLst>
                  <a:path w="290" h="302" extrusionOk="0">
                    <a:moveTo>
                      <a:pt x="251" y="0"/>
                    </a:moveTo>
                    <a:cubicBezTo>
                      <a:pt x="243" y="0"/>
                      <a:pt x="236" y="4"/>
                      <a:pt x="228" y="12"/>
                    </a:cubicBezTo>
                    <a:lnTo>
                      <a:pt x="16" y="236"/>
                    </a:lnTo>
                    <a:cubicBezTo>
                      <a:pt x="0" y="255"/>
                      <a:pt x="0" y="286"/>
                      <a:pt x="16" y="301"/>
                    </a:cubicBezTo>
                    <a:lnTo>
                      <a:pt x="35" y="301"/>
                    </a:lnTo>
                    <a:cubicBezTo>
                      <a:pt x="51" y="301"/>
                      <a:pt x="66" y="301"/>
                      <a:pt x="66" y="286"/>
                    </a:cubicBezTo>
                    <a:lnTo>
                      <a:pt x="274" y="62"/>
                    </a:lnTo>
                    <a:cubicBezTo>
                      <a:pt x="290" y="43"/>
                      <a:pt x="290" y="27"/>
                      <a:pt x="274" y="12"/>
                    </a:cubicBezTo>
                    <a:cubicBezTo>
                      <a:pt x="267" y="4"/>
                      <a:pt x="259" y="0"/>
                      <a:pt x="25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 name="Google Shape;1375;p37"/>
              <p:cNvSpPr/>
              <p:nvPr/>
            </p:nvSpPr>
            <p:spPr>
              <a:xfrm>
                <a:off x="6192839" y="3480580"/>
                <a:ext cx="10910" cy="2227"/>
              </a:xfrm>
              <a:custGeom>
                <a:avLst/>
                <a:gdLst/>
                <a:ahLst/>
                <a:cxnLst/>
                <a:rect l="l" t="t" r="r" b="b"/>
                <a:pathLst>
                  <a:path w="387" h="79" extrusionOk="0">
                    <a:moveTo>
                      <a:pt x="31" y="1"/>
                    </a:moveTo>
                    <a:cubicBezTo>
                      <a:pt x="16" y="1"/>
                      <a:pt x="0" y="16"/>
                      <a:pt x="0" y="47"/>
                    </a:cubicBezTo>
                    <a:cubicBezTo>
                      <a:pt x="0" y="63"/>
                      <a:pt x="16" y="78"/>
                      <a:pt x="31" y="78"/>
                    </a:cubicBezTo>
                    <a:lnTo>
                      <a:pt x="336" y="78"/>
                    </a:lnTo>
                    <a:cubicBezTo>
                      <a:pt x="371" y="78"/>
                      <a:pt x="386" y="63"/>
                      <a:pt x="386" y="47"/>
                    </a:cubicBezTo>
                    <a:cubicBezTo>
                      <a:pt x="386" y="16"/>
                      <a:pt x="371" y="1"/>
                      <a:pt x="3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37"/>
              <p:cNvSpPr/>
              <p:nvPr/>
            </p:nvSpPr>
            <p:spPr>
              <a:xfrm>
                <a:off x="6206005" y="3582468"/>
                <a:ext cx="10882" cy="2312"/>
              </a:xfrm>
              <a:custGeom>
                <a:avLst/>
                <a:gdLst/>
                <a:ahLst/>
                <a:cxnLst/>
                <a:rect l="l" t="t" r="r" b="b"/>
                <a:pathLst>
                  <a:path w="386" h="82" extrusionOk="0">
                    <a:moveTo>
                      <a:pt x="31" y="1"/>
                    </a:moveTo>
                    <a:cubicBezTo>
                      <a:pt x="16" y="1"/>
                      <a:pt x="0" y="16"/>
                      <a:pt x="0" y="32"/>
                    </a:cubicBezTo>
                    <a:cubicBezTo>
                      <a:pt x="0" y="67"/>
                      <a:pt x="16" y="82"/>
                      <a:pt x="31" y="82"/>
                    </a:cubicBezTo>
                    <a:lnTo>
                      <a:pt x="336" y="82"/>
                    </a:lnTo>
                    <a:cubicBezTo>
                      <a:pt x="367" y="82"/>
                      <a:pt x="386" y="67"/>
                      <a:pt x="386" y="32"/>
                    </a:cubicBezTo>
                    <a:cubicBezTo>
                      <a:pt x="386" y="16"/>
                      <a:pt x="367" y="1"/>
                      <a:pt x="3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37"/>
              <p:cNvSpPr/>
              <p:nvPr/>
            </p:nvSpPr>
            <p:spPr>
              <a:xfrm>
                <a:off x="6182408" y="3517681"/>
                <a:ext cx="10882" cy="4144"/>
              </a:xfrm>
              <a:custGeom>
                <a:avLst/>
                <a:gdLst/>
                <a:ahLst/>
                <a:cxnLst/>
                <a:rect l="l" t="t" r="r" b="b"/>
                <a:pathLst>
                  <a:path w="386" h="147" extrusionOk="0">
                    <a:moveTo>
                      <a:pt x="320" y="0"/>
                    </a:moveTo>
                    <a:lnTo>
                      <a:pt x="31" y="81"/>
                    </a:lnTo>
                    <a:cubicBezTo>
                      <a:pt x="0" y="81"/>
                      <a:pt x="0" y="112"/>
                      <a:pt x="0" y="131"/>
                    </a:cubicBezTo>
                    <a:cubicBezTo>
                      <a:pt x="0" y="147"/>
                      <a:pt x="16" y="147"/>
                      <a:pt x="31" y="147"/>
                    </a:cubicBezTo>
                    <a:lnTo>
                      <a:pt x="46" y="147"/>
                    </a:lnTo>
                    <a:lnTo>
                      <a:pt x="355" y="66"/>
                    </a:lnTo>
                    <a:cubicBezTo>
                      <a:pt x="370" y="66"/>
                      <a:pt x="386" y="50"/>
                      <a:pt x="370" y="35"/>
                    </a:cubicBezTo>
                    <a:cubicBezTo>
                      <a:pt x="370" y="0"/>
                      <a:pt x="355" y="0"/>
                      <a:pt x="32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37"/>
              <p:cNvSpPr/>
              <p:nvPr/>
            </p:nvSpPr>
            <p:spPr>
              <a:xfrm>
                <a:off x="6183705" y="3458307"/>
                <a:ext cx="8176" cy="8711"/>
              </a:xfrm>
              <a:custGeom>
                <a:avLst/>
                <a:gdLst/>
                <a:ahLst/>
                <a:cxnLst/>
                <a:rect l="l" t="t" r="r" b="b"/>
                <a:pathLst>
                  <a:path w="290" h="309" extrusionOk="0">
                    <a:moveTo>
                      <a:pt x="274" y="0"/>
                    </a:moveTo>
                    <a:cubicBezTo>
                      <a:pt x="259" y="0"/>
                      <a:pt x="228" y="0"/>
                      <a:pt x="213" y="20"/>
                    </a:cubicBezTo>
                    <a:lnTo>
                      <a:pt x="0" y="243"/>
                    </a:lnTo>
                    <a:cubicBezTo>
                      <a:pt x="0" y="259"/>
                      <a:pt x="0" y="274"/>
                      <a:pt x="20" y="290"/>
                    </a:cubicBezTo>
                    <a:cubicBezTo>
                      <a:pt x="20" y="309"/>
                      <a:pt x="35" y="309"/>
                      <a:pt x="35" y="309"/>
                    </a:cubicBezTo>
                    <a:cubicBezTo>
                      <a:pt x="51" y="309"/>
                      <a:pt x="51" y="309"/>
                      <a:pt x="66" y="290"/>
                    </a:cubicBezTo>
                    <a:lnTo>
                      <a:pt x="274" y="66"/>
                    </a:lnTo>
                    <a:cubicBezTo>
                      <a:pt x="290" y="50"/>
                      <a:pt x="290" y="20"/>
                      <a:pt x="27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79" name="Google Shape;1379;p37"/>
            <p:cNvGrpSpPr/>
            <p:nvPr/>
          </p:nvGrpSpPr>
          <p:grpSpPr>
            <a:xfrm>
              <a:off x="7468977" y="2794710"/>
              <a:ext cx="1475711" cy="265653"/>
              <a:chOff x="5997971" y="2910579"/>
              <a:chExt cx="886259" cy="159542"/>
            </a:xfrm>
          </p:grpSpPr>
          <p:sp>
            <p:nvSpPr>
              <p:cNvPr id="1380" name="Google Shape;1380;p37"/>
              <p:cNvSpPr/>
              <p:nvPr/>
            </p:nvSpPr>
            <p:spPr>
              <a:xfrm>
                <a:off x="6024726" y="2966795"/>
                <a:ext cx="826886" cy="40259"/>
              </a:xfrm>
              <a:custGeom>
                <a:avLst/>
                <a:gdLst/>
                <a:ahLst/>
                <a:cxnLst/>
                <a:rect l="l" t="t" r="r" b="b"/>
                <a:pathLst>
                  <a:path w="29330" h="1428" extrusionOk="0">
                    <a:moveTo>
                      <a:pt x="0" y="0"/>
                    </a:moveTo>
                    <a:lnTo>
                      <a:pt x="0" y="579"/>
                    </a:lnTo>
                    <a:cubicBezTo>
                      <a:pt x="0" y="1042"/>
                      <a:pt x="386" y="1427"/>
                      <a:pt x="868" y="1427"/>
                    </a:cubicBezTo>
                    <a:lnTo>
                      <a:pt x="3198" y="1427"/>
                    </a:lnTo>
                    <a:lnTo>
                      <a:pt x="3198" y="0"/>
                    </a:lnTo>
                    <a:close/>
                    <a:moveTo>
                      <a:pt x="5674" y="0"/>
                    </a:moveTo>
                    <a:lnTo>
                      <a:pt x="5674" y="899"/>
                    </a:lnTo>
                    <a:lnTo>
                      <a:pt x="5674" y="1427"/>
                    </a:lnTo>
                    <a:lnTo>
                      <a:pt x="23864" y="1427"/>
                    </a:lnTo>
                    <a:lnTo>
                      <a:pt x="23864" y="0"/>
                    </a:lnTo>
                    <a:close/>
                    <a:moveTo>
                      <a:pt x="26325" y="0"/>
                    </a:moveTo>
                    <a:lnTo>
                      <a:pt x="26325" y="899"/>
                    </a:lnTo>
                    <a:lnTo>
                      <a:pt x="26325" y="1427"/>
                    </a:lnTo>
                    <a:lnTo>
                      <a:pt x="28477" y="1427"/>
                    </a:lnTo>
                    <a:cubicBezTo>
                      <a:pt x="28959" y="1427"/>
                      <a:pt x="29329" y="1042"/>
                      <a:pt x="29329" y="579"/>
                    </a:cubicBezTo>
                    <a:lnTo>
                      <a:pt x="29329" y="0"/>
                    </a:lnTo>
                    <a:close/>
                  </a:path>
                </a:pathLst>
              </a:custGeom>
              <a:solidFill>
                <a:schemeClr val="lt1">
                  <a:alpha val="344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37"/>
              <p:cNvSpPr/>
              <p:nvPr/>
            </p:nvSpPr>
            <p:spPr>
              <a:xfrm>
                <a:off x="6114858" y="2965386"/>
                <a:ext cx="69861" cy="104735"/>
              </a:xfrm>
              <a:custGeom>
                <a:avLst/>
                <a:gdLst/>
                <a:ahLst/>
                <a:cxnLst/>
                <a:rect l="l" t="t" r="r" b="b"/>
                <a:pathLst>
                  <a:path w="2478" h="3715" extrusionOk="0">
                    <a:moveTo>
                      <a:pt x="1" y="0"/>
                    </a:moveTo>
                    <a:lnTo>
                      <a:pt x="1" y="3086"/>
                    </a:lnTo>
                    <a:cubicBezTo>
                      <a:pt x="1" y="3441"/>
                      <a:pt x="275" y="3715"/>
                      <a:pt x="630" y="3715"/>
                    </a:cubicBezTo>
                    <a:lnTo>
                      <a:pt x="1833" y="3715"/>
                    </a:lnTo>
                    <a:cubicBezTo>
                      <a:pt x="2188" y="3715"/>
                      <a:pt x="2477" y="3441"/>
                      <a:pt x="2477" y="3086"/>
                    </a:cubicBezTo>
                    <a:lnTo>
                      <a:pt x="247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37"/>
              <p:cNvSpPr/>
              <p:nvPr/>
            </p:nvSpPr>
            <p:spPr>
              <a:xfrm>
                <a:off x="6114858" y="2966795"/>
                <a:ext cx="69861" cy="25373"/>
              </a:xfrm>
              <a:custGeom>
                <a:avLst/>
                <a:gdLst/>
                <a:ahLst/>
                <a:cxnLst/>
                <a:rect l="l" t="t" r="r" b="b"/>
                <a:pathLst>
                  <a:path w="2478" h="900" extrusionOk="0">
                    <a:moveTo>
                      <a:pt x="1" y="0"/>
                    </a:moveTo>
                    <a:lnTo>
                      <a:pt x="1" y="899"/>
                    </a:lnTo>
                    <a:lnTo>
                      <a:pt x="2477" y="899"/>
                    </a:lnTo>
                    <a:lnTo>
                      <a:pt x="247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37"/>
              <p:cNvSpPr/>
              <p:nvPr/>
            </p:nvSpPr>
            <p:spPr>
              <a:xfrm>
                <a:off x="6697489" y="2965386"/>
                <a:ext cx="69410" cy="104735"/>
              </a:xfrm>
              <a:custGeom>
                <a:avLst/>
                <a:gdLst/>
                <a:ahLst/>
                <a:cxnLst/>
                <a:rect l="l" t="t" r="r" b="b"/>
                <a:pathLst>
                  <a:path w="2462" h="3715" extrusionOk="0">
                    <a:moveTo>
                      <a:pt x="1" y="0"/>
                    </a:moveTo>
                    <a:lnTo>
                      <a:pt x="1" y="3086"/>
                    </a:lnTo>
                    <a:cubicBezTo>
                      <a:pt x="1" y="3441"/>
                      <a:pt x="275" y="3715"/>
                      <a:pt x="630" y="3715"/>
                    </a:cubicBezTo>
                    <a:lnTo>
                      <a:pt x="1833" y="3715"/>
                    </a:lnTo>
                    <a:cubicBezTo>
                      <a:pt x="2188" y="3715"/>
                      <a:pt x="2462" y="3441"/>
                      <a:pt x="2462" y="3086"/>
                    </a:cubicBezTo>
                    <a:lnTo>
                      <a:pt x="246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37"/>
              <p:cNvSpPr/>
              <p:nvPr/>
            </p:nvSpPr>
            <p:spPr>
              <a:xfrm>
                <a:off x="6697489" y="2966795"/>
                <a:ext cx="69410" cy="25373"/>
              </a:xfrm>
              <a:custGeom>
                <a:avLst/>
                <a:gdLst/>
                <a:ahLst/>
                <a:cxnLst/>
                <a:rect l="l" t="t" r="r" b="b"/>
                <a:pathLst>
                  <a:path w="2462" h="900" extrusionOk="0">
                    <a:moveTo>
                      <a:pt x="1" y="0"/>
                    </a:moveTo>
                    <a:lnTo>
                      <a:pt x="1" y="899"/>
                    </a:lnTo>
                    <a:lnTo>
                      <a:pt x="2462" y="899"/>
                    </a:lnTo>
                    <a:lnTo>
                      <a:pt x="246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37"/>
              <p:cNvSpPr/>
              <p:nvPr/>
            </p:nvSpPr>
            <p:spPr>
              <a:xfrm>
                <a:off x="5997971" y="2910579"/>
                <a:ext cx="886259" cy="56244"/>
              </a:xfrm>
              <a:custGeom>
                <a:avLst/>
                <a:gdLst/>
                <a:ahLst/>
                <a:cxnLst/>
                <a:rect l="l" t="t" r="r" b="b"/>
                <a:pathLst>
                  <a:path w="31436" h="1995" extrusionOk="0">
                    <a:moveTo>
                      <a:pt x="980" y="0"/>
                    </a:moveTo>
                    <a:cubicBezTo>
                      <a:pt x="706" y="0"/>
                      <a:pt x="467" y="112"/>
                      <a:pt x="290" y="290"/>
                    </a:cubicBezTo>
                    <a:cubicBezTo>
                      <a:pt x="112" y="467"/>
                      <a:pt x="1" y="722"/>
                      <a:pt x="1" y="995"/>
                    </a:cubicBezTo>
                    <a:lnTo>
                      <a:pt x="1" y="1142"/>
                    </a:lnTo>
                    <a:cubicBezTo>
                      <a:pt x="82" y="1624"/>
                      <a:pt x="483" y="1994"/>
                      <a:pt x="980" y="1994"/>
                    </a:cubicBezTo>
                    <a:lnTo>
                      <a:pt x="30440" y="1994"/>
                    </a:lnTo>
                    <a:cubicBezTo>
                      <a:pt x="30714" y="1994"/>
                      <a:pt x="30953" y="1879"/>
                      <a:pt x="31131" y="1705"/>
                    </a:cubicBezTo>
                    <a:cubicBezTo>
                      <a:pt x="31293" y="1558"/>
                      <a:pt x="31389" y="1366"/>
                      <a:pt x="31420" y="1142"/>
                    </a:cubicBezTo>
                    <a:cubicBezTo>
                      <a:pt x="31420" y="1092"/>
                      <a:pt x="31435" y="1046"/>
                      <a:pt x="31435" y="995"/>
                    </a:cubicBezTo>
                    <a:cubicBezTo>
                      <a:pt x="31435" y="452"/>
                      <a:pt x="30984" y="0"/>
                      <a:pt x="3044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1386;p37"/>
              <p:cNvSpPr/>
              <p:nvPr/>
            </p:nvSpPr>
            <p:spPr>
              <a:xfrm>
                <a:off x="5997971" y="2942747"/>
                <a:ext cx="885837" cy="24076"/>
              </a:xfrm>
              <a:custGeom>
                <a:avLst/>
                <a:gdLst/>
                <a:ahLst/>
                <a:cxnLst/>
                <a:rect l="l" t="t" r="r" b="b"/>
                <a:pathLst>
                  <a:path w="31421" h="854" extrusionOk="0">
                    <a:moveTo>
                      <a:pt x="1" y="1"/>
                    </a:moveTo>
                    <a:cubicBezTo>
                      <a:pt x="82" y="483"/>
                      <a:pt x="483" y="853"/>
                      <a:pt x="980" y="853"/>
                    </a:cubicBezTo>
                    <a:lnTo>
                      <a:pt x="30440" y="853"/>
                    </a:lnTo>
                    <a:cubicBezTo>
                      <a:pt x="30714" y="853"/>
                      <a:pt x="30953" y="738"/>
                      <a:pt x="31131" y="564"/>
                    </a:cubicBezTo>
                    <a:cubicBezTo>
                      <a:pt x="31293" y="417"/>
                      <a:pt x="31389" y="225"/>
                      <a:pt x="31420" y="1"/>
                    </a:cubicBezTo>
                    <a:close/>
                  </a:path>
                </a:pathLst>
              </a:custGeom>
              <a:solidFill>
                <a:srgbClr val="2E44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387" name="Google Shape;1387;p37"/>
          <p:cNvGrpSpPr/>
          <p:nvPr/>
        </p:nvGrpSpPr>
        <p:grpSpPr>
          <a:xfrm>
            <a:off x="6989511" y="2112598"/>
            <a:ext cx="1383395" cy="401264"/>
            <a:chOff x="6361375" y="2370463"/>
            <a:chExt cx="550036" cy="159542"/>
          </a:xfrm>
        </p:grpSpPr>
        <p:sp>
          <p:nvSpPr>
            <p:cNvPr id="1388" name="Google Shape;1388;p37"/>
            <p:cNvSpPr/>
            <p:nvPr/>
          </p:nvSpPr>
          <p:spPr>
            <a:xfrm>
              <a:off x="6388581" y="2426228"/>
              <a:ext cx="490662" cy="40823"/>
            </a:xfrm>
            <a:custGeom>
              <a:avLst/>
              <a:gdLst/>
              <a:ahLst/>
              <a:cxnLst/>
              <a:rect l="l" t="t" r="r" b="b"/>
              <a:pathLst>
                <a:path w="17404" h="1448" extrusionOk="0">
                  <a:moveTo>
                    <a:pt x="0" y="1"/>
                  </a:moveTo>
                  <a:lnTo>
                    <a:pt x="0" y="579"/>
                  </a:lnTo>
                  <a:cubicBezTo>
                    <a:pt x="0" y="1062"/>
                    <a:pt x="370" y="1447"/>
                    <a:pt x="852" y="1447"/>
                  </a:cubicBezTo>
                  <a:lnTo>
                    <a:pt x="3182" y="1447"/>
                  </a:lnTo>
                  <a:lnTo>
                    <a:pt x="3182" y="1"/>
                  </a:lnTo>
                  <a:close/>
                  <a:moveTo>
                    <a:pt x="5654" y="1"/>
                  </a:moveTo>
                  <a:lnTo>
                    <a:pt x="5654" y="900"/>
                  </a:lnTo>
                  <a:lnTo>
                    <a:pt x="5654" y="1447"/>
                  </a:lnTo>
                  <a:lnTo>
                    <a:pt x="11922" y="1447"/>
                  </a:lnTo>
                  <a:lnTo>
                    <a:pt x="11922" y="1"/>
                  </a:lnTo>
                  <a:close/>
                  <a:moveTo>
                    <a:pt x="14398" y="1"/>
                  </a:moveTo>
                  <a:lnTo>
                    <a:pt x="14398" y="900"/>
                  </a:lnTo>
                  <a:lnTo>
                    <a:pt x="14398" y="1447"/>
                  </a:lnTo>
                  <a:lnTo>
                    <a:pt x="16551" y="1447"/>
                  </a:lnTo>
                  <a:cubicBezTo>
                    <a:pt x="17017" y="1447"/>
                    <a:pt x="17403" y="1062"/>
                    <a:pt x="17403" y="579"/>
                  </a:cubicBezTo>
                  <a:lnTo>
                    <a:pt x="17403" y="1"/>
                  </a:lnTo>
                  <a:close/>
                </a:path>
              </a:pathLst>
            </a:custGeom>
            <a:solidFill>
              <a:schemeClr val="lt1">
                <a:alpha val="344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1389;p37"/>
            <p:cNvSpPr/>
            <p:nvPr/>
          </p:nvSpPr>
          <p:spPr>
            <a:xfrm>
              <a:off x="6478291" y="2424818"/>
              <a:ext cx="69720" cy="105186"/>
            </a:xfrm>
            <a:custGeom>
              <a:avLst/>
              <a:gdLst/>
              <a:ahLst/>
              <a:cxnLst/>
              <a:rect l="l" t="t" r="r" b="b"/>
              <a:pathLst>
                <a:path w="2473" h="3731" extrusionOk="0">
                  <a:moveTo>
                    <a:pt x="0" y="1"/>
                  </a:moveTo>
                  <a:lnTo>
                    <a:pt x="0" y="3086"/>
                  </a:lnTo>
                  <a:cubicBezTo>
                    <a:pt x="0" y="3441"/>
                    <a:pt x="274" y="3731"/>
                    <a:pt x="625" y="3731"/>
                  </a:cubicBezTo>
                  <a:lnTo>
                    <a:pt x="1832" y="3731"/>
                  </a:lnTo>
                  <a:cubicBezTo>
                    <a:pt x="2183" y="3731"/>
                    <a:pt x="2472" y="3441"/>
                    <a:pt x="2472" y="3086"/>
                  </a:cubicBezTo>
                  <a:lnTo>
                    <a:pt x="247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390;p37"/>
            <p:cNvSpPr/>
            <p:nvPr/>
          </p:nvSpPr>
          <p:spPr>
            <a:xfrm>
              <a:off x="6478291" y="2426228"/>
              <a:ext cx="69720" cy="25373"/>
            </a:xfrm>
            <a:custGeom>
              <a:avLst/>
              <a:gdLst/>
              <a:ahLst/>
              <a:cxnLst/>
              <a:rect l="l" t="t" r="r" b="b"/>
              <a:pathLst>
                <a:path w="2473" h="900" extrusionOk="0">
                  <a:moveTo>
                    <a:pt x="0" y="1"/>
                  </a:moveTo>
                  <a:lnTo>
                    <a:pt x="0" y="900"/>
                  </a:lnTo>
                  <a:lnTo>
                    <a:pt x="2472" y="900"/>
                  </a:lnTo>
                  <a:lnTo>
                    <a:pt x="247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37"/>
            <p:cNvSpPr/>
            <p:nvPr/>
          </p:nvSpPr>
          <p:spPr>
            <a:xfrm>
              <a:off x="6724695" y="2424818"/>
              <a:ext cx="69833" cy="105186"/>
            </a:xfrm>
            <a:custGeom>
              <a:avLst/>
              <a:gdLst/>
              <a:ahLst/>
              <a:cxnLst/>
              <a:rect l="l" t="t" r="r" b="b"/>
              <a:pathLst>
                <a:path w="2477" h="3731" extrusionOk="0">
                  <a:moveTo>
                    <a:pt x="0" y="1"/>
                  </a:moveTo>
                  <a:lnTo>
                    <a:pt x="0" y="3086"/>
                  </a:lnTo>
                  <a:cubicBezTo>
                    <a:pt x="0" y="3441"/>
                    <a:pt x="289" y="3731"/>
                    <a:pt x="629" y="3731"/>
                  </a:cubicBezTo>
                  <a:lnTo>
                    <a:pt x="1852" y="3731"/>
                  </a:lnTo>
                  <a:cubicBezTo>
                    <a:pt x="2187" y="3731"/>
                    <a:pt x="2476" y="3441"/>
                    <a:pt x="2476" y="3086"/>
                  </a:cubicBezTo>
                  <a:lnTo>
                    <a:pt x="247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37"/>
            <p:cNvSpPr/>
            <p:nvPr/>
          </p:nvSpPr>
          <p:spPr>
            <a:xfrm>
              <a:off x="6724695" y="2426228"/>
              <a:ext cx="69833" cy="25373"/>
            </a:xfrm>
            <a:custGeom>
              <a:avLst/>
              <a:gdLst/>
              <a:ahLst/>
              <a:cxnLst/>
              <a:rect l="l" t="t" r="r" b="b"/>
              <a:pathLst>
                <a:path w="2477" h="900" extrusionOk="0">
                  <a:moveTo>
                    <a:pt x="0" y="1"/>
                  </a:moveTo>
                  <a:lnTo>
                    <a:pt x="0" y="900"/>
                  </a:lnTo>
                  <a:lnTo>
                    <a:pt x="2476" y="900"/>
                  </a:lnTo>
                  <a:lnTo>
                    <a:pt x="247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393;p37"/>
            <p:cNvSpPr/>
            <p:nvPr/>
          </p:nvSpPr>
          <p:spPr>
            <a:xfrm>
              <a:off x="6361375" y="2370463"/>
              <a:ext cx="550036" cy="55793"/>
            </a:xfrm>
            <a:custGeom>
              <a:avLst/>
              <a:gdLst/>
              <a:ahLst/>
              <a:cxnLst/>
              <a:rect l="l" t="t" r="r" b="b"/>
              <a:pathLst>
                <a:path w="19510" h="1979" extrusionOk="0">
                  <a:moveTo>
                    <a:pt x="996" y="0"/>
                  </a:moveTo>
                  <a:cubicBezTo>
                    <a:pt x="722" y="0"/>
                    <a:pt x="468" y="112"/>
                    <a:pt x="290" y="290"/>
                  </a:cubicBezTo>
                  <a:cubicBezTo>
                    <a:pt x="113" y="467"/>
                    <a:pt x="1" y="725"/>
                    <a:pt x="1" y="999"/>
                  </a:cubicBezTo>
                  <a:lnTo>
                    <a:pt x="1" y="1142"/>
                  </a:lnTo>
                  <a:cubicBezTo>
                    <a:pt x="82" y="1624"/>
                    <a:pt x="498" y="1979"/>
                    <a:pt x="996" y="1979"/>
                  </a:cubicBezTo>
                  <a:lnTo>
                    <a:pt x="18515" y="1979"/>
                  </a:lnTo>
                  <a:cubicBezTo>
                    <a:pt x="18788" y="1979"/>
                    <a:pt x="19043" y="1882"/>
                    <a:pt x="19220" y="1690"/>
                  </a:cubicBezTo>
                  <a:cubicBezTo>
                    <a:pt x="19367" y="1543"/>
                    <a:pt x="19463" y="1350"/>
                    <a:pt x="19494" y="1142"/>
                  </a:cubicBezTo>
                  <a:cubicBezTo>
                    <a:pt x="19510" y="1096"/>
                    <a:pt x="19510" y="1046"/>
                    <a:pt x="19510" y="999"/>
                  </a:cubicBezTo>
                  <a:cubicBezTo>
                    <a:pt x="19510" y="436"/>
                    <a:pt x="19058" y="0"/>
                    <a:pt x="1851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37"/>
            <p:cNvSpPr/>
            <p:nvPr/>
          </p:nvSpPr>
          <p:spPr>
            <a:xfrm>
              <a:off x="6361375" y="2402631"/>
              <a:ext cx="549613" cy="23625"/>
            </a:xfrm>
            <a:custGeom>
              <a:avLst/>
              <a:gdLst/>
              <a:ahLst/>
              <a:cxnLst/>
              <a:rect l="l" t="t" r="r" b="b"/>
              <a:pathLst>
                <a:path w="19495" h="838" extrusionOk="0">
                  <a:moveTo>
                    <a:pt x="1" y="1"/>
                  </a:moveTo>
                  <a:cubicBezTo>
                    <a:pt x="82" y="483"/>
                    <a:pt x="498" y="838"/>
                    <a:pt x="996" y="838"/>
                  </a:cubicBezTo>
                  <a:lnTo>
                    <a:pt x="18515" y="838"/>
                  </a:lnTo>
                  <a:cubicBezTo>
                    <a:pt x="18788" y="838"/>
                    <a:pt x="19043" y="741"/>
                    <a:pt x="19220" y="549"/>
                  </a:cubicBezTo>
                  <a:cubicBezTo>
                    <a:pt x="19367" y="402"/>
                    <a:pt x="19463" y="209"/>
                    <a:pt x="19494" y="1"/>
                  </a:cubicBezTo>
                  <a:close/>
                </a:path>
              </a:pathLst>
            </a:custGeom>
            <a:solidFill>
              <a:srgbClr val="2E44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95" name="Google Shape;1395;p37"/>
          <p:cNvGrpSpPr/>
          <p:nvPr/>
        </p:nvGrpSpPr>
        <p:grpSpPr>
          <a:xfrm>
            <a:off x="7173022" y="1565462"/>
            <a:ext cx="313480" cy="547121"/>
            <a:chOff x="6434789" y="1871649"/>
            <a:chExt cx="124639" cy="217535"/>
          </a:xfrm>
        </p:grpSpPr>
        <p:sp>
          <p:nvSpPr>
            <p:cNvPr id="1396" name="Google Shape;1396;p37"/>
            <p:cNvSpPr/>
            <p:nvPr/>
          </p:nvSpPr>
          <p:spPr>
            <a:xfrm>
              <a:off x="6464702" y="1880980"/>
              <a:ext cx="67549" cy="75838"/>
            </a:xfrm>
            <a:custGeom>
              <a:avLst/>
              <a:gdLst/>
              <a:ahLst/>
              <a:cxnLst/>
              <a:rect l="l" t="t" r="r" b="b"/>
              <a:pathLst>
                <a:path w="2396" h="2690" extrusionOk="0">
                  <a:moveTo>
                    <a:pt x="1182" y="1"/>
                  </a:moveTo>
                  <a:cubicBezTo>
                    <a:pt x="588" y="1"/>
                    <a:pt x="0" y="318"/>
                    <a:pt x="0" y="954"/>
                  </a:cubicBezTo>
                  <a:cubicBezTo>
                    <a:pt x="0" y="2239"/>
                    <a:pt x="721" y="2690"/>
                    <a:pt x="721" y="2690"/>
                  </a:cubicBezTo>
                  <a:lnTo>
                    <a:pt x="1720" y="2690"/>
                  </a:lnTo>
                  <a:cubicBezTo>
                    <a:pt x="1720" y="2690"/>
                    <a:pt x="2395" y="2273"/>
                    <a:pt x="2395" y="985"/>
                  </a:cubicBezTo>
                  <a:cubicBezTo>
                    <a:pt x="2395" y="329"/>
                    <a:pt x="1786" y="1"/>
                    <a:pt x="118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37"/>
            <p:cNvSpPr/>
            <p:nvPr/>
          </p:nvSpPr>
          <p:spPr>
            <a:xfrm>
              <a:off x="6468705" y="1881121"/>
              <a:ext cx="57118" cy="55821"/>
            </a:xfrm>
            <a:custGeom>
              <a:avLst/>
              <a:gdLst/>
              <a:ahLst/>
              <a:cxnLst/>
              <a:rect l="l" t="t" r="r" b="b"/>
              <a:pathLst>
                <a:path w="2026" h="1980" extrusionOk="0">
                  <a:moveTo>
                    <a:pt x="1046" y="0"/>
                  </a:moveTo>
                  <a:cubicBezTo>
                    <a:pt x="1046" y="0"/>
                    <a:pt x="1" y="386"/>
                    <a:pt x="869" y="1979"/>
                  </a:cubicBezTo>
                  <a:lnTo>
                    <a:pt x="1289" y="1979"/>
                  </a:lnTo>
                  <a:cubicBezTo>
                    <a:pt x="1289" y="1979"/>
                    <a:pt x="2026" y="467"/>
                    <a:pt x="104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37"/>
            <p:cNvSpPr/>
            <p:nvPr/>
          </p:nvSpPr>
          <p:spPr>
            <a:xfrm>
              <a:off x="6514490" y="1871649"/>
              <a:ext cx="30814" cy="30814"/>
            </a:xfrm>
            <a:custGeom>
              <a:avLst/>
              <a:gdLst/>
              <a:ahLst/>
              <a:cxnLst/>
              <a:rect l="l" t="t" r="r" b="b"/>
              <a:pathLst>
                <a:path w="1093" h="1093" extrusionOk="0">
                  <a:moveTo>
                    <a:pt x="548" y="1"/>
                  </a:moveTo>
                  <a:cubicBezTo>
                    <a:pt x="244" y="1"/>
                    <a:pt x="1" y="240"/>
                    <a:pt x="1" y="545"/>
                  </a:cubicBezTo>
                  <a:cubicBezTo>
                    <a:pt x="1" y="676"/>
                    <a:pt x="31" y="788"/>
                    <a:pt x="112" y="884"/>
                  </a:cubicBezTo>
                  <a:cubicBezTo>
                    <a:pt x="209" y="1011"/>
                    <a:pt x="371" y="1092"/>
                    <a:pt x="548" y="1092"/>
                  </a:cubicBezTo>
                  <a:cubicBezTo>
                    <a:pt x="838" y="1092"/>
                    <a:pt x="1092" y="853"/>
                    <a:pt x="1092" y="545"/>
                  </a:cubicBezTo>
                  <a:cubicBezTo>
                    <a:pt x="1092" y="433"/>
                    <a:pt x="1046" y="321"/>
                    <a:pt x="996" y="240"/>
                  </a:cubicBezTo>
                  <a:cubicBezTo>
                    <a:pt x="899" y="97"/>
                    <a:pt x="726" y="1"/>
                    <a:pt x="54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1399;p37"/>
            <p:cNvSpPr/>
            <p:nvPr/>
          </p:nvSpPr>
          <p:spPr>
            <a:xfrm>
              <a:off x="6456526" y="1903309"/>
              <a:ext cx="15901" cy="15478"/>
            </a:xfrm>
            <a:custGeom>
              <a:avLst/>
              <a:gdLst/>
              <a:ahLst/>
              <a:cxnLst/>
              <a:rect l="l" t="t" r="r" b="b"/>
              <a:pathLst>
                <a:path w="564" h="549" extrusionOk="0">
                  <a:moveTo>
                    <a:pt x="290" y="0"/>
                  </a:moveTo>
                  <a:cubicBezTo>
                    <a:pt x="178" y="0"/>
                    <a:pt x="97" y="50"/>
                    <a:pt x="47" y="131"/>
                  </a:cubicBezTo>
                  <a:cubicBezTo>
                    <a:pt x="16" y="178"/>
                    <a:pt x="1" y="228"/>
                    <a:pt x="1" y="274"/>
                  </a:cubicBezTo>
                  <a:cubicBezTo>
                    <a:pt x="1" y="436"/>
                    <a:pt x="128" y="548"/>
                    <a:pt x="290" y="548"/>
                  </a:cubicBezTo>
                  <a:cubicBezTo>
                    <a:pt x="402" y="548"/>
                    <a:pt x="514" y="482"/>
                    <a:pt x="545" y="371"/>
                  </a:cubicBezTo>
                  <a:cubicBezTo>
                    <a:pt x="545" y="340"/>
                    <a:pt x="564" y="309"/>
                    <a:pt x="564" y="274"/>
                  </a:cubicBezTo>
                  <a:cubicBezTo>
                    <a:pt x="564" y="131"/>
                    <a:pt x="433" y="0"/>
                    <a:pt x="29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0" name="Google Shape;1400;p37"/>
            <p:cNvSpPr/>
            <p:nvPr/>
          </p:nvSpPr>
          <p:spPr>
            <a:xfrm>
              <a:off x="6456526" y="1907002"/>
              <a:ext cx="15365" cy="11784"/>
            </a:xfrm>
            <a:custGeom>
              <a:avLst/>
              <a:gdLst/>
              <a:ahLst/>
              <a:cxnLst/>
              <a:rect l="l" t="t" r="r" b="b"/>
              <a:pathLst>
                <a:path w="545" h="418" extrusionOk="0">
                  <a:moveTo>
                    <a:pt x="47" y="0"/>
                  </a:moveTo>
                  <a:cubicBezTo>
                    <a:pt x="16" y="47"/>
                    <a:pt x="1" y="97"/>
                    <a:pt x="1" y="143"/>
                  </a:cubicBezTo>
                  <a:cubicBezTo>
                    <a:pt x="1" y="305"/>
                    <a:pt x="128" y="417"/>
                    <a:pt x="290" y="417"/>
                  </a:cubicBezTo>
                  <a:cubicBezTo>
                    <a:pt x="402" y="417"/>
                    <a:pt x="514" y="351"/>
                    <a:pt x="545" y="240"/>
                  </a:cubicBezTo>
                  <a:cubicBezTo>
                    <a:pt x="336" y="209"/>
                    <a:pt x="178" y="97"/>
                    <a:pt x="4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1" name="Google Shape;1401;p37"/>
            <p:cNvSpPr/>
            <p:nvPr/>
          </p:nvSpPr>
          <p:spPr>
            <a:xfrm>
              <a:off x="6517648" y="1878415"/>
              <a:ext cx="27657" cy="24048"/>
            </a:xfrm>
            <a:custGeom>
              <a:avLst/>
              <a:gdLst/>
              <a:ahLst/>
              <a:cxnLst/>
              <a:rect l="l" t="t" r="r" b="b"/>
              <a:pathLst>
                <a:path w="981" h="853" extrusionOk="0">
                  <a:moveTo>
                    <a:pt x="884" y="0"/>
                  </a:moveTo>
                  <a:cubicBezTo>
                    <a:pt x="660" y="467"/>
                    <a:pt x="209" y="594"/>
                    <a:pt x="0" y="644"/>
                  </a:cubicBezTo>
                  <a:cubicBezTo>
                    <a:pt x="97" y="771"/>
                    <a:pt x="259" y="852"/>
                    <a:pt x="436" y="852"/>
                  </a:cubicBezTo>
                  <a:cubicBezTo>
                    <a:pt x="726" y="852"/>
                    <a:pt x="980" y="613"/>
                    <a:pt x="980" y="305"/>
                  </a:cubicBezTo>
                  <a:cubicBezTo>
                    <a:pt x="980" y="193"/>
                    <a:pt x="934" y="81"/>
                    <a:pt x="88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1402;p37"/>
            <p:cNvSpPr/>
            <p:nvPr/>
          </p:nvSpPr>
          <p:spPr>
            <a:xfrm>
              <a:off x="6446094" y="1925976"/>
              <a:ext cx="107357" cy="35410"/>
            </a:xfrm>
            <a:custGeom>
              <a:avLst/>
              <a:gdLst/>
              <a:ahLst/>
              <a:cxnLst/>
              <a:rect l="l" t="t" r="r" b="b"/>
              <a:pathLst>
                <a:path w="3808" h="1256" extrusionOk="0">
                  <a:moveTo>
                    <a:pt x="2047" y="0"/>
                  </a:moveTo>
                  <a:cubicBezTo>
                    <a:pt x="2008" y="0"/>
                    <a:pt x="1969" y="1"/>
                    <a:pt x="1929" y="2"/>
                  </a:cubicBezTo>
                  <a:cubicBezTo>
                    <a:pt x="274" y="64"/>
                    <a:pt x="0" y="1256"/>
                    <a:pt x="0" y="1256"/>
                  </a:cubicBezTo>
                  <a:lnTo>
                    <a:pt x="3807" y="1256"/>
                  </a:lnTo>
                  <a:cubicBezTo>
                    <a:pt x="3807" y="1256"/>
                    <a:pt x="3594" y="0"/>
                    <a:pt x="20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37"/>
            <p:cNvSpPr/>
            <p:nvPr/>
          </p:nvSpPr>
          <p:spPr>
            <a:xfrm>
              <a:off x="6524047" y="1936915"/>
              <a:ext cx="8627" cy="6766"/>
            </a:xfrm>
            <a:custGeom>
              <a:avLst/>
              <a:gdLst/>
              <a:ahLst/>
              <a:cxnLst/>
              <a:rect l="l" t="t" r="r" b="b"/>
              <a:pathLst>
                <a:path w="306" h="240" extrusionOk="0">
                  <a:moveTo>
                    <a:pt x="159" y="0"/>
                  </a:moveTo>
                  <a:cubicBezTo>
                    <a:pt x="63" y="0"/>
                    <a:pt x="1" y="97"/>
                    <a:pt x="47" y="193"/>
                  </a:cubicBezTo>
                  <a:cubicBezTo>
                    <a:pt x="63" y="193"/>
                    <a:pt x="78" y="208"/>
                    <a:pt x="78" y="224"/>
                  </a:cubicBezTo>
                  <a:cubicBezTo>
                    <a:pt x="113" y="224"/>
                    <a:pt x="128" y="239"/>
                    <a:pt x="159" y="239"/>
                  </a:cubicBezTo>
                  <a:cubicBezTo>
                    <a:pt x="240" y="239"/>
                    <a:pt x="306" y="143"/>
                    <a:pt x="256" y="46"/>
                  </a:cubicBezTo>
                  <a:cubicBezTo>
                    <a:pt x="256" y="31"/>
                    <a:pt x="240" y="16"/>
                    <a:pt x="225" y="16"/>
                  </a:cubicBezTo>
                  <a:cubicBezTo>
                    <a:pt x="209" y="0"/>
                    <a:pt x="175" y="0"/>
                    <a:pt x="15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37"/>
            <p:cNvSpPr/>
            <p:nvPr/>
          </p:nvSpPr>
          <p:spPr>
            <a:xfrm>
              <a:off x="6498166" y="1961358"/>
              <a:ext cx="28" cy="28"/>
            </a:xfrm>
            <a:custGeom>
              <a:avLst/>
              <a:gdLst/>
              <a:ahLst/>
              <a:cxnLst/>
              <a:rect l="l" t="t" r="r" b="b"/>
              <a:pathLst>
                <a:path w="1" h="1" extrusionOk="0">
                  <a:moveTo>
                    <a:pt x="1" y="1"/>
                  </a:moveTo>
                  <a:lnTo>
                    <a:pt x="1" y="1"/>
                  </a:lnTo>
                  <a:lnTo>
                    <a:pt x="1" y="1"/>
                  </a:lnTo>
                  <a:close/>
                </a:path>
              </a:pathLst>
            </a:custGeom>
            <a:solidFill>
              <a:srgbClr val="D0D6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37"/>
            <p:cNvSpPr/>
            <p:nvPr/>
          </p:nvSpPr>
          <p:spPr>
            <a:xfrm>
              <a:off x="6485029" y="1940072"/>
              <a:ext cx="26783" cy="21314"/>
            </a:xfrm>
            <a:custGeom>
              <a:avLst/>
              <a:gdLst/>
              <a:ahLst/>
              <a:cxnLst/>
              <a:rect l="l" t="t" r="r" b="b"/>
              <a:pathLst>
                <a:path w="950" h="756" extrusionOk="0">
                  <a:moveTo>
                    <a:pt x="467" y="0"/>
                  </a:moveTo>
                  <a:cubicBezTo>
                    <a:pt x="193" y="0"/>
                    <a:pt x="0" y="289"/>
                    <a:pt x="147" y="579"/>
                  </a:cubicBezTo>
                  <a:cubicBezTo>
                    <a:pt x="178" y="625"/>
                    <a:pt x="209" y="675"/>
                    <a:pt x="274" y="706"/>
                  </a:cubicBezTo>
                  <a:cubicBezTo>
                    <a:pt x="340" y="741"/>
                    <a:pt x="401" y="756"/>
                    <a:pt x="467" y="756"/>
                  </a:cubicBezTo>
                  <a:cubicBezTo>
                    <a:pt x="741" y="756"/>
                    <a:pt x="949" y="467"/>
                    <a:pt x="787" y="177"/>
                  </a:cubicBezTo>
                  <a:cubicBezTo>
                    <a:pt x="756" y="127"/>
                    <a:pt x="725" y="81"/>
                    <a:pt x="660" y="46"/>
                  </a:cubicBezTo>
                  <a:cubicBezTo>
                    <a:pt x="594" y="15"/>
                    <a:pt x="533" y="0"/>
                    <a:pt x="4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1406;p37"/>
            <p:cNvSpPr/>
            <p:nvPr/>
          </p:nvSpPr>
          <p:spPr>
            <a:xfrm>
              <a:off x="6434789" y="1954535"/>
              <a:ext cx="124639" cy="134647"/>
            </a:xfrm>
            <a:custGeom>
              <a:avLst/>
              <a:gdLst/>
              <a:ahLst/>
              <a:cxnLst/>
              <a:rect l="l" t="t" r="r" b="b"/>
              <a:pathLst>
                <a:path w="4421" h="4776" extrusionOk="0">
                  <a:moveTo>
                    <a:pt x="97" y="0"/>
                  </a:moveTo>
                  <a:lnTo>
                    <a:pt x="290" y="1416"/>
                  </a:lnTo>
                  <a:lnTo>
                    <a:pt x="660" y="2172"/>
                  </a:lnTo>
                  <a:lnTo>
                    <a:pt x="0" y="3151"/>
                  </a:lnTo>
                  <a:lnTo>
                    <a:pt x="97" y="4775"/>
                  </a:lnTo>
                  <a:lnTo>
                    <a:pt x="4420" y="4775"/>
                  </a:lnTo>
                  <a:lnTo>
                    <a:pt x="4289" y="710"/>
                  </a:lnTo>
                  <a:lnTo>
                    <a:pt x="442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1407;p37"/>
            <p:cNvSpPr/>
            <p:nvPr/>
          </p:nvSpPr>
          <p:spPr>
            <a:xfrm>
              <a:off x="6440653" y="1977681"/>
              <a:ext cx="115505" cy="9050"/>
            </a:xfrm>
            <a:custGeom>
              <a:avLst/>
              <a:gdLst/>
              <a:ahLst/>
              <a:cxnLst/>
              <a:rect l="l" t="t" r="r" b="b"/>
              <a:pathLst>
                <a:path w="4097" h="321" extrusionOk="0">
                  <a:moveTo>
                    <a:pt x="1" y="1"/>
                  </a:moveTo>
                  <a:lnTo>
                    <a:pt x="47" y="321"/>
                  </a:lnTo>
                  <a:lnTo>
                    <a:pt x="4097" y="321"/>
                  </a:lnTo>
                  <a:lnTo>
                    <a:pt x="408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37"/>
            <p:cNvSpPr/>
            <p:nvPr/>
          </p:nvSpPr>
          <p:spPr>
            <a:xfrm>
              <a:off x="6447391" y="2003901"/>
              <a:ext cx="109331" cy="9585"/>
            </a:xfrm>
            <a:custGeom>
              <a:avLst/>
              <a:gdLst/>
              <a:ahLst/>
              <a:cxnLst/>
              <a:rect l="l" t="t" r="r" b="b"/>
              <a:pathLst>
                <a:path w="3878" h="340" extrusionOk="0">
                  <a:moveTo>
                    <a:pt x="1" y="0"/>
                  </a:moveTo>
                  <a:lnTo>
                    <a:pt x="163" y="340"/>
                  </a:lnTo>
                  <a:lnTo>
                    <a:pt x="3877" y="340"/>
                  </a:lnTo>
                  <a:lnTo>
                    <a:pt x="387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409;p37"/>
            <p:cNvSpPr/>
            <p:nvPr/>
          </p:nvSpPr>
          <p:spPr>
            <a:xfrm>
              <a:off x="6437073" y="2030205"/>
              <a:ext cx="120495" cy="9585"/>
            </a:xfrm>
            <a:custGeom>
              <a:avLst/>
              <a:gdLst/>
              <a:ahLst/>
              <a:cxnLst/>
              <a:rect l="l" t="t" r="r" b="b"/>
              <a:pathLst>
                <a:path w="4274" h="340" extrusionOk="0">
                  <a:moveTo>
                    <a:pt x="224" y="1"/>
                  </a:moveTo>
                  <a:lnTo>
                    <a:pt x="0" y="340"/>
                  </a:lnTo>
                  <a:lnTo>
                    <a:pt x="4274" y="340"/>
                  </a:lnTo>
                  <a:lnTo>
                    <a:pt x="427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37"/>
            <p:cNvSpPr/>
            <p:nvPr/>
          </p:nvSpPr>
          <p:spPr>
            <a:xfrm>
              <a:off x="6435212" y="2056508"/>
              <a:ext cx="123229" cy="9501"/>
            </a:xfrm>
            <a:custGeom>
              <a:avLst/>
              <a:gdLst/>
              <a:ahLst/>
              <a:cxnLst/>
              <a:rect l="l" t="t" r="r" b="b"/>
              <a:pathLst>
                <a:path w="4371" h="337" extrusionOk="0">
                  <a:moveTo>
                    <a:pt x="1" y="1"/>
                  </a:moveTo>
                  <a:lnTo>
                    <a:pt x="32" y="336"/>
                  </a:lnTo>
                  <a:lnTo>
                    <a:pt x="4371" y="336"/>
                  </a:lnTo>
                  <a:lnTo>
                    <a:pt x="435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411;p37"/>
            <p:cNvSpPr/>
            <p:nvPr/>
          </p:nvSpPr>
          <p:spPr>
            <a:xfrm>
              <a:off x="6436537" y="2034349"/>
              <a:ext cx="122891" cy="54834"/>
            </a:xfrm>
            <a:custGeom>
              <a:avLst/>
              <a:gdLst/>
              <a:ahLst/>
              <a:cxnLst/>
              <a:rect l="l" t="t" r="r" b="b"/>
              <a:pathLst>
                <a:path w="4359" h="1945" extrusionOk="0">
                  <a:moveTo>
                    <a:pt x="4293" y="0"/>
                  </a:moveTo>
                  <a:cubicBezTo>
                    <a:pt x="3314" y="1242"/>
                    <a:pt x="2075" y="1521"/>
                    <a:pt x="1075" y="1521"/>
                  </a:cubicBezTo>
                  <a:cubicBezTo>
                    <a:pt x="665" y="1521"/>
                    <a:pt x="295" y="1474"/>
                    <a:pt x="0" y="1427"/>
                  </a:cubicBezTo>
                  <a:lnTo>
                    <a:pt x="0" y="1427"/>
                  </a:lnTo>
                  <a:lnTo>
                    <a:pt x="35" y="1944"/>
                  </a:lnTo>
                  <a:lnTo>
                    <a:pt x="4358" y="1944"/>
                  </a:lnTo>
                  <a:lnTo>
                    <a:pt x="429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12" name="Google Shape;1412;p37"/>
          <p:cNvGrpSpPr/>
          <p:nvPr/>
        </p:nvGrpSpPr>
        <p:grpSpPr>
          <a:xfrm>
            <a:off x="6075752" y="1416251"/>
            <a:ext cx="674719" cy="794580"/>
            <a:chOff x="6024726" y="2154394"/>
            <a:chExt cx="216631" cy="255115"/>
          </a:xfrm>
        </p:grpSpPr>
        <p:sp>
          <p:nvSpPr>
            <p:cNvPr id="1413" name="Google Shape;1413;p37"/>
            <p:cNvSpPr/>
            <p:nvPr/>
          </p:nvSpPr>
          <p:spPr>
            <a:xfrm>
              <a:off x="6033325" y="2223212"/>
              <a:ext cx="199885" cy="186296"/>
            </a:xfrm>
            <a:custGeom>
              <a:avLst/>
              <a:gdLst/>
              <a:ahLst/>
              <a:cxnLst/>
              <a:rect l="l" t="t" r="r" b="b"/>
              <a:pathLst>
                <a:path w="7090" h="6608" extrusionOk="0">
                  <a:moveTo>
                    <a:pt x="0" y="1"/>
                  </a:moveTo>
                  <a:lnTo>
                    <a:pt x="0" y="6608"/>
                  </a:lnTo>
                  <a:lnTo>
                    <a:pt x="7089" y="6608"/>
                  </a:lnTo>
                  <a:lnTo>
                    <a:pt x="7089" y="1"/>
                  </a:lnTo>
                  <a:close/>
                </a:path>
              </a:pathLst>
            </a:custGeom>
            <a:solidFill>
              <a:srgbClr val="E7EA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37"/>
            <p:cNvSpPr/>
            <p:nvPr/>
          </p:nvSpPr>
          <p:spPr>
            <a:xfrm>
              <a:off x="6024726" y="2154394"/>
              <a:ext cx="216631" cy="238819"/>
            </a:xfrm>
            <a:custGeom>
              <a:avLst/>
              <a:gdLst/>
              <a:ahLst/>
              <a:cxnLst/>
              <a:rect l="l" t="t" r="r" b="b"/>
              <a:pathLst>
                <a:path w="7684" h="8471" extrusionOk="0">
                  <a:moveTo>
                    <a:pt x="0" y="0"/>
                  </a:moveTo>
                  <a:lnTo>
                    <a:pt x="0" y="8470"/>
                  </a:lnTo>
                  <a:lnTo>
                    <a:pt x="7684" y="8470"/>
                  </a:lnTo>
                  <a:lnTo>
                    <a:pt x="768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37"/>
            <p:cNvSpPr/>
            <p:nvPr/>
          </p:nvSpPr>
          <p:spPr>
            <a:xfrm>
              <a:off x="6053200" y="2180585"/>
              <a:ext cx="159570" cy="186296"/>
            </a:xfrm>
            <a:custGeom>
              <a:avLst/>
              <a:gdLst/>
              <a:ahLst/>
              <a:cxnLst/>
              <a:rect l="l" t="t" r="r" b="b"/>
              <a:pathLst>
                <a:path w="5660" h="6608" extrusionOk="0">
                  <a:moveTo>
                    <a:pt x="1" y="1"/>
                  </a:moveTo>
                  <a:lnTo>
                    <a:pt x="1" y="6608"/>
                  </a:lnTo>
                  <a:lnTo>
                    <a:pt x="5659" y="6608"/>
                  </a:lnTo>
                  <a:lnTo>
                    <a:pt x="565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37"/>
            <p:cNvSpPr/>
            <p:nvPr/>
          </p:nvSpPr>
          <p:spPr>
            <a:xfrm>
              <a:off x="6039612" y="2169730"/>
              <a:ext cx="186747" cy="208484"/>
            </a:xfrm>
            <a:custGeom>
              <a:avLst/>
              <a:gdLst/>
              <a:ahLst/>
              <a:cxnLst/>
              <a:rect l="l" t="t" r="r" b="b"/>
              <a:pathLst>
                <a:path w="6624" h="7395" extrusionOk="0">
                  <a:moveTo>
                    <a:pt x="6558" y="81"/>
                  </a:moveTo>
                  <a:lnTo>
                    <a:pt x="6558" y="7313"/>
                  </a:lnTo>
                  <a:lnTo>
                    <a:pt x="82" y="7313"/>
                  </a:lnTo>
                  <a:lnTo>
                    <a:pt x="82" y="81"/>
                  </a:lnTo>
                  <a:close/>
                  <a:moveTo>
                    <a:pt x="1" y="0"/>
                  </a:moveTo>
                  <a:lnTo>
                    <a:pt x="1" y="7394"/>
                  </a:lnTo>
                  <a:lnTo>
                    <a:pt x="6623" y="7394"/>
                  </a:lnTo>
                  <a:lnTo>
                    <a:pt x="662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37"/>
            <p:cNvSpPr/>
            <p:nvPr/>
          </p:nvSpPr>
          <p:spPr>
            <a:xfrm>
              <a:off x="6128475" y="2201024"/>
              <a:ext cx="86579" cy="67803"/>
            </a:xfrm>
            <a:custGeom>
              <a:avLst/>
              <a:gdLst/>
              <a:ahLst/>
              <a:cxnLst/>
              <a:rect l="l" t="t" r="r" b="b"/>
              <a:pathLst>
                <a:path w="3071" h="2405" extrusionOk="0">
                  <a:moveTo>
                    <a:pt x="2604" y="1"/>
                  </a:moveTo>
                  <a:lnTo>
                    <a:pt x="2604" y="1"/>
                  </a:lnTo>
                  <a:cubicBezTo>
                    <a:pt x="0" y="884"/>
                    <a:pt x="1269" y="2396"/>
                    <a:pt x="1269" y="2396"/>
                  </a:cubicBezTo>
                  <a:cubicBezTo>
                    <a:pt x="1269" y="2396"/>
                    <a:pt x="1324" y="2404"/>
                    <a:pt x="1413" y="2404"/>
                  </a:cubicBezTo>
                  <a:cubicBezTo>
                    <a:pt x="1844" y="2404"/>
                    <a:pt x="3071" y="2216"/>
                    <a:pt x="260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1418;p37"/>
            <p:cNvSpPr/>
            <p:nvPr/>
          </p:nvSpPr>
          <p:spPr>
            <a:xfrm>
              <a:off x="6159233" y="2215487"/>
              <a:ext cx="34931" cy="60839"/>
            </a:xfrm>
            <a:custGeom>
              <a:avLst/>
              <a:gdLst/>
              <a:ahLst/>
              <a:cxnLst/>
              <a:rect l="l" t="t" r="r" b="b"/>
              <a:pathLst>
                <a:path w="1239" h="2158" extrusionOk="0">
                  <a:moveTo>
                    <a:pt x="1208" y="1"/>
                  </a:moveTo>
                  <a:cubicBezTo>
                    <a:pt x="1192" y="1"/>
                    <a:pt x="1158" y="1"/>
                    <a:pt x="1158" y="16"/>
                  </a:cubicBezTo>
                  <a:lnTo>
                    <a:pt x="20" y="2091"/>
                  </a:lnTo>
                  <a:cubicBezTo>
                    <a:pt x="1" y="2107"/>
                    <a:pt x="1" y="2138"/>
                    <a:pt x="35" y="2138"/>
                  </a:cubicBezTo>
                  <a:cubicBezTo>
                    <a:pt x="35" y="2138"/>
                    <a:pt x="35" y="2157"/>
                    <a:pt x="51" y="2157"/>
                  </a:cubicBezTo>
                  <a:cubicBezTo>
                    <a:pt x="66" y="2157"/>
                    <a:pt x="66" y="2138"/>
                    <a:pt x="82" y="2122"/>
                  </a:cubicBezTo>
                  <a:lnTo>
                    <a:pt x="1223" y="51"/>
                  </a:lnTo>
                  <a:cubicBezTo>
                    <a:pt x="1239" y="36"/>
                    <a:pt x="1223" y="16"/>
                    <a:pt x="120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9" name="Google Shape;1419;p37"/>
            <p:cNvSpPr/>
            <p:nvPr/>
          </p:nvSpPr>
          <p:spPr>
            <a:xfrm>
              <a:off x="6180547" y="2219209"/>
              <a:ext cx="16352" cy="13053"/>
            </a:xfrm>
            <a:custGeom>
              <a:avLst/>
              <a:gdLst/>
              <a:ahLst/>
              <a:cxnLst/>
              <a:rect l="l" t="t" r="r" b="b"/>
              <a:pathLst>
                <a:path w="580" h="463" extrusionOk="0">
                  <a:moveTo>
                    <a:pt x="35" y="0"/>
                  </a:moveTo>
                  <a:cubicBezTo>
                    <a:pt x="1" y="16"/>
                    <a:pt x="1" y="31"/>
                    <a:pt x="1" y="46"/>
                  </a:cubicBezTo>
                  <a:lnTo>
                    <a:pt x="132" y="463"/>
                  </a:lnTo>
                  <a:lnTo>
                    <a:pt x="548" y="336"/>
                  </a:lnTo>
                  <a:cubicBezTo>
                    <a:pt x="564" y="320"/>
                    <a:pt x="579" y="305"/>
                    <a:pt x="579" y="289"/>
                  </a:cubicBezTo>
                  <a:cubicBezTo>
                    <a:pt x="564" y="270"/>
                    <a:pt x="548" y="255"/>
                    <a:pt x="533" y="255"/>
                  </a:cubicBezTo>
                  <a:lnTo>
                    <a:pt x="178" y="366"/>
                  </a:lnTo>
                  <a:lnTo>
                    <a:pt x="82" y="31"/>
                  </a:lnTo>
                  <a:cubicBezTo>
                    <a:pt x="66" y="16"/>
                    <a:pt x="51" y="0"/>
                    <a:pt x="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1420;p37"/>
            <p:cNvSpPr/>
            <p:nvPr/>
          </p:nvSpPr>
          <p:spPr>
            <a:xfrm>
              <a:off x="6173809" y="2231388"/>
              <a:ext cx="16323" cy="13166"/>
            </a:xfrm>
            <a:custGeom>
              <a:avLst/>
              <a:gdLst/>
              <a:ahLst/>
              <a:cxnLst/>
              <a:rect l="l" t="t" r="r" b="b"/>
              <a:pathLst>
                <a:path w="579" h="467" extrusionOk="0">
                  <a:moveTo>
                    <a:pt x="31" y="0"/>
                  </a:moveTo>
                  <a:cubicBezTo>
                    <a:pt x="16" y="15"/>
                    <a:pt x="0" y="31"/>
                    <a:pt x="0" y="50"/>
                  </a:cubicBezTo>
                  <a:lnTo>
                    <a:pt x="128" y="467"/>
                  </a:lnTo>
                  <a:lnTo>
                    <a:pt x="544" y="339"/>
                  </a:lnTo>
                  <a:cubicBezTo>
                    <a:pt x="564" y="320"/>
                    <a:pt x="579" y="305"/>
                    <a:pt x="579" y="289"/>
                  </a:cubicBezTo>
                  <a:cubicBezTo>
                    <a:pt x="564" y="274"/>
                    <a:pt x="544" y="258"/>
                    <a:pt x="529" y="258"/>
                  </a:cubicBezTo>
                  <a:lnTo>
                    <a:pt x="178" y="370"/>
                  </a:lnTo>
                  <a:lnTo>
                    <a:pt x="81" y="31"/>
                  </a:lnTo>
                  <a:cubicBezTo>
                    <a:pt x="62" y="15"/>
                    <a:pt x="47" y="0"/>
                    <a:pt x="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421;p37"/>
            <p:cNvSpPr/>
            <p:nvPr/>
          </p:nvSpPr>
          <p:spPr>
            <a:xfrm>
              <a:off x="6166958" y="2243652"/>
              <a:ext cx="16323" cy="13081"/>
            </a:xfrm>
            <a:custGeom>
              <a:avLst/>
              <a:gdLst/>
              <a:ahLst/>
              <a:cxnLst/>
              <a:rect l="l" t="t" r="r" b="b"/>
              <a:pathLst>
                <a:path w="579" h="464" extrusionOk="0">
                  <a:moveTo>
                    <a:pt x="35" y="1"/>
                  </a:moveTo>
                  <a:cubicBezTo>
                    <a:pt x="16" y="16"/>
                    <a:pt x="0" y="32"/>
                    <a:pt x="0" y="47"/>
                  </a:cubicBezTo>
                  <a:lnTo>
                    <a:pt x="132" y="464"/>
                  </a:lnTo>
                  <a:lnTo>
                    <a:pt x="548" y="336"/>
                  </a:lnTo>
                  <a:cubicBezTo>
                    <a:pt x="564" y="321"/>
                    <a:pt x="579" y="306"/>
                    <a:pt x="579" y="290"/>
                  </a:cubicBezTo>
                  <a:cubicBezTo>
                    <a:pt x="564" y="271"/>
                    <a:pt x="548" y="255"/>
                    <a:pt x="533" y="255"/>
                  </a:cubicBezTo>
                  <a:lnTo>
                    <a:pt x="193" y="367"/>
                  </a:lnTo>
                  <a:lnTo>
                    <a:pt x="81" y="32"/>
                  </a:lnTo>
                  <a:cubicBezTo>
                    <a:pt x="66" y="16"/>
                    <a:pt x="51" y="1"/>
                    <a:pt x="3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2" name="Google Shape;1422;p37"/>
            <p:cNvSpPr/>
            <p:nvPr/>
          </p:nvSpPr>
          <p:spPr>
            <a:xfrm>
              <a:off x="6066818" y="2280753"/>
              <a:ext cx="90272" cy="70397"/>
            </a:xfrm>
            <a:custGeom>
              <a:avLst/>
              <a:gdLst/>
              <a:ahLst/>
              <a:cxnLst/>
              <a:rect l="l" t="t" r="r" b="b"/>
              <a:pathLst>
                <a:path w="3202" h="2497" extrusionOk="0">
                  <a:moveTo>
                    <a:pt x="0" y="0"/>
                  </a:moveTo>
                  <a:lnTo>
                    <a:pt x="0" y="0"/>
                  </a:lnTo>
                  <a:cubicBezTo>
                    <a:pt x="13" y="2130"/>
                    <a:pt x="949" y="2496"/>
                    <a:pt x="1592" y="2496"/>
                  </a:cubicBezTo>
                  <a:cubicBezTo>
                    <a:pt x="1930" y="2496"/>
                    <a:pt x="2187" y="2395"/>
                    <a:pt x="2187" y="2395"/>
                  </a:cubicBezTo>
                  <a:cubicBezTo>
                    <a:pt x="2187" y="2395"/>
                    <a:pt x="3201" y="386"/>
                    <a:pt x="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37"/>
            <p:cNvSpPr/>
            <p:nvPr/>
          </p:nvSpPr>
          <p:spPr>
            <a:xfrm>
              <a:off x="6079955" y="2295865"/>
              <a:ext cx="55398" cy="60163"/>
            </a:xfrm>
            <a:custGeom>
              <a:avLst/>
              <a:gdLst/>
              <a:ahLst/>
              <a:cxnLst/>
              <a:rect l="l" t="t" r="r" b="b"/>
              <a:pathLst>
                <a:path w="1965" h="2134" extrusionOk="0">
                  <a:moveTo>
                    <a:pt x="43" y="0"/>
                  </a:moveTo>
                  <a:cubicBezTo>
                    <a:pt x="35" y="0"/>
                    <a:pt x="26" y="4"/>
                    <a:pt x="16" y="12"/>
                  </a:cubicBezTo>
                  <a:cubicBezTo>
                    <a:pt x="1" y="12"/>
                    <a:pt x="1" y="43"/>
                    <a:pt x="16" y="58"/>
                  </a:cubicBezTo>
                  <a:lnTo>
                    <a:pt x="1898" y="2118"/>
                  </a:lnTo>
                  <a:cubicBezTo>
                    <a:pt x="1898" y="2133"/>
                    <a:pt x="1914" y="2133"/>
                    <a:pt x="1914" y="2133"/>
                  </a:cubicBezTo>
                  <a:lnTo>
                    <a:pt x="1945" y="2133"/>
                  </a:lnTo>
                  <a:cubicBezTo>
                    <a:pt x="1964" y="2118"/>
                    <a:pt x="1964" y="2083"/>
                    <a:pt x="1945" y="2068"/>
                  </a:cubicBezTo>
                  <a:lnTo>
                    <a:pt x="66" y="12"/>
                  </a:lnTo>
                  <a:cubicBezTo>
                    <a:pt x="59" y="4"/>
                    <a:pt x="51" y="0"/>
                    <a:pt x="4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37"/>
            <p:cNvSpPr/>
            <p:nvPr/>
          </p:nvSpPr>
          <p:spPr>
            <a:xfrm>
              <a:off x="6079955" y="2296626"/>
              <a:ext cx="15478" cy="15449"/>
            </a:xfrm>
            <a:custGeom>
              <a:avLst/>
              <a:gdLst/>
              <a:ahLst/>
              <a:cxnLst/>
              <a:rect l="l" t="t" r="r" b="b"/>
              <a:pathLst>
                <a:path w="549" h="548" extrusionOk="0">
                  <a:moveTo>
                    <a:pt x="518" y="0"/>
                  </a:moveTo>
                  <a:cubicBezTo>
                    <a:pt x="498" y="0"/>
                    <a:pt x="483" y="16"/>
                    <a:pt x="483" y="31"/>
                  </a:cubicBezTo>
                  <a:lnTo>
                    <a:pt x="467" y="467"/>
                  </a:lnTo>
                  <a:lnTo>
                    <a:pt x="36" y="452"/>
                  </a:lnTo>
                  <a:cubicBezTo>
                    <a:pt x="16" y="452"/>
                    <a:pt x="1" y="467"/>
                    <a:pt x="1" y="498"/>
                  </a:cubicBezTo>
                  <a:cubicBezTo>
                    <a:pt x="1" y="513"/>
                    <a:pt x="16" y="533"/>
                    <a:pt x="36" y="533"/>
                  </a:cubicBezTo>
                  <a:lnTo>
                    <a:pt x="548" y="548"/>
                  </a:lnTo>
                  <a:lnTo>
                    <a:pt x="548" y="31"/>
                  </a:lnTo>
                  <a:cubicBezTo>
                    <a:pt x="548" y="16"/>
                    <a:pt x="533" y="0"/>
                    <a:pt x="5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37"/>
            <p:cNvSpPr/>
            <p:nvPr/>
          </p:nvSpPr>
          <p:spPr>
            <a:xfrm>
              <a:off x="6090838" y="2308918"/>
              <a:ext cx="15901" cy="15337"/>
            </a:xfrm>
            <a:custGeom>
              <a:avLst/>
              <a:gdLst/>
              <a:ahLst/>
              <a:cxnLst/>
              <a:rect l="l" t="t" r="r" b="b"/>
              <a:pathLst>
                <a:path w="564" h="544" extrusionOk="0">
                  <a:moveTo>
                    <a:pt x="533" y="0"/>
                  </a:moveTo>
                  <a:cubicBezTo>
                    <a:pt x="498" y="0"/>
                    <a:pt x="483" y="16"/>
                    <a:pt x="483" y="31"/>
                  </a:cubicBezTo>
                  <a:lnTo>
                    <a:pt x="483" y="463"/>
                  </a:lnTo>
                  <a:lnTo>
                    <a:pt x="51" y="448"/>
                  </a:lnTo>
                  <a:cubicBezTo>
                    <a:pt x="16" y="448"/>
                    <a:pt x="0" y="463"/>
                    <a:pt x="0" y="498"/>
                  </a:cubicBezTo>
                  <a:cubicBezTo>
                    <a:pt x="0" y="513"/>
                    <a:pt x="16" y="529"/>
                    <a:pt x="51" y="529"/>
                  </a:cubicBezTo>
                  <a:lnTo>
                    <a:pt x="548" y="544"/>
                  </a:lnTo>
                  <a:lnTo>
                    <a:pt x="564" y="31"/>
                  </a:lnTo>
                  <a:cubicBezTo>
                    <a:pt x="564" y="16"/>
                    <a:pt x="548" y="0"/>
                    <a:pt x="53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37"/>
            <p:cNvSpPr/>
            <p:nvPr/>
          </p:nvSpPr>
          <p:spPr>
            <a:xfrm>
              <a:off x="6102143" y="2321097"/>
              <a:ext cx="15478" cy="15449"/>
            </a:xfrm>
            <a:custGeom>
              <a:avLst/>
              <a:gdLst/>
              <a:ahLst/>
              <a:cxnLst/>
              <a:rect l="l" t="t" r="r" b="b"/>
              <a:pathLst>
                <a:path w="549" h="548" extrusionOk="0">
                  <a:moveTo>
                    <a:pt x="517" y="0"/>
                  </a:moveTo>
                  <a:cubicBezTo>
                    <a:pt x="502" y="0"/>
                    <a:pt x="483" y="16"/>
                    <a:pt x="483" y="31"/>
                  </a:cubicBezTo>
                  <a:lnTo>
                    <a:pt x="467" y="467"/>
                  </a:lnTo>
                  <a:lnTo>
                    <a:pt x="35" y="451"/>
                  </a:lnTo>
                  <a:cubicBezTo>
                    <a:pt x="20" y="451"/>
                    <a:pt x="1" y="467"/>
                    <a:pt x="1" y="498"/>
                  </a:cubicBezTo>
                  <a:cubicBezTo>
                    <a:pt x="1" y="513"/>
                    <a:pt x="20" y="532"/>
                    <a:pt x="35" y="532"/>
                  </a:cubicBezTo>
                  <a:lnTo>
                    <a:pt x="548" y="548"/>
                  </a:lnTo>
                  <a:lnTo>
                    <a:pt x="548" y="31"/>
                  </a:lnTo>
                  <a:cubicBezTo>
                    <a:pt x="548" y="16"/>
                    <a:pt x="533" y="0"/>
                    <a:pt x="51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37"/>
            <p:cNvSpPr/>
            <p:nvPr/>
          </p:nvSpPr>
          <p:spPr>
            <a:xfrm>
              <a:off x="6098111" y="2217771"/>
              <a:ext cx="34508" cy="26867"/>
            </a:xfrm>
            <a:custGeom>
              <a:avLst/>
              <a:gdLst/>
              <a:ahLst/>
              <a:cxnLst/>
              <a:rect l="l" t="t" r="r" b="b"/>
              <a:pathLst>
                <a:path w="1224" h="953" extrusionOk="0">
                  <a:moveTo>
                    <a:pt x="1224" y="1"/>
                  </a:moveTo>
                  <a:lnTo>
                    <a:pt x="1224" y="1"/>
                  </a:lnTo>
                  <a:cubicBezTo>
                    <a:pt x="1" y="113"/>
                    <a:pt x="402" y="919"/>
                    <a:pt x="402" y="919"/>
                  </a:cubicBezTo>
                  <a:cubicBezTo>
                    <a:pt x="402" y="919"/>
                    <a:pt x="489" y="953"/>
                    <a:pt x="607" y="953"/>
                  </a:cubicBezTo>
                  <a:cubicBezTo>
                    <a:pt x="842" y="953"/>
                    <a:pt x="1200" y="817"/>
                    <a:pt x="122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8" name="Google Shape;1428;p37"/>
            <p:cNvSpPr/>
            <p:nvPr/>
          </p:nvSpPr>
          <p:spPr>
            <a:xfrm>
              <a:off x="6080942" y="2240128"/>
              <a:ext cx="33098" cy="21877"/>
            </a:xfrm>
            <a:custGeom>
              <a:avLst/>
              <a:gdLst/>
              <a:ahLst/>
              <a:cxnLst/>
              <a:rect l="l" t="t" r="r" b="b"/>
              <a:pathLst>
                <a:path w="1174" h="776" extrusionOk="0">
                  <a:moveTo>
                    <a:pt x="446" y="0"/>
                  </a:moveTo>
                  <a:cubicBezTo>
                    <a:pt x="322" y="0"/>
                    <a:pt x="175" y="18"/>
                    <a:pt x="1" y="60"/>
                  </a:cubicBezTo>
                  <a:cubicBezTo>
                    <a:pt x="214" y="631"/>
                    <a:pt x="482" y="776"/>
                    <a:pt x="700" y="776"/>
                  </a:cubicBezTo>
                  <a:cubicBezTo>
                    <a:pt x="923" y="776"/>
                    <a:pt x="1092" y="623"/>
                    <a:pt x="1092" y="623"/>
                  </a:cubicBezTo>
                  <a:cubicBezTo>
                    <a:pt x="1092" y="623"/>
                    <a:pt x="1174" y="0"/>
                    <a:pt x="44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9" name="Google Shape;1429;p37"/>
            <p:cNvSpPr/>
            <p:nvPr/>
          </p:nvSpPr>
          <p:spPr>
            <a:xfrm>
              <a:off x="6114971" y="2262033"/>
              <a:ext cx="27544" cy="19199"/>
            </a:xfrm>
            <a:custGeom>
              <a:avLst/>
              <a:gdLst/>
              <a:ahLst/>
              <a:cxnLst/>
              <a:rect l="l" t="t" r="r" b="b"/>
              <a:pathLst>
                <a:path w="977" h="681" extrusionOk="0">
                  <a:moveTo>
                    <a:pt x="853" y="1"/>
                  </a:moveTo>
                  <a:cubicBezTo>
                    <a:pt x="1" y="1"/>
                    <a:pt x="205" y="618"/>
                    <a:pt x="205" y="618"/>
                  </a:cubicBezTo>
                  <a:cubicBezTo>
                    <a:pt x="205" y="618"/>
                    <a:pt x="311" y="680"/>
                    <a:pt x="446" y="680"/>
                  </a:cubicBezTo>
                  <a:cubicBezTo>
                    <a:pt x="632" y="680"/>
                    <a:pt x="874" y="563"/>
                    <a:pt x="977" y="5"/>
                  </a:cubicBezTo>
                  <a:cubicBezTo>
                    <a:pt x="933" y="2"/>
                    <a:pt x="892" y="1"/>
                    <a:pt x="85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37"/>
            <p:cNvSpPr/>
            <p:nvPr/>
          </p:nvSpPr>
          <p:spPr>
            <a:xfrm>
              <a:off x="6150212" y="2307057"/>
              <a:ext cx="37214" cy="28080"/>
            </a:xfrm>
            <a:custGeom>
              <a:avLst/>
              <a:gdLst/>
              <a:ahLst/>
              <a:cxnLst/>
              <a:rect l="l" t="t" r="r" b="b"/>
              <a:pathLst>
                <a:path w="1320" h="996" extrusionOk="0">
                  <a:moveTo>
                    <a:pt x="629" y="1"/>
                  </a:moveTo>
                  <a:lnTo>
                    <a:pt x="629" y="1"/>
                  </a:lnTo>
                  <a:cubicBezTo>
                    <a:pt x="0" y="787"/>
                    <a:pt x="691" y="996"/>
                    <a:pt x="691" y="996"/>
                  </a:cubicBezTo>
                  <a:cubicBezTo>
                    <a:pt x="691" y="996"/>
                    <a:pt x="1320" y="722"/>
                    <a:pt x="62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37"/>
            <p:cNvSpPr/>
            <p:nvPr/>
          </p:nvSpPr>
          <p:spPr>
            <a:xfrm>
              <a:off x="6126191" y="2284869"/>
              <a:ext cx="32872" cy="25373"/>
            </a:xfrm>
            <a:custGeom>
              <a:avLst/>
              <a:gdLst/>
              <a:ahLst/>
              <a:cxnLst/>
              <a:rect l="l" t="t" r="r" b="b"/>
              <a:pathLst>
                <a:path w="1166" h="900" extrusionOk="0">
                  <a:moveTo>
                    <a:pt x="918" y="1"/>
                  </a:moveTo>
                  <a:cubicBezTo>
                    <a:pt x="0" y="386"/>
                    <a:pt x="498" y="899"/>
                    <a:pt x="498" y="899"/>
                  </a:cubicBezTo>
                  <a:cubicBezTo>
                    <a:pt x="498" y="899"/>
                    <a:pt x="504" y="900"/>
                    <a:pt x="515" y="900"/>
                  </a:cubicBezTo>
                  <a:cubicBezTo>
                    <a:pt x="621" y="900"/>
                    <a:pt x="1166" y="859"/>
                    <a:pt x="91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37"/>
            <p:cNvSpPr/>
            <p:nvPr/>
          </p:nvSpPr>
          <p:spPr>
            <a:xfrm>
              <a:off x="6142487" y="2331895"/>
              <a:ext cx="26332" cy="16944"/>
            </a:xfrm>
            <a:custGeom>
              <a:avLst/>
              <a:gdLst/>
              <a:ahLst/>
              <a:cxnLst/>
              <a:rect l="l" t="t" r="r" b="b"/>
              <a:pathLst>
                <a:path w="934" h="601" extrusionOk="0">
                  <a:moveTo>
                    <a:pt x="588" y="1"/>
                  </a:moveTo>
                  <a:cubicBezTo>
                    <a:pt x="423" y="1"/>
                    <a:pt x="215" y="106"/>
                    <a:pt x="1" y="485"/>
                  </a:cubicBezTo>
                  <a:cubicBezTo>
                    <a:pt x="198" y="568"/>
                    <a:pt x="353" y="600"/>
                    <a:pt x="476" y="600"/>
                  </a:cubicBezTo>
                  <a:cubicBezTo>
                    <a:pt x="924" y="600"/>
                    <a:pt x="934" y="165"/>
                    <a:pt x="934" y="165"/>
                  </a:cubicBezTo>
                  <a:cubicBezTo>
                    <a:pt x="934" y="165"/>
                    <a:pt x="795" y="1"/>
                    <a:pt x="58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3" name="Google Shape;1433;p37"/>
            <p:cNvSpPr/>
            <p:nvPr/>
          </p:nvSpPr>
          <p:spPr>
            <a:xfrm>
              <a:off x="6104004" y="2212358"/>
              <a:ext cx="87876" cy="135944"/>
            </a:xfrm>
            <a:custGeom>
              <a:avLst/>
              <a:gdLst/>
              <a:ahLst/>
              <a:cxnLst/>
              <a:rect l="l" t="t" r="r" b="b"/>
              <a:pathLst>
                <a:path w="3117" h="4822" extrusionOk="0">
                  <a:moveTo>
                    <a:pt x="66" y="0"/>
                  </a:moveTo>
                  <a:cubicBezTo>
                    <a:pt x="31" y="0"/>
                    <a:pt x="16" y="16"/>
                    <a:pt x="16" y="31"/>
                  </a:cubicBezTo>
                  <a:cubicBezTo>
                    <a:pt x="16" y="66"/>
                    <a:pt x="0" y="3599"/>
                    <a:pt x="3055" y="4821"/>
                  </a:cubicBezTo>
                  <a:lnTo>
                    <a:pt x="3070" y="4821"/>
                  </a:lnTo>
                  <a:cubicBezTo>
                    <a:pt x="3086" y="4821"/>
                    <a:pt x="3101" y="4806"/>
                    <a:pt x="3101" y="4791"/>
                  </a:cubicBezTo>
                  <a:cubicBezTo>
                    <a:pt x="3117" y="4775"/>
                    <a:pt x="3101" y="4756"/>
                    <a:pt x="3086" y="4740"/>
                  </a:cubicBezTo>
                  <a:cubicBezTo>
                    <a:pt x="81" y="3552"/>
                    <a:pt x="97" y="66"/>
                    <a:pt x="97" y="31"/>
                  </a:cubicBezTo>
                  <a:cubicBezTo>
                    <a:pt x="97" y="16"/>
                    <a:pt x="81" y="0"/>
                    <a:pt x="6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4" name="Google Shape;1434;p37"/>
            <p:cNvSpPr/>
            <p:nvPr/>
          </p:nvSpPr>
          <p:spPr>
            <a:xfrm>
              <a:off x="6084974" y="2193328"/>
              <a:ext cx="40795" cy="31322"/>
            </a:xfrm>
            <a:custGeom>
              <a:avLst/>
              <a:gdLst/>
              <a:ahLst/>
              <a:cxnLst/>
              <a:rect l="l" t="t" r="r" b="b"/>
              <a:pathLst>
                <a:path w="1447" h="1111" extrusionOk="0">
                  <a:moveTo>
                    <a:pt x="741" y="0"/>
                  </a:moveTo>
                  <a:cubicBezTo>
                    <a:pt x="0" y="822"/>
                    <a:pt x="741" y="1111"/>
                    <a:pt x="741" y="1111"/>
                  </a:cubicBezTo>
                  <a:cubicBezTo>
                    <a:pt x="741" y="1111"/>
                    <a:pt x="1447" y="837"/>
                    <a:pt x="74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38"/>
        <p:cNvGrpSpPr/>
        <p:nvPr/>
      </p:nvGrpSpPr>
      <p:grpSpPr>
        <a:xfrm>
          <a:off x="0" y="0"/>
          <a:ext cx="0" cy="0"/>
          <a:chOff x="0" y="0"/>
          <a:chExt cx="0" cy="0"/>
        </a:xfrm>
      </p:grpSpPr>
      <p:sp>
        <p:nvSpPr>
          <p:cNvPr id="1439" name="Google Shape;1439;p38"/>
          <p:cNvSpPr/>
          <p:nvPr/>
        </p:nvSpPr>
        <p:spPr>
          <a:xfrm>
            <a:off x="4593425" y="4742371"/>
            <a:ext cx="3837300" cy="252000"/>
          </a:xfrm>
          <a:prstGeom prst="ellipse">
            <a:avLst/>
          </a:prstGeom>
          <a:solidFill>
            <a:schemeClr val="dk1">
              <a:alpha val="532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0" name="Google Shape;1440;p38"/>
          <p:cNvSpPr/>
          <p:nvPr/>
        </p:nvSpPr>
        <p:spPr>
          <a:xfrm>
            <a:off x="941004" y="1578382"/>
            <a:ext cx="894000" cy="894000"/>
          </a:xfrm>
          <a:prstGeom prst="roundRect">
            <a:avLst>
              <a:gd name="adj" fmla="val 16667"/>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441;p38"/>
          <p:cNvSpPr txBox="1">
            <a:spLocks noGrp="1"/>
          </p:cNvSpPr>
          <p:nvPr>
            <p:ph type="title"/>
          </p:nvPr>
        </p:nvSpPr>
        <p:spPr>
          <a:xfrm>
            <a:off x="912875" y="2494733"/>
            <a:ext cx="3310800" cy="84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Idea</a:t>
            </a:r>
            <a:endParaRPr dirty="0"/>
          </a:p>
        </p:txBody>
      </p:sp>
      <p:sp>
        <p:nvSpPr>
          <p:cNvPr id="1442" name="Google Shape;1442;p38"/>
          <p:cNvSpPr txBox="1">
            <a:spLocks noGrp="1"/>
          </p:cNvSpPr>
          <p:nvPr>
            <p:ph type="title" idx="2"/>
          </p:nvPr>
        </p:nvSpPr>
        <p:spPr>
          <a:xfrm>
            <a:off x="905900" y="1604475"/>
            <a:ext cx="9642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1443" name="Google Shape;1443;p38"/>
          <p:cNvSpPr txBox="1">
            <a:spLocks noGrp="1"/>
          </p:cNvSpPr>
          <p:nvPr>
            <p:ph type="subTitle" idx="1"/>
          </p:nvPr>
        </p:nvSpPr>
        <p:spPr>
          <a:xfrm>
            <a:off x="912875" y="3114662"/>
            <a:ext cx="3310800" cy="456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Problem Statement</a:t>
            </a:r>
            <a:endParaRPr dirty="0"/>
          </a:p>
        </p:txBody>
      </p:sp>
      <p:grpSp>
        <p:nvGrpSpPr>
          <p:cNvPr id="1444" name="Google Shape;1444;p38"/>
          <p:cNvGrpSpPr/>
          <p:nvPr/>
        </p:nvGrpSpPr>
        <p:grpSpPr>
          <a:xfrm>
            <a:off x="5155012" y="406614"/>
            <a:ext cx="2995499" cy="2874194"/>
            <a:chOff x="4087547" y="492787"/>
            <a:chExt cx="2727396" cy="2616948"/>
          </a:xfrm>
        </p:grpSpPr>
        <p:grpSp>
          <p:nvGrpSpPr>
            <p:cNvPr id="1445" name="Google Shape;1445;p38"/>
            <p:cNvGrpSpPr/>
            <p:nvPr/>
          </p:nvGrpSpPr>
          <p:grpSpPr>
            <a:xfrm>
              <a:off x="4087547" y="492787"/>
              <a:ext cx="2727396" cy="790263"/>
              <a:chOff x="4399922" y="2783793"/>
              <a:chExt cx="817418" cy="236847"/>
            </a:xfrm>
          </p:grpSpPr>
          <p:sp>
            <p:nvSpPr>
              <p:cNvPr id="1446" name="Google Shape;1446;p38"/>
              <p:cNvSpPr/>
              <p:nvPr/>
            </p:nvSpPr>
            <p:spPr>
              <a:xfrm>
                <a:off x="5011141" y="2852048"/>
                <a:ext cx="181306" cy="59373"/>
              </a:xfrm>
              <a:custGeom>
                <a:avLst/>
                <a:gdLst/>
                <a:ahLst/>
                <a:cxnLst/>
                <a:rect l="l" t="t" r="r" b="b"/>
                <a:pathLst>
                  <a:path w="6431" h="2106" extrusionOk="0">
                    <a:moveTo>
                      <a:pt x="4599" y="1"/>
                    </a:moveTo>
                    <a:cubicBezTo>
                      <a:pt x="4583" y="1"/>
                      <a:pt x="4564" y="1"/>
                      <a:pt x="4548" y="16"/>
                    </a:cubicBezTo>
                    <a:lnTo>
                      <a:pt x="4533" y="16"/>
                    </a:lnTo>
                    <a:lnTo>
                      <a:pt x="290" y="1416"/>
                    </a:lnTo>
                    <a:cubicBezTo>
                      <a:pt x="275" y="1416"/>
                      <a:pt x="275" y="1416"/>
                      <a:pt x="259" y="1432"/>
                    </a:cubicBezTo>
                    <a:cubicBezTo>
                      <a:pt x="82" y="1497"/>
                      <a:pt x="1" y="1705"/>
                      <a:pt x="67" y="1883"/>
                    </a:cubicBezTo>
                    <a:cubicBezTo>
                      <a:pt x="127" y="2026"/>
                      <a:pt x="257" y="2105"/>
                      <a:pt x="392" y="2105"/>
                    </a:cubicBezTo>
                    <a:cubicBezTo>
                      <a:pt x="439" y="2105"/>
                      <a:pt x="487" y="2096"/>
                      <a:pt x="533" y="2076"/>
                    </a:cubicBezTo>
                    <a:lnTo>
                      <a:pt x="4610" y="370"/>
                    </a:lnTo>
                    <a:lnTo>
                      <a:pt x="4610" y="370"/>
                    </a:lnTo>
                    <a:lnTo>
                      <a:pt x="6380" y="224"/>
                    </a:lnTo>
                    <a:cubicBezTo>
                      <a:pt x="6396" y="224"/>
                      <a:pt x="6415" y="209"/>
                      <a:pt x="6431" y="194"/>
                    </a:cubicBezTo>
                    <a:cubicBezTo>
                      <a:pt x="6431" y="163"/>
                      <a:pt x="6415" y="147"/>
                      <a:pt x="6380" y="147"/>
                    </a:cubicBezTo>
                    <a:lnTo>
                      <a:pt x="459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7" name="Google Shape;1447;p38"/>
              <p:cNvSpPr/>
              <p:nvPr/>
            </p:nvSpPr>
            <p:spPr>
              <a:xfrm>
                <a:off x="4747454" y="2807250"/>
                <a:ext cx="141385" cy="114772"/>
              </a:xfrm>
              <a:custGeom>
                <a:avLst/>
                <a:gdLst/>
                <a:ahLst/>
                <a:cxnLst/>
                <a:rect l="l" t="t" r="r" b="b"/>
                <a:pathLst>
                  <a:path w="5015" h="4071" extrusionOk="0">
                    <a:moveTo>
                      <a:pt x="4934" y="1"/>
                    </a:moveTo>
                    <a:lnTo>
                      <a:pt x="2635" y="656"/>
                    </a:lnTo>
                    <a:cubicBezTo>
                      <a:pt x="2604" y="656"/>
                      <a:pt x="2573" y="676"/>
                      <a:pt x="2558" y="706"/>
                    </a:cubicBezTo>
                    <a:lnTo>
                      <a:pt x="2523" y="737"/>
                    </a:lnTo>
                    <a:lnTo>
                      <a:pt x="224" y="3163"/>
                    </a:lnTo>
                    <a:cubicBezTo>
                      <a:pt x="209" y="3183"/>
                      <a:pt x="193" y="3198"/>
                      <a:pt x="178" y="3229"/>
                    </a:cubicBezTo>
                    <a:cubicBezTo>
                      <a:pt x="1" y="3472"/>
                      <a:pt x="66" y="3807"/>
                      <a:pt x="305" y="3969"/>
                    </a:cubicBezTo>
                    <a:cubicBezTo>
                      <a:pt x="405" y="4038"/>
                      <a:pt x="516" y="4070"/>
                      <a:pt x="624" y="4070"/>
                    </a:cubicBezTo>
                    <a:cubicBezTo>
                      <a:pt x="796" y="4070"/>
                      <a:pt x="962" y="3988"/>
                      <a:pt x="1061" y="3838"/>
                    </a:cubicBezTo>
                    <a:lnTo>
                      <a:pt x="2918" y="1114"/>
                    </a:lnTo>
                    <a:lnTo>
                      <a:pt x="2918" y="1114"/>
                    </a:lnTo>
                    <a:lnTo>
                      <a:pt x="4984" y="112"/>
                    </a:lnTo>
                    <a:cubicBezTo>
                      <a:pt x="4999" y="97"/>
                      <a:pt x="5015" y="78"/>
                      <a:pt x="4999" y="47"/>
                    </a:cubicBezTo>
                    <a:cubicBezTo>
                      <a:pt x="4999" y="16"/>
                      <a:pt x="4968" y="1"/>
                      <a:pt x="49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38"/>
              <p:cNvSpPr/>
              <p:nvPr/>
            </p:nvSpPr>
            <p:spPr>
              <a:xfrm>
                <a:off x="4791378" y="2783793"/>
                <a:ext cx="37665" cy="56554"/>
              </a:xfrm>
              <a:custGeom>
                <a:avLst/>
                <a:gdLst/>
                <a:ahLst/>
                <a:cxnLst/>
                <a:rect l="l" t="t" r="r" b="b"/>
                <a:pathLst>
                  <a:path w="1336" h="2006" extrusionOk="0">
                    <a:moveTo>
                      <a:pt x="76" y="1"/>
                    </a:moveTo>
                    <a:cubicBezTo>
                      <a:pt x="66" y="1"/>
                      <a:pt x="57" y="5"/>
                      <a:pt x="51" y="11"/>
                    </a:cubicBezTo>
                    <a:cubicBezTo>
                      <a:pt x="16" y="11"/>
                      <a:pt x="1" y="42"/>
                      <a:pt x="16" y="77"/>
                    </a:cubicBezTo>
                    <a:lnTo>
                      <a:pt x="822" y="1859"/>
                    </a:lnTo>
                    <a:cubicBezTo>
                      <a:pt x="822" y="1874"/>
                      <a:pt x="838" y="1893"/>
                      <a:pt x="853" y="1909"/>
                    </a:cubicBezTo>
                    <a:cubicBezTo>
                      <a:pt x="900" y="1974"/>
                      <a:pt x="974" y="2006"/>
                      <a:pt x="1050" y="2006"/>
                    </a:cubicBezTo>
                    <a:cubicBezTo>
                      <a:pt x="1105" y="2006"/>
                      <a:pt x="1161" y="1989"/>
                      <a:pt x="1208" y="1955"/>
                    </a:cubicBezTo>
                    <a:cubicBezTo>
                      <a:pt x="1320" y="1874"/>
                      <a:pt x="1335" y="1716"/>
                      <a:pt x="1254" y="1604"/>
                    </a:cubicBezTo>
                    <a:lnTo>
                      <a:pt x="113" y="26"/>
                    </a:lnTo>
                    <a:cubicBezTo>
                      <a:pt x="104" y="8"/>
                      <a:pt x="89" y="1"/>
                      <a:pt x="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38"/>
              <p:cNvSpPr/>
              <p:nvPr/>
            </p:nvSpPr>
            <p:spPr>
              <a:xfrm>
                <a:off x="4720276" y="2813565"/>
                <a:ext cx="20891" cy="92894"/>
              </a:xfrm>
              <a:custGeom>
                <a:avLst/>
                <a:gdLst/>
                <a:ahLst/>
                <a:cxnLst/>
                <a:rect l="l" t="t" r="r" b="b"/>
                <a:pathLst>
                  <a:path w="741" h="3295" extrusionOk="0">
                    <a:moveTo>
                      <a:pt x="563" y="0"/>
                    </a:moveTo>
                    <a:cubicBezTo>
                      <a:pt x="513" y="0"/>
                      <a:pt x="467" y="16"/>
                      <a:pt x="467" y="66"/>
                    </a:cubicBezTo>
                    <a:lnTo>
                      <a:pt x="0" y="2862"/>
                    </a:lnTo>
                    <a:lnTo>
                      <a:pt x="0" y="2939"/>
                    </a:lnTo>
                    <a:cubicBezTo>
                      <a:pt x="0" y="3132"/>
                      <a:pt x="178" y="3294"/>
                      <a:pt x="371" y="3294"/>
                    </a:cubicBezTo>
                    <a:cubicBezTo>
                      <a:pt x="579" y="3279"/>
                      <a:pt x="741" y="3117"/>
                      <a:pt x="725" y="2908"/>
                    </a:cubicBezTo>
                    <a:lnTo>
                      <a:pt x="629" y="81"/>
                    </a:lnTo>
                    <a:cubicBezTo>
                      <a:pt x="629" y="47"/>
                      <a:pt x="594" y="0"/>
                      <a:pt x="56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38"/>
              <p:cNvSpPr/>
              <p:nvPr/>
            </p:nvSpPr>
            <p:spPr>
              <a:xfrm>
                <a:off x="4399922" y="2864763"/>
                <a:ext cx="817413" cy="97039"/>
              </a:xfrm>
              <a:custGeom>
                <a:avLst/>
                <a:gdLst/>
                <a:ahLst/>
                <a:cxnLst/>
                <a:rect l="l" t="t" r="r" b="b"/>
                <a:pathLst>
                  <a:path w="28994" h="3442" extrusionOk="0">
                    <a:moveTo>
                      <a:pt x="18113" y="1"/>
                    </a:moveTo>
                    <a:lnTo>
                      <a:pt x="18048" y="16"/>
                    </a:lnTo>
                    <a:lnTo>
                      <a:pt x="13805" y="225"/>
                    </a:lnTo>
                    <a:cubicBezTo>
                      <a:pt x="12409" y="306"/>
                      <a:pt x="10993" y="371"/>
                      <a:pt x="9581" y="468"/>
                    </a:cubicBezTo>
                    <a:cubicBezTo>
                      <a:pt x="8166" y="545"/>
                      <a:pt x="6750" y="641"/>
                      <a:pt x="5354" y="738"/>
                    </a:cubicBezTo>
                    <a:cubicBezTo>
                      <a:pt x="3939" y="834"/>
                      <a:pt x="2523" y="930"/>
                      <a:pt x="1127" y="1046"/>
                    </a:cubicBezTo>
                    <a:cubicBezTo>
                      <a:pt x="787" y="1077"/>
                      <a:pt x="517" y="1239"/>
                      <a:pt x="305" y="1478"/>
                    </a:cubicBezTo>
                    <a:cubicBezTo>
                      <a:pt x="112" y="1702"/>
                      <a:pt x="1" y="2010"/>
                      <a:pt x="35" y="2331"/>
                    </a:cubicBezTo>
                    <a:cubicBezTo>
                      <a:pt x="79" y="2959"/>
                      <a:pt x="607" y="3441"/>
                      <a:pt x="1228" y="3441"/>
                    </a:cubicBezTo>
                    <a:cubicBezTo>
                      <a:pt x="1258" y="3441"/>
                      <a:pt x="1289" y="3440"/>
                      <a:pt x="1320" y="3438"/>
                    </a:cubicBezTo>
                    <a:cubicBezTo>
                      <a:pt x="2716" y="3326"/>
                      <a:pt x="4131" y="3198"/>
                      <a:pt x="5547" y="3071"/>
                    </a:cubicBezTo>
                    <a:cubicBezTo>
                      <a:pt x="6075" y="3021"/>
                      <a:pt x="6608" y="2955"/>
                      <a:pt x="7151" y="2909"/>
                    </a:cubicBezTo>
                    <a:cubicBezTo>
                      <a:pt x="8019" y="2828"/>
                      <a:pt x="8887" y="2732"/>
                      <a:pt x="9755" y="2651"/>
                    </a:cubicBezTo>
                    <a:cubicBezTo>
                      <a:pt x="11171" y="2508"/>
                      <a:pt x="12571" y="2346"/>
                      <a:pt x="13967" y="2203"/>
                    </a:cubicBezTo>
                    <a:lnTo>
                      <a:pt x="18129" y="1721"/>
                    </a:lnTo>
                    <a:lnTo>
                      <a:pt x="19047" y="1798"/>
                    </a:lnTo>
                    <a:lnTo>
                      <a:pt x="20686" y="1945"/>
                    </a:lnTo>
                    <a:cubicBezTo>
                      <a:pt x="21585" y="2010"/>
                      <a:pt x="22468" y="2072"/>
                      <a:pt x="23370" y="2138"/>
                    </a:cubicBezTo>
                    <a:cubicBezTo>
                      <a:pt x="24269" y="2203"/>
                      <a:pt x="25152" y="2250"/>
                      <a:pt x="26051" y="2300"/>
                    </a:cubicBezTo>
                    <a:cubicBezTo>
                      <a:pt x="26954" y="2346"/>
                      <a:pt x="27852" y="2396"/>
                      <a:pt x="28751" y="2412"/>
                    </a:cubicBezTo>
                    <a:cubicBezTo>
                      <a:pt x="28760" y="2413"/>
                      <a:pt x="28770" y="2413"/>
                      <a:pt x="28779" y="2413"/>
                    </a:cubicBezTo>
                    <a:cubicBezTo>
                      <a:pt x="28882" y="2413"/>
                      <a:pt x="28964" y="2337"/>
                      <a:pt x="28978" y="2234"/>
                    </a:cubicBezTo>
                    <a:cubicBezTo>
                      <a:pt x="28994" y="2203"/>
                      <a:pt x="28994" y="2184"/>
                      <a:pt x="28994" y="2153"/>
                    </a:cubicBezTo>
                    <a:cubicBezTo>
                      <a:pt x="28978" y="2057"/>
                      <a:pt x="28913" y="1976"/>
                      <a:pt x="28801" y="1945"/>
                    </a:cubicBezTo>
                    <a:cubicBezTo>
                      <a:pt x="27933" y="1752"/>
                      <a:pt x="27050" y="1575"/>
                      <a:pt x="26167" y="1413"/>
                    </a:cubicBezTo>
                    <a:cubicBezTo>
                      <a:pt x="25280" y="1239"/>
                      <a:pt x="24396" y="1077"/>
                      <a:pt x="23528" y="915"/>
                    </a:cubicBezTo>
                    <a:cubicBezTo>
                      <a:pt x="22645" y="757"/>
                      <a:pt x="21762" y="610"/>
                      <a:pt x="20879" y="448"/>
                    </a:cubicBezTo>
                    <a:lnTo>
                      <a:pt x="18225" y="16"/>
                    </a:lnTo>
                    <a:cubicBezTo>
                      <a:pt x="18194" y="1"/>
                      <a:pt x="18144" y="1"/>
                      <a:pt x="181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38"/>
              <p:cNvSpPr/>
              <p:nvPr/>
            </p:nvSpPr>
            <p:spPr>
              <a:xfrm>
                <a:off x="4929156" y="2895972"/>
                <a:ext cx="288184" cy="36791"/>
              </a:xfrm>
              <a:custGeom>
                <a:avLst/>
                <a:gdLst/>
                <a:ahLst/>
                <a:cxnLst/>
                <a:rect l="l" t="t" r="r" b="b"/>
                <a:pathLst>
                  <a:path w="10222" h="1305" extrusionOk="0">
                    <a:moveTo>
                      <a:pt x="1" y="1"/>
                    </a:moveTo>
                    <a:lnTo>
                      <a:pt x="275" y="691"/>
                    </a:lnTo>
                    <a:lnTo>
                      <a:pt x="1914" y="838"/>
                    </a:lnTo>
                    <a:cubicBezTo>
                      <a:pt x="2813" y="903"/>
                      <a:pt x="3696" y="965"/>
                      <a:pt x="4598" y="1031"/>
                    </a:cubicBezTo>
                    <a:cubicBezTo>
                      <a:pt x="5497" y="1096"/>
                      <a:pt x="6380" y="1143"/>
                      <a:pt x="7279" y="1193"/>
                    </a:cubicBezTo>
                    <a:cubicBezTo>
                      <a:pt x="8182" y="1239"/>
                      <a:pt x="9080" y="1289"/>
                      <a:pt x="9979" y="1305"/>
                    </a:cubicBezTo>
                    <a:cubicBezTo>
                      <a:pt x="10095" y="1305"/>
                      <a:pt x="10191" y="1239"/>
                      <a:pt x="10206" y="1127"/>
                    </a:cubicBezTo>
                    <a:cubicBezTo>
                      <a:pt x="10222" y="1112"/>
                      <a:pt x="10222" y="1096"/>
                      <a:pt x="10222" y="1077"/>
                    </a:cubicBezTo>
                    <a:lnTo>
                      <a:pt x="10222" y="1046"/>
                    </a:lnTo>
                    <a:lnTo>
                      <a:pt x="1" y="1"/>
                    </a:lnTo>
                    <a:close/>
                  </a:path>
                </a:pathLst>
              </a:custGeom>
              <a:solidFill>
                <a:srgbClr val="2E44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1452;p38"/>
              <p:cNvSpPr/>
              <p:nvPr/>
            </p:nvSpPr>
            <p:spPr>
              <a:xfrm>
                <a:off x="4400909" y="2906432"/>
                <a:ext cx="127797" cy="55257"/>
              </a:xfrm>
              <a:custGeom>
                <a:avLst/>
                <a:gdLst/>
                <a:ahLst/>
                <a:cxnLst/>
                <a:rect l="l" t="t" r="r" b="b"/>
                <a:pathLst>
                  <a:path w="4533" h="1960" extrusionOk="0">
                    <a:moveTo>
                      <a:pt x="270" y="0"/>
                    </a:moveTo>
                    <a:cubicBezTo>
                      <a:pt x="97" y="208"/>
                      <a:pt x="0" y="482"/>
                      <a:pt x="0" y="772"/>
                    </a:cubicBezTo>
                    <a:lnTo>
                      <a:pt x="0" y="853"/>
                    </a:lnTo>
                    <a:cubicBezTo>
                      <a:pt x="47" y="1497"/>
                      <a:pt x="560" y="1960"/>
                      <a:pt x="1188" y="1960"/>
                    </a:cubicBezTo>
                    <a:lnTo>
                      <a:pt x="1285" y="1960"/>
                    </a:lnTo>
                    <a:cubicBezTo>
                      <a:pt x="2361" y="1882"/>
                      <a:pt x="3452" y="1786"/>
                      <a:pt x="4532" y="1670"/>
                    </a:cubicBezTo>
                    <a:cubicBezTo>
                      <a:pt x="4436" y="1574"/>
                      <a:pt x="4370" y="1462"/>
                      <a:pt x="4339" y="1350"/>
                    </a:cubicBezTo>
                    <a:cubicBezTo>
                      <a:pt x="2199" y="1254"/>
                      <a:pt x="914" y="498"/>
                      <a:pt x="270" y="0"/>
                    </a:cubicBezTo>
                    <a:close/>
                  </a:path>
                </a:pathLst>
              </a:custGeom>
              <a:solidFill>
                <a:srgbClr val="2E44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38"/>
              <p:cNvSpPr/>
              <p:nvPr/>
            </p:nvSpPr>
            <p:spPr>
              <a:xfrm>
                <a:off x="4886980" y="2874771"/>
                <a:ext cx="174004" cy="132815"/>
              </a:xfrm>
              <a:custGeom>
                <a:avLst/>
                <a:gdLst/>
                <a:ahLst/>
                <a:cxnLst/>
                <a:rect l="l" t="t" r="r" b="b"/>
                <a:pathLst>
                  <a:path w="6172" h="4711" extrusionOk="0">
                    <a:moveTo>
                      <a:pt x="571" y="1"/>
                    </a:moveTo>
                    <a:cubicBezTo>
                      <a:pt x="444" y="1"/>
                      <a:pt x="314" y="49"/>
                      <a:pt x="212" y="143"/>
                    </a:cubicBezTo>
                    <a:cubicBezTo>
                      <a:pt x="0" y="336"/>
                      <a:pt x="0" y="656"/>
                      <a:pt x="193" y="865"/>
                    </a:cubicBezTo>
                    <a:lnTo>
                      <a:pt x="3040" y="3823"/>
                    </a:lnTo>
                    <a:lnTo>
                      <a:pt x="3055" y="3839"/>
                    </a:lnTo>
                    <a:cubicBezTo>
                      <a:pt x="3086" y="3873"/>
                      <a:pt x="3121" y="3889"/>
                      <a:pt x="3167" y="3904"/>
                    </a:cubicBezTo>
                    <a:lnTo>
                      <a:pt x="5998" y="4706"/>
                    </a:lnTo>
                    <a:cubicBezTo>
                      <a:pt x="6008" y="4709"/>
                      <a:pt x="6019" y="4710"/>
                      <a:pt x="6030" y="4710"/>
                    </a:cubicBezTo>
                    <a:cubicBezTo>
                      <a:pt x="6081" y="4710"/>
                      <a:pt x="6130" y="4680"/>
                      <a:pt x="6156" y="4625"/>
                    </a:cubicBezTo>
                    <a:cubicBezTo>
                      <a:pt x="6171" y="4564"/>
                      <a:pt x="6141" y="4483"/>
                      <a:pt x="6075" y="4452"/>
                    </a:cubicBezTo>
                    <a:lnTo>
                      <a:pt x="3442" y="3360"/>
                    </a:lnTo>
                    <a:lnTo>
                      <a:pt x="3442" y="3360"/>
                    </a:lnTo>
                    <a:lnTo>
                      <a:pt x="964" y="190"/>
                    </a:lnTo>
                    <a:lnTo>
                      <a:pt x="934" y="159"/>
                    </a:lnTo>
                    <a:cubicBezTo>
                      <a:pt x="835" y="53"/>
                      <a:pt x="704" y="1"/>
                      <a:pt x="5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38"/>
              <p:cNvSpPr/>
              <p:nvPr/>
            </p:nvSpPr>
            <p:spPr>
              <a:xfrm>
                <a:off x="5000286" y="2982693"/>
                <a:ext cx="23625" cy="37947"/>
              </a:xfrm>
              <a:custGeom>
                <a:avLst/>
                <a:gdLst/>
                <a:ahLst/>
                <a:cxnLst/>
                <a:rect l="l" t="t" r="r" b="b"/>
                <a:pathLst>
                  <a:path w="838" h="1346" extrusionOk="0">
                    <a:moveTo>
                      <a:pt x="190" y="0"/>
                    </a:moveTo>
                    <a:cubicBezTo>
                      <a:pt x="159" y="0"/>
                      <a:pt x="127" y="9"/>
                      <a:pt x="97" y="26"/>
                    </a:cubicBezTo>
                    <a:cubicBezTo>
                      <a:pt x="16" y="76"/>
                      <a:pt x="0" y="173"/>
                      <a:pt x="50" y="254"/>
                    </a:cubicBezTo>
                    <a:lnTo>
                      <a:pt x="756" y="1330"/>
                    </a:lnTo>
                    <a:cubicBezTo>
                      <a:pt x="772" y="1345"/>
                      <a:pt x="787" y="1345"/>
                      <a:pt x="803" y="1345"/>
                    </a:cubicBezTo>
                    <a:cubicBezTo>
                      <a:pt x="822" y="1330"/>
                      <a:pt x="837" y="1314"/>
                      <a:pt x="822" y="1299"/>
                    </a:cubicBezTo>
                    <a:lnTo>
                      <a:pt x="340" y="107"/>
                    </a:lnTo>
                    <a:cubicBezTo>
                      <a:pt x="340" y="92"/>
                      <a:pt x="340" y="76"/>
                      <a:pt x="320" y="76"/>
                    </a:cubicBezTo>
                    <a:cubicBezTo>
                      <a:pt x="291" y="25"/>
                      <a:pt x="242" y="0"/>
                      <a:pt x="19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38"/>
              <p:cNvSpPr/>
              <p:nvPr/>
            </p:nvSpPr>
            <p:spPr>
              <a:xfrm>
                <a:off x="5024307" y="2976068"/>
                <a:ext cx="38539" cy="22892"/>
              </a:xfrm>
              <a:custGeom>
                <a:avLst/>
                <a:gdLst/>
                <a:ahLst/>
                <a:cxnLst/>
                <a:rect l="l" t="t" r="r" b="b"/>
                <a:pathLst>
                  <a:path w="1367" h="812" extrusionOk="0">
                    <a:moveTo>
                      <a:pt x="1319" y="0"/>
                    </a:moveTo>
                    <a:cubicBezTo>
                      <a:pt x="1313" y="0"/>
                      <a:pt x="1306" y="2"/>
                      <a:pt x="1300" y="6"/>
                    </a:cubicBezTo>
                    <a:lnTo>
                      <a:pt x="113" y="489"/>
                    </a:lnTo>
                    <a:lnTo>
                      <a:pt x="97" y="504"/>
                    </a:lnTo>
                    <a:cubicBezTo>
                      <a:pt x="16" y="550"/>
                      <a:pt x="1" y="666"/>
                      <a:pt x="47" y="743"/>
                    </a:cubicBezTo>
                    <a:cubicBezTo>
                      <a:pt x="78" y="784"/>
                      <a:pt x="127" y="811"/>
                      <a:pt x="179" y="811"/>
                    </a:cubicBezTo>
                    <a:cubicBezTo>
                      <a:pt x="211" y="811"/>
                      <a:pt x="244" y="801"/>
                      <a:pt x="274" y="778"/>
                    </a:cubicBezTo>
                    <a:lnTo>
                      <a:pt x="1335" y="68"/>
                    </a:lnTo>
                    <a:cubicBezTo>
                      <a:pt x="1351" y="53"/>
                      <a:pt x="1366" y="37"/>
                      <a:pt x="1351" y="22"/>
                    </a:cubicBezTo>
                    <a:cubicBezTo>
                      <a:pt x="1351" y="11"/>
                      <a:pt x="1335" y="0"/>
                      <a:pt x="131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6" name="Google Shape;1456;p38"/>
              <p:cNvSpPr/>
              <p:nvPr/>
            </p:nvSpPr>
            <p:spPr>
              <a:xfrm>
                <a:off x="5082694" y="2822840"/>
                <a:ext cx="30476" cy="54947"/>
              </a:xfrm>
              <a:custGeom>
                <a:avLst/>
                <a:gdLst/>
                <a:ahLst/>
                <a:cxnLst/>
                <a:rect l="l" t="t" r="r" b="b"/>
                <a:pathLst>
                  <a:path w="1081" h="1949" extrusionOk="0">
                    <a:moveTo>
                      <a:pt x="1045" y="1"/>
                    </a:moveTo>
                    <a:cubicBezTo>
                      <a:pt x="1030" y="1"/>
                      <a:pt x="1011" y="12"/>
                      <a:pt x="1000" y="26"/>
                    </a:cubicBezTo>
                    <a:lnTo>
                      <a:pt x="51" y="1712"/>
                    </a:lnTo>
                    <a:cubicBezTo>
                      <a:pt x="36" y="1712"/>
                      <a:pt x="36" y="1712"/>
                      <a:pt x="36" y="1727"/>
                    </a:cubicBezTo>
                    <a:cubicBezTo>
                      <a:pt x="1" y="1808"/>
                      <a:pt x="36" y="1904"/>
                      <a:pt x="132" y="1935"/>
                    </a:cubicBezTo>
                    <a:cubicBezTo>
                      <a:pt x="153" y="1944"/>
                      <a:pt x="176" y="1949"/>
                      <a:pt x="198" y="1949"/>
                    </a:cubicBezTo>
                    <a:cubicBezTo>
                      <a:pt x="259" y="1949"/>
                      <a:pt x="318" y="1915"/>
                      <a:pt x="340" y="1858"/>
                    </a:cubicBezTo>
                    <a:lnTo>
                      <a:pt x="1081" y="57"/>
                    </a:lnTo>
                    <a:cubicBezTo>
                      <a:pt x="1081" y="42"/>
                      <a:pt x="1081" y="26"/>
                      <a:pt x="1062" y="7"/>
                    </a:cubicBezTo>
                    <a:cubicBezTo>
                      <a:pt x="1057" y="2"/>
                      <a:pt x="1051" y="1"/>
                      <a:pt x="104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7" name="Google Shape;1457;p38"/>
              <p:cNvSpPr/>
              <p:nvPr/>
            </p:nvSpPr>
            <p:spPr>
              <a:xfrm>
                <a:off x="4522701" y="2912296"/>
                <a:ext cx="89286" cy="55370"/>
              </a:xfrm>
              <a:custGeom>
                <a:avLst/>
                <a:gdLst/>
                <a:ahLst/>
                <a:cxnLst/>
                <a:rect l="l" t="t" r="r" b="b"/>
                <a:pathLst>
                  <a:path w="3167" h="1964" extrusionOk="0">
                    <a:moveTo>
                      <a:pt x="1593" y="0"/>
                    </a:moveTo>
                    <a:cubicBezTo>
                      <a:pt x="710" y="0"/>
                      <a:pt x="0" y="452"/>
                      <a:pt x="0" y="980"/>
                    </a:cubicBezTo>
                    <a:cubicBezTo>
                      <a:pt x="0" y="1528"/>
                      <a:pt x="710" y="1964"/>
                      <a:pt x="1593" y="1964"/>
                    </a:cubicBezTo>
                    <a:cubicBezTo>
                      <a:pt x="2461" y="1964"/>
                      <a:pt x="3167" y="1528"/>
                      <a:pt x="3167" y="980"/>
                    </a:cubicBezTo>
                    <a:cubicBezTo>
                      <a:pt x="3167" y="452"/>
                      <a:pt x="2461" y="0"/>
                      <a:pt x="159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1458;p38"/>
              <p:cNvSpPr/>
              <p:nvPr/>
            </p:nvSpPr>
            <p:spPr>
              <a:xfrm>
                <a:off x="4550415" y="2910999"/>
                <a:ext cx="46236" cy="8176"/>
              </a:xfrm>
              <a:custGeom>
                <a:avLst/>
                <a:gdLst/>
                <a:ahLst/>
                <a:cxnLst/>
                <a:rect l="l" t="t" r="r" b="b"/>
                <a:pathLst>
                  <a:path w="1640" h="290" extrusionOk="0">
                    <a:moveTo>
                      <a:pt x="676" y="0"/>
                    </a:moveTo>
                    <a:cubicBezTo>
                      <a:pt x="433" y="0"/>
                      <a:pt x="194" y="46"/>
                      <a:pt x="1" y="127"/>
                    </a:cubicBezTo>
                    <a:cubicBezTo>
                      <a:pt x="194" y="81"/>
                      <a:pt x="386" y="46"/>
                      <a:pt x="610" y="46"/>
                    </a:cubicBezTo>
                    <a:cubicBezTo>
                      <a:pt x="996" y="46"/>
                      <a:pt x="1351" y="143"/>
                      <a:pt x="1640" y="289"/>
                    </a:cubicBezTo>
                    <a:cubicBezTo>
                      <a:pt x="1412" y="112"/>
                      <a:pt x="1061" y="0"/>
                      <a:pt x="676" y="0"/>
                    </a:cubicBezTo>
                    <a:close/>
                  </a:path>
                </a:pathLst>
              </a:custGeom>
              <a:solidFill>
                <a:srgbClr val="2E44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1459;p38"/>
              <p:cNvSpPr/>
              <p:nvPr/>
            </p:nvSpPr>
            <p:spPr>
              <a:xfrm>
                <a:off x="4535839" y="2912296"/>
                <a:ext cx="67577" cy="40372"/>
              </a:xfrm>
              <a:custGeom>
                <a:avLst/>
                <a:gdLst/>
                <a:ahLst/>
                <a:cxnLst/>
                <a:rect l="l" t="t" r="r" b="b"/>
                <a:pathLst>
                  <a:path w="2397" h="1432" extrusionOk="0">
                    <a:moveTo>
                      <a:pt x="1193" y="243"/>
                    </a:moveTo>
                    <a:cubicBezTo>
                      <a:pt x="1609" y="243"/>
                      <a:pt x="1929" y="436"/>
                      <a:pt x="1929" y="691"/>
                    </a:cubicBezTo>
                    <a:cubicBezTo>
                      <a:pt x="1929" y="949"/>
                      <a:pt x="1609" y="1142"/>
                      <a:pt x="1193" y="1142"/>
                    </a:cubicBezTo>
                    <a:cubicBezTo>
                      <a:pt x="788" y="1142"/>
                      <a:pt x="452" y="949"/>
                      <a:pt x="452" y="691"/>
                    </a:cubicBezTo>
                    <a:cubicBezTo>
                      <a:pt x="452" y="436"/>
                      <a:pt x="788" y="243"/>
                      <a:pt x="1193" y="243"/>
                    </a:cubicBezTo>
                    <a:close/>
                    <a:moveTo>
                      <a:pt x="1127" y="0"/>
                    </a:moveTo>
                    <a:cubicBezTo>
                      <a:pt x="903" y="0"/>
                      <a:pt x="711" y="35"/>
                      <a:pt x="518" y="81"/>
                    </a:cubicBezTo>
                    <a:cubicBezTo>
                      <a:pt x="194" y="209"/>
                      <a:pt x="1" y="436"/>
                      <a:pt x="1" y="691"/>
                    </a:cubicBezTo>
                    <a:cubicBezTo>
                      <a:pt x="1" y="1111"/>
                      <a:pt x="533" y="1431"/>
                      <a:pt x="1193" y="1431"/>
                    </a:cubicBezTo>
                    <a:cubicBezTo>
                      <a:pt x="1868" y="1431"/>
                      <a:pt x="2396" y="1111"/>
                      <a:pt x="2396" y="691"/>
                    </a:cubicBezTo>
                    <a:cubicBezTo>
                      <a:pt x="2396" y="517"/>
                      <a:pt x="2300" y="371"/>
                      <a:pt x="2157" y="243"/>
                    </a:cubicBezTo>
                    <a:cubicBezTo>
                      <a:pt x="1868" y="97"/>
                      <a:pt x="1513" y="0"/>
                      <a:pt x="1127" y="0"/>
                    </a:cubicBezTo>
                    <a:close/>
                  </a:path>
                </a:pathLst>
              </a:custGeom>
              <a:solidFill>
                <a:srgbClr val="2E44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0" name="Google Shape;1460;p38"/>
              <p:cNvSpPr/>
              <p:nvPr/>
            </p:nvSpPr>
            <p:spPr>
              <a:xfrm>
                <a:off x="4548582" y="2919147"/>
                <a:ext cx="41669" cy="25373"/>
              </a:xfrm>
              <a:custGeom>
                <a:avLst/>
                <a:gdLst/>
                <a:ahLst/>
                <a:cxnLst/>
                <a:rect l="l" t="t" r="r" b="b"/>
                <a:pathLst>
                  <a:path w="1478" h="900" extrusionOk="0">
                    <a:moveTo>
                      <a:pt x="741" y="0"/>
                    </a:moveTo>
                    <a:cubicBezTo>
                      <a:pt x="336" y="0"/>
                      <a:pt x="0" y="193"/>
                      <a:pt x="0" y="448"/>
                    </a:cubicBezTo>
                    <a:cubicBezTo>
                      <a:pt x="0" y="706"/>
                      <a:pt x="336" y="899"/>
                      <a:pt x="741" y="899"/>
                    </a:cubicBezTo>
                    <a:cubicBezTo>
                      <a:pt x="1157" y="899"/>
                      <a:pt x="1477" y="706"/>
                      <a:pt x="1477" y="448"/>
                    </a:cubicBezTo>
                    <a:cubicBezTo>
                      <a:pt x="1477" y="193"/>
                      <a:pt x="1157" y="0"/>
                      <a:pt x="741" y="0"/>
                    </a:cubicBezTo>
                    <a:close/>
                  </a:path>
                </a:pathLst>
              </a:custGeom>
              <a:solidFill>
                <a:srgbClr val="2539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1" name="Google Shape;1461;p38"/>
              <p:cNvSpPr/>
              <p:nvPr/>
            </p:nvSpPr>
            <p:spPr>
              <a:xfrm>
                <a:off x="4748864" y="2879677"/>
                <a:ext cx="91485" cy="32224"/>
              </a:xfrm>
              <a:custGeom>
                <a:avLst/>
                <a:gdLst/>
                <a:ahLst/>
                <a:cxnLst/>
                <a:rect l="l" t="t" r="r" b="b"/>
                <a:pathLst>
                  <a:path w="3245" h="1143" extrusionOk="0">
                    <a:moveTo>
                      <a:pt x="1976" y="274"/>
                    </a:moveTo>
                    <a:cubicBezTo>
                      <a:pt x="2346" y="274"/>
                      <a:pt x="2620" y="340"/>
                      <a:pt x="2620" y="452"/>
                    </a:cubicBezTo>
                    <a:cubicBezTo>
                      <a:pt x="2635" y="614"/>
                      <a:pt x="2199" y="787"/>
                      <a:pt x="1655" y="853"/>
                    </a:cubicBezTo>
                    <a:cubicBezTo>
                      <a:pt x="1509" y="868"/>
                      <a:pt x="1382" y="868"/>
                      <a:pt x="1270" y="868"/>
                    </a:cubicBezTo>
                    <a:cubicBezTo>
                      <a:pt x="899" y="868"/>
                      <a:pt x="626" y="806"/>
                      <a:pt x="626" y="691"/>
                    </a:cubicBezTo>
                    <a:cubicBezTo>
                      <a:pt x="595" y="533"/>
                      <a:pt x="1042" y="355"/>
                      <a:pt x="1590" y="290"/>
                    </a:cubicBezTo>
                    <a:cubicBezTo>
                      <a:pt x="1736" y="274"/>
                      <a:pt x="1864" y="274"/>
                      <a:pt x="1976" y="274"/>
                    </a:cubicBezTo>
                    <a:close/>
                    <a:moveTo>
                      <a:pt x="2072" y="0"/>
                    </a:moveTo>
                    <a:cubicBezTo>
                      <a:pt x="1910" y="0"/>
                      <a:pt x="1736" y="16"/>
                      <a:pt x="1559" y="35"/>
                    </a:cubicBezTo>
                    <a:cubicBezTo>
                      <a:pt x="676" y="131"/>
                      <a:pt x="1" y="452"/>
                      <a:pt x="32" y="756"/>
                    </a:cubicBezTo>
                    <a:cubicBezTo>
                      <a:pt x="62" y="999"/>
                      <a:pt x="529" y="1142"/>
                      <a:pt x="1173" y="1142"/>
                    </a:cubicBezTo>
                    <a:cubicBezTo>
                      <a:pt x="1331" y="1142"/>
                      <a:pt x="1509" y="1127"/>
                      <a:pt x="1686" y="1111"/>
                    </a:cubicBezTo>
                    <a:cubicBezTo>
                      <a:pt x="2570" y="1015"/>
                      <a:pt x="3245" y="691"/>
                      <a:pt x="3214" y="386"/>
                    </a:cubicBezTo>
                    <a:cubicBezTo>
                      <a:pt x="3183" y="147"/>
                      <a:pt x="2716" y="0"/>
                      <a:pt x="2072" y="0"/>
                    </a:cubicBezTo>
                    <a:close/>
                  </a:path>
                </a:pathLst>
              </a:custGeom>
              <a:solidFill>
                <a:srgbClr val="2E44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462;p38"/>
              <p:cNvSpPr/>
              <p:nvPr/>
            </p:nvSpPr>
            <p:spPr>
              <a:xfrm>
                <a:off x="4765610" y="2887402"/>
                <a:ext cx="57569" cy="16775"/>
              </a:xfrm>
              <a:custGeom>
                <a:avLst/>
                <a:gdLst/>
                <a:ahLst/>
                <a:cxnLst/>
                <a:rect l="l" t="t" r="r" b="b"/>
                <a:pathLst>
                  <a:path w="2042" h="595" extrusionOk="0">
                    <a:moveTo>
                      <a:pt x="1382" y="0"/>
                    </a:moveTo>
                    <a:cubicBezTo>
                      <a:pt x="1270" y="0"/>
                      <a:pt x="1142" y="0"/>
                      <a:pt x="996" y="16"/>
                    </a:cubicBezTo>
                    <a:cubicBezTo>
                      <a:pt x="448" y="81"/>
                      <a:pt x="1" y="259"/>
                      <a:pt x="32" y="417"/>
                    </a:cubicBezTo>
                    <a:cubicBezTo>
                      <a:pt x="32" y="532"/>
                      <a:pt x="305" y="594"/>
                      <a:pt x="676" y="594"/>
                    </a:cubicBezTo>
                    <a:cubicBezTo>
                      <a:pt x="788" y="594"/>
                      <a:pt x="915" y="594"/>
                      <a:pt x="1061" y="579"/>
                    </a:cubicBezTo>
                    <a:cubicBezTo>
                      <a:pt x="1605" y="513"/>
                      <a:pt x="2041" y="340"/>
                      <a:pt x="2026" y="178"/>
                    </a:cubicBezTo>
                    <a:cubicBezTo>
                      <a:pt x="2026" y="66"/>
                      <a:pt x="1752" y="0"/>
                      <a:pt x="1382" y="0"/>
                    </a:cubicBezTo>
                    <a:close/>
                  </a:path>
                </a:pathLst>
              </a:custGeom>
              <a:solidFill>
                <a:srgbClr val="2539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63" name="Google Shape;1463;p38"/>
            <p:cNvGrpSpPr/>
            <p:nvPr/>
          </p:nvGrpSpPr>
          <p:grpSpPr>
            <a:xfrm>
              <a:off x="4307884" y="1041430"/>
              <a:ext cx="661421" cy="1845134"/>
              <a:chOff x="4221490" y="3070967"/>
              <a:chExt cx="251845" cy="702560"/>
            </a:xfrm>
          </p:grpSpPr>
          <p:sp>
            <p:nvSpPr>
              <p:cNvPr id="1464" name="Google Shape;1464;p38"/>
              <p:cNvSpPr/>
              <p:nvPr/>
            </p:nvSpPr>
            <p:spPr>
              <a:xfrm>
                <a:off x="4221490" y="3466089"/>
                <a:ext cx="232391" cy="307439"/>
              </a:xfrm>
              <a:custGeom>
                <a:avLst/>
                <a:gdLst/>
                <a:ahLst/>
                <a:cxnLst/>
                <a:rect l="l" t="t" r="r" b="b"/>
                <a:pathLst>
                  <a:path w="8243" h="10905" extrusionOk="0">
                    <a:moveTo>
                      <a:pt x="2603" y="0"/>
                    </a:moveTo>
                    <a:cubicBezTo>
                      <a:pt x="2386" y="0"/>
                      <a:pt x="2190" y="148"/>
                      <a:pt x="2137" y="368"/>
                    </a:cubicBezTo>
                    <a:lnTo>
                      <a:pt x="1959" y="1140"/>
                    </a:lnTo>
                    <a:cubicBezTo>
                      <a:pt x="1929" y="1221"/>
                      <a:pt x="1975" y="1286"/>
                      <a:pt x="2056" y="1317"/>
                    </a:cubicBezTo>
                    <a:lnTo>
                      <a:pt x="2071" y="1317"/>
                    </a:lnTo>
                    <a:cubicBezTo>
                      <a:pt x="2249" y="1363"/>
                      <a:pt x="2376" y="1556"/>
                      <a:pt x="2330" y="1734"/>
                    </a:cubicBezTo>
                    <a:cubicBezTo>
                      <a:pt x="2295" y="1830"/>
                      <a:pt x="2249" y="1911"/>
                      <a:pt x="2168" y="1961"/>
                    </a:cubicBezTo>
                    <a:cubicBezTo>
                      <a:pt x="2115" y="1991"/>
                      <a:pt x="2057" y="2008"/>
                      <a:pt x="1996" y="2008"/>
                    </a:cubicBezTo>
                    <a:cubicBezTo>
                      <a:pt x="1962" y="2008"/>
                      <a:pt x="1928" y="2003"/>
                      <a:pt x="1894" y="1992"/>
                    </a:cubicBezTo>
                    <a:cubicBezTo>
                      <a:pt x="1884" y="1990"/>
                      <a:pt x="1873" y="1989"/>
                      <a:pt x="1863" y="1989"/>
                    </a:cubicBezTo>
                    <a:cubicBezTo>
                      <a:pt x="1794" y="1989"/>
                      <a:pt x="1733" y="2033"/>
                      <a:pt x="1717" y="2104"/>
                    </a:cubicBezTo>
                    <a:lnTo>
                      <a:pt x="1686" y="2231"/>
                    </a:lnTo>
                    <a:cubicBezTo>
                      <a:pt x="1670" y="2312"/>
                      <a:pt x="1717" y="2378"/>
                      <a:pt x="1782" y="2393"/>
                    </a:cubicBezTo>
                    <a:lnTo>
                      <a:pt x="1798" y="2409"/>
                    </a:lnTo>
                    <a:cubicBezTo>
                      <a:pt x="1990" y="2443"/>
                      <a:pt x="2102" y="2636"/>
                      <a:pt x="2056" y="2829"/>
                    </a:cubicBezTo>
                    <a:cubicBezTo>
                      <a:pt x="2040" y="2926"/>
                      <a:pt x="1975" y="3003"/>
                      <a:pt x="1894" y="3053"/>
                    </a:cubicBezTo>
                    <a:cubicBezTo>
                      <a:pt x="1841" y="3083"/>
                      <a:pt x="1783" y="3101"/>
                      <a:pt x="1721" y="3101"/>
                    </a:cubicBezTo>
                    <a:cubicBezTo>
                      <a:pt x="1688" y="3101"/>
                      <a:pt x="1654" y="3096"/>
                      <a:pt x="1620" y="3084"/>
                    </a:cubicBezTo>
                    <a:cubicBezTo>
                      <a:pt x="1612" y="3082"/>
                      <a:pt x="1604" y="3081"/>
                      <a:pt x="1596" y="3081"/>
                    </a:cubicBezTo>
                    <a:cubicBezTo>
                      <a:pt x="1539" y="3081"/>
                      <a:pt x="1475" y="3126"/>
                      <a:pt x="1462" y="3180"/>
                    </a:cubicBezTo>
                    <a:lnTo>
                      <a:pt x="1427" y="3327"/>
                    </a:lnTo>
                    <a:cubicBezTo>
                      <a:pt x="1412" y="3408"/>
                      <a:pt x="1462" y="3469"/>
                      <a:pt x="1524" y="3485"/>
                    </a:cubicBezTo>
                    <a:cubicBezTo>
                      <a:pt x="1717" y="3535"/>
                      <a:pt x="1832" y="3728"/>
                      <a:pt x="1782" y="3921"/>
                    </a:cubicBezTo>
                    <a:cubicBezTo>
                      <a:pt x="1767" y="4017"/>
                      <a:pt x="1701" y="4098"/>
                      <a:pt x="1620" y="4129"/>
                    </a:cubicBezTo>
                    <a:cubicBezTo>
                      <a:pt x="1574" y="4167"/>
                      <a:pt x="1507" y="4185"/>
                      <a:pt x="1436" y="4185"/>
                    </a:cubicBezTo>
                    <a:cubicBezTo>
                      <a:pt x="1413" y="4185"/>
                      <a:pt x="1389" y="4183"/>
                      <a:pt x="1366" y="4179"/>
                    </a:cubicBezTo>
                    <a:cubicBezTo>
                      <a:pt x="1354" y="4176"/>
                      <a:pt x="1342" y="4175"/>
                      <a:pt x="1331" y="4175"/>
                    </a:cubicBezTo>
                    <a:cubicBezTo>
                      <a:pt x="1266" y="4175"/>
                      <a:pt x="1217" y="4220"/>
                      <a:pt x="1204" y="4276"/>
                    </a:cubicBezTo>
                    <a:lnTo>
                      <a:pt x="787" y="6011"/>
                    </a:lnTo>
                    <a:lnTo>
                      <a:pt x="46" y="9062"/>
                    </a:lnTo>
                    <a:cubicBezTo>
                      <a:pt x="0" y="9321"/>
                      <a:pt x="143" y="9560"/>
                      <a:pt x="401" y="9625"/>
                    </a:cubicBezTo>
                    <a:lnTo>
                      <a:pt x="5527" y="10894"/>
                    </a:lnTo>
                    <a:cubicBezTo>
                      <a:pt x="5561" y="10901"/>
                      <a:pt x="5595" y="10904"/>
                      <a:pt x="5628" y="10904"/>
                    </a:cubicBezTo>
                    <a:cubicBezTo>
                      <a:pt x="5846" y="10904"/>
                      <a:pt x="6033" y="10764"/>
                      <a:pt x="6090" y="10543"/>
                    </a:cubicBezTo>
                    <a:lnTo>
                      <a:pt x="6827" y="7488"/>
                    </a:lnTo>
                    <a:lnTo>
                      <a:pt x="7247" y="5737"/>
                    </a:lnTo>
                    <a:cubicBezTo>
                      <a:pt x="7263" y="5672"/>
                      <a:pt x="7213" y="5606"/>
                      <a:pt x="7167" y="5606"/>
                    </a:cubicBezTo>
                    <a:lnTo>
                      <a:pt x="7151" y="5591"/>
                    </a:lnTo>
                    <a:cubicBezTo>
                      <a:pt x="6958" y="5545"/>
                      <a:pt x="6846" y="5367"/>
                      <a:pt x="6893" y="5174"/>
                    </a:cubicBezTo>
                    <a:cubicBezTo>
                      <a:pt x="6908" y="5078"/>
                      <a:pt x="6974" y="4997"/>
                      <a:pt x="7055" y="4951"/>
                    </a:cubicBezTo>
                    <a:cubicBezTo>
                      <a:pt x="7107" y="4918"/>
                      <a:pt x="7167" y="4900"/>
                      <a:pt x="7223" y="4900"/>
                    </a:cubicBezTo>
                    <a:cubicBezTo>
                      <a:pt x="7253" y="4900"/>
                      <a:pt x="7282" y="4905"/>
                      <a:pt x="7309" y="4916"/>
                    </a:cubicBezTo>
                    <a:lnTo>
                      <a:pt x="7328" y="4916"/>
                    </a:lnTo>
                    <a:cubicBezTo>
                      <a:pt x="7337" y="4918"/>
                      <a:pt x="7345" y="4919"/>
                      <a:pt x="7353" y="4919"/>
                    </a:cubicBezTo>
                    <a:cubicBezTo>
                      <a:pt x="7403" y="4919"/>
                      <a:pt x="7442" y="4878"/>
                      <a:pt x="7456" y="4835"/>
                    </a:cubicBezTo>
                    <a:lnTo>
                      <a:pt x="7502" y="4642"/>
                    </a:lnTo>
                    <a:cubicBezTo>
                      <a:pt x="7521" y="4580"/>
                      <a:pt x="7487" y="4530"/>
                      <a:pt x="7425" y="4515"/>
                    </a:cubicBezTo>
                    <a:cubicBezTo>
                      <a:pt x="7232" y="4468"/>
                      <a:pt x="7116" y="4276"/>
                      <a:pt x="7151" y="4083"/>
                    </a:cubicBezTo>
                    <a:cubicBezTo>
                      <a:pt x="7182" y="3986"/>
                      <a:pt x="7247" y="3905"/>
                      <a:pt x="7309" y="3855"/>
                    </a:cubicBezTo>
                    <a:cubicBezTo>
                      <a:pt x="7366" y="3833"/>
                      <a:pt x="7431" y="3812"/>
                      <a:pt x="7499" y="3812"/>
                    </a:cubicBezTo>
                    <a:cubicBezTo>
                      <a:pt x="7527" y="3812"/>
                      <a:pt x="7555" y="3815"/>
                      <a:pt x="7583" y="3824"/>
                    </a:cubicBezTo>
                    <a:cubicBezTo>
                      <a:pt x="7594" y="3827"/>
                      <a:pt x="7605" y="3828"/>
                      <a:pt x="7616" y="3828"/>
                    </a:cubicBezTo>
                    <a:cubicBezTo>
                      <a:pt x="7670" y="3828"/>
                      <a:pt x="7717" y="3798"/>
                      <a:pt x="7730" y="3743"/>
                    </a:cubicBezTo>
                    <a:lnTo>
                      <a:pt x="7776" y="3550"/>
                    </a:lnTo>
                    <a:cubicBezTo>
                      <a:pt x="7776" y="3485"/>
                      <a:pt x="7745" y="3439"/>
                      <a:pt x="7679" y="3423"/>
                    </a:cubicBezTo>
                    <a:cubicBezTo>
                      <a:pt x="7487" y="3373"/>
                      <a:pt x="7375" y="3180"/>
                      <a:pt x="7425" y="2987"/>
                    </a:cubicBezTo>
                    <a:cubicBezTo>
                      <a:pt x="7456" y="2891"/>
                      <a:pt x="7502" y="2829"/>
                      <a:pt x="7583" y="2779"/>
                    </a:cubicBezTo>
                    <a:cubicBezTo>
                      <a:pt x="7643" y="2745"/>
                      <a:pt x="7711" y="2725"/>
                      <a:pt x="7782" y="2725"/>
                    </a:cubicBezTo>
                    <a:cubicBezTo>
                      <a:pt x="7807" y="2725"/>
                      <a:pt x="7832" y="2728"/>
                      <a:pt x="7857" y="2733"/>
                    </a:cubicBezTo>
                    <a:cubicBezTo>
                      <a:pt x="7866" y="2737"/>
                      <a:pt x="7874" y="2739"/>
                      <a:pt x="7881" y="2739"/>
                    </a:cubicBezTo>
                    <a:cubicBezTo>
                      <a:pt x="7900" y="2739"/>
                      <a:pt x="7916" y="2727"/>
                      <a:pt x="7938" y="2713"/>
                    </a:cubicBezTo>
                    <a:cubicBezTo>
                      <a:pt x="7953" y="2698"/>
                      <a:pt x="7984" y="2683"/>
                      <a:pt x="7984" y="2652"/>
                    </a:cubicBezTo>
                    <a:lnTo>
                      <a:pt x="8177" y="1830"/>
                    </a:lnTo>
                    <a:cubicBezTo>
                      <a:pt x="8243" y="1591"/>
                      <a:pt x="8081" y="1333"/>
                      <a:pt x="7841" y="1267"/>
                    </a:cubicBezTo>
                    <a:lnTo>
                      <a:pt x="2715" y="14"/>
                    </a:lnTo>
                    <a:cubicBezTo>
                      <a:pt x="2678" y="4"/>
                      <a:pt x="2640" y="0"/>
                      <a:pt x="26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5" name="Google Shape;1465;p38"/>
              <p:cNvSpPr/>
              <p:nvPr/>
            </p:nvSpPr>
            <p:spPr>
              <a:xfrm>
                <a:off x="4398625" y="3294761"/>
                <a:ext cx="74710" cy="49929"/>
              </a:xfrm>
              <a:custGeom>
                <a:avLst/>
                <a:gdLst/>
                <a:ahLst/>
                <a:cxnLst/>
                <a:rect l="l" t="t" r="r" b="b"/>
                <a:pathLst>
                  <a:path w="2650" h="1771" extrusionOk="0">
                    <a:moveTo>
                      <a:pt x="899" y="0"/>
                    </a:moveTo>
                    <a:cubicBezTo>
                      <a:pt x="255" y="81"/>
                      <a:pt x="62" y="629"/>
                      <a:pt x="0" y="644"/>
                    </a:cubicBezTo>
                    <a:lnTo>
                      <a:pt x="2137" y="1771"/>
                    </a:lnTo>
                    <a:cubicBezTo>
                      <a:pt x="2650" y="1238"/>
                      <a:pt x="2203" y="517"/>
                      <a:pt x="2203" y="517"/>
                    </a:cubicBezTo>
                    <a:lnTo>
                      <a:pt x="2203" y="517"/>
                    </a:lnTo>
                    <a:lnTo>
                      <a:pt x="1396" y="710"/>
                    </a:lnTo>
                    <a:cubicBezTo>
                      <a:pt x="1396" y="710"/>
                      <a:pt x="1366" y="691"/>
                      <a:pt x="89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1466;p38"/>
              <p:cNvSpPr/>
              <p:nvPr/>
            </p:nvSpPr>
            <p:spPr>
              <a:xfrm>
                <a:off x="4354673" y="3341787"/>
                <a:ext cx="69297" cy="218097"/>
              </a:xfrm>
              <a:custGeom>
                <a:avLst/>
                <a:gdLst/>
                <a:ahLst/>
                <a:cxnLst/>
                <a:rect l="l" t="t" r="r" b="b"/>
                <a:pathLst>
                  <a:path w="2458" h="7736" extrusionOk="0">
                    <a:moveTo>
                      <a:pt x="2341" y="1"/>
                    </a:moveTo>
                    <a:cubicBezTo>
                      <a:pt x="2292" y="1"/>
                      <a:pt x="2247" y="31"/>
                      <a:pt x="2234" y="68"/>
                    </a:cubicBezTo>
                    <a:cubicBezTo>
                      <a:pt x="884" y="3346"/>
                      <a:pt x="16" y="7558"/>
                      <a:pt x="1" y="7589"/>
                    </a:cubicBezTo>
                    <a:cubicBezTo>
                      <a:pt x="1" y="7655"/>
                      <a:pt x="32" y="7720"/>
                      <a:pt x="97" y="7736"/>
                    </a:cubicBezTo>
                    <a:lnTo>
                      <a:pt x="113" y="7736"/>
                    </a:lnTo>
                    <a:cubicBezTo>
                      <a:pt x="175" y="7736"/>
                      <a:pt x="209" y="7686"/>
                      <a:pt x="225" y="7639"/>
                    </a:cubicBezTo>
                    <a:cubicBezTo>
                      <a:pt x="240" y="7589"/>
                      <a:pt x="1093" y="3412"/>
                      <a:pt x="2427" y="149"/>
                    </a:cubicBezTo>
                    <a:cubicBezTo>
                      <a:pt x="2458" y="103"/>
                      <a:pt x="2427" y="37"/>
                      <a:pt x="2377" y="6"/>
                    </a:cubicBezTo>
                    <a:cubicBezTo>
                      <a:pt x="2365" y="2"/>
                      <a:pt x="2353" y="1"/>
                      <a:pt x="23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1467;p38"/>
              <p:cNvSpPr/>
              <p:nvPr/>
            </p:nvSpPr>
            <p:spPr>
              <a:xfrm>
                <a:off x="4358281" y="3433836"/>
                <a:ext cx="101916" cy="107893"/>
              </a:xfrm>
              <a:custGeom>
                <a:avLst/>
                <a:gdLst/>
                <a:ahLst/>
                <a:cxnLst/>
                <a:rect l="l" t="t" r="r" b="b"/>
                <a:pathLst>
                  <a:path w="3615" h="3827" extrusionOk="0">
                    <a:moveTo>
                      <a:pt x="3614" y="0"/>
                    </a:moveTo>
                    <a:cubicBezTo>
                      <a:pt x="1397" y="1447"/>
                      <a:pt x="0" y="3827"/>
                      <a:pt x="0" y="3827"/>
                    </a:cubicBezTo>
                    <a:cubicBezTo>
                      <a:pt x="0" y="3827"/>
                      <a:pt x="2989" y="2766"/>
                      <a:pt x="361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8" name="Google Shape;1468;p38"/>
              <p:cNvSpPr/>
              <p:nvPr/>
            </p:nvSpPr>
            <p:spPr>
              <a:xfrm>
                <a:off x="4312919" y="3395325"/>
                <a:ext cx="58105" cy="146855"/>
              </a:xfrm>
              <a:custGeom>
                <a:avLst/>
                <a:gdLst/>
                <a:ahLst/>
                <a:cxnLst/>
                <a:rect l="l" t="t" r="r" b="b"/>
                <a:pathLst>
                  <a:path w="2061" h="5209" extrusionOk="0">
                    <a:moveTo>
                      <a:pt x="1077" y="1"/>
                    </a:moveTo>
                    <a:lnTo>
                      <a:pt x="1077" y="1"/>
                    </a:lnTo>
                    <a:cubicBezTo>
                      <a:pt x="1" y="2620"/>
                      <a:pt x="1818" y="5208"/>
                      <a:pt x="1818" y="5208"/>
                    </a:cubicBezTo>
                    <a:cubicBezTo>
                      <a:pt x="1818" y="5208"/>
                      <a:pt x="2061" y="2462"/>
                      <a:pt x="107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9" name="Google Shape;1469;p38"/>
              <p:cNvSpPr/>
              <p:nvPr/>
            </p:nvSpPr>
            <p:spPr>
              <a:xfrm>
                <a:off x="4376438" y="3400766"/>
                <a:ext cx="72004" cy="75725"/>
              </a:xfrm>
              <a:custGeom>
                <a:avLst/>
                <a:gdLst/>
                <a:ahLst/>
                <a:cxnLst/>
                <a:rect l="l" t="t" r="r" b="b"/>
                <a:pathLst>
                  <a:path w="2554" h="2686" extrusionOk="0">
                    <a:moveTo>
                      <a:pt x="2554" y="1"/>
                    </a:moveTo>
                    <a:lnTo>
                      <a:pt x="2554" y="1"/>
                    </a:lnTo>
                    <a:cubicBezTo>
                      <a:pt x="980" y="1015"/>
                      <a:pt x="0" y="2685"/>
                      <a:pt x="0" y="2685"/>
                    </a:cubicBezTo>
                    <a:cubicBezTo>
                      <a:pt x="0" y="2685"/>
                      <a:pt x="2102" y="1945"/>
                      <a:pt x="25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38"/>
              <p:cNvSpPr/>
              <p:nvPr/>
            </p:nvSpPr>
            <p:spPr>
              <a:xfrm>
                <a:off x="4381879" y="3400766"/>
                <a:ext cx="66562" cy="73864"/>
              </a:xfrm>
              <a:custGeom>
                <a:avLst/>
                <a:gdLst/>
                <a:ahLst/>
                <a:cxnLst/>
                <a:rect l="l" t="t" r="r" b="b"/>
                <a:pathLst>
                  <a:path w="2361" h="2620" extrusionOk="0">
                    <a:moveTo>
                      <a:pt x="2361" y="1"/>
                    </a:moveTo>
                    <a:lnTo>
                      <a:pt x="0" y="2620"/>
                    </a:lnTo>
                    <a:cubicBezTo>
                      <a:pt x="0" y="2620"/>
                      <a:pt x="1863" y="1945"/>
                      <a:pt x="236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38"/>
              <p:cNvSpPr/>
              <p:nvPr/>
            </p:nvSpPr>
            <p:spPr>
              <a:xfrm>
                <a:off x="4357830" y="3347820"/>
                <a:ext cx="40823" cy="104622"/>
              </a:xfrm>
              <a:custGeom>
                <a:avLst/>
                <a:gdLst/>
                <a:ahLst/>
                <a:cxnLst/>
                <a:rect l="l" t="t" r="r" b="b"/>
                <a:pathLst>
                  <a:path w="1448" h="3711" extrusionOk="0">
                    <a:moveTo>
                      <a:pt x="1011" y="0"/>
                    </a:moveTo>
                    <a:lnTo>
                      <a:pt x="1011" y="0"/>
                    </a:lnTo>
                    <a:cubicBezTo>
                      <a:pt x="1" y="1721"/>
                      <a:pt x="996" y="3711"/>
                      <a:pt x="996" y="3711"/>
                    </a:cubicBezTo>
                    <a:cubicBezTo>
                      <a:pt x="996" y="3711"/>
                      <a:pt x="1447" y="1833"/>
                      <a:pt x="101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2" name="Google Shape;1472;p38"/>
              <p:cNvSpPr/>
              <p:nvPr/>
            </p:nvSpPr>
            <p:spPr>
              <a:xfrm>
                <a:off x="4357830" y="3347820"/>
                <a:ext cx="28531" cy="96926"/>
              </a:xfrm>
              <a:custGeom>
                <a:avLst/>
                <a:gdLst/>
                <a:ahLst/>
                <a:cxnLst/>
                <a:rect l="l" t="t" r="r" b="b"/>
                <a:pathLst>
                  <a:path w="1012" h="3438" extrusionOk="0">
                    <a:moveTo>
                      <a:pt x="1011" y="0"/>
                    </a:moveTo>
                    <a:cubicBezTo>
                      <a:pt x="1" y="1624"/>
                      <a:pt x="884" y="3437"/>
                      <a:pt x="884" y="3437"/>
                    </a:cubicBezTo>
                    <a:lnTo>
                      <a:pt x="101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3" name="Google Shape;1473;p38"/>
              <p:cNvSpPr/>
              <p:nvPr/>
            </p:nvSpPr>
            <p:spPr>
              <a:xfrm>
                <a:off x="4392197" y="3307223"/>
                <a:ext cx="71694" cy="49280"/>
              </a:xfrm>
              <a:custGeom>
                <a:avLst/>
                <a:gdLst/>
                <a:ahLst/>
                <a:cxnLst/>
                <a:rect l="l" t="t" r="r" b="b"/>
                <a:pathLst>
                  <a:path w="2543" h="1748" extrusionOk="0">
                    <a:moveTo>
                      <a:pt x="950" y="1"/>
                    </a:moveTo>
                    <a:cubicBezTo>
                      <a:pt x="612" y="1"/>
                      <a:pt x="317" y="139"/>
                      <a:pt x="194" y="395"/>
                    </a:cubicBezTo>
                    <a:cubicBezTo>
                      <a:pt x="1" y="796"/>
                      <a:pt x="309" y="1329"/>
                      <a:pt x="853" y="1599"/>
                    </a:cubicBezTo>
                    <a:cubicBezTo>
                      <a:pt x="1070" y="1698"/>
                      <a:pt x="1313" y="1747"/>
                      <a:pt x="1541" y="1747"/>
                    </a:cubicBezTo>
                    <a:cubicBezTo>
                      <a:pt x="1905" y="1747"/>
                      <a:pt x="2231" y="1622"/>
                      <a:pt x="2350" y="1375"/>
                    </a:cubicBezTo>
                    <a:cubicBezTo>
                      <a:pt x="2542" y="974"/>
                      <a:pt x="2107" y="411"/>
                      <a:pt x="1543" y="137"/>
                    </a:cubicBezTo>
                    <a:cubicBezTo>
                      <a:pt x="1347" y="45"/>
                      <a:pt x="1142" y="1"/>
                      <a:pt x="95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4" name="Google Shape;1474;p38"/>
              <p:cNvSpPr/>
              <p:nvPr/>
            </p:nvSpPr>
            <p:spPr>
              <a:xfrm>
                <a:off x="4383599" y="3298455"/>
                <a:ext cx="88440" cy="68959"/>
              </a:xfrm>
              <a:custGeom>
                <a:avLst/>
                <a:gdLst/>
                <a:ahLst/>
                <a:cxnLst/>
                <a:rect l="l" t="t" r="r" b="b"/>
                <a:pathLst>
                  <a:path w="3137" h="2446" extrusionOk="0">
                    <a:moveTo>
                      <a:pt x="580" y="0"/>
                    </a:moveTo>
                    <a:lnTo>
                      <a:pt x="580" y="0"/>
                    </a:lnTo>
                    <a:cubicBezTo>
                      <a:pt x="51" y="432"/>
                      <a:pt x="1" y="1813"/>
                      <a:pt x="1062" y="2315"/>
                    </a:cubicBezTo>
                    <a:cubicBezTo>
                      <a:pt x="1254" y="2405"/>
                      <a:pt x="1453" y="2446"/>
                      <a:pt x="1649" y="2446"/>
                    </a:cubicBezTo>
                    <a:cubicBezTo>
                      <a:pt x="2387" y="2446"/>
                      <a:pt x="3073" y="1869"/>
                      <a:pt x="3137" y="1219"/>
                    </a:cubicBezTo>
                    <a:cubicBezTo>
                      <a:pt x="3011" y="1178"/>
                      <a:pt x="2896" y="1163"/>
                      <a:pt x="2794" y="1163"/>
                    </a:cubicBezTo>
                    <a:cubicBezTo>
                      <a:pt x="2507" y="1163"/>
                      <a:pt x="2331" y="1285"/>
                      <a:pt x="2331" y="1285"/>
                    </a:cubicBezTo>
                    <a:cubicBezTo>
                      <a:pt x="2331" y="1285"/>
                      <a:pt x="2446" y="529"/>
                      <a:pt x="2010" y="305"/>
                    </a:cubicBezTo>
                    <a:cubicBezTo>
                      <a:pt x="1944" y="269"/>
                      <a:pt x="1875" y="253"/>
                      <a:pt x="1806" y="253"/>
                    </a:cubicBezTo>
                    <a:cubicBezTo>
                      <a:pt x="1442" y="253"/>
                      <a:pt x="1077" y="675"/>
                      <a:pt x="1077" y="675"/>
                    </a:cubicBezTo>
                    <a:cubicBezTo>
                      <a:pt x="1077" y="675"/>
                      <a:pt x="853" y="159"/>
                      <a:pt x="58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38"/>
              <p:cNvSpPr/>
              <p:nvPr/>
            </p:nvSpPr>
            <p:spPr>
              <a:xfrm>
                <a:off x="4249091" y="3532257"/>
                <a:ext cx="165434" cy="223369"/>
              </a:xfrm>
              <a:custGeom>
                <a:avLst/>
                <a:gdLst/>
                <a:ahLst/>
                <a:cxnLst/>
                <a:rect l="l" t="t" r="r" b="b"/>
                <a:pathLst>
                  <a:path w="5868" h="7923" extrusionOk="0">
                    <a:moveTo>
                      <a:pt x="1686" y="0"/>
                    </a:moveTo>
                    <a:lnTo>
                      <a:pt x="1" y="6893"/>
                    </a:lnTo>
                    <a:lnTo>
                      <a:pt x="4178" y="7922"/>
                    </a:lnTo>
                    <a:lnTo>
                      <a:pt x="5867" y="1026"/>
                    </a:lnTo>
                    <a:lnTo>
                      <a:pt x="168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38"/>
              <p:cNvSpPr/>
              <p:nvPr/>
            </p:nvSpPr>
            <p:spPr>
              <a:xfrm>
                <a:off x="4255829" y="3596931"/>
                <a:ext cx="143246" cy="131941"/>
              </a:xfrm>
              <a:custGeom>
                <a:avLst/>
                <a:gdLst/>
                <a:ahLst/>
                <a:cxnLst/>
                <a:rect l="l" t="t" r="r" b="b"/>
                <a:pathLst>
                  <a:path w="5081" h="4680" extrusionOk="0">
                    <a:moveTo>
                      <a:pt x="884" y="1"/>
                    </a:moveTo>
                    <a:lnTo>
                      <a:pt x="325" y="2284"/>
                    </a:lnTo>
                    <a:lnTo>
                      <a:pt x="4502" y="3279"/>
                    </a:lnTo>
                    <a:lnTo>
                      <a:pt x="4390" y="3796"/>
                    </a:lnTo>
                    <a:lnTo>
                      <a:pt x="5081" y="919"/>
                    </a:lnTo>
                    <a:lnTo>
                      <a:pt x="4776" y="853"/>
                    </a:lnTo>
                    <a:cubicBezTo>
                      <a:pt x="4776" y="1289"/>
                      <a:pt x="4437" y="1594"/>
                      <a:pt x="4051" y="1594"/>
                    </a:cubicBezTo>
                    <a:cubicBezTo>
                      <a:pt x="3873" y="1594"/>
                      <a:pt x="3715" y="1544"/>
                      <a:pt x="3553" y="1417"/>
                    </a:cubicBezTo>
                    <a:cubicBezTo>
                      <a:pt x="3441" y="1320"/>
                      <a:pt x="3360" y="1193"/>
                      <a:pt x="3345" y="1062"/>
                    </a:cubicBezTo>
                    <a:cubicBezTo>
                      <a:pt x="3295" y="869"/>
                      <a:pt x="3330" y="695"/>
                      <a:pt x="3391" y="549"/>
                    </a:cubicBezTo>
                    <a:lnTo>
                      <a:pt x="884" y="1"/>
                    </a:lnTo>
                    <a:close/>
                    <a:moveTo>
                      <a:pt x="163" y="2990"/>
                    </a:moveTo>
                    <a:lnTo>
                      <a:pt x="1" y="3650"/>
                    </a:lnTo>
                    <a:lnTo>
                      <a:pt x="4163" y="4680"/>
                    </a:lnTo>
                    <a:lnTo>
                      <a:pt x="4325" y="4005"/>
                    </a:lnTo>
                    <a:lnTo>
                      <a:pt x="163" y="299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38"/>
              <p:cNvSpPr/>
              <p:nvPr/>
            </p:nvSpPr>
            <p:spPr>
              <a:xfrm>
                <a:off x="4351431" y="3601075"/>
                <a:ext cx="39047" cy="19932"/>
              </a:xfrm>
              <a:custGeom>
                <a:avLst/>
                <a:gdLst/>
                <a:ahLst/>
                <a:cxnLst/>
                <a:rect l="l" t="t" r="r" b="b"/>
                <a:pathLst>
                  <a:path w="1385" h="707" extrusionOk="0">
                    <a:moveTo>
                      <a:pt x="660" y="1"/>
                    </a:moveTo>
                    <a:cubicBezTo>
                      <a:pt x="371" y="1"/>
                      <a:pt x="131" y="163"/>
                      <a:pt x="0" y="402"/>
                    </a:cubicBezTo>
                    <a:lnTo>
                      <a:pt x="1385" y="706"/>
                    </a:lnTo>
                    <a:cubicBezTo>
                      <a:pt x="1385" y="660"/>
                      <a:pt x="1370" y="595"/>
                      <a:pt x="1370" y="548"/>
                    </a:cubicBezTo>
                    <a:cubicBezTo>
                      <a:pt x="1335" y="402"/>
                      <a:pt x="1254" y="274"/>
                      <a:pt x="1142" y="178"/>
                    </a:cubicBezTo>
                    <a:cubicBezTo>
                      <a:pt x="984" y="66"/>
                      <a:pt x="822" y="1"/>
                      <a:pt x="6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8" name="Google Shape;1478;p38"/>
              <p:cNvSpPr/>
              <p:nvPr/>
            </p:nvSpPr>
            <p:spPr>
              <a:xfrm>
                <a:off x="4348696" y="3612381"/>
                <a:ext cx="41781" cy="29489"/>
              </a:xfrm>
              <a:custGeom>
                <a:avLst/>
                <a:gdLst/>
                <a:ahLst/>
                <a:cxnLst/>
                <a:rect l="l" t="t" r="r" b="b"/>
                <a:pathLst>
                  <a:path w="1482" h="1046" extrusionOk="0">
                    <a:moveTo>
                      <a:pt x="97" y="1"/>
                    </a:moveTo>
                    <a:cubicBezTo>
                      <a:pt x="36" y="147"/>
                      <a:pt x="1" y="321"/>
                      <a:pt x="51" y="514"/>
                    </a:cubicBezTo>
                    <a:cubicBezTo>
                      <a:pt x="66" y="645"/>
                      <a:pt x="147" y="772"/>
                      <a:pt x="259" y="869"/>
                    </a:cubicBezTo>
                    <a:cubicBezTo>
                      <a:pt x="421" y="996"/>
                      <a:pt x="579" y="1046"/>
                      <a:pt x="757" y="1046"/>
                    </a:cubicBezTo>
                    <a:cubicBezTo>
                      <a:pt x="1143" y="1046"/>
                      <a:pt x="1482" y="741"/>
                      <a:pt x="1482" y="305"/>
                    </a:cubicBezTo>
                    <a:lnTo>
                      <a:pt x="97" y="1"/>
                    </a:lnTo>
                    <a:close/>
                  </a:path>
                </a:pathLst>
              </a:custGeom>
              <a:solidFill>
                <a:srgbClr val="0C22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9" name="Google Shape;1479;p38"/>
              <p:cNvSpPr/>
              <p:nvPr/>
            </p:nvSpPr>
            <p:spPr>
              <a:xfrm>
                <a:off x="4324253" y="3577901"/>
                <a:ext cx="24048" cy="20919"/>
              </a:xfrm>
              <a:custGeom>
                <a:avLst/>
                <a:gdLst/>
                <a:ahLst/>
                <a:cxnLst/>
                <a:rect l="l" t="t" r="r" b="b"/>
                <a:pathLst>
                  <a:path w="853" h="742" extrusionOk="0">
                    <a:moveTo>
                      <a:pt x="420" y="1"/>
                    </a:moveTo>
                    <a:cubicBezTo>
                      <a:pt x="193" y="1"/>
                      <a:pt x="0" y="213"/>
                      <a:pt x="66" y="483"/>
                    </a:cubicBezTo>
                    <a:cubicBezTo>
                      <a:pt x="81" y="549"/>
                      <a:pt x="116" y="599"/>
                      <a:pt x="162" y="630"/>
                    </a:cubicBezTo>
                    <a:cubicBezTo>
                      <a:pt x="243" y="711"/>
                      <a:pt x="339" y="742"/>
                      <a:pt x="420" y="742"/>
                    </a:cubicBezTo>
                    <a:cubicBezTo>
                      <a:pt x="644" y="742"/>
                      <a:pt x="852" y="533"/>
                      <a:pt x="771" y="259"/>
                    </a:cubicBezTo>
                    <a:cubicBezTo>
                      <a:pt x="771" y="194"/>
                      <a:pt x="741" y="148"/>
                      <a:pt x="694" y="117"/>
                    </a:cubicBezTo>
                    <a:cubicBezTo>
                      <a:pt x="613" y="36"/>
                      <a:pt x="517" y="1"/>
                      <a:pt x="4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0" name="Google Shape;1480;p38"/>
              <p:cNvSpPr/>
              <p:nvPr/>
            </p:nvSpPr>
            <p:spPr>
              <a:xfrm>
                <a:off x="4353714" y="3571163"/>
                <a:ext cx="13166" cy="11784"/>
              </a:xfrm>
              <a:custGeom>
                <a:avLst/>
                <a:gdLst/>
                <a:ahLst/>
                <a:cxnLst/>
                <a:rect l="l" t="t" r="r" b="b"/>
                <a:pathLst>
                  <a:path w="467" h="418" extrusionOk="0">
                    <a:moveTo>
                      <a:pt x="228" y="1"/>
                    </a:moveTo>
                    <a:cubicBezTo>
                      <a:pt x="112" y="1"/>
                      <a:pt x="0" y="113"/>
                      <a:pt x="35" y="275"/>
                    </a:cubicBezTo>
                    <a:cubicBezTo>
                      <a:pt x="35" y="306"/>
                      <a:pt x="66" y="336"/>
                      <a:pt x="97" y="371"/>
                    </a:cubicBezTo>
                    <a:cubicBezTo>
                      <a:pt x="131" y="402"/>
                      <a:pt x="178" y="417"/>
                      <a:pt x="228" y="417"/>
                    </a:cubicBezTo>
                    <a:cubicBezTo>
                      <a:pt x="355" y="417"/>
                      <a:pt x="467" y="306"/>
                      <a:pt x="436" y="163"/>
                    </a:cubicBezTo>
                    <a:cubicBezTo>
                      <a:pt x="421" y="113"/>
                      <a:pt x="401" y="82"/>
                      <a:pt x="371" y="66"/>
                    </a:cubicBezTo>
                    <a:cubicBezTo>
                      <a:pt x="324" y="16"/>
                      <a:pt x="274" y="1"/>
                      <a:pt x="2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1" name="Google Shape;1481;p38"/>
              <p:cNvSpPr/>
              <p:nvPr/>
            </p:nvSpPr>
            <p:spPr>
              <a:xfrm>
                <a:off x="4377734" y="3703951"/>
                <a:ext cx="1889" cy="5892"/>
              </a:xfrm>
              <a:custGeom>
                <a:avLst/>
                <a:gdLst/>
                <a:ahLst/>
                <a:cxnLst/>
                <a:rect l="l" t="t" r="r" b="b"/>
                <a:pathLst>
                  <a:path w="67" h="209" extrusionOk="0">
                    <a:moveTo>
                      <a:pt x="66" y="0"/>
                    </a:moveTo>
                    <a:lnTo>
                      <a:pt x="1" y="209"/>
                    </a:lnTo>
                    <a:lnTo>
                      <a:pt x="16" y="209"/>
                    </a:lnTo>
                    <a:lnTo>
                      <a:pt x="6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2" name="Google Shape;1482;p38"/>
              <p:cNvSpPr/>
              <p:nvPr/>
            </p:nvSpPr>
            <p:spPr>
              <a:xfrm>
                <a:off x="4260396" y="3661323"/>
                <a:ext cx="122384" cy="48519"/>
              </a:xfrm>
              <a:custGeom>
                <a:avLst/>
                <a:gdLst/>
                <a:ahLst/>
                <a:cxnLst/>
                <a:rect l="l" t="t" r="r" b="b"/>
                <a:pathLst>
                  <a:path w="4341" h="1721" extrusionOk="0">
                    <a:moveTo>
                      <a:pt x="163" y="0"/>
                    </a:moveTo>
                    <a:lnTo>
                      <a:pt x="1" y="706"/>
                    </a:lnTo>
                    <a:lnTo>
                      <a:pt x="4163" y="1721"/>
                    </a:lnTo>
                    <a:lnTo>
                      <a:pt x="4228" y="1512"/>
                    </a:lnTo>
                    <a:lnTo>
                      <a:pt x="4340" y="995"/>
                    </a:lnTo>
                    <a:lnTo>
                      <a:pt x="163" y="0"/>
                    </a:lnTo>
                    <a:close/>
                  </a:path>
                </a:pathLst>
              </a:custGeom>
              <a:solidFill>
                <a:srgbClr val="0C22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3" name="Google Shape;1483;p38"/>
              <p:cNvSpPr/>
              <p:nvPr/>
            </p:nvSpPr>
            <p:spPr>
              <a:xfrm>
                <a:off x="4222787" y="3693519"/>
                <a:ext cx="177162" cy="79728"/>
              </a:xfrm>
              <a:custGeom>
                <a:avLst/>
                <a:gdLst/>
                <a:ahLst/>
                <a:cxnLst/>
                <a:rect l="l" t="t" r="r" b="b"/>
                <a:pathLst>
                  <a:path w="6284" h="2828" extrusionOk="0">
                    <a:moveTo>
                      <a:pt x="243" y="0"/>
                    </a:moveTo>
                    <a:lnTo>
                      <a:pt x="0" y="995"/>
                    </a:lnTo>
                    <a:lnTo>
                      <a:pt x="0" y="1107"/>
                    </a:lnTo>
                    <a:cubicBezTo>
                      <a:pt x="0" y="1319"/>
                      <a:pt x="128" y="1512"/>
                      <a:pt x="355" y="1558"/>
                    </a:cubicBezTo>
                    <a:lnTo>
                      <a:pt x="5481" y="2827"/>
                    </a:lnTo>
                    <a:lnTo>
                      <a:pt x="5593" y="2827"/>
                    </a:lnTo>
                    <a:cubicBezTo>
                      <a:pt x="5801" y="2827"/>
                      <a:pt x="5994" y="2685"/>
                      <a:pt x="6044" y="2476"/>
                    </a:cubicBezTo>
                    <a:lnTo>
                      <a:pt x="6284" y="1477"/>
                    </a:lnTo>
                    <a:lnTo>
                      <a:pt x="5354" y="1254"/>
                    </a:lnTo>
                    <a:lnTo>
                      <a:pt x="5111" y="2202"/>
                    </a:lnTo>
                    <a:lnTo>
                      <a:pt x="934" y="1173"/>
                    </a:lnTo>
                    <a:lnTo>
                      <a:pt x="1158" y="224"/>
                    </a:lnTo>
                    <a:lnTo>
                      <a:pt x="243" y="0"/>
                    </a:lnTo>
                    <a:close/>
                  </a:path>
                </a:pathLst>
              </a:custGeom>
              <a:solidFill>
                <a:schemeClr val="accent3">
                  <a:alpha val="316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4" name="Google Shape;1484;p38"/>
              <p:cNvSpPr/>
              <p:nvPr/>
            </p:nvSpPr>
            <p:spPr>
              <a:xfrm>
                <a:off x="4366852" y="3728845"/>
                <a:ext cx="6879" cy="26783"/>
              </a:xfrm>
              <a:custGeom>
                <a:avLst/>
                <a:gdLst/>
                <a:ahLst/>
                <a:cxnLst/>
                <a:rect l="l" t="t" r="r" b="b"/>
                <a:pathLst>
                  <a:path w="244" h="950" extrusionOk="0">
                    <a:moveTo>
                      <a:pt x="225" y="1"/>
                    </a:moveTo>
                    <a:lnTo>
                      <a:pt x="1" y="949"/>
                    </a:lnTo>
                    <a:lnTo>
                      <a:pt x="24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5" name="Google Shape;1485;p38"/>
              <p:cNvSpPr/>
              <p:nvPr/>
            </p:nvSpPr>
            <p:spPr>
              <a:xfrm>
                <a:off x="4249091" y="3699806"/>
                <a:ext cx="124103" cy="55821"/>
              </a:xfrm>
              <a:custGeom>
                <a:avLst/>
                <a:gdLst/>
                <a:ahLst/>
                <a:cxnLst/>
                <a:rect l="l" t="t" r="r" b="b"/>
                <a:pathLst>
                  <a:path w="4402" h="1980" extrusionOk="0">
                    <a:moveTo>
                      <a:pt x="240" y="1"/>
                    </a:moveTo>
                    <a:lnTo>
                      <a:pt x="1" y="950"/>
                    </a:lnTo>
                    <a:lnTo>
                      <a:pt x="4178" y="1979"/>
                    </a:lnTo>
                    <a:lnTo>
                      <a:pt x="4402" y="1031"/>
                    </a:lnTo>
                    <a:lnTo>
                      <a:pt x="240" y="1"/>
                    </a:lnTo>
                    <a:close/>
                  </a:path>
                </a:pathLst>
              </a:custGeom>
              <a:solidFill>
                <a:srgbClr val="0C22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38"/>
              <p:cNvSpPr/>
              <p:nvPr/>
            </p:nvSpPr>
            <p:spPr>
              <a:xfrm>
                <a:off x="4280751" y="3513565"/>
                <a:ext cx="41781" cy="139637"/>
              </a:xfrm>
              <a:custGeom>
                <a:avLst/>
                <a:gdLst/>
                <a:ahLst/>
                <a:cxnLst/>
                <a:rect l="l" t="t" r="r" b="b"/>
                <a:pathLst>
                  <a:path w="1482" h="4953" extrusionOk="0">
                    <a:moveTo>
                      <a:pt x="1320" y="1"/>
                    </a:moveTo>
                    <a:cubicBezTo>
                      <a:pt x="1253" y="1"/>
                      <a:pt x="1190" y="45"/>
                      <a:pt x="1177" y="115"/>
                    </a:cubicBezTo>
                    <a:lnTo>
                      <a:pt x="35" y="4759"/>
                    </a:lnTo>
                    <a:cubicBezTo>
                      <a:pt x="0" y="4840"/>
                      <a:pt x="66" y="4921"/>
                      <a:pt x="131" y="4952"/>
                    </a:cubicBezTo>
                    <a:lnTo>
                      <a:pt x="178" y="4952"/>
                    </a:lnTo>
                    <a:cubicBezTo>
                      <a:pt x="243" y="4952"/>
                      <a:pt x="309" y="4906"/>
                      <a:pt x="324" y="4840"/>
                    </a:cubicBezTo>
                    <a:lnTo>
                      <a:pt x="1466" y="196"/>
                    </a:lnTo>
                    <a:cubicBezTo>
                      <a:pt x="1481" y="115"/>
                      <a:pt x="1431" y="34"/>
                      <a:pt x="1350" y="3"/>
                    </a:cubicBezTo>
                    <a:cubicBezTo>
                      <a:pt x="1340" y="1"/>
                      <a:pt x="1330" y="1"/>
                      <a:pt x="13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38"/>
              <p:cNvSpPr/>
              <p:nvPr/>
            </p:nvSpPr>
            <p:spPr>
              <a:xfrm>
                <a:off x="4277143" y="3461324"/>
                <a:ext cx="184041" cy="55257"/>
              </a:xfrm>
              <a:custGeom>
                <a:avLst/>
                <a:gdLst/>
                <a:ahLst/>
                <a:cxnLst/>
                <a:rect l="l" t="t" r="r" b="b"/>
                <a:pathLst>
                  <a:path w="6528" h="1960" extrusionOk="0">
                    <a:moveTo>
                      <a:pt x="261" y="1"/>
                    </a:moveTo>
                    <a:cubicBezTo>
                      <a:pt x="156" y="1"/>
                      <a:pt x="61" y="75"/>
                      <a:pt x="32" y="183"/>
                    </a:cubicBezTo>
                    <a:lnTo>
                      <a:pt x="32" y="202"/>
                    </a:lnTo>
                    <a:cubicBezTo>
                      <a:pt x="1" y="329"/>
                      <a:pt x="82" y="456"/>
                      <a:pt x="209" y="491"/>
                    </a:cubicBezTo>
                    <a:lnTo>
                      <a:pt x="6203" y="1953"/>
                    </a:lnTo>
                    <a:cubicBezTo>
                      <a:pt x="6222" y="1957"/>
                      <a:pt x="6241" y="1959"/>
                      <a:pt x="6259" y="1959"/>
                    </a:cubicBezTo>
                    <a:cubicBezTo>
                      <a:pt x="6369" y="1959"/>
                      <a:pt x="6466" y="1884"/>
                      <a:pt x="6492" y="1775"/>
                    </a:cubicBezTo>
                    <a:cubicBezTo>
                      <a:pt x="6527" y="1648"/>
                      <a:pt x="6461" y="1517"/>
                      <a:pt x="6334" y="1486"/>
                    </a:cubicBezTo>
                    <a:lnTo>
                      <a:pt x="321" y="9"/>
                    </a:lnTo>
                    <a:cubicBezTo>
                      <a:pt x="301" y="3"/>
                      <a:pt x="281" y="1"/>
                      <a:pt x="26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38"/>
              <p:cNvSpPr/>
              <p:nvPr/>
            </p:nvSpPr>
            <p:spPr>
              <a:xfrm>
                <a:off x="4279426" y="3474603"/>
                <a:ext cx="172623" cy="53538"/>
              </a:xfrm>
              <a:custGeom>
                <a:avLst/>
                <a:gdLst/>
                <a:ahLst/>
                <a:cxnLst/>
                <a:rect l="l" t="t" r="r" b="b"/>
                <a:pathLst>
                  <a:path w="6123" h="1899" extrusionOk="0">
                    <a:moveTo>
                      <a:pt x="97" y="1"/>
                    </a:moveTo>
                    <a:cubicBezTo>
                      <a:pt x="97" y="20"/>
                      <a:pt x="97" y="36"/>
                      <a:pt x="82" y="51"/>
                    </a:cubicBezTo>
                    <a:lnTo>
                      <a:pt x="82" y="66"/>
                    </a:lnTo>
                    <a:lnTo>
                      <a:pt x="1" y="421"/>
                    </a:lnTo>
                    <a:lnTo>
                      <a:pt x="2300" y="984"/>
                    </a:lnTo>
                    <a:cubicBezTo>
                      <a:pt x="2250" y="822"/>
                      <a:pt x="2203" y="676"/>
                      <a:pt x="2153" y="502"/>
                    </a:cubicBezTo>
                    <a:lnTo>
                      <a:pt x="97" y="1"/>
                    </a:lnTo>
                    <a:close/>
                    <a:moveTo>
                      <a:pt x="3006" y="710"/>
                    </a:moveTo>
                    <a:cubicBezTo>
                      <a:pt x="3006" y="869"/>
                      <a:pt x="3021" y="1015"/>
                      <a:pt x="3021" y="1158"/>
                    </a:cubicBezTo>
                    <a:lnTo>
                      <a:pt x="3071" y="1158"/>
                    </a:lnTo>
                    <a:cubicBezTo>
                      <a:pt x="3102" y="1031"/>
                      <a:pt x="3133" y="903"/>
                      <a:pt x="3168" y="757"/>
                    </a:cubicBezTo>
                    <a:lnTo>
                      <a:pt x="3006" y="710"/>
                    </a:lnTo>
                    <a:close/>
                    <a:moveTo>
                      <a:pt x="3391" y="807"/>
                    </a:moveTo>
                    <a:cubicBezTo>
                      <a:pt x="3360" y="950"/>
                      <a:pt x="3326" y="1096"/>
                      <a:pt x="3295" y="1223"/>
                    </a:cubicBezTo>
                    <a:lnTo>
                      <a:pt x="3553" y="1289"/>
                    </a:lnTo>
                    <a:cubicBezTo>
                      <a:pt x="3650" y="1177"/>
                      <a:pt x="3746" y="1046"/>
                      <a:pt x="3843" y="919"/>
                    </a:cubicBezTo>
                    <a:lnTo>
                      <a:pt x="3391" y="807"/>
                    </a:lnTo>
                    <a:close/>
                    <a:moveTo>
                      <a:pt x="4807" y="1158"/>
                    </a:moveTo>
                    <a:cubicBezTo>
                      <a:pt x="4660" y="1274"/>
                      <a:pt x="4533" y="1385"/>
                      <a:pt x="4386" y="1497"/>
                    </a:cubicBezTo>
                    <a:lnTo>
                      <a:pt x="6026" y="1898"/>
                    </a:lnTo>
                    <a:lnTo>
                      <a:pt x="6122" y="1482"/>
                    </a:lnTo>
                    <a:lnTo>
                      <a:pt x="4807" y="1158"/>
                    </a:lnTo>
                    <a:close/>
                  </a:path>
                </a:pathLst>
              </a:custGeom>
              <a:solidFill>
                <a:schemeClr val="accent3">
                  <a:alpha val="316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38"/>
              <p:cNvSpPr/>
              <p:nvPr/>
            </p:nvSpPr>
            <p:spPr>
              <a:xfrm>
                <a:off x="4366006" y="3495917"/>
                <a:ext cx="9050" cy="13194"/>
              </a:xfrm>
              <a:custGeom>
                <a:avLst/>
                <a:gdLst/>
                <a:ahLst/>
                <a:cxnLst/>
                <a:rect l="l" t="t" r="r" b="b"/>
                <a:pathLst>
                  <a:path w="321" h="468" extrusionOk="0">
                    <a:moveTo>
                      <a:pt x="97" y="1"/>
                    </a:moveTo>
                    <a:cubicBezTo>
                      <a:pt x="62" y="147"/>
                      <a:pt x="31" y="275"/>
                      <a:pt x="0" y="402"/>
                    </a:cubicBezTo>
                    <a:lnTo>
                      <a:pt x="224" y="467"/>
                    </a:lnTo>
                    <a:cubicBezTo>
                      <a:pt x="255" y="340"/>
                      <a:pt x="289" y="194"/>
                      <a:pt x="320" y="51"/>
                    </a:cubicBezTo>
                    <a:lnTo>
                      <a:pt x="97" y="1"/>
                    </a:lnTo>
                    <a:close/>
                  </a:path>
                </a:pathLst>
              </a:custGeom>
              <a:solidFill>
                <a:srgbClr val="86AC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38"/>
              <p:cNvSpPr/>
              <p:nvPr/>
            </p:nvSpPr>
            <p:spPr>
              <a:xfrm>
                <a:off x="4379595" y="3500484"/>
                <a:ext cx="35353" cy="16352"/>
              </a:xfrm>
              <a:custGeom>
                <a:avLst/>
                <a:gdLst/>
                <a:ahLst/>
                <a:cxnLst/>
                <a:rect l="l" t="t" r="r" b="b"/>
                <a:pathLst>
                  <a:path w="1254" h="580" extrusionOk="0">
                    <a:moveTo>
                      <a:pt x="290" y="1"/>
                    </a:moveTo>
                    <a:cubicBezTo>
                      <a:pt x="193" y="128"/>
                      <a:pt x="97" y="259"/>
                      <a:pt x="0" y="371"/>
                    </a:cubicBezTo>
                    <a:lnTo>
                      <a:pt x="833" y="579"/>
                    </a:lnTo>
                    <a:cubicBezTo>
                      <a:pt x="980" y="467"/>
                      <a:pt x="1107" y="356"/>
                      <a:pt x="1254" y="240"/>
                    </a:cubicBezTo>
                    <a:lnTo>
                      <a:pt x="290" y="1"/>
                    </a:lnTo>
                    <a:close/>
                  </a:path>
                </a:pathLst>
              </a:custGeom>
              <a:solidFill>
                <a:srgbClr val="86AC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1491;p38"/>
              <p:cNvSpPr/>
              <p:nvPr/>
            </p:nvSpPr>
            <p:spPr>
              <a:xfrm>
                <a:off x="4340125" y="3488756"/>
                <a:ext cx="24471" cy="18494"/>
              </a:xfrm>
              <a:custGeom>
                <a:avLst/>
                <a:gdLst/>
                <a:ahLst/>
                <a:cxnLst/>
                <a:rect l="l" t="t" r="r" b="b"/>
                <a:pathLst>
                  <a:path w="868" h="656" extrusionOk="0">
                    <a:moveTo>
                      <a:pt x="0" y="0"/>
                    </a:moveTo>
                    <a:cubicBezTo>
                      <a:pt x="50" y="174"/>
                      <a:pt x="97" y="320"/>
                      <a:pt x="147" y="482"/>
                    </a:cubicBezTo>
                    <a:lnTo>
                      <a:pt x="868" y="656"/>
                    </a:lnTo>
                    <a:cubicBezTo>
                      <a:pt x="868" y="513"/>
                      <a:pt x="853" y="367"/>
                      <a:pt x="853" y="208"/>
                    </a:cubicBezTo>
                    <a:lnTo>
                      <a:pt x="0" y="0"/>
                    </a:lnTo>
                    <a:close/>
                  </a:path>
                </a:pathLst>
              </a:custGeom>
              <a:solidFill>
                <a:srgbClr val="86AC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2" name="Google Shape;1492;p38"/>
              <p:cNvSpPr/>
              <p:nvPr/>
            </p:nvSpPr>
            <p:spPr>
              <a:xfrm>
                <a:off x="4281287" y="3070967"/>
                <a:ext cx="172172" cy="446287"/>
              </a:xfrm>
              <a:custGeom>
                <a:avLst/>
                <a:gdLst/>
                <a:ahLst/>
                <a:cxnLst/>
                <a:rect l="l" t="t" r="r" b="b"/>
                <a:pathLst>
                  <a:path w="6107" h="15830" extrusionOk="0">
                    <a:moveTo>
                      <a:pt x="174" y="0"/>
                    </a:moveTo>
                    <a:cubicBezTo>
                      <a:pt x="159" y="0"/>
                      <a:pt x="143" y="16"/>
                      <a:pt x="143" y="47"/>
                    </a:cubicBezTo>
                    <a:lnTo>
                      <a:pt x="0" y="14318"/>
                    </a:lnTo>
                    <a:cubicBezTo>
                      <a:pt x="0" y="14337"/>
                      <a:pt x="16" y="14353"/>
                      <a:pt x="31" y="14353"/>
                    </a:cubicBezTo>
                    <a:lnTo>
                      <a:pt x="6056" y="15830"/>
                    </a:lnTo>
                    <a:cubicBezTo>
                      <a:pt x="6075" y="15830"/>
                      <a:pt x="6091" y="15830"/>
                      <a:pt x="6106" y="15814"/>
                    </a:cubicBezTo>
                    <a:cubicBezTo>
                      <a:pt x="6106" y="15783"/>
                      <a:pt x="6091" y="15764"/>
                      <a:pt x="6075" y="15764"/>
                    </a:cubicBezTo>
                    <a:lnTo>
                      <a:pt x="78" y="14287"/>
                    </a:lnTo>
                    <a:lnTo>
                      <a:pt x="209" y="47"/>
                    </a:lnTo>
                    <a:cubicBezTo>
                      <a:pt x="209" y="16"/>
                      <a:pt x="193" y="0"/>
                      <a:pt x="1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38"/>
              <p:cNvSpPr/>
              <p:nvPr/>
            </p:nvSpPr>
            <p:spPr>
              <a:xfrm>
                <a:off x="4297611" y="3070967"/>
                <a:ext cx="1748" cy="73413"/>
              </a:xfrm>
              <a:custGeom>
                <a:avLst/>
                <a:gdLst/>
                <a:ahLst/>
                <a:cxnLst/>
                <a:rect l="l" t="t" r="r" b="b"/>
                <a:pathLst>
                  <a:path w="62" h="2604" extrusionOk="0">
                    <a:moveTo>
                      <a:pt x="31" y="0"/>
                    </a:moveTo>
                    <a:cubicBezTo>
                      <a:pt x="15" y="0"/>
                      <a:pt x="0" y="16"/>
                      <a:pt x="0" y="47"/>
                    </a:cubicBezTo>
                    <a:lnTo>
                      <a:pt x="0" y="2573"/>
                    </a:lnTo>
                    <a:cubicBezTo>
                      <a:pt x="0" y="2588"/>
                      <a:pt x="15" y="2604"/>
                      <a:pt x="31" y="2604"/>
                    </a:cubicBezTo>
                    <a:cubicBezTo>
                      <a:pt x="46" y="2604"/>
                      <a:pt x="62" y="2588"/>
                      <a:pt x="62" y="2573"/>
                    </a:cubicBezTo>
                    <a:lnTo>
                      <a:pt x="62" y="47"/>
                    </a:lnTo>
                    <a:cubicBezTo>
                      <a:pt x="62" y="16"/>
                      <a:pt x="46" y="0"/>
                      <a:pt x="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38"/>
              <p:cNvSpPr/>
              <p:nvPr/>
            </p:nvSpPr>
            <p:spPr>
              <a:xfrm>
                <a:off x="4430060" y="3288108"/>
                <a:ext cx="9896" cy="8091"/>
              </a:xfrm>
              <a:custGeom>
                <a:avLst/>
                <a:gdLst/>
                <a:ahLst/>
                <a:cxnLst/>
                <a:rect l="l" t="t" r="r" b="b"/>
                <a:pathLst>
                  <a:path w="351" h="287" extrusionOk="0">
                    <a:moveTo>
                      <a:pt x="173" y="1"/>
                    </a:moveTo>
                    <a:cubicBezTo>
                      <a:pt x="72" y="1"/>
                      <a:pt x="0" y="99"/>
                      <a:pt x="42" y="205"/>
                    </a:cubicBezTo>
                    <a:cubicBezTo>
                      <a:pt x="58" y="236"/>
                      <a:pt x="73" y="271"/>
                      <a:pt x="104" y="271"/>
                    </a:cubicBezTo>
                    <a:cubicBezTo>
                      <a:pt x="128" y="282"/>
                      <a:pt x="151" y="287"/>
                      <a:pt x="173" y="287"/>
                    </a:cubicBezTo>
                    <a:cubicBezTo>
                      <a:pt x="275" y="287"/>
                      <a:pt x="351" y="183"/>
                      <a:pt x="297" y="78"/>
                    </a:cubicBezTo>
                    <a:cubicBezTo>
                      <a:pt x="281" y="59"/>
                      <a:pt x="266" y="28"/>
                      <a:pt x="235" y="13"/>
                    </a:cubicBezTo>
                    <a:cubicBezTo>
                      <a:pt x="214" y="4"/>
                      <a:pt x="193" y="1"/>
                      <a:pt x="1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38"/>
              <p:cNvSpPr/>
              <p:nvPr/>
            </p:nvSpPr>
            <p:spPr>
              <a:xfrm>
                <a:off x="4446525" y="3284302"/>
                <a:ext cx="7866" cy="6033"/>
              </a:xfrm>
              <a:custGeom>
                <a:avLst/>
                <a:gdLst/>
                <a:ahLst/>
                <a:cxnLst/>
                <a:rect l="l" t="t" r="r" b="b"/>
                <a:pathLst>
                  <a:path w="279" h="214" extrusionOk="0">
                    <a:moveTo>
                      <a:pt x="134" y="1"/>
                    </a:moveTo>
                    <a:cubicBezTo>
                      <a:pt x="60" y="1"/>
                      <a:pt x="0" y="87"/>
                      <a:pt x="52" y="163"/>
                    </a:cubicBezTo>
                    <a:cubicBezTo>
                      <a:pt x="52" y="178"/>
                      <a:pt x="68" y="194"/>
                      <a:pt x="83" y="194"/>
                    </a:cubicBezTo>
                    <a:cubicBezTo>
                      <a:pt x="103" y="207"/>
                      <a:pt x="124" y="213"/>
                      <a:pt x="143" y="213"/>
                    </a:cubicBezTo>
                    <a:cubicBezTo>
                      <a:pt x="218" y="213"/>
                      <a:pt x="279" y="124"/>
                      <a:pt x="230" y="36"/>
                    </a:cubicBezTo>
                    <a:cubicBezTo>
                      <a:pt x="230" y="36"/>
                      <a:pt x="214" y="20"/>
                      <a:pt x="195" y="20"/>
                    </a:cubicBezTo>
                    <a:cubicBezTo>
                      <a:pt x="175" y="7"/>
                      <a:pt x="154" y="1"/>
                      <a:pt x="13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96" name="Google Shape;1496;p38"/>
            <p:cNvGrpSpPr/>
            <p:nvPr/>
          </p:nvGrpSpPr>
          <p:grpSpPr>
            <a:xfrm>
              <a:off x="5242081" y="856278"/>
              <a:ext cx="640095" cy="2018837"/>
              <a:chOff x="5200568" y="3081850"/>
              <a:chExt cx="243725" cy="768700"/>
            </a:xfrm>
          </p:grpSpPr>
          <p:sp>
            <p:nvSpPr>
              <p:cNvPr id="1497" name="Google Shape;1497;p38"/>
              <p:cNvSpPr/>
              <p:nvPr/>
            </p:nvSpPr>
            <p:spPr>
              <a:xfrm>
                <a:off x="5340967" y="3084979"/>
                <a:ext cx="2312" cy="405972"/>
              </a:xfrm>
              <a:custGeom>
                <a:avLst/>
                <a:gdLst/>
                <a:ahLst/>
                <a:cxnLst/>
                <a:rect l="l" t="t" r="r" b="b"/>
                <a:pathLst>
                  <a:path w="82" h="14400" extrusionOk="0">
                    <a:moveTo>
                      <a:pt x="50" y="1"/>
                    </a:moveTo>
                    <a:cubicBezTo>
                      <a:pt x="20" y="1"/>
                      <a:pt x="0" y="16"/>
                      <a:pt x="0" y="32"/>
                    </a:cubicBezTo>
                    <a:lnTo>
                      <a:pt x="0" y="14368"/>
                    </a:lnTo>
                    <a:cubicBezTo>
                      <a:pt x="0" y="14384"/>
                      <a:pt x="20" y="14399"/>
                      <a:pt x="50" y="14399"/>
                    </a:cubicBezTo>
                    <a:cubicBezTo>
                      <a:pt x="66" y="14399"/>
                      <a:pt x="81" y="14384"/>
                      <a:pt x="81" y="14368"/>
                    </a:cubicBezTo>
                    <a:lnTo>
                      <a:pt x="81" y="32"/>
                    </a:lnTo>
                    <a:cubicBezTo>
                      <a:pt x="81" y="16"/>
                      <a:pt x="66" y="1"/>
                      <a:pt x="5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8" name="Google Shape;1498;p38"/>
              <p:cNvSpPr/>
              <p:nvPr/>
            </p:nvSpPr>
            <p:spPr>
              <a:xfrm>
                <a:off x="5280297" y="3486021"/>
                <a:ext cx="163996" cy="364529"/>
              </a:xfrm>
              <a:custGeom>
                <a:avLst/>
                <a:gdLst/>
                <a:ahLst/>
                <a:cxnLst/>
                <a:rect l="l" t="t" r="r" b="b"/>
                <a:pathLst>
                  <a:path w="5817" h="12930" extrusionOk="0">
                    <a:moveTo>
                      <a:pt x="2249" y="1"/>
                    </a:moveTo>
                    <a:lnTo>
                      <a:pt x="498" y="336"/>
                    </a:lnTo>
                    <a:lnTo>
                      <a:pt x="853" y="2168"/>
                    </a:lnTo>
                    <a:cubicBezTo>
                      <a:pt x="949" y="2604"/>
                      <a:pt x="802" y="3036"/>
                      <a:pt x="467" y="3407"/>
                    </a:cubicBezTo>
                    <a:cubicBezTo>
                      <a:pt x="127" y="3777"/>
                      <a:pt x="0" y="4224"/>
                      <a:pt x="81" y="4645"/>
                    </a:cubicBezTo>
                    <a:lnTo>
                      <a:pt x="1558" y="12324"/>
                    </a:lnTo>
                    <a:cubicBezTo>
                      <a:pt x="1627" y="12679"/>
                      <a:pt x="2003" y="12929"/>
                      <a:pt x="2448" y="12929"/>
                    </a:cubicBezTo>
                    <a:cubicBezTo>
                      <a:pt x="2530" y="12929"/>
                      <a:pt x="2615" y="12921"/>
                      <a:pt x="2700" y="12903"/>
                    </a:cubicBezTo>
                    <a:lnTo>
                      <a:pt x="4872" y="12486"/>
                    </a:lnTo>
                    <a:cubicBezTo>
                      <a:pt x="5431" y="12374"/>
                      <a:pt x="5817" y="11938"/>
                      <a:pt x="5739" y="11522"/>
                    </a:cubicBezTo>
                    <a:lnTo>
                      <a:pt x="4258" y="3839"/>
                    </a:lnTo>
                    <a:cubicBezTo>
                      <a:pt x="4162" y="3422"/>
                      <a:pt x="3873" y="3052"/>
                      <a:pt x="3425" y="2843"/>
                    </a:cubicBezTo>
                    <a:cubicBezTo>
                      <a:pt x="2989" y="2620"/>
                      <a:pt x="2685" y="2265"/>
                      <a:pt x="2604" y="1833"/>
                    </a:cubicBezTo>
                    <a:lnTo>
                      <a:pt x="224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9" name="Google Shape;1499;p38"/>
              <p:cNvSpPr/>
              <p:nvPr/>
            </p:nvSpPr>
            <p:spPr>
              <a:xfrm>
                <a:off x="5272121" y="3291914"/>
                <a:ext cx="88891" cy="372141"/>
              </a:xfrm>
              <a:custGeom>
                <a:avLst/>
                <a:gdLst/>
                <a:ahLst/>
                <a:cxnLst/>
                <a:rect l="l" t="t" r="r" b="b"/>
                <a:pathLst>
                  <a:path w="3153" h="13200" extrusionOk="0">
                    <a:moveTo>
                      <a:pt x="124" y="1"/>
                    </a:moveTo>
                    <a:cubicBezTo>
                      <a:pt x="115" y="1"/>
                      <a:pt x="106" y="2"/>
                      <a:pt x="97" y="5"/>
                    </a:cubicBezTo>
                    <a:cubicBezTo>
                      <a:pt x="32" y="40"/>
                      <a:pt x="1" y="101"/>
                      <a:pt x="16" y="151"/>
                    </a:cubicBezTo>
                    <a:cubicBezTo>
                      <a:pt x="1208" y="3476"/>
                      <a:pt x="2894" y="13007"/>
                      <a:pt x="2909" y="13103"/>
                    </a:cubicBezTo>
                    <a:cubicBezTo>
                      <a:pt x="2924" y="13169"/>
                      <a:pt x="2975" y="13200"/>
                      <a:pt x="3021" y="13200"/>
                    </a:cubicBezTo>
                    <a:lnTo>
                      <a:pt x="3040" y="13200"/>
                    </a:lnTo>
                    <a:cubicBezTo>
                      <a:pt x="3102" y="13184"/>
                      <a:pt x="3152" y="13134"/>
                      <a:pt x="3137" y="13073"/>
                    </a:cubicBezTo>
                    <a:cubicBezTo>
                      <a:pt x="3117" y="12976"/>
                      <a:pt x="1416" y="3414"/>
                      <a:pt x="244" y="86"/>
                    </a:cubicBezTo>
                    <a:cubicBezTo>
                      <a:pt x="215" y="31"/>
                      <a:pt x="168" y="1"/>
                      <a:pt x="12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0" name="Google Shape;1500;p38"/>
              <p:cNvSpPr/>
              <p:nvPr/>
            </p:nvSpPr>
            <p:spPr>
              <a:xfrm>
                <a:off x="5244943" y="3349568"/>
                <a:ext cx="68000" cy="79390"/>
              </a:xfrm>
              <a:custGeom>
                <a:avLst/>
                <a:gdLst/>
                <a:ahLst/>
                <a:cxnLst/>
                <a:rect l="l" t="t" r="r" b="b"/>
                <a:pathLst>
                  <a:path w="2412" h="2816" extrusionOk="0">
                    <a:moveTo>
                      <a:pt x="1" y="0"/>
                    </a:moveTo>
                    <a:lnTo>
                      <a:pt x="1" y="0"/>
                    </a:lnTo>
                    <a:cubicBezTo>
                      <a:pt x="355" y="1963"/>
                      <a:pt x="2411" y="2816"/>
                      <a:pt x="2411" y="2816"/>
                    </a:cubicBezTo>
                    <a:cubicBezTo>
                      <a:pt x="2411" y="2816"/>
                      <a:pt x="1513" y="1096"/>
                      <a:pt x="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1" name="Google Shape;1501;p38"/>
              <p:cNvSpPr/>
              <p:nvPr/>
            </p:nvSpPr>
            <p:spPr>
              <a:xfrm>
                <a:off x="5308348" y="3332822"/>
                <a:ext cx="51677" cy="92020"/>
              </a:xfrm>
              <a:custGeom>
                <a:avLst/>
                <a:gdLst/>
                <a:ahLst/>
                <a:cxnLst/>
                <a:rect l="l" t="t" r="r" b="b"/>
                <a:pathLst>
                  <a:path w="1833" h="3264" extrusionOk="0">
                    <a:moveTo>
                      <a:pt x="1786" y="0"/>
                    </a:moveTo>
                    <a:lnTo>
                      <a:pt x="1786" y="0"/>
                    </a:lnTo>
                    <a:cubicBezTo>
                      <a:pt x="517" y="1385"/>
                      <a:pt x="0" y="3263"/>
                      <a:pt x="0" y="3263"/>
                    </a:cubicBezTo>
                    <a:cubicBezTo>
                      <a:pt x="0" y="3263"/>
                      <a:pt x="1832" y="1994"/>
                      <a:pt x="17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2" name="Google Shape;1502;p38"/>
              <p:cNvSpPr/>
              <p:nvPr/>
            </p:nvSpPr>
            <p:spPr>
              <a:xfrm>
                <a:off x="5315199" y="3380890"/>
                <a:ext cx="87453" cy="78403"/>
              </a:xfrm>
              <a:custGeom>
                <a:avLst/>
                <a:gdLst/>
                <a:ahLst/>
                <a:cxnLst/>
                <a:rect l="l" t="t" r="r" b="b"/>
                <a:pathLst>
                  <a:path w="3102" h="2781" extrusionOk="0">
                    <a:moveTo>
                      <a:pt x="3101" y="0"/>
                    </a:moveTo>
                    <a:lnTo>
                      <a:pt x="3101" y="0"/>
                    </a:lnTo>
                    <a:cubicBezTo>
                      <a:pt x="1254" y="995"/>
                      <a:pt x="0" y="2781"/>
                      <a:pt x="0" y="2781"/>
                    </a:cubicBezTo>
                    <a:cubicBezTo>
                      <a:pt x="0" y="2781"/>
                      <a:pt x="2411" y="2137"/>
                      <a:pt x="31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1503;p38"/>
              <p:cNvSpPr/>
              <p:nvPr/>
            </p:nvSpPr>
            <p:spPr>
              <a:xfrm>
                <a:off x="5321063" y="3380890"/>
                <a:ext cx="81589" cy="76571"/>
              </a:xfrm>
              <a:custGeom>
                <a:avLst/>
                <a:gdLst/>
                <a:ahLst/>
                <a:cxnLst/>
                <a:rect l="l" t="t" r="r" b="b"/>
                <a:pathLst>
                  <a:path w="2894" h="2716" extrusionOk="0">
                    <a:moveTo>
                      <a:pt x="2893" y="0"/>
                    </a:moveTo>
                    <a:lnTo>
                      <a:pt x="1" y="2715"/>
                    </a:lnTo>
                    <a:cubicBezTo>
                      <a:pt x="2523" y="1878"/>
                      <a:pt x="2893" y="0"/>
                      <a:pt x="289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38"/>
              <p:cNvSpPr/>
              <p:nvPr/>
            </p:nvSpPr>
            <p:spPr>
              <a:xfrm>
                <a:off x="5212747" y="3431101"/>
                <a:ext cx="110204" cy="40964"/>
              </a:xfrm>
              <a:custGeom>
                <a:avLst/>
                <a:gdLst/>
                <a:ahLst/>
                <a:cxnLst/>
                <a:rect l="l" t="t" r="r" b="b"/>
                <a:pathLst>
                  <a:path w="3909" h="1453" extrusionOk="0">
                    <a:moveTo>
                      <a:pt x="1" y="1"/>
                    </a:moveTo>
                    <a:cubicBezTo>
                      <a:pt x="1049" y="1286"/>
                      <a:pt x="2686" y="1453"/>
                      <a:pt x="3466" y="1453"/>
                    </a:cubicBezTo>
                    <a:cubicBezTo>
                      <a:pt x="3740" y="1453"/>
                      <a:pt x="3908" y="1432"/>
                      <a:pt x="3908" y="1432"/>
                    </a:cubicBezTo>
                    <a:cubicBezTo>
                      <a:pt x="3908" y="1432"/>
                      <a:pt x="2076" y="244"/>
                      <a:pt x="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38"/>
              <p:cNvSpPr/>
              <p:nvPr/>
            </p:nvSpPr>
            <p:spPr>
              <a:xfrm>
                <a:off x="5212747" y="3431101"/>
                <a:ext cx="105186" cy="41781"/>
              </a:xfrm>
              <a:custGeom>
                <a:avLst/>
                <a:gdLst/>
                <a:ahLst/>
                <a:cxnLst/>
                <a:rect l="l" t="t" r="r" b="b"/>
                <a:pathLst>
                  <a:path w="3731" h="1482" extrusionOk="0">
                    <a:moveTo>
                      <a:pt x="1" y="1"/>
                    </a:moveTo>
                    <a:cubicBezTo>
                      <a:pt x="995" y="1325"/>
                      <a:pt x="2642" y="1482"/>
                      <a:pt x="3368" y="1482"/>
                    </a:cubicBezTo>
                    <a:cubicBezTo>
                      <a:pt x="3594" y="1482"/>
                      <a:pt x="3731" y="1467"/>
                      <a:pt x="3731" y="1467"/>
                    </a:cubicBez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1506;p38"/>
              <p:cNvSpPr/>
              <p:nvPr/>
            </p:nvSpPr>
            <p:spPr>
              <a:xfrm>
                <a:off x="5200568" y="3223631"/>
                <a:ext cx="114659" cy="72567"/>
              </a:xfrm>
              <a:custGeom>
                <a:avLst/>
                <a:gdLst/>
                <a:ahLst/>
                <a:cxnLst/>
                <a:rect l="l" t="t" r="r" b="b"/>
                <a:pathLst>
                  <a:path w="4067" h="2574" extrusionOk="0">
                    <a:moveTo>
                      <a:pt x="2747" y="1"/>
                    </a:moveTo>
                    <a:cubicBezTo>
                      <a:pt x="1991" y="1015"/>
                      <a:pt x="1929" y="1015"/>
                      <a:pt x="1929" y="1015"/>
                    </a:cubicBezTo>
                    <a:lnTo>
                      <a:pt x="738" y="660"/>
                    </a:lnTo>
                    <a:cubicBezTo>
                      <a:pt x="738" y="660"/>
                      <a:pt x="1" y="1736"/>
                      <a:pt x="722" y="2573"/>
                    </a:cubicBezTo>
                    <a:lnTo>
                      <a:pt x="4066" y="1031"/>
                    </a:lnTo>
                    <a:cubicBezTo>
                      <a:pt x="3970" y="1015"/>
                      <a:pt x="3727" y="163"/>
                      <a:pt x="274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1507;p38"/>
              <p:cNvSpPr/>
              <p:nvPr/>
            </p:nvSpPr>
            <p:spPr>
              <a:xfrm>
                <a:off x="5214608" y="3242379"/>
                <a:ext cx="108767" cy="74005"/>
              </a:xfrm>
              <a:custGeom>
                <a:avLst/>
                <a:gdLst/>
                <a:ahLst/>
                <a:cxnLst/>
                <a:rect l="l" t="t" r="r" b="b"/>
                <a:pathLst>
                  <a:path w="3858" h="2625" extrusionOk="0">
                    <a:moveTo>
                      <a:pt x="2406" y="0"/>
                    </a:moveTo>
                    <a:cubicBezTo>
                      <a:pt x="2135" y="0"/>
                      <a:pt x="1844" y="56"/>
                      <a:pt x="1559" y="173"/>
                    </a:cubicBezTo>
                    <a:cubicBezTo>
                      <a:pt x="691" y="524"/>
                      <a:pt x="0" y="1361"/>
                      <a:pt x="259" y="1989"/>
                    </a:cubicBezTo>
                    <a:cubicBezTo>
                      <a:pt x="426" y="2400"/>
                      <a:pt x="971" y="2624"/>
                      <a:pt x="1571" y="2624"/>
                    </a:cubicBezTo>
                    <a:cubicBezTo>
                      <a:pt x="1883" y="2624"/>
                      <a:pt x="2210" y="2564"/>
                      <a:pt x="2508" y="2437"/>
                    </a:cubicBezTo>
                    <a:cubicBezTo>
                      <a:pt x="3375" y="2086"/>
                      <a:pt x="3858" y="1280"/>
                      <a:pt x="3599" y="655"/>
                    </a:cubicBezTo>
                    <a:cubicBezTo>
                      <a:pt x="3428" y="233"/>
                      <a:pt x="2958" y="0"/>
                      <a:pt x="24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8" name="Google Shape;1508;p38"/>
              <p:cNvSpPr/>
              <p:nvPr/>
            </p:nvSpPr>
            <p:spPr>
              <a:xfrm>
                <a:off x="5201893" y="3230482"/>
                <a:ext cx="134647" cy="102846"/>
              </a:xfrm>
              <a:custGeom>
                <a:avLst/>
                <a:gdLst/>
                <a:ahLst/>
                <a:cxnLst/>
                <a:rect l="l" t="t" r="r" b="b"/>
                <a:pathLst>
                  <a:path w="4776" h="3648" extrusionOk="0">
                    <a:moveTo>
                      <a:pt x="4004" y="1"/>
                    </a:moveTo>
                    <a:lnTo>
                      <a:pt x="4004" y="1"/>
                    </a:lnTo>
                    <a:cubicBezTo>
                      <a:pt x="3568" y="240"/>
                      <a:pt x="3198" y="980"/>
                      <a:pt x="3198" y="980"/>
                    </a:cubicBezTo>
                    <a:cubicBezTo>
                      <a:pt x="3198" y="980"/>
                      <a:pt x="2653" y="291"/>
                      <a:pt x="2072" y="291"/>
                    </a:cubicBezTo>
                    <a:cubicBezTo>
                      <a:pt x="1977" y="291"/>
                      <a:pt x="1881" y="309"/>
                      <a:pt x="1786" y="352"/>
                    </a:cubicBezTo>
                    <a:cubicBezTo>
                      <a:pt x="1111" y="676"/>
                      <a:pt x="1223" y="1833"/>
                      <a:pt x="1223" y="1833"/>
                    </a:cubicBezTo>
                    <a:cubicBezTo>
                      <a:pt x="1223" y="1833"/>
                      <a:pt x="935" y="1621"/>
                      <a:pt x="462" y="1621"/>
                    </a:cubicBezTo>
                    <a:cubicBezTo>
                      <a:pt x="323" y="1621"/>
                      <a:pt x="168" y="1639"/>
                      <a:pt x="0" y="1686"/>
                    </a:cubicBezTo>
                    <a:cubicBezTo>
                      <a:pt x="54" y="2694"/>
                      <a:pt x="1116" y="3648"/>
                      <a:pt x="2273" y="3648"/>
                    </a:cubicBezTo>
                    <a:cubicBezTo>
                      <a:pt x="2537" y="3648"/>
                      <a:pt x="2807" y="3598"/>
                      <a:pt x="3070" y="3487"/>
                    </a:cubicBezTo>
                    <a:cubicBezTo>
                      <a:pt x="4725" y="2812"/>
                      <a:pt x="4775" y="722"/>
                      <a:pt x="400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9" name="Google Shape;1509;p38"/>
              <p:cNvSpPr/>
              <p:nvPr/>
            </p:nvSpPr>
            <p:spPr>
              <a:xfrm>
                <a:off x="5296169" y="3495494"/>
                <a:ext cx="51226" cy="18184"/>
              </a:xfrm>
              <a:custGeom>
                <a:avLst/>
                <a:gdLst/>
                <a:ahLst/>
                <a:cxnLst/>
                <a:rect l="l" t="t" r="r" b="b"/>
                <a:pathLst>
                  <a:path w="1817" h="645" extrusionOk="0">
                    <a:moveTo>
                      <a:pt x="0" y="340"/>
                    </a:moveTo>
                    <a:lnTo>
                      <a:pt x="0" y="340"/>
                    </a:lnTo>
                    <a:lnTo>
                      <a:pt x="66" y="644"/>
                    </a:lnTo>
                    <a:close/>
                    <a:moveTo>
                      <a:pt x="1751" y="0"/>
                    </a:moveTo>
                    <a:lnTo>
                      <a:pt x="1751" y="0"/>
                    </a:lnTo>
                    <a:lnTo>
                      <a:pt x="1817" y="305"/>
                    </a:lnTo>
                    <a:lnTo>
                      <a:pt x="1817" y="305"/>
                    </a:lnTo>
                    <a:close/>
                  </a:path>
                </a:pathLst>
              </a:custGeom>
              <a:solidFill>
                <a:srgbClr val="D0D6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1510;p38"/>
              <p:cNvSpPr/>
              <p:nvPr/>
            </p:nvSpPr>
            <p:spPr>
              <a:xfrm>
                <a:off x="5296169" y="3495494"/>
                <a:ext cx="51226" cy="18184"/>
              </a:xfrm>
              <a:custGeom>
                <a:avLst/>
                <a:gdLst/>
                <a:ahLst/>
                <a:cxnLst/>
                <a:rect l="l" t="t" r="r" b="b"/>
                <a:pathLst>
                  <a:path w="1817" h="645" extrusionOk="0">
                    <a:moveTo>
                      <a:pt x="1751" y="0"/>
                    </a:moveTo>
                    <a:lnTo>
                      <a:pt x="1173" y="112"/>
                    </a:lnTo>
                    <a:cubicBezTo>
                      <a:pt x="1188" y="209"/>
                      <a:pt x="1223" y="305"/>
                      <a:pt x="1238" y="417"/>
                    </a:cubicBezTo>
                    <a:lnTo>
                      <a:pt x="1817" y="305"/>
                    </a:lnTo>
                    <a:lnTo>
                      <a:pt x="1751" y="0"/>
                    </a:lnTo>
                    <a:close/>
                    <a:moveTo>
                      <a:pt x="949" y="162"/>
                    </a:moveTo>
                    <a:lnTo>
                      <a:pt x="0" y="340"/>
                    </a:lnTo>
                    <a:lnTo>
                      <a:pt x="66" y="644"/>
                    </a:lnTo>
                    <a:lnTo>
                      <a:pt x="1011" y="452"/>
                    </a:lnTo>
                    <a:cubicBezTo>
                      <a:pt x="995" y="355"/>
                      <a:pt x="980" y="259"/>
                      <a:pt x="949" y="162"/>
                    </a:cubicBezTo>
                    <a:close/>
                  </a:path>
                </a:pathLst>
              </a:custGeom>
              <a:solidFill>
                <a:schemeClr val="accent3">
                  <a:alpha val="316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511;p38"/>
              <p:cNvSpPr/>
              <p:nvPr/>
            </p:nvSpPr>
            <p:spPr>
              <a:xfrm>
                <a:off x="5322924" y="3498651"/>
                <a:ext cx="8176" cy="9585"/>
              </a:xfrm>
              <a:custGeom>
                <a:avLst/>
                <a:gdLst/>
                <a:ahLst/>
                <a:cxnLst/>
                <a:rect l="l" t="t" r="r" b="b"/>
                <a:pathLst>
                  <a:path w="290" h="340" extrusionOk="0">
                    <a:moveTo>
                      <a:pt x="224" y="0"/>
                    </a:moveTo>
                    <a:lnTo>
                      <a:pt x="0" y="50"/>
                    </a:lnTo>
                    <a:cubicBezTo>
                      <a:pt x="31" y="147"/>
                      <a:pt x="46" y="243"/>
                      <a:pt x="62" y="340"/>
                    </a:cubicBezTo>
                    <a:lnTo>
                      <a:pt x="289" y="305"/>
                    </a:lnTo>
                    <a:cubicBezTo>
                      <a:pt x="274" y="193"/>
                      <a:pt x="239" y="97"/>
                      <a:pt x="224" y="0"/>
                    </a:cubicBezTo>
                    <a:close/>
                  </a:path>
                </a:pathLst>
              </a:custGeom>
              <a:solidFill>
                <a:srgbClr val="86AC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2" name="Google Shape;1512;p38"/>
              <p:cNvSpPr/>
              <p:nvPr/>
            </p:nvSpPr>
            <p:spPr>
              <a:xfrm>
                <a:off x="5302033" y="3625547"/>
                <a:ext cx="126923" cy="209611"/>
              </a:xfrm>
              <a:custGeom>
                <a:avLst/>
                <a:gdLst/>
                <a:ahLst/>
                <a:cxnLst/>
                <a:rect l="l" t="t" r="r" b="b"/>
                <a:pathLst>
                  <a:path w="4502" h="7435" extrusionOk="0">
                    <a:moveTo>
                      <a:pt x="3198" y="0"/>
                    </a:moveTo>
                    <a:lnTo>
                      <a:pt x="1" y="610"/>
                    </a:lnTo>
                    <a:lnTo>
                      <a:pt x="1269" y="7136"/>
                    </a:lnTo>
                    <a:cubicBezTo>
                      <a:pt x="1299" y="7315"/>
                      <a:pt x="1447" y="7435"/>
                      <a:pt x="1610" y="7435"/>
                    </a:cubicBezTo>
                    <a:cubicBezTo>
                      <a:pt x="1637" y="7435"/>
                      <a:pt x="1663" y="7432"/>
                      <a:pt x="1690" y="7425"/>
                    </a:cubicBezTo>
                    <a:lnTo>
                      <a:pt x="4162" y="6959"/>
                    </a:lnTo>
                    <a:cubicBezTo>
                      <a:pt x="4355" y="6912"/>
                      <a:pt x="4502" y="6719"/>
                      <a:pt x="4452" y="6527"/>
                    </a:cubicBezTo>
                    <a:lnTo>
                      <a:pt x="319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3" name="Google Shape;1513;p38"/>
              <p:cNvSpPr/>
              <p:nvPr/>
            </p:nvSpPr>
            <p:spPr>
              <a:xfrm>
                <a:off x="5306178" y="3610013"/>
                <a:ext cx="37524" cy="156919"/>
              </a:xfrm>
              <a:custGeom>
                <a:avLst/>
                <a:gdLst/>
                <a:ahLst/>
                <a:cxnLst/>
                <a:rect l="l" t="t" r="r" b="b"/>
                <a:pathLst>
                  <a:path w="1331" h="5566" extrusionOk="0">
                    <a:moveTo>
                      <a:pt x="157" y="1"/>
                    </a:moveTo>
                    <a:cubicBezTo>
                      <a:pt x="147" y="1"/>
                      <a:pt x="137" y="2"/>
                      <a:pt x="127" y="4"/>
                    </a:cubicBezTo>
                    <a:cubicBezTo>
                      <a:pt x="46" y="19"/>
                      <a:pt x="0" y="100"/>
                      <a:pt x="16" y="181"/>
                    </a:cubicBezTo>
                    <a:lnTo>
                      <a:pt x="1026" y="5454"/>
                    </a:lnTo>
                    <a:cubicBezTo>
                      <a:pt x="1041" y="5515"/>
                      <a:pt x="1092" y="5566"/>
                      <a:pt x="1173" y="5566"/>
                    </a:cubicBezTo>
                    <a:lnTo>
                      <a:pt x="1203" y="5566"/>
                    </a:lnTo>
                    <a:cubicBezTo>
                      <a:pt x="1284" y="5550"/>
                      <a:pt x="1331" y="5469"/>
                      <a:pt x="1315" y="5388"/>
                    </a:cubicBezTo>
                    <a:lnTo>
                      <a:pt x="305" y="116"/>
                    </a:lnTo>
                    <a:cubicBezTo>
                      <a:pt x="291" y="48"/>
                      <a:pt x="227" y="1"/>
                      <a:pt x="1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4" name="Google Shape;1514;p38"/>
              <p:cNvSpPr/>
              <p:nvPr/>
            </p:nvSpPr>
            <p:spPr>
              <a:xfrm>
                <a:off x="5332369" y="3799524"/>
                <a:ext cx="5469" cy="27206"/>
              </a:xfrm>
              <a:custGeom>
                <a:avLst/>
                <a:gdLst/>
                <a:ahLst/>
                <a:cxnLst/>
                <a:rect l="l" t="t" r="r" b="b"/>
                <a:pathLst>
                  <a:path w="194" h="965" extrusionOk="0">
                    <a:moveTo>
                      <a:pt x="1" y="1"/>
                    </a:moveTo>
                    <a:lnTo>
                      <a:pt x="193" y="965"/>
                    </a:lnTo>
                    <a:lnTo>
                      <a:pt x="1" y="1"/>
                    </a:lnTo>
                    <a:close/>
                  </a:path>
                </a:pathLst>
              </a:custGeom>
              <a:solidFill>
                <a:srgbClr val="B2C5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5" name="Google Shape;1515;p38"/>
              <p:cNvSpPr/>
              <p:nvPr/>
            </p:nvSpPr>
            <p:spPr>
              <a:xfrm>
                <a:off x="5332369" y="3796367"/>
                <a:ext cx="95601" cy="38962"/>
              </a:xfrm>
              <a:custGeom>
                <a:avLst/>
                <a:gdLst/>
                <a:ahLst/>
                <a:cxnLst/>
                <a:rect l="l" t="t" r="r" b="b"/>
                <a:pathLst>
                  <a:path w="3391" h="1382" extrusionOk="0">
                    <a:moveTo>
                      <a:pt x="3279" y="1"/>
                    </a:moveTo>
                    <a:cubicBezTo>
                      <a:pt x="2701" y="225"/>
                      <a:pt x="2107" y="306"/>
                      <a:pt x="1559" y="306"/>
                    </a:cubicBezTo>
                    <a:cubicBezTo>
                      <a:pt x="965" y="306"/>
                      <a:pt x="436" y="209"/>
                      <a:pt x="1" y="113"/>
                    </a:cubicBezTo>
                    <a:lnTo>
                      <a:pt x="1" y="113"/>
                    </a:lnTo>
                    <a:lnTo>
                      <a:pt x="193" y="1077"/>
                    </a:lnTo>
                    <a:cubicBezTo>
                      <a:pt x="228" y="1254"/>
                      <a:pt x="371" y="1382"/>
                      <a:pt x="548" y="1382"/>
                    </a:cubicBezTo>
                    <a:cubicBezTo>
                      <a:pt x="564" y="1382"/>
                      <a:pt x="595" y="1382"/>
                      <a:pt x="614" y="1366"/>
                    </a:cubicBezTo>
                    <a:lnTo>
                      <a:pt x="3086" y="900"/>
                    </a:lnTo>
                    <a:cubicBezTo>
                      <a:pt x="3264" y="869"/>
                      <a:pt x="3391" y="707"/>
                      <a:pt x="3391" y="529"/>
                    </a:cubicBezTo>
                    <a:cubicBezTo>
                      <a:pt x="3391" y="514"/>
                      <a:pt x="3376" y="498"/>
                      <a:pt x="3376" y="468"/>
                    </a:cubicBezTo>
                    <a:lnTo>
                      <a:pt x="327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6" name="Google Shape;1516;p38"/>
              <p:cNvSpPr/>
              <p:nvPr/>
            </p:nvSpPr>
            <p:spPr>
              <a:xfrm>
                <a:off x="5388162" y="3775504"/>
                <a:ext cx="14040" cy="10882"/>
              </a:xfrm>
              <a:custGeom>
                <a:avLst/>
                <a:gdLst/>
                <a:ahLst/>
                <a:cxnLst/>
                <a:rect l="l" t="t" r="r" b="b"/>
                <a:pathLst>
                  <a:path w="498" h="386" extrusionOk="0">
                    <a:moveTo>
                      <a:pt x="255" y="0"/>
                    </a:moveTo>
                    <a:cubicBezTo>
                      <a:pt x="97" y="0"/>
                      <a:pt x="0" y="178"/>
                      <a:pt x="97" y="320"/>
                    </a:cubicBezTo>
                    <a:cubicBezTo>
                      <a:pt x="128" y="340"/>
                      <a:pt x="158" y="371"/>
                      <a:pt x="193" y="371"/>
                    </a:cubicBezTo>
                    <a:cubicBezTo>
                      <a:pt x="209" y="386"/>
                      <a:pt x="224" y="386"/>
                      <a:pt x="239" y="386"/>
                    </a:cubicBezTo>
                    <a:cubicBezTo>
                      <a:pt x="401" y="386"/>
                      <a:pt x="498" y="209"/>
                      <a:pt x="401" y="66"/>
                    </a:cubicBezTo>
                    <a:cubicBezTo>
                      <a:pt x="371" y="50"/>
                      <a:pt x="336" y="16"/>
                      <a:pt x="305" y="16"/>
                    </a:cubicBezTo>
                    <a:cubicBezTo>
                      <a:pt x="290" y="0"/>
                      <a:pt x="274" y="0"/>
                      <a:pt x="2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7" name="Google Shape;1517;p38"/>
              <p:cNvSpPr/>
              <p:nvPr/>
            </p:nvSpPr>
            <p:spPr>
              <a:xfrm>
                <a:off x="5337810" y="3688078"/>
                <a:ext cx="14068" cy="10882"/>
              </a:xfrm>
              <a:custGeom>
                <a:avLst/>
                <a:gdLst/>
                <a:ahLst/>
                <a:cxnLst/>
                <a:rect l="l" t="t" r="r" b="b"/>
                <a:pathLst>
                  <a:path w="499" h="386" extrusionOk="0">
                    <a:moveTo>
                      <a:pt x="259" y="0"/>
                    </a:moveTo>
                    <a:cubicBezTo>
                      <a:pt x="97" y="0"/>
                      <a:pt x="0" y="178"/>
                      <a:pt x="97" y="320"/>
                    </a:cubicBezTo>
                    <a:cubicBezTo>
                      <a:pt x="132" y="336"/>
                      <a:pt x="162" y="370"/>
                      <a:pt x="193" y="370"/>
                    </a:cubicBezTo>
                    <a:cubicBezTo>
                      <a:pt x="209" y="386"/>
                      <a:pt x="228" y="386"/>
                      <a:pt x="243" y="386"/>
                    </a:cubicBezTo>
                    <a:cubicBezTo>
                      <a:pt x="402" y="386"/>
                      <a:pt x="498" y="208"/>
                      <a:pt x="402" y="66"/>
                    </a:cubicBezTo>
                    <a:cubicBezTo>
                      <a:pt x="371" y="46"/>
                      <a:pt x="340" y="16"/>
                      <a:pt x="305" y="16"/>
                    </a:cubicBezTo>
                    <a:cubicBezTo>
                      <a:pt x="290" y="0"/>
                      <a:pt x="274" y="0"/>
                      <a:pt x="25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8" name="Google Shape;1518;p38"/>
              <p:cNvSpPr/>
              <p:nvPr/>
            </p:nvSpPr>
            <p:spPr>
              <a:xfrm>
                <a:off x="5348692" y="3764622"/>
                <a:ext cx="35804" cy="27206"/>
              </a:xfrm>
              <a:custGeom>
                <a:avLst/>
                <a:gdLst/>
                <a:ahLst/>
                <a:cxnLst/>
                <a:rect l="l" t="t" r="r" b="b"/>
                <a:pathLst>
                  <a:path w="1270" h="965" extrusionOk="0">
                    <a:moveTo>
                      <a:pt x="644" y="1"/>
                    </a:moveTo>
                    <a:cubicBezTo>
                      <a:pt x="243" y="1"/>
                      <a:pt x="0" y="436"/>
                      <a:pt x="259" y="787"/>
                    </a:cubicBezTo>
                    <a:cubicBezTo>
                      <a:pt x="324" y="868"/>
                      <a:pt x="401" y="919"/>
                      <a:pt x="482" y="934"/>
                    </a:cubicBezTo>
                    <a:cubicBezTo>
                      <a:pt x="532" y="949"/>
                      <a:pt x="579" y="965"/>
                      <a:pt x="629" y="965"/>
                    </a:cubicBezTo>
                    <a:cubicBezTo>
                      <a:pt x="1030" y="965"/>
                      <a:pt x="1269" y="514"/>
                      <a:pt x="1015" y="163"/>
                    </a:cubicBezTo>
                    <a:cubicBezTo>
                      <a:pt x="949" y="97"/>
                      <a:pt x="868" y="31"/>
                      <a:pt x="787" y="16"/>
                    </a:cubicBezTo>
                    <a:cubicBezTo>
                      <a:pt x="741" y="1"/>
                      <a:pt x="691" y="1"/>
                      <a:pt x="6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9" name="Google Shape;1519;p38"/>
              <p:cNvSpPr/>
              <p:nvPr/>
            </p:nvSpPr>
            <p:spPr>
              <a:xfrm>
                <a:off x="5364114" y="3728422"/>
                <a:ext cx="40823" cy="31237"/>
              </a:xfrm>
              <a:custGeom>
                <a:avLst/>
                <a:gdLst/>
                <a:ahLst/>
                <a:cxnLst/>
                <a:rect l="l" t="t" r="r" b="b"/>
                <a:pathLst>
                  <a:path w="1448" h="1108" extrusionOk="0">
                    <a:moveTo>
                      <a:pt x="722" y="0"/>
                    </a:moveTo>
                    <a:cubicBezTo>
                      <a:pt x="275" y="0"/>
                      <a:pt x="1" y="513"/>
                      <a:pt x="306" y="914"/>
                    </a:cubicBezTo>
                    <a:cubicBezTo>
                      <a:pt x="371" y="995"/>
                      <a:pt x="452" y="1045"/>
                      <a:pt x="549" y="1076"/>
                    </a:cubicBezTo>
                    <a:cubicBezTo>
                      <a:pt x="610" y="1092"/>
                      <a:pt x="660" y="1107"/>
                      <a:pt x="722" y="1107"/>
                    </a:cubicBezTo>
                    <a:cubicBezTo>
                      <a:pt x="1173" y="1107"/>
                      <a:pt x="1447" y="594"/>
                      <a:pt x="1143" y="193"/>
                    </a:cubicBezTo>
                    <a:cubicBezTo>
                      <a:pt x="1077" y="112"/>
                      <a:pt x="996" y="46"/>
                      <a:pt x="900" y="31"/>
                    </a:cubicBezTo>
                    <a:cubicBezTo>
                      <a:pt x="838" y="16"/>
                      <a:pt x="788" y="0"/>
                      <a:pt x="7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0" name="Google Shape;1520;p38"/>
              <p:cNvSpPr/>
              <p:nvPr/>
            </p:nvSpPr>
            <p:spPr>
              <a:xfrm>
                <a:off x="5283426" y="3475308"/>
                <a:ext cx="71694" cy="30786"/>
              </a:xfrm>
              <a:custGeom>
                <a:avLst/>
                <a:gdLst/>
                <a:ahLst/>
                <a:cxnLst/>
                <a:rect l="l" t="t" r="r" b="b"/>
                <a:pathLst>
                  <a:path w="2543" h="1092" extrusionOk="0">
                    <a:moveTo>
                      <a:pt x="2126" y="1"/>
                    </a:moveTo>
                    <a:cubicBezTo>
                      <a:pt x="2098" y="1"/>
                      <a:pt x="2070" y="4"/>
                      <a:pt x="2041" y="11"/>
                    </a:cubicBezTo>
                    <a:lnTo>
                      <a:pt x="340" y="331"/>
                    </a:lnTo>
                    <a:cubicBezTo>
                      <a:pt x="132" y="381"/>
                      <a:pt x="1" y="574"/>
                      <a:pt x="36" y="782"/>
                    </a:cubicBezTo>
                    <a:cubicBezTo>
                      <a:pt x="77" y="969"/>
                      <a:pt x="238" y="1091"/>
                      <a:pt x="421" y="1091"/>
                    </a:cubicBezTo>
                    <a:cubicBezTo>
                      <a:pt x="442" y="1091"/>
                      <a:pt x="462" y="1090"/>
                      <a:pt x="483" y="1087"/>
                    </a:cubicBezTo>
                    <a:lnTo>
                      <a:pt x="2188" y="747"/>
                    </a:lnTo>
                    <a:cubicBezTo>
                      <a:pt x="2396" y="716"/>
                      <a:pt x="2543" y="508"/>
                      <a:pt x="2493" y="315"/>
                    </a:cubicBezTo>
                    <a:cubicBezTo>
                      <a:pt x="2466" y="135"/>
                      <a:pt x="2306" y="1"/>
                      <a:pt x="212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1" name="Google Shape;1521;p38"/>
              <p:cNvSpPr/>
              <p:nvPr/>
            </p:nvSpPr>
            <p:spPr>
              <a:xfrm>
                <a:off x="5295718" y="3495494"/>
                <a:ext cx="50718" cy="11333"/>
              </a:xfrm>
              <a:custGeom>
                <a:avLst/>
                <a:gdLst/>
                <a:ahLst/>
                <a:cxnLst/>
                <a:rect l="l" t="t" r="r" b="b"/>
                <a:pathLst>
                  <a:path w="1799" h="402" extrusionOk="0">
                    <a:moveTo>
                      <a:pt x="1752" y="0"/>
                    </a:moveTo>
                    <a:lnTo>
                      <a:pt x="47" y="320"/>
                    </a:lnTo>
                    <a:cubicBezTo>
                      <a:pt x="16" y="340"/>
                      <a:pt x="1" y="355"/>
                      <a:pt x="16" y="371"/>
                    </a:cubicBezTo>
                    <a:cubicBezTo>
                      <a:pt x="16" y="386"/>
                      <a:pt x="32" y="401"/>
                      <a:pt x="47" y="401"/>
                    </a:cubicBezTo>
                    <a:lnTo>
                      <a:pt x="1767" y="81"/>
                    </a:lnTo>
                    <a:cubicBezTo>
                      <a:pt x="1783" y="66"/>
                      <a:pt x="1798" y="50"/>
                      <a:pt x="1798" y="31"/>
                    </a:cubicBezTo>
                    <a:cubicBezTo>
                      <a:pt x="1783" y="16"/>
                      <a:pt x="1767" y="0"/>
                      <a:pt x="17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2" name="Google Shape;1522;p38"/>
              <p:cNvSpPr/>
              <p:nvPr/>
            </p:nvSpPr>
            <p:spPr>
              <a:xfrm>
                <a:off x="5331495" y="3081850"/>
                <a:ext cx="2312" cy="32196"/>
              </a:xfrm>
              <a:custGeom>
                <a:avLst/>
                <a:gdLst/>
                <a:ahLst/>
                <a:cxnLst/>
                <a:rect l="l" t="t" r="r" b="b"/>
                <a:pathLst>
                  <a:path w="82" h="1142" extrusionOk="0">
                    <a:moveTo>
                      <a:pt x="32" y="0"/>
                    </a:moveTo>
                    <a:cubicBezTo>
                      <a:pt x="16" y="0"/>
                      <a:pt x="1" y="16"/>
                      <a:pt x="1" y="31"/>
                    </a:cubicBezTo>
                    <a:lnTo>
                      <a:pt x="1" y="1092"/>
                    </a:lnTo>
                    <a:cubicBezTo>
                      <a:pt x="1" y="1126"/>
                      <a:pt x="16" y="1142"/>
                      <a:pt x="32" y="1142"/>
                    </a:cubicBezTo>
                    <a:cubicBezTo>
                      <a:pt x="66" y="1142"/>
                      <a:pt x="82" y="1126"/>
                      <a:pt x="82" y="1092"/>
                    </a:cubicBezTo>
                    <a:lnTo>
                      <a:pt x="82" y="31"/>
                    </a:lnTo>
                    <a:cubicBezTo>
                      <a:pt x="82" y="16"/>
                      <a:pt x="66" y="0"/>
                      <a:pt x="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23" name="Google Shape;1523;p38"/>
            <p:cNvGrpSpPr/>
            <p:nvPr/>
          </p:nvGrpSpPr>
          <p:grpSpPr>
            <a:xfrm>
              <a:off x="4937791" y="1003446"/>
              <a:ext cx="272474" cy="2106289"/>
              <a:chOff x="4538574" y="3056505"/>
              <a:chExt cx="103748" cy="801999"/>
            </a:xfrm>
          </p:grpSpPr>
          <p:sp>
            <p:nvSpPr>
              <p:cNvPr id="1524" name="Google Shape;1524;p38"/>
              <p:cNvSpPr/>
              <p:nvPr/>
            </p:nvSpPr>
            <p:spPr>
              <a:xfrm>
                <a:off x="4603389" y="3056505"/>
                <a:ext cx="1861" cy="759365"/>
              </a:xfrm>
              <a:custGeom>
                <a:avLst/>
                <a:gdLst/>
                <a:ahLst/>
                <a:cxnLst/>
                <a:rect l="l" t="t" r="r" b="b"/>
                <a:pathLst>
                  <a:path w="66" h="26935" extrusionOk="0">
                    <a:moveTo>
                      <a:pt x="31" y="0"/>
                    </a:moveTo>
                    <a:cubicBezTo>
                      <a:pt x="15" y="0"/>
                      <a:pt x="0" y="16"/>
                      <a:pt x="0" y="31"/>
                    </a:cubicBezTo>
                    <a:lnTo>
                      <a:pt x="0" y="26903"/>
                    </a:lnTo>
                    <a:cubicBezTo>
                      <a:pt x="0" y="26919"/>
                      <a:pt x="15" y="26934"/>
                      <a:pt x="31" y="26934"/>
                    </a:cubicBezTo>
                    <a:cubicBezTo>
                      <a:pt x="50" y="26934"/>
                      <a:pt x="66" y="26919"/>
                      <a:pt x="66" y="26903"/>
                    </a:cubicBezTo>
                    <a:lnTo>
                      <a:pt x="66" y="31"/>
                    </a:lnTo>
                    <a:cubicBezTo>
                      <a:pt x="66" y="16"/>
                      <a:pt x="50" y="0"/>
                      <a:pt x="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5" name="Google Shape;1525;p38"/>
              <p:cNvSpPr/>
              <p:nvPr/>
            </p:nvSpPr>
            <p:spPr>
              <a:xfrm>
                <a:off x="4544494" y="3738656"/>
                <a:ext cx="91569" cy="73244"/>
              </a:xfrm>
              <a:custGeom>
                <a:avLst/>
                <a:gdLst/>
                <a:ahLst/>
                <a:cxnLst/>
                <a:rect l="l" t="t" r="r" b="b"/>
                <a:pathLst>
                  <a:path w="3248" h="2598" extrusionOk="0">
                    <a:moveTo>
                      <a:pt x="1636" y="1"/>
                    </a:moveTo>
                    <a:cubicBezTo>
                      <a:pt x="1426" y="1"/>
                      <a:pt x="1204" y="52"/>
                      <a:pt x="982" y="166"/>
                    </a:cubicBezTo>
                    <a:cubicBezTo>
                      <a:pt x="770" y="262"/>
                      <a:pt x="596" y="439"/>
                      <a:pt x="500" y="648"/>
                    </a:cubicBezTo>
                    <a:cubicBezTo>
                      <a:pt x="0" y="1619"/>
                      <a:pt x="699" y="2597"/>
                      <a:pt x="1625" y="2597"/>
                    </a:cubicBezTo>
                    <a:cubicBezTo>
                      <a:pt x="1836" y="2597"/>
                      <a:pt x="2059" y="2547"/>
                      <a:pt x="2282" y="2434"/>
                    </a:cubicBezTo>
                    <a:cubicBezTo>
                      <a:pt x="2490" y="2337"/>
                      <a:pt x="2652" y="2160"/>
                      <a:pt x="2764" y="1951"/>
                    </a:cubicBezTo>
                    <a:cubicBezTo>
                      <a:pt x="3247" y="970"/>
                      <a:pt x="2552" y="1"/>
                      <a:pt x="163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6" name="Google Shape;1526;p38"/>
              <p:cNvSpPr/>
              <p:nvPr/>
            </p:nvSpPr>
            <p:spPr>
              <a:xfrm>
                <a:off x="4561664" y="3752076"/>
                <a:ext cx="57259" cy="46433"/>
              </a:xfrm>
              <a:custGeom>
                <a:avLst/>
                <a:gdLst/>
                <a:ahLst/>
                <a:cxnLst/>
                <a:rect l="l" t="t" r="r" b="b"/>
                <a:pathLst>
                  <a:path w="2031" h="1647" extrusionOk="0">
                    <a:moveTo>
                      <a:pt x="1013" y="1"/>
                    </a:moveTo>
                    <a:cubicBezTo>
                      <a:pt x="889" y="1"/>
                      <a:pt x="759" y="29"/>
                      <a:pt x="628" y="91"/>
                    </a:cubicBezTo>
                    <a:cubicBezTo>
                      <a:pt x="485" y="172"/>
                      <a:pt x="354" y="284"/>
                      <a:pt x="292" y="430"/>
                    </a:cubicBezTo>
                    <a:cubicBezTo>
                      <a:pt x="0" y="1040"/>
                      <a:pt x="440" y="1647"/>
                      <a:pt x="1024" y="1647"/>
                    </a:cubicBezTo>
                    <a:cubicBezTo>
                      <a:pt x="1149" y="1647"/>
                      <a:pt x="1281" y="1619"/>
                      <a:pt x="1414" y="1556"/>
                    </a:cubicBezTo>
                    <a:cubicBezTo>
                      <a:pt x="1561" y="1475"/>
                      <a:pt x="1673" y="1364"/>
                      <a:pt x="1754" y="1217"/>
                    </a:cubicBezTo>
                    <a:cubicBezTo>
                      <a:pt x="2030" y="607"/>
                      <a:pt x="1590" y="1"/>
                      <a:pt x="101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7" name="Google Shape;1527;p38"/>
              <p:cNvSpPr/>
              <p:nvPr/>
            </p:nvSpPr>
            <p:spPr>
              <a:xfrm>
                <a:off x="4589349" y="3787232"/>
                <a:ext cx="2312" cy="17761"/>
              </a:xfrm>
              <a:custGeom>
                <a:avLst/>
                <a:gdLst/>
                <a:ahLst/>
                <a:cxnLst/>
                <a:rect l="l" t="t" r="r" b="b"/>
                <a:pathLst>
                  <a:path w="82" h="630" extrusionOk="0">
                    <a:moveTo>
                      <a:pt x="31" y="1"/>
                    </a:moveTo>
                    <a:cubicBezTo>
                      <a:pt x="16" y="1"/>
                      <a:pt x="0" y="20"/>
                      <a:pt x="0" y="36"/>
                    </a:cubicBezTo>
                    <a:lnTo>
                      <a:pt x="0" y="599"/>
                    </a:lnTo>
                    <a:cubicBezTo>
                      <a:pt x="0" y="614"/>
                      <a:pt x="16" y="630"/>
                      <a:pt x="31" y="630"/>
                    </a:cubicBezTo>
                    <a:cubicBezTo>
                      <a:pt x="66" y="630"/>
                      <a:pt x="81" y="614"/>
                      <a:pt x="81" y="599"/>
                    </a:cubicBezTo>
                    <a:lnTo>
                      <a:pt x="81" y="36"/>
                    </a:lnTo>
                    <a:cubicBezTo>
                      <a:pt x="81" y="20"/>
                      <a:pt x="66" y="1"/>
                      <a:pt x="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8" name="Google Shape;1528;p38"/>
              <p:cNvSpPr/>
              <p:nvPr/>
            </p:nvSpPr>
            <p:spPr>
              <a:xfrm>
                <a:off x="4563045" y="3797241"/>
                <a:ext cx="54383" cy="34931"/>
              </a:xfrm>
              <a:custGeom>
                <a:avLst/>
                <a:gdLst/>
                <a:ahLst/>
                <a:cxnLst/>
                <a:rect l="l" t="t" r="r" b="b"/>
                <a:pathLst>
                  <a:path w="1929" h="1239" extrusionOk="0">
                    <a:moveTo>
                      <a:pt x="208" y="1"/>
                    </a:moveTo>
                    <a:cubicBezTo>
                      <a:pt x="97" y="1"/>
                      <a:pt x="0" y="82"/>
                      <a:pt x="0" y="194"/>
                    </a:cubicBezTo>
                    <a:lnTo>
                      <a:pt x="0" y="1046"/>
                    </a:lnTo>
                    <a:cubicBezTo>
                      <a:pt x="0" y="1158"/>
                      <a:pt x="97" y="1239"/>
                      <a:pt x="208" y="1239"/>
                    </a:cubicBezTo>
                    <a:lnTo>
                      <a:pt x="1736" y="1239"/>
                    </a:lnTo>
                    <a:cubicBezTo>
                      <a:pt x="1848" y="1239"/>
                      <a:pt x="1929" y="1158"/>
                      <a:pt x="1929" y="1046"/>
                    </a:cubicBezTo>
                    <a:lnTo>
                      <a:pt x="1929" y="194"/>
                    </a:lnTo>
                    <a:cubicBezTo>
                      <a:pt x="1929" y="82"/>
                      <a:pt x="1848" y="1"/>
                      <a:pt x="17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9" name="Google Shape;1529;p38"/>
              <p:cNvSpPr/>
              <p:nvPr/>
            </p:nvSpPr>
            <p:spPr>
              <a:xfrm>
                <a:off x="4539533" y="3814974"/>
                <a:ext cx="101493" cy="43529"/>
              </a:xfrm>
              <a:custGeom>
                <a:avLst/>
                <a:gdLst/>
                <a:ahLst/>
                <a:cxnLst/>
                <a:rect l="l" t="t" r="r" b="b"/>
                <a:pathLst>
                  <a:path w="3600" h="1544" extrusionOk="0">
                    <a:moveTo>
                      <a:pt x="1" y="0"/>
                    </a:moveTo>
                    <a:cubicBezTo>
                      <a:pt x="1" y="270"/>
                      <a:pt x="97" y="529"/>
                      <a:pt x="240" y="772"/>
                    </a:cubicBezTo>
                    <a:cubicBezTo>
                      <a:pt x="560" y="1219"/>
                      <a:pt x="1139" y="1543"/>
                      <a:pt x="1798" y="1543"/>
                    </a:cubicBezTo>
                    <a:cubicBezTo>
                      <a:pt x="2473" y="1543"/>
                      <a:pt x="3052" y="1219"/>
                      <a:pt x="3357" y="772"/>
                    </a:cubicBezTo>
                    <a:cubicBezTo>
                      <a:pt x="3519" y="529"/>
                      <a:pt x="3600" y="270"/>
                      <a:pt x="360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38"/>
              <p:cNvSpPr/>
              <p:nvPr/>
            </p:nvSpPr>
            <p:spPr>
              <a:xfrm>
                <a:off x="4546299" y="3836710"/>
                <a:ext cx="87876" cy="21793"/>
              </a:xfrm>
              <a:custGeom>
                <a:avLst/>
                <a:gdLst/>
                <a:ahLst/>
                <a:cxnLst/>
                <a:rect l="l" t="t" r="r" b="b"/>
                <a:pathLst>
                  <a:path w="3117" h="773" extrusionOk="0">
                    <a:moveTo>
                      <a:pt x="0" y="1"/>
                    </a:moveTo>
                    <a:cubicBezTo>
                      <a:pt x="320" y="448"/>
                      <a:pt x="899" y="772"/>
                      <a:pt x="1558" y="772"/>
                    </a:cubicBezTo>
                    <a:cubicBezTo>
                      <a:pt x="2233" y="772"/>
                      <a:pt x="2812" y="448"/>
                      <a:pt x="31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1" name="Google Shape;1531;p38"/>
              <p:cNvSpPr/>
              <p:nvPr/>
            </p:nvSpPr>
            <p:spPr>
              <a:xfrm>
                <a:off x="4583908" y="3769189"/>
                <a:ext cx="13194" cy="19481"/>
              </a:xfrm>
              <a:custGeom>
                <a:avLst/>
                <a:gdLst/>
                <a:ahLst/>
                <a:cxnLst/>
                <a:rect l="l" t="t" r="r" b="b"/>
                <a:pathLst>
                  <a:path w="468" h="691" extrusionOk="0">
                    <a:moveTo>
                      <a:pt x="224" y="1"/>
                    </a:moveTo>
                    <a:cubicBezTo>
                      <a:pt x="224" y="1"/>
                      <a:pt x="1" y="336"/>
                      <a:pt x="1" y="467"/>
                    </a:cubicBezTo>
                    <a:cubicBezTo>
                      <a:pt x="1" y="579"/>
                      <a:pt x="97" y="691"/>
                      <a:pt x="224" y="691"/>
                    </a:cubicBezTo>
                    <a:cubicBezTo>
                      <a:pt x="355" y="691"/>
                      <a:pt x="467" y="579"/>
                      <a:pt x="467" y="467"/>
                    </a:cubicBezTo>
                    <a:cubicBezTo>
                      <a:pt x="467" y="336"/>
                      <a:pt x="224" y="1"/>
                      <a:pt x="22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2" name="Google Shape;1532;p38"/>
              <p:cNvSpPr/>
              <p:nvPr/>
            </p:nvSpPr>
            <p:spPr>
              <a:xfrm>
                <a:off x="4538574" y="3813564"/>
                <a:ext cx="103748" cy="2312"/>
              </a:xfrm>
              <a:custGeom>
                <a:avLst/>
                <a:gdLst/>
                <a:ahLst/>
                <a:cxnLst/>
                <a:rect l="l" t="t" r="r" b="b"/>
                <a:pathLst>
                  <a:path w="3680" h="82" extrusionOk="0">
                    <a:moveTo>
                      <a:pt x="35" y="0"/>
                    </a:moveTo>
                    <a:cubicBezTo>
                      <a:pt x="16" y="0"/>
                      <a:pt x="0" y="16"/>
                      <a:pt x="0" y="50"/>
                    </a:cubicBezTo>
                    <a:cubicBezTo>
                      <a:pt x="0" y="66"/>
                      <a:pt x="16" y="81"/>
                      <a:pt x="35" y="81"/>
                    </a:cubicBezTo>
                    <a:lnTo>
                      <a:pt x="3634" y="81"/>
                    </a:lnTo>
                    <a:cubicBezTo>
                      <a:pt x="3664" y="81"/>
                      <a:pt x="3680" y="66"/>
                      <a:pt x="3680" y="50"/>
                    </a:cubicBezTo>
                    <a:cubicBezTo>
                      <a:pt x="3680" y="16"/>
                      <a:pt x="3664" y="0"/>
                      <a:pt x="36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3" name="Google Shape;1533;p38"/>
            <p:cNvGrpSpPr/>
            <p:nvPr/>
          </p:nvGrpSpPr>
          <p:grpSpPr>
            <a:xfrm>
              <a:off x="6010639" y="937759"/>
              <a:ext cx="272474" cy="2106289"/>
              <a:chOff x="4538574" y="3056505"/>
              <a:chExt cx="103748" cy="801999"/>
            </a:xfrm>
          </p:grpSpPr>
          <p:sp>
            <p:nvSpPr>
              <p:cNvPr id="1534" name="Google Shape;1534;p38"/>
              <p:cNvSpPr/>
              <p:nvPr/>
            </p:nvSpPr>
            <p:spPr>
              <a:xfrm>
                <a:off x="4603389" y="3056505"/>
                <a:ext cx="1861" cy="759365"/>
              </a:xfrm>
              <a:custGeom>
                <a:avLst/>
                <a:gdLst/>
                <a:ahLst/>
                <a:cxnLst/>
                <a:rect l="l" t="t" r="r" b="b"/>
                <a:pathLst>
                  <a:path w="66" h="26935" extrusionOk="0">
                    <a:moveTo>
                      <a:pt x="31" y="0"/>
                    </a:moveTo>
                    <a:cubicBezTo>
                      <a:pt x="15" y="0"/>
                      <a:pt x="0" y="16"/>
                      <a:pt x="0" y="31"/>
                    </a:cubicBezTo>
                    <a:lnTo>
                      <a:pt x="0" y="26903"/>
                    </a:lnTo>
                    <a:cubicBezTo>
                      <a:pt x="0" y="26919"/>
                      <a:pt x="15" y="26934"/>
                      <a:pt x="31" y="26934"/>
                    </a:cubicBezTo>
                    <a:cubicBezTo>
                      <a:pt x="50" y="26934"/>
                      <a:pt x="66" y="26919"/>
                      <a:pt x="66" y="26903"/>
                    </a:cubicBezTo>
                    <a:lnTo>
                      <a:pt x="66" y="31"/>
                    </a:lnTo>
                    <a:cubicBezTo>
                      <a:pt x="66" y="16"/>
                      <a:pt x="50" y="0"/>
                      <a:pt x="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5" name="Google Shape;1535;p38"/>
              <p:cNvSpPr/>
              <p:nvPr/>
            </p:nvSpPr>
            <p:spPr>
              <a:xfrm>
                <a:off x="4544494" y="3738656"/>
                <a:ext cx="91569" cy="73244"/>
              </a:xfrm>
              <a:custGeom>
                <a:avLst/>
                <a:gdLst/>
                <a:ahLst/>
                <a:cxnLst/>
                <a:rect l="l" t="t" r="r" b="b"/>
                <a:pathLst>
                  <a:path w="3248" h="2598" extrusionOk="0">
                    <a:moveTo>
                      <a:pt x="1636" y="1"/>
                    </a:moveTo>
                    <a:cubicBezTo>
                      <a:pt x="1426" y="1"/>
                      <a:pt x="1204" y="52"/>
                      <a:pt x="982" y="166"/>
                    </a:cubicBezTo>
                    <a:cubicBezTo>
                      <a:pt x="770" y="262"/>
                      <a:pt x="596" y="439"/>
                      <a:pt x="500" y="648"/>
                    </a:cubicBezTo>
                    <a:cubicBezTo>
                      <a:pt x="0" y="1619"/>
                      <a:pt x="699" y="2597"/>
                      <a:pt x="1625" y="2597"/>
                    </a:cubicBezTo>
                    <a:cubicBezTo>
                      <a:pt x="1836" y="2597"/>
                      <a:pt x="2059" y="2547"/>
                      <a:pt x="2282" y="2434"/>
                    </a:cubicBezTo>
                    <a:cubicBezTo>
                      <a:pt x="2490" y="2337"/>
                      <a:pt x="2652" y="2160"/>
                      <a:pt x="2764" y="1951"/>
                    </a:cubicBezTo>
                    <a:cubicBezTo>
                      <a:pt x="3247" y="970"/>
                      <a:pt x="2552" y="1"/>
                      <a:pt x="163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38"/>
              <p:cNvSpPr/>
              <p:nvPr/>
            </p:nvSpPr>
            <p:spPr>
              <a:xfrm>
                <a:off x="4561664" y="3752076"/>
                <a:ext cx="57259" cy="46433"/>
              </a:xfrm>
              <a:custGeom>
                <a:avLst/>
                <a:gdLst/>
                <a:ahLst/>
                <a:cxnLst/>
                <a:rect l="l" t="t" r="r" b="b"/>
                <a:pathLst>
                  <a:path w="2031" h="1647" extrusionOk="0">
                    <a:moveTo>
                      <a:pt x="1013" y="1"/>
                    </a:moveTo>
                    <a:cubicBezTo>
                      <a:pt x="889" y="1"/>
                      <a:pt x="759" y="29"/>
                      <a:pt x="628" y="91"/>
                    </a:cubicBezTo>
                    <a:cubicBezTo>
                      <a:pt x="485" y="172"/>
                      <a:pt x="354" y="284"/>
                      <a:pt x="292" y="430"/>
                    </a:cubicBezTo>
                    <a:cubicBezTo>
                      <a:pt x="0" y="1040"/>
                      <a:pt x="440" y="1647"/>
                      <a:pt x="1024" y="1647"/>
                    </a:cubicBezTo>
                    <a:cubicBezTo>
                      <a:pt x="1149" y="1647"/>
                      <a:pt x="1281" y="1619"/>
                      <a:pt x="1414" y="1556"/>
                    </a:cubicBezTo>
                    <a:cubicBezTo>
                      <a:pt x="1561" y="1475"/>
                      <a:pt x="1673" y="1364"/>
                      <a:pt x="1754" y="1217"/>
                    </a:cubicBezTo>
                    <a:cubicBezTo>
                      <a:pt x="2030" y="607"/>
                      <a:pt x="1590" y="1"/>
                      <a:pt x="101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38"/>
              <p:cNvSpPr/>
              <p:nvPr/>
            </p:nvSpPr>
            <p:spPr>
              <a:xfrm>
                <a:off x="4589349" y="3787232"/>
                <a:ext cx="2312" cy="17761"/>
              </a:xfrm>
              <a:custGeom>
                <a:avLst/>
                <a:gdLst/>
                <a:ahLst/>
                <a:cxnLst/>
                <a:rect l="l" t="t" r="r" b="b"/>
                <a:pathLst>
                  <a:path w="82" h="630" extrusionOk="0">
                    <a:moveTo>
                      <a:pt x="31" y="1"/>
                    </a:moveTo>
                    <a:cubicBezTo>
                      <a:pt x="16" y="1"/>
                      <a:pt x="0" y="20"/>
                      <a:pt x="0" y="36"/>
                    </a:cubicBezTo>
                    <a:lnTo>
                      <a:pt x="0" y="599"/>
                    </a:lnTo>
                    <a:cubicBezTo>
                      <a:pt x="0" y="614"/>
                      <a:pt x="16" y="630"/>
                      <a:pt x="31" y="630"/>
                    </a:cubicBezTo>
                    <a:cubicBezTo>
                      <a:pt x="66" y="630"/>
                      <a:pt x="81" y="614"/>
                      <a:pt x="81" y="599"/>
                    </a:cubicBezTo>
                    <a:lnTo>
                      <a:pt x="81" y="36"/>
                    </a:lnTo>
                    <a:cubicBezTo>
                      <a:pt x="81" y="20"/>
                      <a:pt x="66" y="1"/>
                      <a:pt x="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8" name="Google Shape;1538;p38"/>
              <p:cNvSpPr/>
              <p:nvPr/>
            </p:nvSpPr>
            <p:spPr>
              <a:xfrm>
                <a:off x="4563045" y="3797241"/>
                <a:ext cx="54383" cy="34931"/>
              </a:xfrm>
              <a:custGeom>
                <a:avLst/>
                <a:gdLst/>
                <a:ahLst/>
                <a:cxnLst/>
                <a:rect l="l" t="t" r="r" b="b"/>
                <a:pathLst>
                  <a:path w="1929" h="1239" extrusionOk="0">
                    <a:moveTo>
                      <a:pt x="208" y="1"/>
                    </a:moveTo>
                    <a:cubicBezTo>
                      <a:pt x="97" y="1"/>
                      <a:pt x="0" y="82"/>
                      <a:pt x="0" y="194"/>
                    </a:cubicBezTo>
                    <a:lnTo>
                      <a:pt x="0" y="1046"/>
                    </a:lnTo>
                    <a:cubicBezTo>
                      <a:pt x="0" y="1158"/>
                      <a:pt x="97" y="1239"/>
                      <a:pt x="208" y="1239"/>
                    </a:cubicBezTo>
                    <a:lnTo>
                      <a:pt x="1736" y="1239"/>
                    </a:lnTo>
                    <a:cubicBezTo>
                      <a:pt x="1848" y="1239"/>
                      <a:pt x="1929" y="1158"/>
                      <a:pt x="1929" y="1046"/>
                    </a:cubicBezTo>
                    <a:lnTo>
                      <a:pt x="1929" y="194"/>
                    </a:lnTo>
                    <a:cubicBezTo>
                      <a:pt x="1929" y="82"/>
                      <a:pt x="1848" y="1"/>
                      <a:pt x="17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9" name="Google Shape;1539;p38"/>
              <p:cNvSpPr/>
              <p:nvPr/>
            </p:nvSpPr>
            <p:spPr>
              <a:xfrm>
                <a:off x="4539533" y="3814974"/>
                <a:ext cx="101493" cy="43529"/>
              </a:xfrm>
              <a:custGeom>
                <a:avLst/>
                <a:gdLst/>
                <a:ahLst/>
                <a:cxnLst/>
                <a:rect l="l" t="t" r="r" b="b"/>
                <a:pathLst>
                  <a:path w="3600" h="1544" extrusionOk="0">
                    <a:moveTo>
                      <a:pt x="1" y="0"/>
                    </a:moveTo>
                    <a:cubicBezTo>
                      <a:pt x="1" y="270"/>
                      <a:pt x="97" y="529"/>
                      <a:pt x="240" y="772"/>
                    </a:cubicBezTo>
                    <a:cubicBezTo>
                      <a:pt x="560" y="1219"/>
                      <a:pt x="1139" y="1543"/>
                      <a:pt x="1798" y="1543"/>
                    </a:cubicBezTo>
                    <a:cubicBezTo>
                      <a:pt x="2473" y="1543"/>
                      <a:pt x="3052" y="1219"/>
                      <a:pt x="3357" y="772"/>
                    </a:cubicBezTo>
                    <a:cubicBezTo>
                      <a:pt x="3519" y="529"/>
                      <a:pt x="3600" y="270"/>
                      <a:pt x="360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38"/>
              <p:cNvSpPr/>
              <p:nvPr/>
            </p:nvSpPr>
            <p:spPr>
              <a:xfrm>
                <a:off x="4546299" y="3836710"/>
                <a:ext cx="87876" cy="21793"/>
              </a:xfrm>
              <a:custGeom>
                <a:avLst/>
                <a:gdLst/>
                <a:ahLst/>
                <a:cxnLst/>
                <a:rect l="l" t="t" r="r" b="b"/>
                <a:pathLst>
                  <a:path w="3117" h="773" extrusionOk="0">
                    <a:moveTo>
                      <a:pt x="0" y="1"/>
                    </a:moveTo>
                    <a:cubicBezTo>
                      <a:pt x="320" y="448"/>
                      <a:pt x="899" y="772"/>
                      <a:pt x="1558" y="772"/>
                    </a:cubicBezTo>
                    <a:cubicBezTo>
                      <a:pt x="2233" y="772"/>
                      <a:pt x="2812" y="448"/>
                      <a:pt x="31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 name="Google Shape;1541;p38"/>
              <p:cNvSpPr/>
              <p:nvPr/>
            </p:nvSpPr>
            <p:spPr>
              <a:xfrm>
                <a:off x="4583908" y="3769189"/>
                <a:ext cx="13194" cy="19481"/>
              </a:xfrm>
              <a:custGeom>
                <a:avLst/>
                <a:gdLst/>
                <a:ahLst/>
                <a:cxnLst/>
                <a:rect l="l" t="t" r="r" b="b"/>
                <a:pathLst>
                  <a:path w="468" h="691" extrusionOk="0">
                    <a:moveTo>
                      <a:pt x="224" y="1"/>
                    </a:moveTo>
                    <a:cubicBezTo>
                      <a:pt x="224" y="1"/>
                      <a:pt x="1" y="336"/>
                      <a:pt x="1" y="467"/>
                    </a:cubicBezTo>
                    <a:cubicBezTo>
                      <a:pt x="1" y="579"/>
                      <a:pt x="97" y="691"/>
                      <a:pt x="224" y="691"/>
                    </a:cubicBezTo>
                    <a:cubicBezTo>
                      <a:pt x="355" y="691"/>
                      <a:pt x="467" y="579"/>
                      <a:pt x="467" y="467"/>
                    </a:cubicBezTo>
                    <a:cubicBezTo>
                      <a:pt x="467" y="336"/>
                      <a:pt x="224" y="1"/>
                      <a:pt x="22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2" name="Google Shape;1542;p38"/>
              <p:cNvSpPr/>
              <p:nvPr/>
            </p:nvSpPr>
            <p:spPr>
              <a:xfrm>
                <a:off x="4538574" y="3813564"/>
                <a:ext cx="103748" cy="2312"/>
              </a:xfrm>
              <a:custGeom>
                <a:avLst/>
                <a:gdLst/>
                <a:ahLst/>
                <a:cxnLst/>
                <a:rect l="l" t="t" r="r" b="b"/>
                <a:pathLst>
                  <a:path w="3680" h="82" extrusionOk="0">
                    <a:moveTo>
                      <a:pt x="35" y="0"/>
                    </a:moveTo>
                    <a:cubicBezTo>
                      <a:pt x="16" y="0"/>
                      <a:pt x="0" y="16"/>
                      <a:pt x="0" y="50"/>
                    </a:cubicBezTo>
                    <a:cubicBezTo>
                      <a:pt x="0" y="66"/>
                      <a:pt x="16" y="81"/>
                      <a:pt x="35" y="81"/>
                    </a:cubicBezTo>
                    <a:lnTo>
                      <a:pt x="3634" y="81"/>
                    </a:lnTo>
                    <a:cubicBezTo>
                      <a:pt x="3664" y="81"/>
                      <a:pt x="3680" y="66"/>
                      <a:pt x="3680" y="50"/>
                    </a:cubicBezTo>
                    <a:cubicBezTo>
                      <a:pt x="3680" y="16"/>
                      <a:pt x="3664" y="0"/>
                      <a:pt x="36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543" name="Google Shape;1543;p38"/>
          <p:cNvGrpSpPr/>
          <p:nvPr/>
        </p:nvGrpSpPr>
        <p:grpSpPr>
          <a:xfrm>
            <a:off x="5635056" y="4013040"/>
            <a:ext cx="1298937" cy="883583"/>
            <a:chOff x="6358218" y="3496678"/>
            <a:chExt cx="513840" cy="349532"/>
          </a:xfrm>
        </p:grpSpPr>
        <p:sp>
          <p:nvSpPr>
            <p:cNvPr id="1544" name="Google Shape;1544;p38"/>
            <p:cNvSpPr/>
            <p:nvPr/>
          </p:nvSpPr>
          <p:spPr>
            <a:xfrm>
              <a:off x="6527064" y="3505784"/>
              <a:ext cx="171016" cy="265179"/>
            </a:xfrm>
            <a:custGeom>
              <a:avLst/>
              <a:gdLst/>
              <a:ahLst/>
              <a:cxnLst/>
              <a:rect l="l" t="t" r="r" b="b"/>
              <a:pathLst>
                <a:path w="6066" h="9406" extrusionOk="0">
                  <a:moveTo>
                    <a:pt x="2730" y="1"/>
                  </a:moveTo>
                  <a:cubicBezTo>
                    <a:pt x="1" y="1"/>
                    <a:pt x="1001" y="8364"/>
                    <a:pt x="1001" y="8364"/>
                  </a:cubicBezTo>
                  <a:lnTo>
                    <a:pt x="2320" y="8634"/>
                  </a:lnTo>
                  <a:lnTo>
                    <a:pt x="6015" y="9405"/>
                  </a:lnTo>
                  <a:cubicBezTo>
                    <a:pt x="6015" y="9405"/>
                    <a:pt x="6031" y="9182"/>
                    <a:pt x="6031" y="8811"/>
                  </a:cubicBezTo>
                  <a:cubicBezTo>
                    <a:pt x="6065" y="7060"/>
                    <a:pt x="5969" y="1919"/>
                    <a:pt x="3863" y="407"/>
                  </a:cubicBezTo>
                  <a:cubicBezTo>
                    <a:pt x="3655" y="264"/>
                    <a:pt x="3427" y="148"/>
                    <a:pt x="3188" y="71"/>
                  </a:cubicBezTo>
                  <a:cubicBezTo>
                    <a:pt x="3025" y="23"/>
                    <a:pt x="2873" y="1"/>
                    <a:pt x="273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5" name="Google Shape;1545;p38"/>
            <p:cNvSpPr/>
            <p:nvPr/>
          </p:nvSpPr>
          <p:spPr>
            <a:xfrm>
              <a:off x="6527064" y="3505784"/>
              <a:ext cx="89878" cy="243414"/>
            </a:xfrm>
            <a:custGeom>
              <a:avLst/>
              <a:gdLst/>
              <a:ahLst/>
              <a:cxnLst/>
              <a:rect l="l" t="t" r="r" b="b"/>
              <a:pathLst>
                <a:path w="3188" h="8634" extrusionOk="0">
                  <a:moveTo>
                    <a:pt x="2730" y="1"/>
                  </a:moveTo>
                  <a:cubicBezTo>
                    <a:pt x="1" y="1"/>
                    <a:pt x="1001" y="8364"/>
                    <a:pt x="1001" y="8364"/>
                  </a:cubicBezTo>
                  <a:lnTo>
                    <a:pt x="2320" y="8634"/>
                  </a:lnTo>
                  <a:cubicBezTo>
                    <a:pt x="1691" y="569"/>
                    <a:pt x="3188" y="71"/>
                    <a:pt x="3188" y="71"/>
                  </a:cubicBezTo>
                  <a:cubicBezTo>
                    <a:pt x="3025" y="23"/>
                    <a:pt x="2873" y="1"/>
                    <a:pt x="273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6" name="Google Shape;1546;p38"/>
            <p:cNvSpPr/>
            <p:nvPr/>
          </p:nvSpPr>
          <p:spPr>
            <a:xfrm>
              <a:off x="6578854" y="3507786"/>
              <a:ext cx="82040" cy="212064"/>
            </a:xfrm>
            <a:custGeom>
              <a:avLst/>
              <a:gdLst/>
              <a:ahLst/>
              <a:cxnLst/>
              <a:rect l="l" t="t" r="r" b="b"/>
              <a:pathLst>
                <a:path w="2910" h="7522" extrusionOk="0">
                  <a:moveTo>
                    <a:pt x="1351" y="0"/>
                  </a:moveTo>
                  <a:cubicBezTo>
                    <a:pt x="1335" y="16"/>
                    <a:pt x="1" y="498"/>
                    <a:pt x="417" y="7521"/>
                  </a:cubicBezTo>
                  <a:lnTo>
                    <a:pt x="2057" y="7521"/>
                  </a:lnTo>
                  <a:cubicBezTo>
                    <a:pt x="2203" y="7020"/>
                    <a:pt x="2508" y="6171"/>
                    <a:pt x="2909" y="5269"/>
                  </a:cubicBezTo>
                  <a:cubicBezTo>
                    <a:pt x="2377" y="3340"/>
                    <a:pt x="1864" y="1157"/>
                    <a:pt x="2026" y="336"/>
                  </a:cubicBezTo>
                  <a:cubicBezTo>
                    <a:pt x="1818" y="193"/>
                    <a:pt x="1590" y="77"/>
                    <a:pt x="13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7" name="Google Shape;1547;p38"/>
            <p:cNvSpPr/>
            <p:nvPr/>
          </p:nvSpPr>
          <p:spPr>
            <a:xfrm>
              <a:off x="6548519" y="3505925"/>
              <a:ext cx="68423" cy="213925"/>
            </a:xfrm>
            <a:custGeom>
              <a:avLst/>
              <a:gdLst/>
              <a:ahLst/>
              <a:cxnLst/>
              <a:rect l="l" t="t" r="r" b="b"/>
              <a:pathLst>
                <a:path w="2427" h="7588" extrusionOk="0">
                  <a:moveTo>
                    <a:pt x="1976" y="1"/>
                  </a:moveTo>
                  <a:cubicBezTo>
                    <a:pt x="174" y="1"/>
                    <a:pt x="1" y="3615"/>
                    <a:pt x="78" y="6091"/>
                  </a:cubicBezTo>
                  <a:cubicBezTo>
                    <a:pt x="97" y="6669"/>
                    <a:pt x="143" y="7202"/>
                    <a:pt x="174" y="7587"/>
                  </a:cubicBezTo>
                  <a:lnTo>
                    <a:pt x="1493" y="7587"/>
                  </a:lnTo>
                  <a:cubicBezTo>
                    <a:pt x="1077" y="564"/>
                    <a:pt x="2411" y="82"/>
                    <a:pt x="2427" y="66"/>
                  </a:cubicBezTo>
                  <a:cubicBezTo>
                    <a:pt x="2265" y="16"/>
                    <a:pt x="2103" y="1"/>
                    <a:pt x="1976" y="1"/>
                  </a:cubicBezTo>
                  <a:close/>
                </a:path>
              </a:pathLst>
            </a:custGeom>
            <a:solidFill>
              <a:srgbClr val="86AC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8" name="Google Shape;1548;p38"/>
            <p:cNvSpPr/>
            <p:nvPr/>
          </p:nvSpPr>
          <p:spPr>
            <a:xfrm>
              <a:off x="6631377" y="3517230"/>
              <a:ext cx="53960" cy="139102"/>
            </a:xfrm>
            <a:custGeom>
              <a:avLst/>
              <a:gdLst/>
              <a:ahLst/>
              <a:cxnLst/>
              <a:rect l="l" t="t" r="r" b="b"/>
              <a:pathLst>
                <a:path w="1914" h="4934" extrusionOk="0">
                  <a:moveTo>
                    <a:pt x="163" y="1"/>
                  </a:moveTo>
                  <a:lnTo>
                    <a:pt x="163" y="1"/>
                  </a:lnTo>
                  <a:cubicBezTo>
                    <a:pt x="1" y="822"/>
                    <a:pt x="514" y="3005"/>
                    <a:pt x="1046" y="4934"/>
                  </a:cubicBezTo>
                  <a:cubicBezTo>
                    <a:pt x="1305" y="4406"/>
                    <a:pt x="1575" y="3858"/>
                    <a:pt x="1914" y="3360"/>
                  </a:cubicBezTo>
                  <a:cubicBezTo>
                    <a:pt x="1594" y="1945"/>
                    <a:pt x="1062" y="645"/>
                    <a:pt x="163" y="1"/>
                  </a:cubicBezTo>
                  <a:close/>
                </a:path>
              </a:pathLst>
            </a:custGeom>
            <a:solidFill>
              <a:srgbClr val="4976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9" name="Google Shape;1549;p38"/>
            <p:cNvSpPr/>
            <p:nvPr/>
          </p:nvSpPr>
          <p:spPr>
            <a:xfrm>
              <a:off x="6652691" y="3537134"/>
              <a:ext cx="11784" cy="8176"/>
            </a:xfrm>
            <a:custGeom>
              <a:avLst/>
              <a:gdLst/>
              <a:ahLst/>
              <a:cxnLst/>
              <a:rect l="l" t="t" r="r" b="b"/>
              <a:pathLst>
                <a:path w="418" h="290" extrusionOk="0">
                  <a:moveTo>
                    <a:pt x="356" y="1"/>
                  </a:moveTo>
                  <a:lnTo>
                    <a:pt x="16" y="213"/>
                  </a:lnTo>
                  <a:cubicBezTo>
                    <a:pt x="1" y="228"/>
                    <a:pt x="1" y="244"/>
                    <a:pt x="16" y="259"/>
                  </a:cubicBezTo>
                  <a:cubicBezTo>
                    <a:pt x="16" y="274"/>
                    <a:pt x="32" y="290"/>
                    <a:pt x="47" y="290"/>
                  </a:cubicBezTo>
                  <a:lnTo>
                    <a:pt x="66" y="274"/>
                  </a:lnTo>
                  <a:lnTo>
                    <a:pt x="387" y="66"/>
                  </a:lnTo>
                  <a:cubicBezTo>
                    <a:pt x="417" y="66"/>
                    <a:pt x="417" y="35"/>
                    <a:pt x="402" y="20"/>
                  </a:cubicBezTo>
                  <a:cubicBezTo>
                    <a:pt x="387" y="1"/>
                    <a:pt x="371" y="1"/>
                    <a:pt x="35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0" name="Google Shape;1550;p38"/>
            <p:cNvSpPr/>
            <p:nvPr/>
          </p:nvSpPr>
          <p:spPr>
            <a:xfrm>
              <a:off x="6663150" y="3561944"/>
              <a:ext cx="19904" cy="3383"/>
            </a:xfrm>
            <a:custGeom>
              <a:avLst/>
              <a:gdLst/>
              <a:ahLst/>
              <a:cxnLst/>
              <a:rect l="l" t="t" r="r" b="b"/>
              <a:pathLst>
                <a:path w="706" h="120" extrusionOk="0">
                  <a:moveTo>
                    <a:pt x="18" y="0"/>
                  </a:moveTo>
                  <a:cubicBezTo>
                    <a:pt x="8" y="0"/>
                    <a:pt x="0" y="16"/>
                    <a:pt x="0" y="39"/>
                  </a:cubicBezTo>
                  <a:cubicBezTo>
                    <a:pt x="0" y="54"/>
                    <a:pt x="16" y="69"/>
                    <a:pt x="31" y="69"/>
                  </a:cubicBezTo>
                  <a:lnTo>
                    <a:pt x="660" y="120"/>
                  </a:lnTo>
                  <a:lnTo>
                    <a:pt x="675" y="120"/>
                  </a:lnTo>
                  <a:cubicBezTo>
                    <a:pt x="691" y="120"/>
                    <a:pt x="706" y="104"/>
                    <a:pt x="706" y="69"/>
                  </a:cubicBezTo>
                  <a:cubicBezTo>
                    <a:pt x="706" y="54"/>
                    <a:pt x="691" y="39"/>
                    <a:pt x="675" y="39"/>
                  </a:cubicBezTo>
                  <a:lnTo>
                    <a:pt x="31" y="8"/>
                  </a:lnTo>
                  <a:cubicBezTo>
                    <a:pt x="27" y="2"/>
                    <a:pt x="22" y="0"/>
                    <a:pt x="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1" name="Google Shape;1551;p38"/>
            <p:cNvSpPr/>
            <p:nvPr/>
          </p:nvSpPr>
          <p:spPr>
            <a:xfrm>
              <a:off x="6672595" y="3600202"/>
              <a:ext cx="18184" cy="4060"/>
            </a:xfrm>
            <a:custGeom>
              <a:avLst/>
              <a:gdLst/>
              <a:ahLst/>
              <a:cxnLst/>
              <a:rect l="l" t="t" r="r" b="b"/>
              <a:pathLst>
                <a:path w="645" h="144" extrusionOk="0">
                  <a:moveTo>
                    <a:pt x="595" y="1"/>
                  </a:moveTo>
                  <a:lnTo>
                    <a:pt x="35" y="62"/>
                  </a:lnTo>
                  <a:cubicBezTo>
                    <a:pt x="16" y="78"/>
                    <a:pt x="1" y="97"/>
                    <a:pt x="1" y="113"/>
                  </a:cubicBezTo>
                  <a:cubicBezTo>
                    <a:pt x="1" y="128"/>
                    <a:pt x="16" y="143"/>
                    <a:pt x="35" y="143"/>
                  </a:cubicBezTo>
                  <a:lnTo>
                    <a:pt x="51" y="143"/>
                  </a:lnTo>
                  <a:lnTo>
                    <a:pt x="614" y="78"/>
                  </a:lnTo>
                  <a:cubicBezTo>
                    <a:pt x="629" y="78"/>
                    <a:pt x="645" y="62"/>
                    <a:pt x="645" y="32"/>
                  </a:cubicBezTo>
                  <a:cubicBezTo>
                    <a:pt x="645" y="16"/>
                    <a:pt x="629" y="1"/>
                    <a:pt x="59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2" name="Google Shape;1552;p38"/>
            <p:cNvSpPr/>
            <p:nvPr/>
          </p:nvSpPr>
          <p:spPr>
            <a:xfrm>
              <a:off x="6681194" y="3654360"/>
              <a:ext cx="20468" cy="8401"/>
            </a:xfrm>
            <a:custGeom>
              <a:avLst/>
              <a:gdLst/>
              <a:ahLst/>
              <a:cxnLst/>
              <a:rect l="l" t="t" r="r" b="b"/>
              <a:pathLst>
                <a:path w="726" h="298" extrusionOk="0">
                  <a:moveTo>
                    <a:pt x="692" y="0"/>
                  </a:moveTo>
                  <a:cubicBezTo>
                    <a:pt x="687" y="0"/>
                    <a:pt x="681" y="2"/>
                    <a:pt x="675" y="8"/>
                  </a:cubicBezTo>
                  <a:lnTo>
                    <a:pt x="35" y="217"/>
                  </a:lnTo>
                  <a:cubicBezTo>
                    <a:pt x="20" y="232"/>
                    <a:pt x="0" y="247"/>
                    <a:pt x="20" y="263"/>
                  </a:cubicBezTo>
                  <a:cubicBezTo>
                    <a:pt x="20" y="278"/>
                    <a:pt x="35" y="298"/>
                    <a:pt x="51" y="298"/>
                  </a:cubicBezTo>
                  <a:lnTo>
                    <a:pt x="66" y="298"/>
                  </a:lnTo>
                  <a:lnTo>
                    <a:pt x="695" y="70"/>
                  </a:lnTo>
                  <a:cubicBezTo>
                    <a:pt x="710" y="70"/>
                    <a:pt x="726" y="55"/>
                    <a:pt x="726" y="24"/>
                  </a:cubicBezTo>
                  <a:cubicBezTo>
                    <a:pt x="715" y="13"/>
                    <a:pt x="704" y="0"/>
                    <a:pt x="6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3" name="Google Shape;1553;p38"/>
            <p:cNvSpPr/>
            <p:nvPr/>
          </p:nvSpPr>
          <p:spPr>
            <a:xfrm>
              <a:off x="6688918" y="3694647"/>
              <a:ext cx="16775" cy="7048"/>
            </a:xfrm>
            <a:custGeom>
              <a:avLst/>
              <a:gdLst/>
              <a:ahLst/>
              <a:cxnLst/>
              <a:rect l="l" t="t" r="r" b="b"/>
              <a:pathLst>
                <a:path w="595" h="250" extrusionOk="0">
                  <a:moveTo>
                    <a:pt x="36" y="0"/>
                  </a:moveTo>
                  <a:cubicBezTo>
                    <a:pt x="24" y="0"/>
                    <a:pt x="11" y="12"/>
                    <a:pt x="0" y="26"/>
                  </a:cubicBezTo>
                  <a:cubicBezTo>
                    <a:pt x="0" y="56"/>
                    <a:pt x="16" y="72"/>
                    <a:pt x="35" y="72"/>
                  </a:cubicBezTo>
                  <a:lnTo>
                    <a:pt x="548" y="249"/>
                  </a:lnTo>
                  <a:lnTo>
                    <a:pt x="563" y="249"/>
                  </a:lnTo>
                  <a:cubicBezTo>
                    <a:pt x="579" y="249"/>
                    <a:pt x="594" y="234"/>
                    <a:pt x="594" y="218"/>
                  </a:cubicBezTo>
                  <a:cubicBezTo>
                    <a:pt x="594" y="199"/>
                    <a:pt x="594" y="184"/>
                    <a:pt x="563" y="168"/>
                  </a:cubicBezTo>
                  <a:lnTo>
                    <a:pt x="50" y="6"/>
                  </a:lnTo>
                  <a:cubicBezTo>
                    <a:pt x="46" y="2"/>
                    <a:pt x="41" y="0"/>
                    <a:pt x="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4" name="Google Shape;1554;p38"/>
            <p:cNvSpPr/>
            <p:nvPr/>
          </p:nvSpPr>
          <p:spPr>
            <a:xfrm>
              <a:off x="6616491" y="3656756"/>
              <a:ext cx="10347" cy="14604"/>
            </a:xfrm>
            <a:custGeom>
              <a:avLst/>
              <a:gdLst/>
              <a:ahLst/>
              <a:cxnLst/>
              <a:rect l="l" t="t" r="r" b="b"/>
              <a:pathLst>
                <a:path w="367" h="518" extrusionOk="0">
                  <a:moveTo>
                    <a:pt x="31" y="0"/>
                  </a:moveTo>
                  <a:cubicBezTo>
                    <a:pt x="16" y="20"/>
                    <a:pt x="0" y="35"/>
                    <a:pt x="16" y="66"/>
                  </a:cubicBezTo>
                  <a:lnTo>
                    <a:pt x="305" y="502"/>
                  </a:lnTo>
                  <a:cubicBezTo>
                    <a:pt x="305" y="517"/>
                    <a:pt x="321" y="517"/>
                    <a:pt x="336" y="517"/>
                  </a:cubicBezTo>
                  <a:lnTo>
                    <a:pt x="351" y="517"/>
                  </a:lnTo>
                  <a:cubicBezTo>
                    <a:pt x="367" y="502"/>
                    <a:pt x="367" y="482"/>
                    <a:pt x="351" y="467"/>
                  </a:cubicBezTo>
                  <a:lnTo>
                    <a:pt x="78" y="20"/>
                  </a:lnTo>
                  <a:cubicBezTo>
                    <a:pt x="62" y="0"/>
                    <a:pt x="47" y="0"/>
                    <a:pt x="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5" name="Google Shape;1555;p38"/>
            <p:cNvSpPr/>
            <p:nvPr/>
          </p:nvSpPr>
          <p:spPr>
            <a:xfrm>
              <a:off x="6580179" y="3596339"/>
              <a:ext cx="15027" cy="6061"/>
            </a:xfrm>
            <a:custGeom>
              <a:avLst/>
              <a:gdLst/>
              <a:ahLst/>
              <a:cxnLst/>
              <a:rect l="l" t="t" r="r" b="b"/>
              <a:pathLst>
                <a:path w="533" h="215" extrusionOk="0">
                  <a:moveTo>
                    <a:pt x="36" y="0"/>
                  </a:moveTo>
                  <a:cubicBezTo>
                    <a:pt x="24" y="0"/>
                    <a:pt x="11" y="11"/>
                    <a:pt x="0" y="22"/>
                  </a:cubicBezTo>
                  <a:cubicBezTo>
                    <a:pt x="0" y="57"/>
                    <a:pt x="16" y="72"/>
                    <a:pt x="35" y="72"/>
                  </a:cubicBezTo>
                  <a:lnTo>
                    <a:pt x="467" y="215"/>
                  </a:lnTo>
                  <a:lnTo>
                    <a:pt x="482" y="215"/>
                  </a:lnTo>
                  <a:cubicBezTo>
                    <a:pt x="498" y="215"/>
                    <a:pt x="517" y="215"/>
                    <a:pt x="517" y="199"/>
                  </a:cubicBezTo>
                  <a:cubicBezTo>
                    <a:pt x="532" y="169"/>
                    <a:pt x="517" y="153"/>
                    <a:pt x="498" y="153"/>
                  </a:cubicBezTo>
                  <a:lnTo>
                    <a:pt x="50" y="7"/>
                  </a:lnTo>
                  <a:cubicBezTo>
                    <a:pt x="46" y="2"/>
                    <a:pt x="41" y="0"/>
                    <a:pt x="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6" name="Google Shape;1556;p38"/>
            <p:cNvSpPr/>
            <p:nvPr/>
          </p:nvSpPr>
          <p:spPr>
            <a:xfrm>
              <a:off x="6546686" y="3694816"/>
              <a:ext cx="14491" cy="6428"/>
            </a:xfrm>
            <a:custGeom>
              <a:avLst/>
              <a:gdLst/>
              <a:ahLst/>
              <a:cxnLst/>
              <a:rect l="l" t="t" r="r" b="b"/>
              <a:pathLst>
                <a:path w="514" h="228" extrusionOk="0">
                  <a:moveTo>
                    <a:pt x="46" y="0"/>
                  </a:moveTo>
                  <a:cubicBezTo>
                    <a:pt x="31" y="0"/>
                    <a:pt x="16" y="20"/>
                    <a:pt x="0" y="35"/>
                  </a:cubicBezTo>
                  <a:cubicBezTo>
                    <a:pt x="0" y="50"/>
                    <a:pt x="16" y="66"/>
                    <a:pt x="31" y="81"/>
                  </a:cubicBezTo>
                  <a:lnTo>
                    <a:pt x="467" y="228"/>
                  </a:lnTo>
                  <a:lnTo>
                    <a:pt x="482" y="228"/>
                  </a:lnTo>
                  <a:cubicBezTo>
                    <a:pt x="498" y="228"/>
                    <a:pt x="513" y="212"/>
                    <a:pt x="513" y="193"/>
                  </a:cubicBezTo>
                  <a:cubicBezTo>
                    <a:pt x="513" y="178"/>
                    <a:pt x="513" y="162"/>
                    <a:pt x="498" y="147"/>
                  </a:cubicBezTo>
                  <a:lnTo>
                    <a:pt x="4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7" name="Google Shape;1557;p38"/>
            <p:cNvSpPr/>
            <p:nvPr/>
          </p:nvSpPr>
          <p:spPr>
            <a:xfrm>
              <a:off x="6578431" y="3614664"/>
              <a:ext cx="18522" cy="2312"/>
            </a:xfrm>
            <a:custGeom>
              <a:avLst/>
              <a:gdLst/>
              <a:ahLst/>
              <a:cxnLst/>
              <a:rect l="l" t="t" r="r" b="b"/>
              <a:pathLst>
                <a:path w="657" h="82" extrusionOk="0">
                  <a:moveTo>
                    <a:pt x="31" y="1"/>
                  </a:moveTo>
                  <a:cubicBezTo>
                    <a:pt x="16" y="1"/>
                    <a:pt x="0" y="16"/>
                    <a:pt x="0" y="47"/>
                  </a:cubicBezTo>
                  <a:cubicBezTo>
                    <a:pt x="0" y="66"/>
                    <a:pt x="16" y="82"/>
                    <a:pt x="31" y="82"/>
                  </a:cubicBezTo>
                  <a:lnTo>
                    <a:pt x="625" y="66"/>
                  </a:lnTo>
                  <a:cubicBezTo>
                    <a:pt x="641" y="66"/>
                    <a:pt x="656" y="47"/>
                    <a:pt x="656" y="32"/>
                  </a:cubicBezTo>
                  <a:cubicBezTo>
                    <a:pt x="656" y="16"/>
                    <a:pt x="641" y="1"/>
                    <a:pt x="62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558;p38"/>
            <p:cNvSpPr/>
            <p:nvPr/>
          </p:nvSpPr>
          <p:spPr>
            <a:xfrm>
              <a:off x="6557991" y="3670345"/>
              <a:ext cx="19058" cy="2735"/>
            </a:xfrm>
            <a:custGeom>
              <a:avLst/>
              <a:gdLst/>
              <a:ahLst/>
              <a:cxnLst/>
              <a:rect l="l" t="t" r="r" b="b"/>
              <a:pathLst>
                <a:path w="676" h="97" extrusionOk="0">
                  <a:moveTo>
                    <a:pt x="629" y="0"/>
                  </a:moveTo>
                  <a:lnTo>
                    <a:pt x="50" y="20"/>
                  </a:lnTo>
                  <a:cubicBezTo>
                    <a:pt x="16" y="20"/>
                    <a:pt x="0" y="35"/>
                    <a:pt x="0" y="51"/>
                  </a:cubicBezTo>
                  <a:cubicBezTo>
                    <a:pt x="0" y="81"/>
                    <a:pt x="16" y="97"/>
                    <a:pt x="50" y="97"/>
                  </a:cubicBezTo>
                  <a:lnTo>
                    <a:pt x="644" y="81"/>
                  </a:lnTo>
                  <a:cubicBezTo>
                    <a:pt x="660" y="81"/>
                    <a:pt x="675" y="66"/>
                    <a:pt x="675" y="51"/>
                  </a:cubicBezTo>
                  <a:cubicBezTo>
                    <a:pt x="675" y="20"/>
                    <a:pt x="660" y="0"/>
                    <a:pt x="6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1559;p38"/>
            <p:cNvSpPr/>
            <p:nvPr/>
          </p:nvSpPr>
          <p:spPr>
            <a:xfrm>
              <a:off x="6582463" y="3568034"/>
              <a:ext cx="19058" cy="2735"/>
            </a:xfrm>
            <a:custGeom>
              <a:avLst/>
              <a:gdLst/>
              <a:ahLst/>
              <a:cxnLst/>
              <a:rect l="l" t="t" r="r" b="b"/>
              <a:pathLst>
                <a:path w="676" h="97" extrusionOk="0">
                  <a:moveTo>
                    <a:pt x="629" y="0"/>
                  </a:moveTo>
                  <a:lnTo>
                    <a:pt x="31" y="15"/>
                  </a:lnTo>
                  <a:cubicBezTo>
                    <a:pt x="16" y="15"/>
                    <a:pt x="0" y="31"/>
                    <a:pt x="0" y="46"/>
                  </a:cubicBezTo>
                  <a:cubicBezTo>
                    <a:pt x="0" y="81"/>
                    <a:pt x="16" y="96"/>
                    <a:pt x="50" y="96"/>
                  </a:cubicBezTo>
                  <a:lnTo>
                    <a:pt x="629" y="81"/>
                  </a:lnTo>
                  <a:cubicBezTo>
                    <a:pt x="660" y="81"/>
                    <a:pt x="675" y="62"/>
                    <a:pt x="675" y="31"/>
                  </a:cubicBezTo>
                  <a:cubicBezTo>
                    <a:pt x="675" y="15"/>
                    <a:pt x="660" y="0"/>
                    <a:pt x="6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0" name="Google Shape;1560;p38"/>
            <p:cNvSpPr/>
            <p:nvPr/>
          </p:nvSpPr>
          <p:spPr>
            <a:xfrm>
              <a:off x="6608344" y="3634568"/>
              <a:ext cx="17197" cy="2312"/>
            </a:xfrm>
            <a:custGeom>
              <a:avLst/>
              <a:gdLst/>
              <a:ahLst/>
              <a:cxnLst/>
              <a:rect l="l" t="t" r="r" b="b"/>
              <a:pathLst>
                <a:path w="610" h="82" extrusionOk="0">
                  <a:moveTo>
                    <a:pt x="579" y="1"/>
                  </a:moveTo>
                  <a:lnTo>
                    <a:pt x="46" y="16"/>
                  </a:lnTo>
                  <a:cubicBezTo>
                    <a:pt x="16" y="16"/>
                    <a:pt x="0" y="35"/>
                    <a:pt x="0" y="51"/>
                  </a:cubicBezTo>
                  <a:cubicBezTo>
                    <a:pt x="0" y="66"/>
                    <a:pt x="16" y="82"/>
                    <a:pt x="46" y="82"/>
                  </a:cubicBezTo>
                  <a:lnTo>
                    <a:pt x="579" y="66"/>
                  </a:lnTo>
                  <a:cubicBezTo>
                    <a:pt x="594" y="66"/>
                    <a:pt x="610" y="51"/>
                    <a:pt x="610" y="35"/>
                  </a:cubicBezTo>
                  <a:cubicBezTo>
                    <a:pt x="610" y="16"/>
                    <a:pt x="594" y="1"/>
                    <a:pt x="57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561;p38"/>
            <p:cNvSpPr/>
            <p:nvPr/>
          </p:nvSpPr>
          <p:spPr>
            <a:xfrm>
              <a:off x="6545812" y="3633694"/>
              <a:ext cx="16775" cy="4060"/>
            </a:xfrm>
            <a:custGeom>
              <a:avLst/>
              <a:gdLst/>
              <a:ahLst/>
              <a:cxnLst/>
              <a:rect l="l" t="t" r="r" b="b"/>
              <a:pathLst>
                <a:path w="595" h="144" extrusionOk="0">
                  <a:moveTo>
                    <a:pt x="31" y="1"/>
                  </a:moveTo>
                  <a:cubicBezTo>
                    <a:pt x="16" y="1"/>
                    <a:pt x="0" y="1"/>
                    <a:pt x="0" y="32"/>
                  </a:cubicBezTo>
                  <a:cubicBezTo>
                    <a:pt x="0" y="47"/>
                    <a:pt x="16" y="66"/>
                    <a:pt x="31" y="66"/>
                  </a:cubicBezTo>
                  <a:lnTo>
                    <a:pt x="544" y="143"/>
                  </a:lnTo>
                  <a:cubicBezTo>
                    <a:pt x="579" y="143"/>
                    <a:pt x="594" y="128"/>
                    <a:pt x="594" y="113"/>
                  </a:cubicBezTo>
                  <a:cubicBezTo>
                    <a:pt x="594" y="97"/>
                    <a:pt x="579" y="82"/>
                    <a:pt x="560" y="82"/>
                  </a:cubicBezTo>
                  <a:lnTo>
                    <a:pt x="3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38"/>
            <p:cNvSpPr/>
            <p:nvPr/>
          </p:nvSpPr>
          <p:spPr>
            <a:xfrm>
              <a:off x="6549393" y="3550300"/>
              <a:ext cx="15478" cy="2735"/>
            </a:xfrm>
            <a:custGeom>
              <a:avLst/>
              <a:gdLst/>
              <a:ahLst/>
              <a:cxnLst/>
              <a:rect l="l" t="t" r="r" b="b"/>
              <a:pathLst>
                <a:path w="549" h="97" extrusionOk="0">
                  <a:moveTo>
                    <a:pt x="47" y="0"/>
                  </a:moveTo>
                  <a:cubicBezTo>
                    <a:pt x="16" y="0"/>
                    <a:pt x="1" y="16"/>
                    <a:pt x="1" y="35"/>
                  </a:cubicBezTo>
                  <a:cubicBezTo>
                    <a:pt x="1" y="50"/>
                    <a:pt x="16" y="66"/>
                    <a:pt x="47" y="66"/>
                  </a:cubicBezTo>
                  <a:lnTo>
                    <a:pt x="514" y="97"/>
                  </a:lnTo>
                  <a:cubicBezTo>
                    <a:pt x="529" y="97"/>
                    <a:pt x="548" y="81"/>
                    <a:pt x="548" y="66"/>
                  </a:cubicBezTo>
                  <a:cubicBezTo>
                    <a:pt x="548" y="35"/>
                    <a:pt x="529" y="16"/>
                    <a:pt x="514" y="16"/>
                  </a:cubicBezTo>
                  <a:lnTo>
                    <a:pt x="4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1563;p38"/>
            <p:cNvSpPr/>
            <p:nvPr/>
          </p:nvSpPr>
          <p:spPr>
            <a:xfrm>
              <a:off x="6558865" y="3523123"/>
              <a:ext cx="17310" cy="9585"/>
            </a:xfrm>
            <a:custGeom>
              <a:avLst/>
              <a:gdLst/>
              <a:ahLst/>
              <a:cxnLst/>
              <a:rect l="l" t="t" r="r" b="b"/>
              <a:pathLst>
                <a:path w="614" h="340" extrusionOk="0">
                  <a:moveTo>
                    <a:pt x="66" y="0"/>
                  </a:moveTo>
                  <a:cubicBezTo>
                    <a:pt x="50" y="0"/>
                    <a:pt x="19" y="0"/>
                    <a:pt x="19" y="35"/>
                  </a:cubicBezTo>
                  <a:cubicBezTo>
                    <a:pt x="0" y="50"/>
                    <a:pt x="19" y="66"/>
                    <a:pt x="35" y="81"/>
                  </a:cubicBezTo>
                  <a:lnTo>
                    <a:pt x="548" y="324"/>
                  </a:lnTo>
                  <a:lnTo>
                    <a:pt x="563" y="339"/>
                  </a:lnTo>
                  <a:cubicBezTo>
                    <a:pt x="579" y="339"/>
                    <a:pt x="598" y="324"/>
                    <a:pt x="598" y="305"/>
                  </a:cubicBezTo>
                  <a:cubicBezTo>
                    <a:pt x="613" y="289"/>
                    <a:pt x="598" y="274"/>
                    <a:pt x="579" y="258"/>
                  </a:cubicBezTo>
                  <a:lnTo>
                    <a:pt x="6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1564;p38"/>
            <p:cNvSpPr/>
            <p:nvPr/>
          </p:nvSpPr>
          <p:spPr>
            <a:xfrm>
              <a:off x="6542119" y="3588783"/>
              <a:ext cx="17310" cy="9614"/>
            </a:xfrm>
            <a:custGeom>
              <a:avLst/>
              <a:gdLst/>
              <a:ahLst/>
              <a:cxnLst/>
              <a:rect l="l" t="t" r="r" b="b"/>
              <a:pathLst>
                <a:path w="614" h="341" extrusionOk="0">
                  <a:moveTo>
                    <a:pt x="50" y="1"/>
                  </a:moveTo>
                  <a:cubicBezTo>
                    <a:pt x="35" y="1"/>
                    <a:pt x="16" y="1"/>
                    <a:pt x="0" y="35"/>
                  </a:cubicBezTo>
                  <a:cubicBezTo>
                    <a:pt x="0" y="51"/>
                    <a:pt x="0" y="66"/>
                    <a:pt x="16" y="82"/>
                  </a:cubicBezTo>
                  <a:lnTo>
                    <a:pt x="548" y="325"/>
                  </a:lnTo>
                  <a:lnTo>
                    <a:pt x="563" y="340"/>
                  </a:lnTo>
                  <a:cubicBezTo>
                    <a:pt x="579" y="340"/>
                    <a:pt x="594" y="325"/>
                    <a:pt x="594" y="309"/>
                  </a:cubicBezTo>
                  <a:cubicBezTo>
                    <a:pt x="613" y="290"/>
                    <a:pt x="594" y="275"/>
                    <a:pt x="579" y="259"/>
                  </a:cubicBezTo>
                  <a:lnTo>
                    <a:pt x="5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1565;p38"/>
            <p:cNvSpPr/>
            <p:nvPr/>
          </p:nvSpPr>
          <p:spPr>
            <a:xfrm>
              <a:off x="6614631" y="3540179"/>
              <a:ext cx="6343" cy="14716"/>
            </a:xfrm>
            <a:custGeom>
              <a:avLst/>
              <a:gdLst/>
              <a:ahLst/>
              <a:cxnLst/>
              <a:rect l="l" t="t" r="r" b="b"/>
              <a:pathLst>
                <a:path w="225" h="522" extrusionOk="0">
                  <a:moveTo>
                    <a:pt x="180" y="0"/>
                  </a:moveTo>
                  <a:cubicBezTo>
                    <a:pt x="169" y="0"/>
                    <a:pt x="157" y="13"/>
                    <a:pt x="144" y="24"/>
                  </a:cubicBezTo>
                  <a:lnTo>
                    <a:pt x="1" y="471"/>
                  </a:lnTo>
                  <a:cubicBezTo>
                    <a:pt x="1" y="506"/>
                    <a:pt x="1" y="521"/>
                    <a:pt x="32" y="521"/>
                  </a:cubicBezTo>
                  <a:cubicBezTo>
                    <a:pt x="47" y="521"/>
                    <a:pt x="66" y="521"/>
                    <a:pt x="82" y="506"/>
                  </a:cubicBezTo>
                  <a:lnTo>
                    <a:pt x="225" y="55"/>
                  </a:lnTo>
                  <a:cubicBezTo>
                    <a:pt x="225" y="24"/>
                    <a:pt x="225" y="8"/>
                    <a:pt x="194" y="8"/>
                  </a:cubicBezTo>
                  <a:cubicBezTo>
                    <a:pt x="189" y="3"/>
                    <a:pt x="184" y="0"/>
                    <a:pt x="18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38"/>
            <p:cNvSpPr/>
            <p:nvPr/>
          </p:nvSpPr>
          <p:spPr>
            <a:xfrm>
              <a:off x="6622806" y="3503754"/>
              <a:ext cx="10882" cy="14914"/>
            </a:xfrm>
            <a:custGeom>
              <a:avLst/>
              <a:gdLst/>
              <a:ahLst/>
              <a:cxnLst/>
              <a:rect l="l" t="t" r="r" b="b"/>
              <a:pathLst>
                <a:path w="386" h="529" extrusionOk="0">
                  <a:moveTo>
                    <a:pt x="345" y="0"/>
                  </a:moveTo>
                  <a:cubicBezTo>
                    <a:pt x="337" y="0"/>
                    <a:pt x="328" y="4"/>
                    <a:pt x="320" y="12"/>
                  </a:cubicBezTo>
                  <a:lnTo>
                    <a:pt x="0" y="463"/>
                  </a:lnTo>
                  <a:cubicBezTo>
                    <a:pt x="0" y="479"/>
                    <a:pt x="0" y="494"/>
                    <a:pt x="16" y="510"/>
                  </a:cubicBezTo>
                  <a:lnTo>
                    <a:pt x="31" y="529"/>
                  </a:lnTo>
                  <a:cubicBezTo>
                    <a:pt x="46" y="529"/>
                    <a:pt x="66" y="510"/>
                    <a:pt x="66" y="510"/>
                  </a:cubicBezTo>
                  <a:lnTo>
                    <a:pt x="386" y="62"/>
                  </a:lnTo>
                  <a:cubicBezTo>
                    <a:pt x="386" y="47"/>
                    <a:pt x="386" y="27"/>
                    <a:pt x="370" y="12"/>
                  </a:cubicBezTo>
                  <a:cubicBezTo>
                    <a:pt x="363" y="4"/>
                    <a:pt x="354" y="0"/>
                    <a:pt x="3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1567;p38"/>
            <p:cNvSpPr/>
            <p:nvPr/>
          </p:nvSpPr>
          <p:spPr>
            <a:xfrm>
              <a:off x="6592471" y="3496678"/>
              <a:ext cx="7189" cy="16577"/>
            </a:xfrm>
            <a:custGeom>
              <a:avLst/>
              <a:gdLst/>
              <a:ahLst/>
              <a:cxnLst/>
              <a:rect l="l" t="t" r="r" b="b"/>
              <a:pathLst>
                <a:path w="255" h="588" extrusionOk="0">
                  <a:moveTo>
                    <a:pt x="39" y="0"/>
                  </a:moveTo>
                  <a:cubicBezTo>
                    <a:pt x="33" y="0"/>
                    <a:pt x="25" y="3"/>
                    <a:pt x="15" y="8"/>
                  </a:cubicBezTo>
                  <a:cubicBezTo>
                    <a:pt x="0" y="8"/>
                    <a:pt x="0" y="24"/>
                    <a:pt x="0" y="55"/>
                  </a:cubicBezTo>
                  <a:lnTo>
                    <a:pt x="177" y="552"/>
                  </a:lnTo>
                  <a:cubicBezTo>
                    <a:pt x="177" y="568"/>
                    <a:pt x="193" y="587"/>
                    <a:pt x="208" y="587"/>
                  </a:cubicBezTo>
                  <a:lnTo>
                    <a:pt x="224" y="587"/>
                  </a:lnTo>
                  <a:cubicBezTo>
                    <a:pt x="239" y="568"/>
                    <a:pt x="255" y="552"/>
                    <a:pt x="239" y="537"/>
                  </a:cubicBezTo>
                  <a:lnTo>
                    <a:pt x="62" y="24"/>
                  </a:lnTo>
                  <a:cubicBezTo>
                    <a:pt x="62" y="13"/>
                    <a:pt x="54" y="0"/>
                    <a:pt x="3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1568;p38"/>
            <p:cNvSpPr/>
            <p:nvPr/>
          </p:nvSpPr>
          <p:spPr>
            <a:xfrm>
              <a:off x="6632787" y="3557546"/>
              <a:ext cx="204790" cy="187198"/>
            </a:xfrm>
            <a:custGeom>
              <a:avLst/>
              <a:gdLst/>
              <a:ahLst/>
              <a:cxnLst/>
              <a:rect l="l" t="t" r="r" b="b"/>
              <a:pathLst>
                <a:path w="7264" h="6640" extrusionOk="0">
                  <a:moveTo>
                    <a:pt x="4430" y="1"/>
                  </a:moveTo>
                  <a:cubicBezTo>
                    <a:pt x="1696" y="1"/>
                    <a:pt x="1" y="6219"/>
                    <a:pt x="1" y="6219"/>
                  </a:cubicBezTo>
                  <a:lnTo>
                    <a:pt x="3006" y="6528"/>
                  </a:lnTo>
                  <a:lnTo>
                    <a:pt x="4097" y="6640"/>
                  </a:lnTo>
                  <a:cubicBezTo>
                    <a:pt x="4097" y="6640"/>
                    <a:pt x="7264" y="83"/>
                    <a:pt x="4483" y="2"/>
                  </a:cubicBezTo>
                  <a:cubicBezTo>
                    <a:pt x="4465" y="1"/>
                    <a:pt x="4448" y="1"/>
                    <a:pt x="443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38"/>
            <p:cNvSpPr/>
            <p:nvPr/>
          </p:nvSpPr>
          <p:spPr>
            <a:xfrm>
              <a:off x="6717506" y="3557574"/>
              <a:ext cx="120072" cy="187170"/>
            </a:xfrm>
            <a:custGeom>
              <a:avLst/>
              <a:gdLst/>
              <a:ahLst/>
              <a:cxnLst/>
              <a:rect l="l" t="t" r="r" b="b"/>
              <a:pathLst>
                <a:path w="4259" h="6639" extrusionOk="0">
                  <a:moveTo>
                    <a:pt x="1478" y="1"/>
                  </a:moveTo>
                  <a:cubicBezTo>
                    <a:pt x="1478" y="1"/>
                    <a:pt x="2508" y="722"/>
                    <a:pt x="1" y="6527"/>
                  </a:cubicBezTo>
                  <a:lnTo>
                    <a:pt x="1092" y="6639"/>
                  </a:lnTo>
                  <a:cubicBezTo>
                    <a:pt x="1092" y="6639"/>
                    <a:pt x="4259" y="82"/>
                    <a:pt x="147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38"/>
            <p:cNvSpPr/>
            <p:nvPr/>
          </p:nvSpPr>
          <p:spPr>
            <a:xfrm>
              <a:off x="6710655" y="3571727"/>
              <a:ext cx="8176" cy="8937"/>
            </a:xfrm>
            <a:custGeom>
              <a:avLst/>
              <a:gdLst/>
              <a:ahLst/>
              <a:cxnLst/>
              <a:rect l="l" t="t" r="r" b="b"/>
              <a:pathLst>
                <a:path w="290" h="317" extrusionOk="0">
                  <a:moveTo>
                    <a:pt x="50" y="0"/>
                  </a:moveTo>
                  <a:cubicBezTo>
                    <a:pt x="38" y="0"/>
                    <a:pt x="26" y="4"/>
                    <a:pt x="16" y="12"/>
                  </a:cubicBezTo>
                  <a:cubicBezTo>
                    <a:pt x="1" y="27"/>
                    <a:pt x="1" y="62"/>
                    <a:pt x="16" y="62"/>
                  </a:cubicBezTo>
                  <a:lnTo>
                    <a:pt x="228" y="301"/>
                  </a:lnTo>
                  <a:lnTo>
                    <a:pt x="244" y="316"/>
                  </a:lnTo>
                  <a:cubicBezTo>
                    <a:pt x="259" y="316"/>
                    <a:pt x="259" y="316"/>
                    <a:pt x="274" y="301"/>
                  </a:cubicBezTo>
                  <a:cubicBezTo>
                    <a:pt x="290" y="286"/>
                    <a:pt x="290" y="270"/>
                    <a:pt x="274" y="255"/>
                  </a:cubicBezTo>
                  <a:lnTo>
                    <a:pt x="82" y="12"/>
                  </a:lnTo>
                  <a:cubicBezTo>
                    <a:pt x="74" y="4"/>
                    <a:pt x="62" y="0"/>
                    <a:pt x="5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571;p38"/>
            <p:cNvSpPr/>
            <p:nvPr/>
          </p:nvSpPr>
          <p:spPr>
            <a:xfrm>
              <a:off x="6694360" y="3582299"/>
              <a:ext cx="16323" cy="5639"/>
            </a:xfrm>
            <a:custGeom>
              <a:avLst/>
              <a:gdLst/>
              <a:ahLst/>
              <a:cxnLst/>
              <a:rect l="l" t="t" r="r" b="b"/>
              <a:pathLst>
                <a:path w="579" h="200" extrusionOk="0">
                  <a:moveTo>
                    <a:pt x="36" y="1"/>
                  </a:moveTo>
                  <a:cubicBezTo>
                    <a:pt x="24" y="1"/>
                    <a:pt x="11" y="12"/>
                    <a:pt x="0" y="22"/>
                  </a:cubicBezTo>
                  <a:cubicBezTo>
                    <a:pt x="0" y="57"/>
                    <a:pt x="16" y="73"/>
                    <a:pt x="35" y="73"/>
                  </a:cubicBezTo>
                  <a:lnTo>
                    <a:pt x="532" y="200"/>
                  </a:lnTo>
                  <a:cubicBezTo>
                    <a:pt x="548" y="200"/>
                    <a:pt x="563" y="184"/>
                    <a:pt x="579" y="169"/>
                  </a:cubicBezTo>
                  <a:cubicBezTo>
                    <a:pt x="579" y="154"/>
                    <a:pt x="563" y="134"/>
                    <a:pt x="548" y="119"/>
                  </a:cubicBezTo>
                  <a:lnTo>
                    <a:pt x="50" y="7"/>
                  </a:lnTo>
                  <a:cubicBezTo>
                    <a:pt x="46" y="2"/>
                    <a:pt x="41" y="1"/>
                    <a:pt x="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38"/>
            <p:cNvSpPr/>
            <p:nvPr/>
          </p:nvSpPr>
          <p:spPr>
            <a:xfrm>
              <a:off x="6670311" y="3619232"/>
              <a:ext cx="14181" cy="7217"/>
            </a:xfrm>
            <a:custGeom>
              <a:avLst/>
              <a:gdLst/>
              <a:ahLst/>
              <a:cxnLst/>
              <a:rect l="l" t="t" r="r" b="b"/>
              <a:pathLst>
                <a:path w="503" h="256" extrusionOk="0">
                  <a:moveTo>
                    <a:pt x="66" y="1"/>
                  </a:moveTo>
                  <a:cubicBezTo>
                    <a:pt x="35" y="1"/>
                    <a:pt x="20" y="1"/>
                    <a:pt x="20" y="32"/>
                  </a:cubicBezTo>
                  <a:cubicBezTo>
                    <a:pt x="1" y="47"/>
                    <a:pt x="20" y="62"/>
                    <a:pt x="35" y="78"/>
                  </a:cubicBezTo>
                  <a:lnTo>
                    <a:pt x="452" y="255"/>
                  </a:lnTo>
                  <a:lnTo>
                    <a:pt x="467" y="255"/>
                  </a:lnTo>
                  <a:cubicBezTo>
                    <a:pt x="483" y="255"/>
                    <a:pt x="483" y="255"/>
                    <a:pt x="502" y="240"/>
                  </a:cubicBezTo>
                  <a:cubicBezTo>
                    <a:pt x="502" y="224"/>
                    <a:pt x="502" y="194"/>
                    <a:pt x="483" y="194"/>
                  </a:cubicBezTo>
                  <a:lnTo>
                    <a:pt x="6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3" name="Google Shape;1573;p38"/>
            <p:cNvSpPr/>
            <p:nvPr/>
          </p:nvSpPr>
          <p:spPr>
            <a:xfrm>
              <a:off x="6657258" y="3645451"/>
              <a:ext cx="14491" cy="10882"/>
            </a:xfrm>
            <a:custGeom>
              <a:avLst/>
              <a:gdLst/>
              <a:ahLst/>
              <a:cxnLst/>
              <a:rect l="l" t="t" r="r" b="b"/>
              <a:pathLst>
                <a:path w="514" h="386" extrusionOk="0">
                  <a:moveTo>
                    <a:pt x="63" y="0"/>
                  </a:moveTo>
                  <a:cubicBezTo>
                    <a:pt x="47" y="0"/>
                    <a:pt x="32" y="0"/>
                    <a:pt x="16" y="16"/>
                  </a:cubicBezTo>
                  <a:cubicBezTo>
                    <a:pt x="1" y="35"/>
                    <a:pt x="16" y="50"/>
                    <a:pt x="32" y="66"/>
                  </a:cubicBezTo>
                  <a:lnTo>
                    <a:pt x="448" y="371"/>
                  </a:lnTo>
                  <a:cubicBezTo>
                    <a:pt x="464" y="386"/>
                    <a:pt x="464" y="386"/>
                    <a:pt x="483" y="386"/>
                  </a:cubicBezTo>
                  <a:cubicBezTo>
                    <a:pt x="498" y="386"/>
                    <a:pt x="498" y="371"/>
                    <a:pt x="514" y="371"/>
                  </a:cubicBezTo>
                  <a:cubicBezTo>
                    <a:pt x="514" y="355"/>
                    <a:pt x="514" y="324"/>
                    <a:pt x="498" y="324"/>
                  </a:cubicBezTo>
                  <a:lnTo>
                    <a:pt x="6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4" name="Google Shape;1574;p38"/>
            <p:cNvSpPr/>
            <p:nvPr/>
          </p:nvSpPr>
          <p:spPr>
            <a:xfrm>
              <a:off x="6643133" y="3677619"/>
              <a:ext cx="14153" cy="2312"/>
            </a:xfrm>
            <a:custGeom>
              <a:avLst/>
              <a:gdLst/>
              <a:ahLst/>
              <a:cxnLst/>
              <a:rect l="l" t="t" r="r" b="b"/>
              <a:pathLst>
                <a:path w="502" h="82" extrusionOk="0">
                  <a:moveTo>
                    <a:pt x="35" y="1"/>
                  </a:moveTo>
                  <a:cubicBezTo>
                    <a:pt x="20" y="1"/>
                    <a:pt x="0" y="16"/>
                    <a:pt x="0" y="32"/>
                  </a:cubicBezTo>
                  <a:cubicBezTo>
                    <a:pt x="0" y="66"/>
                    <a:pt x="20" y="82"/>
                    <a:pt x="35" y="82"/>
                  </a:cubicBezTo>
                  <a:lnTo>
                    <a:pt x="467" y="82"/>
                  </a:lnTo>
                  <a:cubicBezTo>
                    <a:pt x="483" y="82"/>
                    <a:pt x="502" y="66"/>
                    <a:pt x="502" y="32"/>
                  </a:cubicBezTo>
                  <a:cubicBezTo>
                    <a:pt x="502" y="16"/>
                    <a:pt x="483" y="1"/>
                    <a:pt x="46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38"/>
            <p:cNvSpPr/>
            <p:nvPr/>
          </p:nvSpPr>
          <p:spPr>
            <a:xfrm>
              <a:off x="6710655" y="3667018"/>
              <a:ext cx="11897" cy="9332"/>
            </a:xfrm>
            <a:custGeom>
              <a:avLst/>
              <a:gdLst/>
              <a:ahLst/>
              <a:cxnLst/>
              <a:rect l="l" t="t" r="r" b="b"/>
              <a:pathLst>
                <a:path w="422" h="331" extrusionOk="0">
                  <a:moveTo>
                    <a:pt x="369" y="0"/>
                  </a:moveTo>
                  <a:cubicBezTo>
                    <a:pt x="365" y="0"/>
                    <a:pt x="360" y="2"/>
                    <a:pt x="355" y="7"/>
                  </a:cubicBezTo>
                  <a:lnTo>
                    <a:pt x="16" y="265"/>
                  </a:lnTo>
                  <a:cubicBezTo>
                    <a:pt x="1" y="280"/>
                    <a:pt x="1" y="311"/>
                    <a:pt x="16" y="331"/>
                  </a:cubicBezTo>
                  <a:lnTo>
                    <a:pt x="66" y="331"/>
                  </a:lnTo>
                  <a:lnTo>
                    <a:pt x="402" y="72"/>
                  </a:lnTo>
                  <a:cubicBezTo>
                    <a:pt x="421" y="57"/>
                    <a:pt x="421" y="41"/>
                    <a:pt x="402" y="22"/>
                  </a:cubicBezTo>
                  <a:cubicBezTo>
                    <a:pt x="391" y="11"/>
                    <a:pt x="380" y="0"/>
                    <a:pt x="36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38"/>
            <p:cNvSpPr/>
            <p:nvPr/>
          </p:nvSpPr>
          <p:spPr>
            <a:xfrm>
              <a:off x="6756440" y="3607814"/>
              <a:ext cx="12320" cy="2312"/>
            </a:xfrm>
            <a:custGeom>
              <a:avLst/>
              <a:gdLst/>
              <a:ahLst/>
              <a:cxnLst/>
              <a:rect l="l" t="t" r="r" b="b"/>
              <a:pathLst>
                <a:path w="437" h="82" extrusionOk="0">
                  <a:moveTo>
                    <a:pt x="31" y="1"/>
                  </a:moveTo>
                  <a:cubicBezTo>
                    <a:pt x="16" y="1"/>
                    <a:pt x="0" y="20"/>
                    <a:pt x="0" y="51"/>
                  </a:cubicBezTo>
                  <a:cubicBezTo>
                    <a:pt x="0" y="66"/>
                    <a:pt x="16" y="82"/>
                    <a:pt x="31" y="82"/>
                  </a:cubicBezTo>
                  <a:lnTo>
                    <a:pt x="402" y="82"/>
                  </a:lnTo>
                  <a:cubicBezTo>
                    <a:pt x="417" y="82"/>
                    <a:pt x="436" y="66"/>
                    <a:pt x="436" y="51"/>
                  </a:cubicBezTo>
                  <a:cubicBezTo>
                    <a:pt x="436" y="20"/>
                    <a:pt x="417" y="1"/>
                    <a:pt x="40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38"/>
            <p:cNvSpPr/>
            <p:nvPr/>
          </p:nvSpPr>
          <p:spPr>
            <a:xfrm>
              <a:off x="6747418" y="3640996"/>
              <a:ext cx="14914" cy="6315"/>
            </a:xfrm>
            <a:custGeom>
              <a:avLst/>
              <a:gdLst/>
              <a:ahLst/>
              <a:cxnLst/>
              <a:rect l="l" t="t" r="r" b="b"/>
              <a:pathLst>
                <a:path w="529" h="224" extrusionOk="0">
                  <a:moveTo>
                    <a:pt x="47" y="0"/>
                  </a:moveTo>
                  <a:cubicBezTo>
                    <a:pt x="31" y="0"/>
                    <a:pt x="16" y="16"/>
                    <a:pt x="0" y="31"/>
                  </a:cubicBezTo>
                  <a:cubicBezTo>
                    <a:pt x="0" y="46"/>
                    <a:pt x="16" y="62"/>
                    <a:pt x="31" y="77"/>
                  </a:cubicBezTo>
                  <a:lnTo>
                    <a:pt x="482" y="224"/>
                  </a:lnTo>
                  <a:cubicBezTo>
                    <a:pt x="498" y="224"/>
                    <a:pt x="513" y="224"/>
                    <a:pt x="529" y="208"/>
                  </a:cubicBezTo>
                  <a:cubicBezTo>
                    <a:pt x="529" y="193"/>
                    <a:pt x="513" y="158"/>
                    <a:pt x="498" y="158"/>
                  </a:cubicBezTo>
                  <a:lnTo>
                    <a:pt x="4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38"/>
            <p:cNvSpPr/>
            <p:nvPr/>
          </p:nvSpPr>
          <p:spPr>
            <a:xfrm>
              <a:off x="6732420" y="3687458"/>
              <a:ext cx="14040" cy="6090"/>
            </a:xfrm>
            <a:custGeom>
              <a:avLst/>
              <a:gdLst/>
              <a:ahLst/>
              <a:cxnLst/>
              <a:rect l="l" t="t" r="r" b="b"/>
              <a:pathLst>
                <a:path w="498" h="216" extrusionOk="0">
                  <a:moveTo>
                    <a:pt x="48" y="0"/>
                  </a:moveTo>
                  <a:cubicBezTo>
                    <a:pt x="33" y="0"/>
                    <a:pt x="15" y="11"/>
                    <a:pt x="15" y="22"/>
                  </a:cubicBezTo>
                  <a:cubicBezTo>
                    <a:pt x="0" y="38"/>
                    <a:pt x="15" y="68"/>
                    <a:pt x="35" y="68"/>
                  </a:cubicBezTo>
                  <a:lnTo>
                    <a:pt x="436" y="215"/>
                  </a:lnTo>
                  <a:lnTo>
                    <a:pt x="451" y="215"/>
                  </a:lnTo>
                  <a:cubicBezTo>
                    <a:pt x="467" y="215"/>
                    <a:pt x="482" y="200"/>
                    <a:pt x="482" y="184"/>
                  </a:cubicBezTo>
                  <a:cubicBezTo>
                    <a:pt x="498" y="165"/>
                    <a:pt x="482" y="149"/>
                    <a:pt x="467" y="134"/>
                  </a:cubicBezTo>
                  <a:lnTo>
                    <a:pt x="66" y="7"/>
                  </a:lnTo>
                  <a:cubicBezTo>
                    <a:pt x="61" y="2"/>
                    <a:pt x="55" y="0"/>
                    <a:pt x="4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38"/>
            <p:cNvSpPr/>
            <p:nvPr/>
          </p:nvSpPr>
          <p:spPr>
            <a:xfrm>
              <a:off x="6772764" y="3663156"/>
              <a:ext cx="14040" cy="4060"/>
            </a:xfrm>
            <a:custGeom>
              <a:avLst/>
              <a:gdLst/>
              <a:ahLst/>
              <a:cxnLst/>
              <a:rect l="l" t="t" r="r" b="b"/>
              <a:pathLst>
                <a:path w="498" h="144" extrusionOk="0">
                  <a:moveTo>
                    <a:pt x="50" y="1"/>
                  </a:moveTo>
                  <a:cubicBezTo>
                    <a:pt x="31" y="1"/>
                    <a:pt x="0" y="16"/>
                    <a:pt x="0" y="32"/>
                  </a:cubicBezTo>
                  <a:cubicBezTo>
                    <a:pt x="0" y="47"/>
                    <a:pt x="15" y="63"/>
                    <a:pt x="31" y="82"/>
                  </a:cubicBezTo>
                  <a:lnTo>
                    <a:pt x="451" y="144"/>
                  </a:lnTo>
                  <a:cubicBezTo>
                    <a:pt x="482" y="144"/>
                    <a:pt x="498" y="128"/>
                    <a:pt x="498" y="113"/>
                  </a:cubicBezTo>
                  <a:cubicBezTo>
                    <a:pt x="498" y="97"/>
                    <a:pt x="482" y="63"/>
                    <a:pt x="467" y="63"/>
                  </a:cubicBezTo>
                  <a:lnTo>
                    <a:pt x="5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0" name="Google Shape;1580;p38"/>
            <p:cNvSpPr/>
            <p:nvPr/>
          </p:nvSpPr>
          <p:spPr>
            <a:xfrm>
              <a:off x="6784492" y="3627182"/>
              <a:ext cx="12743" cy="3834"/>
            </a:xfrm>
            <a:custGeom>
              <a:avLst/>
              <a:gdLst/>
              <a:ahLst/>
              <a:cxnLst/>
              <a:rect l="l" t="t" r="r" b="b"/>
              <a:pathLst>
                <a:path w="452" h="136" extrusionOk="0">
                  <a:moveTo>
                    <a:pt x="421" y="0"/>
                  </a:moveTo>
                  <a:cubicBezTo>
                    <a:pt x="415" y="0"/>
                    <a:pt x="410" y="3"/>
                    <a:pt x="406" y="8"/>
                  </a:cubicBezTo>
                  <a:lnTo>
                    <a:pt x="35" y="54"/>
                  </a:lnTo>
                  <a:cubicBezTo>
                    <a:pt x="20" y="70"/>
                    <a:pt x="1" y="85"/>
                    <a:pt x="1" y="104"/>
                  </a:cubicBezTo>
                  <a:cubicBezTo>
                    <a:pt x="1" y="120"/>
                    <a:pt x="20" y="135"/>
                    <a:pt x="35" y="135"/>
                  </a:cubicBezTo>
                  <a:lnTo>
                    <a:pt x="51" y="135"/>
                  </a:lnTo>
                  <a:lnTo>
                    <a:pt x="421" y="70"/>
                  </a:lnTo>
                  <a:cubicBezTo>
                    <a:pt x="436" y="70"/>
                    <a:pt x="452" y="54"/>
                    <a:pt x="452" y="39"/>
                  </a:cubicBezTo>
                  <a:cubicBezTo>
                    <a:pt x="452" y="17"/>
                    <a:pt x="436" y="0"/>
                    <a:pt x="42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1" name="Google Shape;1581;p38"/>
            <p:cNvSpPr/>
            <p:nvPr/>
          </p:nvSpPr>
          <p:spPr>
            <a:xfrm>
              <a:off x="6784492" y="3582468"/>
              <a:ext cx="15478" cy="3637"/>
            </a:xfrm>
            <a:custGeom>
              <a:avLst/>
              <a:gdLst/>
              <a:ahLst/>
              <a:cxnLst/>
              <a:rect l="l" t="t" r="r" b="b"/>
              <a:pathLst>
                <a:path w="549" h="129" extrusionOk="0">
                  <a:moveTo>
                    <a:pt x="502" y="1"/>
                  </a:moveTo>
                  <a:lnTo>
                    <a:pt x="35" y="67"/>
                  </a:lnTo>
                  <a:cubicBezTo>
                    <a:pt x="20" y="67"/>
                    <a:pt x="1" y="82"/>
                    <a:pt x="1" y="97"/>
                  </a:cubicBezTo>
                  <a:cubicBezTo>
                    <a:pt x="1" y="113"/>
                    <a:pt x="20" y="128"/>
                    <a:pt x="35" y="128"/>
                  </a:cubicBezTo>
                  <a:lnTo>
                    <a:pt x="51" y="128"/>
                  </a:lnTo>
                  <a:lnTo>
                    <a:pt x="517" y="67"/>
                  </a:lnTo>
                  <a:cubicBezTo>
                    <a:pt x="533" y="67"/>
                    <a:pt x="548" y="51"/>
                    <a:pt x="548" y="32"/>
                  </a:cubicBezTo>
                  <a:cubicBezTo>
                    <a:pt x="533" y="1"/>
                    <a:pt x="517" y="1"/>
                    <a:pt x="50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582;p38"/>
            <p:cNvSpPr/>
            <p:nvPr/>
          </p:nvSpPr>
          <p:spPr>
            <a:xfrm>
              <a:off x="6732843" y="3600202"/>
              <a:ext cx="1889" cy="12658"/>
            </a:xfrm>
            <a:custGeom>
              <a:avLst/>
              <a:gdLst/>
              <a:ahLst/>
              <a:cxnLst/>
              <a:rect l="l" t="t" r="r" b="b"/>
              <a:pathLst>
                <a:path w="67" h="449" extrusionOk="0">
                  <a:moveTo>
                    <a:pt x="35" y="1"/>
                  </a:moveTo>
                  <a:cubicBezTo>
                    <a:pt x="20" y="1"/>
                    <a:pt x="0" y="16"/>
                    <a:pt x="0" y="32"/>
                  </a:cubicBezTo>
                  <a:lnTo>
                    <a:pt x="0" y="402"/>
                  </a:lnTo>
                  <a:cubicBezTo>
                    <a:pt x="0" y="433"/>
                    <a:pt x="20" y="448"/>
                    <a:pt x="35" y="448"/>
                  </a:cubicBezTo>
                  <a:cubicBezTo>
                    <a:pt x="51" y="448"/>
                    <a:pt x="66" y="433"/>
                    <a:pt x="66" y="402"/>
                  </a:cubicBezTo>
                  <a:lnTo>
                    <a:pt x="66" y="32"/>
                  </a:lnTo>
                  <a:cubicBezTo>
                    <a:pt x="66" y="16"/>
                    <a:pt x="51" y="1"/>
                    <a:pt x="3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38"/>
            <p:cNvSpPr/>
            <p:nvPr/>
          </p:nvSpPr>
          <p:spPr>
            <a:xfrm>
              <a:off x="6746967" y="3550554"/>
              <a:ext cx="5920" cy="13363"/>
            </a:xfrm>
            <a:custGeom>
              <a:avLst/>
              <a:gdLst/>
              <a:ahLst/>
              <a:cxnLst/>
              <a:rect l="l" t="t" r="r" b="b"/>
              <a:pathLst>
                <a:path w="210" h="474" extrusionOk="0">
                  <a:moveTo>
                    <a:pt x="45" y="0"/>
                  </a:moveTo>
                  <a:cubicBezTo>
                    <a:pt x="41" y="0"/>
                    <a:pt x="36" y="2"/>
                    <a:pt x="32" y="7"/>
                  </a:cubicBezTo>
                  <a:cubicBezTo>
                    <a:pt x="16" y="7"/>
                    <a:pt x="1" y="26"/>
                    <a:pt x="1" y="57"/>
                  </a:cubicBezTo>
                  <a:lnTo>
                    <a:pt x="128" y="458"/>
                  </a:lnTo>
                  <a:cubicBezTo>
                    <a:pt x="144" y="473"/>
                    <a:pt x="159" y="473"/>
                    <a:pt x="159" y="473"/>
                  </a:cubicBezTo>
                  <a:lnTo>
                    <a:pt x="174" y="473"/>
                  </a:lnTo>
                  <a:cubicBezTo>
                    <a:pt x="194" y="473"/>
                    <a:pt x="209" y="443"/>
                    <a:pt x="209" y="427"/>
                  </a:cubicBezTo>
                  <a:lnTo>
                    <a:pt x="78" y="26"/>
                  </a:lnTo>
                  <a:cubicBezTo>
                    <a:pt x="67" y="12"/>
                    <a:pt x="56" y="0"/>
                    <a:pt x="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38"/>
            <p:cNvSpPr/>
            <p:nvPr/>
          </p:nvSpPr>
          <p:spPr>
            <a:xfrm>
              <a:off x="6658132" y="3608349"/>
              <a:ext cx="69297" cy="111501"/>
            </a:xfrm>
            <a:custGeom>
              <a:avLst/>
              <a:gdLst/>
              <a:ahLst/>
              <a:cxnLst/>
              <a:rect l="l" t="t" r="r" b="b"/>
              <a:pathLst>
                <a:path w="2458" h="3955" extrusionOk="0">
                  <a:moveTo>
                    <a:pt x="1995" y="1"/>
                  </a:moveTo>
                  <a:cubicBezTo>
                    <a:pt x="1528" y="1"/>
                    <a:pt x="275" y="3214"/>
                    <a:pt x="1" y="3954"/>
                  </a:cubicBezTo>
                  <a:lnTo>
                    <a:pt x="1046" y="3954"/>
                  </a:lnTo>
                  <a:cubicBezTo>
                    <a:pt x="1320" y="3229"/>
                    <a:pt x="2458" y="97"/>
                    <a:pt x="20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38"/>
            <p:cNvSpPr/>
            <p:nvPr/>
          </p:nvSpPr>
          <p:spPr>
            <a:xfrm>
              <a:off x="6396278" y="3631947"/>
              <a:ext cx="127797" cy="100957"/>
            </a:xfrm>
            <a:custGeom>
              <a:avLst/>
              <a:gdLst/>
              <a:ahLst/>
              <a:cxnLst/>
              <a:rect l="l" t="t" r="r" b="b"/>
              <a:pathLst>
                <a:path w="4533" h="3581" extrusionOk="0">
                  <a:moveTo>
                    <a:pt x="2242" y="0"/>
                  </a:moveTo>
                  <a:cubicBezTo>
                    <a:pt x="1117" y="0"/>
                    <a:pt x="1" y="422"/>
                    <a:pt x="1" y="1266"/>
                  </a:cubicBezTo>
                  <a:cubicBezTo>
                    <a:pt x="1" y="2986"/>
                    <a:pt x="1366" y="3580"/>
                    <a:pt x="1366" y="3580"/>
                  </a:cubicBezTo>
                  <a:lnTo>
                    <a:pt x="3279" y="3580"/>
                  </a:lnTo>
                  <a:cubicBezTo>
                    <a:pt x="3279" y="3580"/>
                    <a:pt x="4533" y="3021"/>
                    <a:pt x="4533" y="1301"/>
                  </a:cubicBezTo>
                  <a:cubicBezTo>
                    <a:pt x="4533" y="434"/>
                    <a:pt x="3383" y="0"/>
                    <a:pt x="224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38"/>
            <p:cNvSpPr/>
            <p:nvPr/>
          </p:nvSpPr>
          <p:spPr>
            <a:xfrm>
              <a:off x="6403890" y="3631862"/>
              <a:ext cx="108344" cy="105609"/>
            </a:xfrm>
            <a:custGeom>
              <a:avLst/>
              <a:gdLst/>
              <a:ahLst/>
              <a:cxnLst/>
              <a:rect l="l" t="t" r="r" b="b"/>
              <a:pathLst>
                <a:path w="3843" h="3746" extrusionOk="0">
                  <a:moveTo>
                    <a:pt x="1995" y="0"/>
                  </a:moveTo>
                  <a:cubicBezTo>
                    <a:pt x="1995" y="0"/>
                    <a:pt x="1" y="756"/>
                    <a:pt x="1675" y="3745"/>
                  </a:cubicBezTo>
                  <a:lnTo>
                    <a:pt x="2446" y="3745"/>
                  </a:lnTo>
                  <a:cubicBezTo>
                    <a:pt x="2446" y="3745"/>
                    <a:pt x="3843" y="883"/>
                    <a:pt x="199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7" name="Google Shape;1587;p38"/>
            <p:cNvSpPr/>
            <p:nvPr/>
          </p:nvSpPr>
          <p:spPr>
            <a:xfrm>
              <a:off x="6420213" y="3594873"/>
              <a:ext cx="52664" cy="44149"/>
            </a:xfrm>
            <a:custGeom>
              <a:avLst/>
              <a:gdLst/>
              <a:ahLst/>
              <a:cxnLst/>
              <a:rect l="l" t="t" r="r" b="b"/>
              <a:pathLst>
                <a:path w="1868" h="1566" extrusionOk="0">
                  <a:moveTo>
                    <a:pt x="984" y="0"/>
                  </a:moveTo>
                  <a:cubicBezTo>
                    <a:pt x="894" y="0"/>
                    <a:pt x="802" y="14"/>
                    <a:pt x="710" y="43"/>
                  </a:cubicBezTo>
                  <a:cubicBezTo>
                    <a:pt x="259" y="170"/>
                    <a:pt x="0" y="606"/>
                    <a:pt x="116" y="1023"/>
                  </a:cubicBezTo>
                  <a:cubicBezTo>
                    <a:pt x="217" y="1356"/>
                    <a:pt x="531" y="1565"/>
                    <a:pt x="879" y="1565"/>
                  </a:cubicBezTo>
                  <a:cubicBezTo>
                    <a:pt x="971" y="1565"/>
                    <a:pt x="1064" y="1551"/>
                    <a:pt x="1158" y="1520"/>
                  </a:cubicBezTo>
                  <a:cubicBezTo>
                    <a:pt x="1609" y="1393"/>
                    <a:pt x="1867" y="961"/>
                    <a:pt x="1755" y="541"/>
                  </a:cubicBezTo>
                  <a:cubicBezTo>
                    <a:pt x="1651" y="209"/>
                    <a:pt x="1335" y="0"/>
                    <a:pt x="98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8" name="Google Shape;1588;p38"/>
            <p:cNvSpPr/>
            <p:nvPr/>
          </p:nvSpPr>
          <p:spPr>
            <a:xfrm>
              <a:off x="6413786" y="3599666"/>
              <a:ext cx="68113" cy="46771"/>
            </a:xfrm>
            <a:custGeom>
              <a:avLst/>
              <a:gdLst/>
              <a:ahLst/>
              <a:cxnLst/>
              <a:rect l="l" t="t" r="r" b="b"/>
              <a:pathLst>
                <a:path w="2416" h="1659" extrusionOk="0">
                  <a:moveTo>
                    <a:pt x="1081" y="0"/>
                  </a:moveTo>
                  <a:cubicBezTo>
                    <a:pt x="730" y="193"/>
                    <a:pt x="664" y="695"/>
                    <a:pt x="664" y="695"/>
                  </a:cubicBezTo>
                  <a:cubicBezTo>
                    <a:pt x="664" y="695"/>
                    <a:pt x="364" y="545"/>
                    <a:pt x="142" y="545"/>
                  </a:cubicBezTo>
                  <a:cubicBezTo>
                    <a:pt x="122" y="545"/>
                    <a:pt x="104" y="546"/>
                    <a:pt x="86" y="548"/>
                  </a:cubicBezTo>
                  <a:cubicBezTo>
                    <a:pt x="0" y="990"/>
                    <a:pt x="470" y="1659"/>
                    <a:pt x="1151" y="1659"/>
                  </a:cubicBezTo>
                  <a:cubicBezTo>
                    <a:pt x="1238" y="1659"/>
                    <a:pt x="1328" y="1648"/>
                    <a:pt x="1420" y="1624"/>
                  </a:cubicBezTo>
                  <a:cubicBezTo>
                    <a:pt x="2126" y="1447"/>
                    <a:pt x="2415" y="564"/>
                    <a:pt x="2095" y="66"/>
                  </a:cubicBezTo>
                  <a:lnTo>
                    <a:pt x="2095" y="66"/>
                  </a:lnTo>
                  <a:cubicBezTo>
                    <a:pt x="1740" y="193"/>
                    <a:pt x="1659" y="467"/>
                    <a:pt x="1659" y="467"/>
                  </a:cubicBezTo>
                  <a:cubicBezTo>
                    <a:pt x="1659" y="467"/>
                    <a:pt x="1563" y="132"/>
                    <a:pt x="108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9" name="Google Shape;1589;p38"/>
            <p:cNvSpPr/>
            <p:nvPr/>
          </p:nvSpPr>
          <p:spPr>
            <a:xfrm>
              <a:off x="6394868" y="3647537"/>
              <a:ext cx="14068" cy="6090"/>
            </a:xfrm>
            <a:custGeom>
              <a:avLst/>
              <a:gdLst/>
              <a:ahLst/>
              <a:cxnLst/>
              <a:rect l="l" t="t" r="r" b="b"/>
              <a:pathLst>
                <a:path w="499" h="216" extrusionOk="0">
                  <a:moveTo>
                    <a:pt x="41" y="1"/>
                  </a:moveTo>
                  <a:cubicBezTo>
                    <a:pt x="24" y="1"/>
                    <a:pt x="16" y="12"/>
                    <a:pt x="16" y="23"/>
                  </a:cubicBezTo>
                  <a:cubicBezTo>
                    <a:pt x="1" y="57"/>
                    <a:pt x="16" y="73"/>
                    <a:pt x="32" y="73"/>
                  </a:cubicBezTo>
                  <a:lnTo>
                    <a:pt x="437" y="200"/>
                  </a:lnTo>
                  <a:lnTo>
                    <a:pt x="452" y="216"/>
                  </a:lnTo>
                  <a:cubicBezTo>
                    <a:pt x="467" y="216"/>
                    <a:pt x="483" y="200"/>
                    <a:pt x="483" y="185"/>
                  </a:cubicBezTo>
                  <a:cubicBezTo>
                    <a:pt x="498" y="169"/>
                    <a:pt x="483" y="135"/>
                    <a:pt x="467" y="135"/>
                  </a:cubicBezTo>
                  <a:lnTo>
                    <a:pt x="66" y="7"/>
                  </a:lnTo>
                  <a:cubicBezTo>
                    <a:pt x="56" y="3"/>
                    <a:pt x="48" y="1"/>
                    <a:pt x="4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1590;p38"/>
            <p:cNvSpPr/>
            <p:nvPr/>
          </p:nvSpPr>
          <p:spPr>
            <a:xfrm>
              <a:off x="6389427" y="3667187"/>
              <a:ext cx="13645" cy="1889"/>
            </a:xfrm>
            <a:custGeom>
              <a:avLst/>
              <a:gdLst/>
              <a:ahLst/>
              <a:cxnLst/>
              <a:rect l="l" t="t" r="r" b="b"/>
              <a:pathLst>
                <a:path w="484" h="67" extrusionOk="0">
                  <a:moveTo>
                    <a:pt x="32" y="1"/>
                  </a:moveTo>
                  <a:cubicBezTo>
                    <a:pt x="16" y="1"/>
                    <a:pt x="1" y="16"/>
                    <a:pt x="1" y="35"/>
                  </a:cubicBezTo>
                  <a:cubicBezTo>
                    <a:pt x="1" y="51"/>
                    <a:pt x="16" y="66"/>
                    <a:pt x="32" y="66"/>
                  </a:cubicBezTo>
                  <a:lnTo>
                    <a:pt x="452" y="66"/>
                  </a:lnTo>
                  <a:cubicBezTo>
                    <a:pt x="468" y="66"/>
                    <a:pt x="483" y="51"/>
                    <a:pt x="483" y="35"/>
                  </a:cubicBezTo>
                  <a:cubicBezTo>
                    <a:pt x="483" y="16"/>
                    <a:pt x="468" y="1"/>
                    <a:pt x="45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1" name="Google Shape;1591;p38"/>
            <p:cNvSpPr/>
            <p:nvPr/>
          </p:nvSpPr>
          <p:spPr>
            <a:xfrm>
              <a:off x="6393036" y="3683511"/>
              <a:ext cx="15901" cy="5892"/>
            </a:xfrm>
            <a:custGeom>
              <a:avLst/>
              <a:gdLst/>
              <a:ahLst/>
              <a:cxnLst/>
              <a:rect l="l" t="t" r="r" b="b"/>
              <a:pathLst>
                <a:path w="564" h="209" extrusionOk="0">
                  <a:moveTo>
                    <a:pt x="502" y="0"/>
                  </a:moveTo>
                  <a:lnTo>
                    <a:pt x="35" y="147"/>
                  </a:lnTo>
                  <a:cubicBezTo>
                    <a:pt x="19" y="147"/>
                    <a:pt x="0" y="162"/>
                    <a:pt x="19" y="193"/>
                  </a:cubicBezTo>
                  <a:cubicBezTo>
                    <a:pt x="19" y="208"/>
                    <a:pt x="35" y="208"/>
                    <a:pt x="50" y="208"/>
                  </a:cubicBezTo>
                  <a:lnTo>
                    <a:pt x="66" y="208"/>
                  </a:lnTo>
                  <a:lnTo>
                    <a:pt x="532" y="81"/>
                  </a:lnTo>
                  <a:cubicBezTo>
                    <a:pt x="548" y="66"/>
                    <a:pt x="563" y="50"/>
                    <a:pt x="548" y="35"/>
                  </a:cubicBezTo>
                  <a:cubicBezTo>
                    <a:pt x="548" y="16"/>
                    <a:pt x="532" y="0"/>
                    <a:pt x="50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2" name="Google Shape;1592;p38"/>
            <p:cNvSpPr/>
            <p:nvPr/>
          </p:nvSpPr>
          <p:spPr>
            <a:xfrm>
              <a:off x="6417056" y="3694196"/>
              <a:ext cx="10037" cy="7499"/>
            </a:xfrm>
            <a:custGeom>
              <a:avLst/>
              <a:gdLst/>
              <a:ahLst/>
              <a:cxnLst/>
              <a:rect l="l" t="t" r="r" b="b"/>
              <a:pathLst>
                <a:path w="356" h="266" extrusionOk="0">
                  <a:moveTo>
                    <a:pt x="307" y="1"/>
                  </a:moveTo>
                  <a:cubicBezTo>
                    <a:pt x="301" y="1"/>
                    <a:pt x="294" y="2"/>
                    <a:pt x="290" y="7"/>
                  </a:cubicBezTo>
                  <a:lnTo>
                    <a:pt x="16" y="200"/>
                  </a:lnTo>
                  <a:cubicBezTo>
                    <a:pt x="1" y="215"/>
                    <a:pt x="1" y="234"/>
                    <a:pt x="1" y="250"/>
                  </a:cubicBezTo>
                  <a:cubicBezTo>
                    <a:pt x="16" y="265"/>
                    <a:pt x="16" y="265"/>
                    <a:pt x="35" y="265"/>
                  </a:cubicBezTo>
                  <a:lnTo>
                    <a:pt x="66" y="265"/>
                  </a:lnTo>
                  <a:lnTo>
                    <a:pt x="340" y="72"/>
                  </a:lnTo>
                  <a:cubicBezTo>
                    <a:pt x="355" y="57"/>
                    <a:pt x="355" y="42"/>
                    <a:pt x="355" y="22"/>
                  </a:cubicBezTo>
                  <a:cubicBezTo>
                    <a:pt x="345" y="11"/>
                    <a:pt x="324" y="1"/>
                    <a:pt x="30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 name="Google Shape;1593;p38"/>
            <p:cNvSpPr/>
            <p:nvPr/>
          </p:nvSpPr>
          <p:spPr>
            <a:xfrm>
              <a:off x="6427938" y="3659773"/>
              <a:ext cx="11333" cy="5695"/>
            </a:xfrm>
            <a:custGeom>
              <a:avLst/>
              <a:gdLst/>
              <a:ahLst/>
              <a:cxnLst/>
              <a:rect l="l" t="t" r="r" b="b"/>
              <a:pathLst>
                <a:path w="402" h="202" extrusionOk="0">
                  <a:moveTo>
                    <a:pt x="42" y="1"/>
                  </a:moveTo>
                  <a:cubicBezTo>
                    <a:pt x="25" y="1"/>
                    <a:pt x="16" y="14"/>
                    <a:pt x="16" y="25"/>
                  </a:cubicBezTo>
                  <a:cubicBezTo>
                    <a:pt x="0" y="40"/>
                    <a:pt x="16" y="71"/>
                    <a:pt x="35" y="71"/>
                  </a:cubicBezTo>
                  <a:lnTo>
                    <a:pt x="355" y="183"/>
                  </a:lnTo>
                  <a:lnTo>
                    <a:pt x="355" y="202"/>
                  </a:lnTo>
                  <a:cubicBezTo>
                    <a:pt x="371" y="202"/>
                    <a:pt x="386" y="183"/>
                    <a:pt x="401" y="167"/>
                  </a:cubicBezTo>
                  <a:cubicBezTo>
                    <a:pt x="401" y="152"/>
                    <a:pt x="386" y="136"/>
                    <a:pt x="371" y="121"/>
                  </a:cubicBezTo>
                  <a:lnTo>
                    <a:pt x="66" y="9"/>
                  </a:lnTo>
                  <a:cubicBezTo>
                    <a:pt x="57" y="3"/>
                    <a:pt x="48" y="1"/>
                    <a:pt x="4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 name="Google Shape;1594;p38"/>
            <p:cNvSpPr/>
            <p:nvPr/>
          </p:nvSpPr>
          <p:spPr>
            <a:xfrm>
              <a:off x="6480997" y="3657574"/>
              <a:ext cx="13194" cy="4201"/>
            </a:xfrm>
            <a:custGeom>
              <a:avLst/>
              <a:gdLst/>
              <a:ahLst/>
              <a:cxnLst/>
              <a:rect l="l" t="t" r="r" b="b"/>
              <a:pathLst>
                <a:path w="468" h="149" extrusionOk="0">
                  <a:moveTo>
                    <a:pt x="430" y="0"/>
                  </a:moveTo>
                  <a:cubicBezTo>
                    <a:pt x="425" y="0"/>
                    <a:pt x="421" y="2"/>
                    <a:pt x="417" y="6"/>
                  </a:cubicBezTo>
                  <a:lnTo>
                    <a:pt x="31" y="87"/>
                  </a:lnTo>
                  <a:cubicBezTo>
                    <a:pt x="16" y="87"/>
                    <a:pt x="1" y="103"/>
                    <a:pt x="1" y="133"/>
                  </a:cubicBezTo>
                  <a:cubicBezTo>
                    <a:pt x="1" y="149"/>
                    <a:pt x="16" y="149"/>
                    <a:pt x="31" y="149"/>
                  </a:cubicBezTo>
                  <a:lnTo>
                    <a:pt x="47" y="149"/>
                  </a:lnTo>
                  <a:lnTo>
                    <a:pt x="433" y="68"/>
                  </a:lnTo>
                  <a:cubicBezTo>
                    <a:pt x="448" y="68"/>
                    <a:pt x="467" y="52"/>
                    <a:pt x="467" y="37"/>
                  </a:cubicBezTo>
                  <a:cubicBezTo>
                    <a:pt x="453" y="14"/>
                    <a:pt x="441" y="0"/>
                    <a:pt x="43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 name="Google Shape;1595;p38"/>
            <p:cNvSpPr/>
            <p:nvPr/>
          </p:nvSpPr>
          <p:spPr>
            <a:xfrm>
              <a:off x="6480997" y="3691236"/>
              <a:ext cx="11333" cy="5018"/>
            </a:xfrm>
            <a:custGeom>
              <a:avLst/>
              <a:gdLst/>
              <a:ahLst/>
              <a:cxnLst/>
              <a:rect l="l" t="t" r="r" b="b"/>
              <a:pathLst>
                <a:path w="402" h="178" extrusionOk="0">
                  <a:moveTo>
                    <a:pt x="47" y="0"/>
                  </a:moveTo>
                  <a:cubicBezTo>
                    <a:pt x="31" y="0"/>
                    <a:pt x="16" y="15"/>
                    <a:pt x="1" y="31"/>
                  </a:cubicBezTo>
                  <a:cubicBezTo>
                    <a:pt x="1" y="50"/>
                    <a:pt x="16" y="66"/>
                    <a:pt x="31" y="81"/>
                  </a:cubicBezTo>
                  <a:lnTo>
                    <a:pt x="352" y="177"/>
                  </a:lnTo>
                  <a:lnTo>
                    <a:pt x="371" y="177"/>
                  </a:lnTo>
                  <a:cubicBezTo>
                    <a:pt x="386" y="177"/>
                    <a:pt x="402" y="177"/>
                    <a:pt x="402" y="162"/>
                  </a:cubicBezTo>
                  <a:cubicBezTo>
                    <a:pt x="402" y="147"/>
                    <a:pt x="402" y="112"/>
                    <a:pt x="371" y="112"/>
                  </a:cubicBezTo>
                  <a:lnTo>
                    <a:pt x="4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 name="Google Shape;1596;p38"/>
            <p:cNvSpPr/>
            <p:nvPr/>
          </p:nvSpPr>
          <p:spPr>
            <a:xfrm>
              <a:off x="6482294" y="3674489"/>
              <a:ext cx="10037" cy="1861"/>
            </a:xfrm>
            <a:custGeom>
              <a:avLst/>
              <a:gdLst/>
              <a:ahLst/>
              <a:cxnLst/>
              <a:rect l="l" t="t" r="r" b="b"/>
              <a:pathLst>
                <a:path w="356" h="66" extrusionOk="0">
                  <a:moveTo>
                    <a:pt x="36" y="0"/>
                  </a:moveTo>
                  <a:cubicBezTo>
                    <a:pt x="16" y="0"/>
                    <a:pt x="1" y="15"/>
                    <a:pt x="1" y="31"/>
                  </a:cubicBezTo>
                  <a:cubicBezTo>
                    <a:pt x="1" y="46"/>
                    <a:pt x="16" y="66"/>
                    <a:pt x="36" y="66"/>
                  </a:cubicBezTo>
                  <a:lnTo>
                    <a:pt x="325" y="66"/>
                  </a:lnTo>
                  <a:cubicBezTo>
                    <a:pt x="340" y="66"/>
                    <a:pt x="356" y="46"/>
                    <a:pt x="356" y="31"/>
                  </a:cubicBezTo>
                  <a:cubicBezTo>
                    <a:pt x="356" y="15"/>
                    <a:pt x="340" y="0"/>
                    <a:pt x="3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 name="Google Shape;1597;p38"/>
            <p:cNvSpPr/>
            <p:nvPr/>
          </p:nvSpPr>
          <p:spPr>
            <a:xfrm>
              <a:off x="6516774" y="3659040"/>
              <a:ext cx="13194" cy="4595"/>
            </a:xfrm>
            <a:custGeom>
              <a:avLst/>
              <a:gdLst/>
              <a:ahLst/>
              <a:cxnLst/>
              <a:rect l="l" t="t" r="r" b="b"/>
              <a:pathLst>
                <a:path w="468" h="163" extrusionOk="0">
                  <a:moveTo>
                    <a:pt x="417" y="0"/>
                  </a:moveTo>
                  <a:lnTo>
                    <a:pt x="31" y="81"/>
                  </a:lnTo>
                  <a:cubicBezTo>
                    <a:pt x="16" y="97"/>
                    <a:pt x="1" y="112"/>
                    <a:pt x="1" y="132"/>
                  </a:cubicBezTo>
                  <a:cubicBezTo>
                    <a:pt x="1" y="147"/>
                    <a:pt x="16" y="162"/>
                    <a:pt x="31" y="162"/>
                  </a:cubicBezTo>
                  <a:lnTo>
                    <a:pt x="47" y="162"/>
                  </a:lnTo>
                  <a:lnTo>
                    <a:pt x="433" y="81"/>
                  </a:lnTo>
                  <a:cubicBezTo>
                    <a:pt x="467" y="81"/>
                    <a:pt x="467" y="66"/>
                    <a:pt x="467" y="35"/>
                  </a:cubicBezTo>
                  <a:cubicBezTo>
                    <a:pt x="467" y="16"/>
                    <a:pt x="452" y="0"/>
                    <a:pt x="41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 name="Google Shape;1598;p38"/>
            <p:cNvSpPr/>
            <p:nvPr/>
          </p:nvSpPr>
          <p:spPr>
            <a:xfrm>
              <a:off x="6518070" y="3685344"/>
              <a:ext cx="10910" cy="2312"/>
            </a:xfrm>
            <a:custGeom>
              <a:avLst/>
              <a:gdLst/>
              <a:ahLst/>
              <a:cxnLst/>
              <a:rect l="l" t="t" r="r" b="b"/>
              <a:pathLst>
                <a:path w="387" h="82" extrusionOk="0">
                  <a:moveTo>
                    <a:pt x="36" y="1"/>
                  </a:moveTo>
                  <a:cubicBezTo>
                    <a:pt x="20" y="1"/>
                    <a:pt x="1" y="16"/>
                    <a:pt x="1" y="32"/>
                  </a:cubicBezTo>
                  <a:cubicBezTo>
                    <a:pt x="1" y="47"/>
                    <a:pt x="20" y="66"/>
                    <a:pt x="36" y="66"/>
                  </a:cubicBezTo>
                  <a:lnTo>
                    <a:pt x="340" y="82"/>
                  </a:lnTo>
                  <a:cubicBezTo>
                    <a:pt x="356" y="82"/>
                    <a:pt x="371" y="66"/>
                    <a:pt x="387" y="47"/>
                  </a:cubicBezTo>
                  <a:cubicBezTo>
                    <a:pt x="387" y="16"/>
                    <a:pt x="371" y="1"/>
                    <a:pt x="3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9" name="Google Shape;1599;p38"/>
            <p:cNvSpPr/>
            <p:nvPr/>
          </p:nvSpPr>
          <p:spPr>
            <a:xfrm>
              <a:off x="6358218" y="3719823"/>
              <a:ext cx="487533" cy="126387"/>
            </a:xfrm>
            <a:custGeom>
              <a:avLst/>
              <a:gdLst/>
              <a:ahLst/>
              <a:cxnLst/>
              <a:rect l="l" t="t" r="r" b="b"/>
              <a:pathLst>
                <a:path w="17293" h="4483" extrusionOk="0">
                  <a:moveTo>
                    <a:pt x="321" y="0"/>
                  </a:moveTo>
                  <a:cubicBezTo>
                    <a:pt x="144" y="0"/>
                    <a:pt x="16" y="128"/>
                    <a:pt x="16" y="305"/>
                  </a:cubicBezTo>
                  <a:lnTo>
                    <a:pt x="1" y="3919"/>
                  </a:lnTo>
                  <a:cubicBezTo>
                    <a:pt x="1" y="4224"/>
                    <a:pt x="240" y="4482"/>
                    <a:pt x="545" y="4482"/>
                  </a:cubicBezTo>
                  <a:lnTo>
                    <a:pt x="5979" y="4467"/>
                  </a:lnTo>
                  <a:cubicBezTo>
                    <a:pt x="6076" y="4467"/>
                    <a:pt x="6138" y="4401"/>
                    <a:pt x="6138" y="4305"/>
                  </a:cubicBezTo>
                  <a:cubicBezTo>
                    <a:pt x="6138" y="4112"/>
                    <a:pt x="6284" y="3919"/>
                    <a:pt x="6492" y="3888"/>
                  </a:cubicBezTo>
                  <a:cubicBezTo>
                    <a:pt x="6522" y="3882"/>
                    <a:pt x="6551" y="3879"/>
                    <a:pt x="6580" y="3879"/>
                  </a:cubicBezTo>
                  <a:cubicBezTo>
                    <a:pt x="6688" y="3879"/>
                    <a:pt x="6786" y="3924"/>
                    <a:pt x="6863" y="4000"/>
                  </a:cubicBezTo>
                  <a:cubicBezTo>
                    <a:pt x="6924" y="4081"/>
                    <a:pt x="6974" y="4178"/>
                    <a:pt x="6974" y="4305"/>
                  </a:cubicBezTo>
                  <a:cubicBezTo>
                    <a:pt x="6974" y="4401"/>
                    <a:pt x="7055" y="4467"/>
                    <a:pt x="7136" y="4467"/>
                  </a:cubicBezTo>
                  <a:lnTo>
                    <a:pt x="7310" y="4467"/>
                  </a:lnTo>
                  <a:cubicBezTo>
                    <a:pt x="7391" y="4467"/>
                    <a:pt x="7472" y="4401"/>
                    <a:pt x="7472" y="4320"/>
                  </a:cubicBezTo>
                  <a:cubicBezTo>
                    <a:pt x="7472" y="4097"/>
                    <a:pt x="7634" y="3904"/>
                    <a:pt x="7858" y="3888"/>
                  </a:cubicBezTo>
                  <a:cubicBezTo>
                    <a:pt x="7874" y="3886"/>
                    <a:pt x="7890" y="3885"/>
                    <a:pt x="7906" y="3885"/>
                  </a:cubicBezTo>
                  <a:cubicBezTo>
                    <a:pt x="8014" y="3885"/>
                    <a:pt x="8111" y="3930"/>
                    <a:pt x="8178" y="4000"/>
                  </a:cubicBezTo>
                  <a:cubicBezTo>
                    <a:pt x="8259" y="4081"/>
                    <a:pt x="8309" y="4178"/>
                    <a:pt x="8309" y="4305"/>
                  </a:cubicBezTo>
                  <a:cubicBezTo>
                    <a:pt x="8309" y="4401"/>
                    <a:pt x="8371" y="4467"/>
                    <a:pt x="8467" y="4467"/>
                  </a:cubicBezTo>
                  <a:lnTo>
                    <a:pt x="8645" y="4467"/>
                  </a:lnTo>
                  <a:cubicBezTo>
                    <a:pt x="8726" y="4467"/>
                    <a:pt x="8791" y="4401"/>
                    <a:pt x="8791" y="4320"/>
                  </a:cubicBezTo>
                  <a:cubicBezTo>
                    <a:pt x="8791" y="4112"/>
                    <a:pt x="8934" y="3919"/>
                    <a:pt x="9142" y="3888"/>
                  </a:cubicBezTo>
                  <a:cubicBezTo>
                    <a:pt x="9161" y="3886"/>
                    <a:pt x="9180" y="3885"/>
                    <a:pt x="9198" y="3885"/>
                  </a:cubicBezTo>
                  <a:cubicBezTo>
                    <a:pt x="9321" y="3885"/>
                    <a:pt x="9426" y="3930"/>
                    <a:pt x="9497" y="4000"/>
                  </a:cubicBezTo>
                  <a:cubicBezTo>
                    <a:pt x="9578" y="4081"/>
                    <a:pt x="9624" y="4178"/>
                    <a:pt x="9624" y="4305"/>
                  </a:cubicBezTo>
                  <a:cubicBezTo>
                    <a:pt x="9624" y="4386"/>
                    <a:pt x="9690" y="4467"/>
                    <a:pt x="9786" y="4467"/>
                  </a:cubicBezTo>
                  <a:lnTo>
                    <a:pt x="10045" y="4451"/>
                  </a:lnTo>
                  <a:lnTo>
                    <a:pt x="15283" y="4436"/>
                  </a:lnTo>
                  <a:cubicBezTo>
                    <a:pt x="15587" y="4436"/>
                    <a:pt x="15830" y="4178"/>
                    <a:pt x="15830" y="3873"/>
                  </a:cubicBezTo>
                  <a:lnTo>
                    <a:pt x="15830" y="3294"/>
                  </a:lnTo>
                  <a:cubicBezTo>
                    <a:pt x="16023" y="3036"/>
                    <a:pt x="16602" y="2604"/>
                    <a:pt x="17292" y="2604"/>
                  </a:cubicBezTo>
                  <a:lnTo>
                    <a:pt x="17292" y="899"/>
                  </a:lnTo>
                  <a:cubicBezTo>
                    <a:pt x="17292" y="899"/>
                    <a:pt x="17121" y="930"/>
                    <a:pt x="16894" y="930"/>
                  </a:cubicBezTo>
                  <a:cubicBezTo>
                    <a:pt x="16534" y="930"/>
                    <a:pt x="16032" y="852"/>
                    <a:pt x="15846" y="448"/>
                  </a:cubicBezTo>
                  <a:lnTo>
                    <a:pt x="15846" y="290"/>
                  </a:lnTo>
                  <a:cubicBezTo>
                    <a:pt x="15846" y="128"/>
                    <a:pt x="15718" y="0"/>
                    <a:pt x="155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38"/>
            <p:cNvSpPr/>
            <p:nvPr/>
          </p:nvSpPr>
          <p:spPr>
            <a:xfrm>
              <a:off x="6837128" y="3737444"/>
              <a:ext cx="34931" cy="64392"/>
            </a:xfrm>
            <a:custGeom>
              <a:avLst/>
              <a:gdLst/>
              <a:ahLst/>
              <a:cxnLst/>
              <a:rect l="l" t="t" r="r" b="b"/>
              <a:pathLst>
                <a:path w="1239" h="2284" extrusionOk="0">
                  <a:moveTo>
                    <a:pt x="128" y="0"/>
                  </a:moveTo>
                  <a:cubicBezTo>
                    <a:pt x="62" y="0"/>
                    <a:pt x="0" y="50"/>
                    <a:pt x="0" y="112"/>
                  </a:cubicBezTo>
                  <a:lnTo>
                    <a:pt x="0" y="2153"/>
                  </a:lnTo>
                  <a:cubicBezTo>
                    <a:pt x="0" y="2218"/>
                    <a:pt x="62" y="2284"/>
                    <a:pt x="128" y="2284"/>
                  </a:cubicBezTo>
                  <a:lnTo>
                    <a:pt x="1107" y="2284"/>
                  </a:lnTo>
                  <a:cubicBezTo>
                    <a:pt x="1188" y="2284"/>
                    <a:pt x="1238" y="2218"/>
                    <a:pt x="1238" y="2153"/>
                  </a:cubicBezTo>
                  <a:lnTo>
                    <a:pt x="1238" y="112"/>
                  </a:lnTo>
                  <a:cubicBezTo>
                    <a:pt x="1238" y="50"/>
                    <a:pt x="1188" y="0"/>
                    <a:pt x="110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38"/>
            <p:cNvSpPr/>
            <p:nvPr/>
          </p:nvSpPr>
          <p:spPr>
            <a:xfrm>
              <a:off x="6837128" y="3747875"/>
              <a:ext cx="34931" cy="10037"/>
            </a:xfrm>
            <a:custGeom>
              <a:avLst/>
              <a:gdLst/>
              <a:ahLst/>
              <a:cxnLst/>
              <a:rect l="l" t="t" r="r" b="b"/>
              <a:pathLst>
                <a:path w="1239" h="356" extrusionOk="0">
                  <a:moveTo>
                    <a:pt x="0" y="1"/>
                  </a:moveTo>
                  <a:lnTo>
                    <a:pt x="0" y="355"/>
                  </a:lnTo>
                  <a:lnTo>
                    <a:pt x="1238" y="355"/>
                  </a:lnTo>
                  <a:lnTo>
                    <a:pt x="123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38"/>
            <p:cNvSpPr/>
            <p:nvPr/>
          </p:nvSpPr>
          <p:spPr>
            <a:xfrm>
              <a:off x="6837128" y="3764622"/>
              <a:ext cx="34931" cy="10037"/>
            </a:xfrm>
            <a:custGeom>
              <a:avLst/>
              <a:gdLst/>
              <a:ahLst/>
              <a:cxnLst/>
              <a:rect l="l" t="t" r="r" b="b"/>
              <a:pathLst>
                <a:path w="1239" h="356" extrusionOk="0">
                  <a:moveTo>
                    <a:pt x="0" y="1"/>
                  </a:moveTo>
                  <a:lnTo>
                    <a:pt x="0" y="355"/>
                  </a:lnTo>
                  <a:lnTo>
                    <a:pt x="1238" y="355"/>
                  </a:lnTo>
                  <a:lnTo>
                    <a:pt x="123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38"/>
            <p:cNvSpPr/>
            <p:nvPr/>
          </p:nvSpPr>
          <p:spPr>
            <a:xfrm>
              <a:off x="6837128" y="3781368"/>
              <a:ext cx="34931" cy="10037"/>
            </a:xfrm>
            <a:custGeom>
              <a:avLst/>
              <a:gdLst/>
              <a:ahLst/>
              <a:cxnLst/>
              <a:rect l="l" t="t" r="r" b="b"/>
              <a:pathLst>
                <a:path w="1239" h="356" extrusionOk="0">
                  <a:moveTo>
                    <a:pt x="0" y="1"/>
                  </a:moveTo>
                  <a:lnTo>
                    <a:pt x="0" y="355"/>
                  </a:lnTo>
                  <a:lnTo>
                    <a:pt x="1238" y="355"/>
                  </a:lnTo>
                  <a:lnTo>
                    <a:pt x="123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38"/>
            <p:cNvSpPr/>
            <p:nvPr/>
          </p:nvSpPr>
          <p:spPr>
            <a:xfrm>
              <a:off x="6384014" y="3719823"/>
              <a:ext cx="392891" cy="95178"/>
            </a:xfrm>
            <a:custGeom>
              <a:avLst/>
              <a:gdLst/>
              <a:ahLst/>
              <a:cxnLst/>
              <a:rect l="l" t="t" r="r" b="b"/>
              <a:pathLst>
                <a:path w="13936" h="3376" extrusionOk="0">
                  <a:moveTo>
                    <a:pt x="0" y="0"/>
                  </a:moveTo>
                  <a:lnTo>
                    <a:pt x="0" y="2330"/>
                  </a:lnTo>
                  <a:cubicBezTo>
                    <a:pt x="0" y="2909"/>
                    <a:pt x="482" y="3375"/>
                    <a:pt x="1061" y="3375"/>
                  </a:cubicBezTo>
                  <a:lnTo>
                    <a:pt x="12875" y="3375"/>
                  </a:lnTo>
                  <a:cubicBezTo>
                    <a:pt x="13453" y="3375"/>
                    <a:pt x="13936" y="2909"/>
                    <a:pt x="13936" y="2330"/>
                  </a:cubicBezTo>
                  <a:lnTo>
                    <a:pt x="1393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38"/>
            <p:cNvSpPr/>
            <p:nvPr/>
          </p:nvSpPr>
          <p:spPr>
            <a:xfrm>
              <a:off x="6374964" y="3735583"/>
              <a:ext cx="156722" cy="15027"/>
            </a:xfrm>
            <a:custGeom>
              <a:avLst/>
              <a:gdLst/>
              <a:ahLst/>
              <a:cxnLst/>
              <a:rect l="l" t="t" r="r" b="b"/>
              <a:pathLst>
                <a:path w="5559" h="533" extrusionOk="0">
                  <a:moveTo>
                    <a:pt x="256" y="1"/>
                  </a:moveTo>
                  <a:cubicBezTo>
                    <a:pt x="113" y="1"/>
                    <a:pt x="1" y="132"/>
                    <a:pt x="1" y="275"/>
                  </a:cubicBezTo>
                  <a:cubicBezTo>
                    <a:pt x="1" y="421"/>
                    <a:pt x="113" y="533"/>
                    <a:pt x="256" y="533"/>
                  </a:cubicBezTo>
                  <a:lnTo>
                    <a:pt x="5304" y="533"/>
                  </a:lnTo>
                  <a:cubicBezTo>
                    <a:pt x="5447" y="533"/>
                    <a:pt x="5559" y="421"/>
                    <a:pt x="5559" y="275"/>
                  </a:cubicBezTo>
                  <a:cubicBezTo>
                    <a:pt x="5559" y="132"/>
                    <a:pt x="5447" y="1"/>
                    <a:pt x="530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38"/>
            <p:cNvSpPr/>
            <p:nvPr/>
          </p:nvSpPr>
          <p:spPr>
            <a:xfrm>
              <a:off x="6384014" y="3771472"/>
              <a:ext cx="392891" cy="43529"/>
            </a:xfrm>
            <a:custGeom>
              <a:avLst/>
              <a:gdLst/>
              <a:ahLst/>
              <a:cxnLst/>
              <a:rect l="l" t="t" r="r" b="b"/>
              <a:pathLst>
                <a:path w="13936" h="1544" extrusionOk="0">
                  <a:moveTo>
                    <a:pt x="0" y="1"/>
                  </a:moveTo>
                  <a:lnTo>
                    <a:pt x="0" y="498"/>
                  </a:lnTo>
                  <a:cubicBezTo>
                    <a:pt x="0" y="1077"/>
                    <a:pt x="482" y="1543"/>
                    <a:pt x="1061" y="1543"/>
                  </a:cubicBezTo>
                  <a:lnTo>
                    <a:pt x="12875" y="1543"/>
                  </a:lnTo>
                  <a:cubicBezTo>
                    <a:pt x="13453" y="1543"/>
                    <a:pt x="13936" y="1077"/>
                    <a:pt x="13936" y="498"/>
                  </a:cubicBezTo>
                  <a:lnTo>
                    <a:pt x="13936" y="305"/>
                  </a:lnTo>
                  <a:cubicBezTo>
                    <a:pt x="13018" y="463"/>
                    <a:pt x="12084" y="579"/>
                    <a:pt x="11155" y="656"/>
                  </a:cubicBezTo>
                  <a:cubicBezTo>
                    <a:pt x="11139" y="849"/>
                    <a:pt x="10977" y="1011"/>
                    <a:pt x="10784" y="1011"/>
                  </a:cubicBezTo>
                  <a:cubicBezTo>
                    <a:pt x="10719" y="1011"/>
                    <a:pt x="10657" y="996"/>
                    <a:pt x="10576" y="965"/>
                  </a:cubicBezTo>
                  <a:cubicBezTo>
                    <a:pt x="10526" y="930"/>
                    <a:pt x="10495" y="899"/>
                    <a:pt x="10464" y="834"/>
                  </a:cubicBezTo>
                  <a:cubicBezTo>
                    <a:pt x="10430" y="787"/>
                    <a:pt x="10414" y="737"/>
                    <a:pt x="10414" y="706"/>
                  </a:cubicBezTo>
                  <a:cubicBezTo>
                    <a:pt x="9755" y="737"/>
                    <a:pt x="9114" y="753"/>
                    <a:pt x="8470" y="753"/>
                  </a:cubicBezTo>
                  <a:cubicBezTo>
                    <a:pt x="7537" y="753"/>
                    <a:pt x="6623" y="722"/>
                    <a:pt x="5770" y="656"/>
                  </a:cubicBezTo>
                  <a:cubicBezTo>
                    <a:pt x="5739" y="868"/>
                    <a:pt x="5577" y="1011"/>
                    <a:pt x="5369" y="1011"/>
                  </a:cubicBezTo>
                  <a:cubicBezTo>
                    <a:pt x="5304" y="1011"/>
                    <a:pt x="5238" y="996"/>
                    <a:pt x="5161" y="965"/>
                  </a:cubicBezTo>
                  <a:cubicBezTo>
                    <a:pt x="5111" y="930"/>
                    <a:pt x="5064" y="884"/>
                    <a:pt x="5030" y="834"/>
                  </a:cubicBezTo>
                  <a:cubicBezTo>
                    <a:pt x="4983" y="753"/>
                    <a:pt x="4968" y="676"/>
                    <a:pt x="4968" y="610"/>
                  </a:cubicBezTo>
                  <a:cubicBezTo>
                    <a:pt x="4258" y="560"/>
                    <a:pt x="3599" y="498"/>
                    <a:pt x="2989" y="417"/>
                  </a:cubicBezTo>
                  <a:cubicBezTo>
                    <a:pt x="2974" y="691"/>
                    <a:pt x="2750" y="899"/>
                    <a:pt x="2476" y="899"/>
                  </a:cubicBezTo>
                  <a:cubicBezTo>
                    <a:pt x="2395" y="899"/>
                    <a:pt x="2314" y="884"/>
                    <a:pt x="2218" y="834"/>
                  </a:cubicBezTo>
                  <a:cubicBezTo>
                    <a:pt x="2137" y="787"/>
                    <a:pt x="2056" y="722"/>
                    <a:pt x="2025" y="625"/>
                  </a:cubicBezTo>
                  <a:cubicBezTo>
                    <a:pt x="1959" y="514"/>
                    <a:pt x="1944" y="402"/>
                    <a:pt x="1959" y="290"/>
                  </a:cubicBezTo>
                  <a:cubicBezTo>
                    <a:pt x="1061" y="174"/>
                    <a:pt x="386" y="62"/>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38"/>
            <p:cNvSpPr/>
            <p:nvPr/>
          </p:nvSpPr>
          <p:spPr>
            <a:xfrm>
              <a:off x="6439244" y="3767328"/>
              <a:ext cx="29489" cy="15929"/>
            </a:xfrm>
            <a:custGeom>
              <a:avLst/>
              <a:gdLst/>
              <a:ahLst/>
              <a:cxnLst/>
              <a:rect l="l" t="t" r="r" b="b"/>
              <a:pathLst>
                <a:path w="1046" h="565" extrusionOk="0">
                  <a:moveTo>
                    <a:pt x="517" y="1"/>
                  </a:moveTo>
                  <a:cubicBezTo>
                    <a:pt x="259" y="1"/>
                    <a:pt x="51" y="194"/>
                    <a:pt x="0" y="437"/>
                  </a:cubicBezTo>
                  <a:cubicBezTo>
                    <a:pt x="324" y="483"/>
                    <a:pt x="660" y="533"/>
                    <a:pt x="1030" y="564"/>
                  </a:cubicBezTo>
                  <a:cubicBezTo>
                    <a:pt x="1046" y="468"/>
                    <a:pt x="1030" y="371"/>
                    <a:pt x="984" y="275"/>
                  </a:cubicBezTo>
                  <a:cubicBezTo>
                    <a:pt x="934" y="178"/>
                    <a:pt x="853" y="113"/>
                    <a:pt x="772" y="67"/>
                  </a:cubicBezTo>
                  <a:cubicBezTo>
                    <a:pt x="675" y="16"/>
                    <a:pt x="598" y="1"/>
                    <a:pt x="5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38"/>
            <p:cNvSpPr/>
            <p:nvPr/>
          </p:nvSpPr>
          <p:spPr>
            <a:xfrm>
              <a:off x="6438821" y="3779620"/>
              <a:ext cx="29489" cy="17226"/>
            </a:xfrm>
            <a:custGeom>
              <a:avLst/>
              <a:gdLst/>
              <a:ahLst/>
              <a:cxnLst/>
              <a:rect l="l" t="t" r="r" b="b"/>
              <a:pathLst>
                <a:path w="1046" h="611" extrusionOk="0">
                  <a:moveTo>
                    <a:pt x="15" y="1"/>
                  </a:moveTo>
                  <a:lnTo>
                    <a:pt x="15" y="1"/>
                  </a:lnTo>
                  <a:cubicBezTo>
                    <a:pt x="0" y="113"/>
                    <a:pt x="15" y="225"/>
                    <a:pt x="81" y="336"/>
                  </a:cubicBezTo>
                  <a:cubicBezTo>
                    <a:pt x="112" y="433"/>
                    <a:pt x="193" y="498"/>
                    <a:pt x="274" y="545"/>
                  </a:cubicBezTo>
                  <a:cubicBezTo>
                    <a:pt x="370" y="595"/>
                    <a:pt x="451" y="610"/>
                    <a:pt x="532" y="610"/>
                  </a:cubicBezTo>
                  <a:cubicBezTo>
                    <a:pt x="806" y="610"/>
                    <a:pt x="1030" y="402"/>
                    <a:pt x="1045" y="128"/>
                  </a:cubicBezTo>
                  <a:cubicBezTo>
                    <a:pt x="675" y="97"/>
                    <a:pt x="339" y="47"/>
                    <a:pt x="15" y="1"/>
                  </a:cubicBezTo>
                  <a:close/>
                </a:path>
              </a:pathLst>
            </a:custGeom>
            <a:solidFill>
              <a:srgbClr val="0C22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 name="Google Shape;1609;p38"/>
            <p:cNvSpPr/>
            <p:nvPr/>
          </p:nvSpPr>
          <p:spPr>
            <a:xfrm>
              <a:off x="6494586" y="3766031"/>
              <a:ext cx="14491" cy="11784"/>
            </a:xfrm>
            <a:custGeom>
              <a:avLst/>
              <a:gdLst/>
              <a:ahLst/>
              <a:cxnLst/>
              <a:rect l="l" t="t" r="r" b="b"/>
              <a:pathLst>
                <a:path w="514" h="418" extrusionOk="0">
                  <a:moveTo>
                    <a:pt x="255" y="1"/>
                  </a:moveTo>
                  <a:cubicBezTo>
                    <a:pt x="113" y="1"/>
                    <a:pt x="1" y="159"/>
                    <a:pt x="82" y="305"/>
                  </a:cubicBezTo>
                  <a:cubicBezTo>
                    <a:pt x="97" y="336"/>
                    <a:pt x="128" y="367"/>
                    <a:pt x="159" y="386"/>
                  </a:cubicBezTo>
                  <a:cubicBezTo>
                    <a:pt x="194" y="402"/>
                    <a:pt x="224" y="417"/>
                    <a:pt x="255" y="417"/>
                  </a:cubicBezTo>
                  <a:cubicBezTo>
                    <a:pt x="402" y="417"/>
                    <a:pt x="514" y="255"/>
                    <a:pt x="433" y="113"/>
                  </a:cubicBezTo>
                  <a:cubicBezTo>
                    <a:pt x="417" y="78"/>
                    <a:pt x="402" y="47"/>
                    <a:pt x="371" y="32"/>
                  </a:cubicBezTo>
                  <a:cubicBezTo>
                    <a:pt x="321" y="16"/>
                    <a:pt x="290" y="1"/>
                    <a:pt x="2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 name="Google Shape;1610;p38"/>
            <p:cNvSpPr/>
            <p:nvPr/>
          </p:nvSpPr>
          <p:spPr>
            <a:xfrm>
              <a:off x="6524047" y="3777788"/>
              <a:ext cx="23090" cy="12207"/>
            </a:xfrm>
            <a:custGeom>
              <a:avLst/>
              <a:gdLst/>
              <a:ahLst/>
              <a:cxnLst/>
              <a:rect l="l" t="t" r="r" b="b"/>
              <a:pathLst>
                <a:path w="819" h="433" extrusionOk="0">
                  <a:moveTo>
                    <a:pt x="402" y="0"/>
                  </a:moveTo>
                  <a:cubicBezTo>
                    <a:pt x="194" y="0"/>
                    <a:pt x="16" y="162"/>
                    <a:pt x="1" y="386"/>
                  </a:cubicBezTo>
                  <a:cubicBezTo>
                    <a:pt x="271" y="401"/>
                    <a:pt x="529" y="417"/>
                    <a:pt x="803" y="432"/>
                  </a:cubicBezTo>
                  <a:cubicBezTo>
                    <a:pt x="819" y="355"/>
                    <a:pt x="803" y="274"/>
                    <a:pt x="753" y="178"/>
                  </a:cubicBezTo>
                  <a:cubicBezTo>
                    <a:pt x="722" y="128"/>
                    <a:pt x="676" y="81"/>
                    <a:pt x="626" y="47"/>
                  </a:cubicBezTo>
                  <a:cubicBezTo>
                    <a:pt x="545" y="16"/>
                    <a:pt x="483" y="0"/>
                    <a:pt x="4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1" name="Google Shape;1611;p38"/>
            <p:cNvSpPr/>
            <p:nvPr/>
          </p:nvSpPr>
          <p:spPr>
            <a:xfrm>
              <a:off x="6524047" y="3788642"/>
              <a:ext cx="22667" cy="11362"/>
            </a:xfrm>
            <a:custGeom>
              <a:avLst/>
              <a:gdLst/>
              <a:ahLst/>
              <a:cxnLst/>
              <a:rect l="l" t="t" r="r" b="b"/>
              <a:pathLst>
                <a:path w="804" h="403" extrusionOk="0">
                  <a:moveTo>
                    <a:pt x="1" y="1"/>
                  </a:moveTo>
                  <a:cubicBezTo>
                    <a:pt x="1" y="67"/>
                    <a:pt x="16" y="144"/>
                    <a:pt x="63" y="225"/>
                  </a:cubicBezTo>
                  <a:cubicBezTo>
                    <a:pt x="97" y="275"/>
                    <a:pt x="144" y="321"/>
                    <a:pt x="194" y="356"/>
                  </a:cubicBezTo>
                  <a:cubicBezTo>
                    <a:pt x="271" y="387"/>
                    <a:pt x="337" y="402"/>
                    <a:pt x="402" y="402"/>
                  </a:cubicBezTo>
                  <a:cubicBezTo>
                    <a:pt x="610" y="402"/>
                    <a:pt x="772" y="259"/>
                    <a:pt x="803" y="47"/>
                  </a:cubicBezTo>
                  <a:cubicBezTo>
                    <a:pt x="529" y="32"/>
                    <a:pt x="271" y="16"/>
                    <a:pt x="1" y="1"/>
                  </a:cubicBezTo>
                  <a:close/>
                </a:path>
              </a:pathLst>
            </a:custGeom>
            <a:solidFill>
              <a:srgbClr val="0C22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 name="Google Shape;1612;p38"/>
            <p:cNvSpPr/>
            <p:nvPr/>
          </p:nvSpPr>
          <p:spPr>
            <a:xfrm>
              <a:off x="6703494" y="3747452"/>
              <a:ext cx="31237" cy="25345"/>
            </a:xfrm>
            <a:custGeom>
              <a:avLst/>
              <a:gdLst/>
              <a:ahLst/>
              <a:cxnLst/>
              <a:rect l="l" t="t" r="r" b="b"/>
              <a:pathLst>
                <a:path w="1108" h="899" extrusionOk="0">
                  <a:moveTo>
                    <a:pt x="544" y="0"/>
                  </a:moveTo>
                  <a:cubicBezTo>
                    <a:pt x="239" y="0"/>
                    <a:pt x="0" y="336"/>
                    <a:pt x="158" y="675"/>
                  </a:cubicBezTo>
                  <a:cubicBezTo>
                    <a:pt x="193" y="756"/>
                    <a:pt x="255" y="818"/>
                    <a:pt x="336" y="853"/>
                  </a:cubicBezTo>
                  <a:cubicBezTo>
                    <a:pt x="417" y="883"/>
                    <a:pt x="482" y="899"/>
                    <a:pt x="544" y="899"/>
                  </a:cubicBezTo>
                  <a:cubicBezTo>
                    <a:pt x="868" y="899"/>
                    <a:pt x="1107" y="579"/>
                    <a:pt x="945" y="239"/>
                  </a:cubicBezTo>
                  <a:cubicBezTo>
                    <a:pt x="914" y="158"/>
                    <a:pt x="849" y="97"/>
                    <a:pt x="771" y="62"/>
                  </a:cubicBezTo>
                  <a:cubicBezTo>
                    <a:pt x="690" y="16"/>
                    <a:pt x="625" y="0"/>
                    <a:pt x="5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 name="Google Shape;1613;p38"/>
            <p:cNvSpPr/>
            <p:nvPr/>
          </p:nvSpPr>
          <p:spPr>
            <a:xfrm>
              <a:off x="6676739" y="3779084"/>
              <a:ext cx="21765" cy="12320"/>
            </a:xfrm>
            <a:custGeom>
              <a:avLst/>
              <a:gdLst/>
              <a:ahLst/>
              <a:cxnLst/>
              <a:rect l="l" t="t" r="r" b="b"/>
              <a:pathLst>
                <a:path w="772" h="437" extrusionOk="0">
                  <a:moveTo>
                    <a:pt x="401" y="1"/>
                  </a:moveTo>
                  <a:cubicBezTo>
                    <a:pt x="178" y="1"/>
                    <a:pt x="0" y="193"/>
                    <a:pt x="31" y="436"/>
                  </a:cubicBezTo>
                  <a:cubicBezTo>
                    <a:pt x="274" y="421"/>
                    <a:pt x="513" y="406"/>
                    <a:pt x="772" y="386"/>
                  </a:cubicBezTo>
                  <a:cubicBezTo>
                    <a:pt x="772" y="325"/>
                    <a:pt x="756" y="244"/>
                    <a:pt x="706" y="178"/>
                  </a:cubicBezTo>
                  <a:cubicBezTo>
                    <a:pt x="691" y="132"/>
                    <a:pt x="641" y="82"/>
                    <a:pt x="594" y="51"/>
                  </a:cubicBezTo>
                  <a:cubicBezTo>
                    <a:pt x="529" y="20"/>
                    <a:pt x="467" y="1"/>
                    <a:pt x="4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 name="Google Shape;1614;p38"/>
            <p:cNvSpPr/>
            <p:nvPr/>
          </p:nvSpPr>
          <p:spPr>
            <a:xfrm>
              <a:off x="6677613" y="3789967"/>
              <a:ext cx="20891" cy="10037"/>
            </a:xfrm>
            <a:custGeom>
              <a:avLst/>
              <a:gdLst/>
              <a:ahLst/>
              <a:cxnLst/>
              <a:rect l="l" t="t" r="r" b="b"/>
              <a:pathLst>
                <a:path w="741" h="356" extrusionOk="0">
                  <a:moveTo>
                    <a:pt x="741" y="0"/>
                  </a:moveTo>
                  <a:lnTo>
                    <a:pt x="741" y="0"/>
                  </a:lnTo>
                  <a:cubicBezTo>
                    <a:pt x="482" y="20"/>
                    <a:pt x="243" y="35"/>
                    <a:pt x="0" y="50"/>
                  </a:cubicBezTo>
                  <a:cubicBezTo>
                    <a:pt x="0" y="81"/>
                    <a:pt x="16" y="131"/>
                    <a:pt x="50" y="178"/>
                  </a:cubicBezTo>
                  <a:cubicBezTo>
                    <a:pt x="81" y="243"/>
                    <a:pt x="112" y="274"/>
                    <a:pt x="162" y="309"/>
                  </a:cubicBezTo>
                  <a:cubicBezTo>
                    <a:pt x="243" y="340"/>
                    <a:pt x="305" y="355"/>
                    <a:pt x="370" y="355"/>
                  </a:cubicBezTo>
                  <a:cubicBezTo>
                    <a:pt x="563" y="355"/>
                    <a:pt x="725" y="193"/>
                    <a:pt x="741" y="0"/>
                  </a:cubicBezTo>
                  <a:close/>
                </a:path>
              </a:pathLst>
            </a:custGeom>
            <a:solidFill>
              <a:srgbClr val="0C22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 name="Google Shape;1615;p38"/>
            <p:cNvSpPr/>
            <p:nvPr/>
          </p:nvSpPr>
          <p:spPr>
            <a:xfrm>
              <a:off x="6756863" y="3521967"/>
              <a:ext cx="53538" cy="44741"/>
            </a:xfrm>
            <a:custGeom>
              <a:avLst/>
              <a:gdLst/>
              <a:ahLst/>
              <a:cxnLst/>
              <a:rect l="l" t="t" r="r" b="b"/>
              <a:pathLst>
                <a:path w="1899" h="1587" extrusionOk="0">
                  <a:moveTo>
                    <a:pt x="888" y="0"/>
                  </a:moveTo>
                  <a:cubicBezTo>
                    <a:pt x="608" y="0"/>
                    <a:pt x="348" y="138"/>
                    <a:pt x="209" y="380"/>
                  </a:cubicBezTo>
                  <a:cubicBezTo>
                    <a:pt x="1" y="751"/>
                    <a:pt x="163" y="1233"/>
                    <a:pt x="564" y="1472"/>
                  </a:cubicBezTo>
                  <a:cubicBezTo>
                    <a:pt x="709" y="1550"/>
                    <a:pt x="863" y="1587"/>
                    <a:pt x="1013" y="1587"/>
                  </a:cubicBezTo>
                  <a:cubicBezTo>
                    <a:pt x="1293" y="1587"/>
                    <a:pt x="1554" y="1455"/>
                    <a:pt x="1690" y="1214"/>
                  </a:cubicBezTo>
                  <a:cubicBezTo>
                    <a:pt x="1899" y="847"/>
                    <a:pt x="1737" y="346"/>
                    <a:pt x="1335" y="122"/>
                  </a:cubicBezTo>
                  <a:cubicBezTo>
                    <a:pt x="1191" y="39"/>
                    <a:pt x="1037" y="0"/>
                    <a:pt x="88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 name="Google Shape;1616;p38"/>
            <p:cNvSpPr/>
            <p:nvPr/>
          </p:nvSpPr>
          <p:spPr>
            <a:xfrm>
              <a:off x="6747841" y="3521375"/>
              <a:ext cx="65266" cy="52466"/>
            </a:xfrm>
            <a:custGeom>
              <a:avLst/>
              <a:gdLst/>
              <a:ahLst/>
              <a:cxnLst/>
              <a:rect l="l" t="t" r="r" b="b"/>
              <a:pathLst>
                <a:path w="2315" h="1861" extrusionOk="0">
                  <a:moveTo>
                    <a:pt x="564" y="0"/>
                  </a:moveTo>
                  <a:cubicBezTo>
                    <a:pt x="143" y="270"/>
                    <a:pt x="1" y="1254"/>
                    <a:pt x="722" y="1701"/>
                  </a:cubicBezTo>
                  <a:cubicBezTo>
                    <a:pt x="895" y="1812"/>
                    <a:pt x="1085" y="1860"/>
                    <a:pt x="1270" y="1860"/>
                  </a:cubicBezTo>
                  <a:cubicBezTo>
                    <a:pt x="1758" y="1860"/>
                    <a:pt x="2223" y="1526"/>
                    <a:pt x="2315" y="1107"/>
                  </a:cubicBezTo>
                  <a:cubicBezTo>
                    <a:pt x="2185" y="1045"/>
                    <a:pt x="2068" y="1026"/>
                    <a:pt x="1973" y="1026"/>
                  </a:cubicBezTo>
                  <a:cubicBezTo>
                    <a:pt x="1818" y="1026"/>
                    <a:pt x="1721" y="1076"/>
                    <a:pt x="1721" y="1076"/>
                  </a:cubicBezTo>
                  <a:cubicBezTo>
                    <a:pt x="1721" y="1076"/>
                    <a:pt x="1898" y="772"/>
                    <a:pt x="1671" y="336"/>
                  </a:cubicBezTo>
                  <a:cubicBezTo>
                    <a:pt x="1609" y="319"/>
                    <a:pt x="1546" y="311"/>
                    <a:pt x="1486" y="311"/>
                  </a:cubicBezTo>
                  <a:cubicBezTo>
                    <a:pt x="1155" y="311"/>
                    <a:pt x="869" y="529"/>
                    <a:pt x="869" y="529"/>
                  </a:cubicBezTo>
                  <a:cubicBezTo>
                    <a:pt x="869" y="529"/>
                    <a:pt x="757" y="143"/>
                    <a:pt x="56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17" name="Google Shape;1617;p38"/>
          <p:cNvGrpSpPr/>
          <p:nvPr/>
        </p:nvGrpSpPr>
        <p:grpSpPr>
          <a:xfrm>
            <a:off x="4794231" y="3739795"/>
            <a:ext cx="642766" cy="1156828"/>
            <a:chOff x="6025600" y="3390870"/>
            <a:chExt cx="254269" cy="457624"/>
          </a:xfrm>
        </p:grpSpPr>
        <p:sp>
          <p:nvSpPr>
            <p:cNvPr id="1618" name="Google Shape;1618;p38"/>
            <p:cNvSpPr/>
            <p:nvPr/>
          </p:nvSpPr>
          <p:spPr>
            <a:xfrm>
              <a:off x="6025600" y="3690362"/>
              <a:ext cx="102903" cy="104199"/>
            </a:xfrm>
            <a:custGeom>
              <a:avLst/>
              <a:gdLst/>
              <a:ahLst/>
              <a:cxnLst/>
              <a:rect l="l" t="t" r="r" b="b"/>
              <a:pathLst>
                <a:path w="3650" h="3696" extrusionOk="0">
                  <a:moveTo>
                    <a:pt x="1867" y="0"/>
                  </a:moveTo>
                  <a:cubicBezTo>
                    <a:pt x="837" y="0"/>
                    <a:pt x="0" y="818"/>
                    <a:pt x="0" y="1848"/>
                  </a:cubicBezTo>
                  <a:cubicBezTo>
                    <a:pt x="0" y="2858"/>
                    <a:pt x="837" y="3695"/>
                    <a:pt x="1867" y="3695"/>
                  </a:cubicBezTo>
                  <a:cubicBezTo>
                    <a:pt x="2716" y="3695"/>
                    <a:pt x="3441" y="3101"/>
                    <a:pt x="3649" y="2314"/>
                  </a:cubicBezTo>
                  <a:lnTo>
                    <a:pt x="2862" y="2314"/>
                  </a:lnTo>
                  <a:cubicBezTo>
                    <a:pt x="2685" y="2685"/>
                    <a:pt x="2299" y="2955"/>
                    <a:pt x="1867" y="2955"/>
                  </a:cubicBezTo>
                  <a:cubicBezTo>
                    <a:pt x="1254" y="2955"/>
                    <a:pt x="756" y="2457"/>
                    <a:pt x="756" y="1848"/>
                  </a:cubicBezTo>
                  <a:cubicBezTo>
                    <a:pt x="756" y="1238"/>
                    <a:pt x="1254" y="737"/>
                    <a:pt x="1867" y="737"/>
                  </a:cubicBezTo>
                  <a:cubicBezTo>
                    <a:pt x="2218" y="737"/>
                    <a:pt x="2542" y="914"/>
                    <a:pt x="2750" y="1188"/>
                  </a:cubicBezTo>
                  <a:lnTo>
                    <a:pt x="3583" y="1188"/>
                  </a:lnTo>
                  <a:cubicBezTo>
                    <a:pt x="3329" y="498"/>
                    <a:pt x="2654" y="0"/>
                    <a:pt x="186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 name="Google Shape;1619;p38"/>
            <p:cNvSpPr/>
            <p:nvPr/>
          </p:nvSpPr>
          <p:spPr>
            <a:xfrm>
              <a:off x="6036905" y="3702541"/>
              <a:ext cx="48519" cy="79841"/>
            </a:xfrm>
            <a:custGeom>
              <a:avLst/>
              <a:gdLst/>
              <a:ahLst/>
              <a:cxnLst/>
              <a:rect l="l" t="t" r="r" b="b"/>
              <a:pathLst>
                <a:path w="1721" h="2832" extrusionOk="0">
                  <a:moveTo>
                    <a:pt x="1431" y="0"/>
                  </a:moveTo>
                  <a:cubicBezTo>
                    <a:pt x="645" y="0"/>
                    <a:pt x="0" y="629"/>
                    <a:pt x="0" y="1416"/>
                  </a:cubicBezTo>
                  <a:cubicBezTo>
                    <a:pt x="0" y="2203"/>
                    <a:pt x="645" y="2831"/>
                    <a:pt x="1431" y="2831"/>
                  </a:cubicBezTo>
                  <a:cubicBezTo>
                    <a:pt x="1528" y="2831"/>
                    <a:pt x="1624" y="2831"/>
                    <a:pt x="1721" y="2797"/>
                  </a:cubicBezTo>
                  <a:cubicBezTo>
                    <a:pt x="1705" y="2700"/>
                    <a:pt x="1674" y="2604"/>
                    <a:pt x="1659" y="2507"/>
                  </a:cubicBezTo>
                  <a:cubicBezTo>
                    <a:pt x="1593" y="2507"/>
                    <a:pt x="1528" y="2523"/>
                    <a:pt x="1466" y="2523"/>
                  </a:cubicBezTo>
                  <a:cubicBezTo>
                    <a:pt x="853" y="2523"/>
                    <a:pt x="355" y="2025"/>
                    <a:pt x="355" y="1416"/>
                  </a:cubicBezTo>
                  <a:cubicBezTo>
                    <a:pt x="355" y="806"/>
                    <a:pt x="853" y="305"/>
                    <a:pt x="1466" y="305"/>
                  </a:cubicBezTo>
                  <a:cubicBezTo>
                    <a:pt x="1512" y="305"/>
                    <a:pt x="1563" y="305"/>
                    <a:pt x="1593" y="324"/>
                  </a:cubicBezTo>
                  <a:lnTo>
                    <a:pt x="1593" y="0"/>
                  </a:lnTo>
                  <a:close/>
                </a:path>
              </a:pathLst>
            </a:custGeom>
            <a:solidFill>
              <a:srgbClr val="2E44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 name="Google Shape;1620;p38"/>
            <p:cNvSpPr/>
            <p:nvPr/>
          </p:nvSpPr>
          <p:spPr>
            <a:xfrm>
              <a:off x="6170116" y="3431665"/>
              <a:ext cx="101155" cy="122778"/>
            </a:xfrm>
            <a:custGeom>
              <a:avLst/>
              <a:gdLst/>
              <a:ahLst/>
              <a:cxnLst/>
              <a:rect l="l" t="t" r="r" b="b"/>
              <a:pathLst>
                <a:path w="3588" h="4355" extrusionOk="0">
                  <a:moveTo>
                    <a:pt x="2831" y="0"/>
                  </a:moveTo>
                  <a:cubicBezTo>
                    <a:pt x="2430" y="0"/>
                    <a:pt x="2091" y="336"/>
                    <a:pt x="2091" y="752"/>
                  </a:cubicBezTo>
                  <a:lnTo>
                    <a:pt x="2091" y="2665"/>
                  </a:lnTo>
                  <a:cubicBezTo>
                    <a:pt x="2091" y="2777"/>
                    <a:pt x="1994" y="2858"/>
                    <a:pt x="1883" y="2858"/>
                  </a:cubicBezTo>
                  <a:lnTo>
                    <a:pt x="756" y="2858"/>
                  </a:lnTo>
                  <a:cubicBezTo>
                    <a:pt x="340" y="2858"/>
                    <a:pt x="0" y="3198"/>
                    <a:pt x="0" y="3614"/>
                  </a:cubicBezTo>
                  <a:cubicBezTo>
                    <a:pt x="0" y="4031"/>
                    <a:pt x="340" y="4355"/>
                    <a:pt x="756" y="4355"/>
                  </a:cubicBezTo>
                  <a:lnTo>
                    <a:pt x="1883" y="4355"/>
                  </a:lnTo>
                  <a:cubicBezTo>
                    <a:pt x="2816" y="4355"/>
                    <a:pt x="3587" y="3599"/>
                    <a:pt x="3587" y="2665"/>
                  </a:cubicBezTo>
                  <a:lnTo>
                    <a:pt x="3587" y="752"/>
                  </a:lnTo>
                  <a:cubicBezTo>
                    <a:pt x="3587" y="336"/>
                    <a:pt x="3248" y="0"/>
                    <a:pt x="283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 name="Google Shape;1621;p38"/>
            <p:cNvSpPr/>
            <p:nvPr/>
          </p:nvSpPr>
          <p:spPr>
            <a:xfrm>
              <a:off x="6087680" y="3488756"/>
              <a:ext cx="114631" cy="112347"/>
            </a:xfrm>
            <a:custGeom>
              <a:avLst/>
              <a:gdLst/>
              <a:ahLst/>
              <a:cxnLst/>
              <a:rect l="l" t="t" r="r" b="b"/>
              <a:pathLst>
                <a:path w="4066" h="3985" extrusionOk="0">
                  <a:moveTo>
                    <a:pt x="757" y="0"/>
                  </a:moveTo>
                  <a:cubicBezTo>
                    <a:pt x="340" y="0"/>
                    <a:pt x="1" y="336"/>
                    <a:pt x="1" y="752"/>
                  </a:cubicBezTo>
                  <a:lnTo>
                    <a:pt x="1" y="2233"/>
                  </a:lnTo>
                  <a:cubicBezTo>
                    <a:pt x="1" y="3198"/>
                    <a:pt x="787" y="3985"/>
                    <a:pt x="1767" y="3985"/>
                  </a:cubicBezTo>
                  <a:lnTo>
                    <a:pt x="3329" y="3985"/>
                  </a:lnTo>
                  <a:cubicBezTo>
                    <a:pt x="3730" y="3985"/>
                    <a:pt x="4066" y="3664"/>
                    <a:pt x="4066" y="3244"/>
                  </a:cubicBezTo>
                  <a:cubicBezTo>
                    <a:pt x="4066" y="2827"/>
                    <a:pt x="3730" y="2488"/>
                    <a:pt x="3329" y="2488"/>
                  </a:cubicBezTo>
                  <a:lnTo>
                    <a:pt x="1767" y="2488"/>
                  </a:lnTo>
                  <a:cubicBezTo>
                    <a:pt x="1624" y="2488"/>
                    <a:pt x="1497" y="2376"/>
                    <a:pt x="1497" y="2233"/>
                  </a:cubicBezTo>
                  <a:lnTo>
                    <a:pt x="1497" y="752"/>
                  </a:lnTo>
                  <a:cubicBezTo>
                    <a:pt x="1497" y="336"/>
                    <a:pt x="1158" y="0"/>
                    <a:pt x="75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 name="Google Shape;1622;p38"/>
            <p:cNvSpPr/>
            <p:nvPr/>
          </p:nvSpPr>
          <p:spPr>
            <a:xfrm>
              <a:off x="6151621" y="3432088"/>
              <a:ext cx="59824" cy="209780"/>
            </a:xfrm>
            <a:custGeom>
              <a:avLst/>
              <a:gdLst/>
              <a:ahLst/>
              <a:cxnLst/>
              <a:rect l="l" t="t" r="r" b="b"/>
              <a:pathLst>
                <a:path w="2122" h="7441" extrusionOk="0">
                  <a:moveTo>
                    <a:pt x="1061" y="1"/>
                  </a:moveTo>
                  <a:cubicBezTo>
                    <a:pt x="915" y="1"/>
                    <a:pt x="787" y="32"/>
                    <a:pt x="656" y="82"/>
                  </a:cubicBezTo>
                  <a:cubicBezTo>
                    <a:pt x="271" y="240"/>
                    <a:pt x="1" y="610"/>
                    <a:pt x="1" y="1061"/>
                  </a:cubicBezTo>
                  <a:lnTo>
                    <a:pt x="1" y="7294"/>
                  </a:lnTo>
                  <a:cubicBezTo>
                    <a:pt x="1" y="7375"/>
                    <a:pt x="62" y="7441"/>
                    <a:pt x="143" y="7441"/>
                  </a:cubicBezTo>
                  <a:lnTo>
                    <a:pt x="1975" y="7441"/>
                  </a:lnTo>
                  <a:cubicBezTo>
                    <a:pt x="2056" y="7441"/>
                    <a:pt x="2122" y="7375"/>
                    <a:pt x="2122" y="7294"/>
                  </a:cubicBezTo>
                  <a:lnTo>
                    <a:pt x="2122" y="1061"/>
                  </a:lnTo>
                  <a:cubicBezTo>
                    <a:pt x="2122" y="772"/>
                    <a:pt x="1991" y="498"/>
                    <a:pt x="1798" y="305"/>
                  </a:cubicBezTo>
                  <a:cubicBezTo>
                    <a:pt x="1605" y="113"/>
                    <a:pt x="1351" y="1"/>
                    <a:pt x="106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 name="Google Shape;1623;p38"/>
            <p:cNvSpPr/>
            <p:nvPr/>
          </p:nvSpPr>
          <p:spPr>
            <a:xfrm>
              <a:off x="6151621" y="3434372"/>
              <a:ext cx="18522" cy="207497"/>
            </a:xfrm>
            <a:custGeom>
              <a:avLst/>
              <a:gdLst/>
              <a:ahLst/>
              <a:cxnLst/>
              <a:rect l="l" t="t" r="r" b="b"/>
              <a:pathLst>
                <a:path w="657" h="7360" extrusionOk="0">
                  <a:moveTo>
                    <a:pt x="656" y="1"/>
                  </a:moveTo>
                  <a:cubicBezTo>
                    <a:pt x="271" y="159"/>
                    <a:pt x="1" y="529"/>
                    <a:pt x="1" y="980"/>
                  </a:cubicBezTo>
                  <a:lnTo>
                    <a:pt x="1" y="7213"/>
                  </a:lnTo>
                  <a:cubicBezTo>
                    <a:pt x="1" y="7294"/>
                    <a:pt x="62" y="7360"/>
                    <a:pt x="143" y="7360"/>
                  </a:cubicBezTo>
                  <a:lnTo>
                    <a:pt x="656" y="7360"/>
                  </a:lnTo>
                  <a:lnTo>
                    <a:pt x="6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 name="Google Shape;1624;p38"/>
            <p:cNvSpPr/>
            <p:nvPr/>
          </p:nvSpPr>
          <p:spPr>
            <a:xfrm>
              <a:off x="6088131" y="3626844"/>
              <a:ext cx="184886" cy="97039"/>
            </a:xfrm>
            <a:custGeom>
              <a:avLst/>
              <a:gdLst/>
              <a:ahLst/>
              <a:cxnLst/>
              <a:rect l="l" t="t" r="r" b="b"/>
              <a:pathLst>
                <a:path w="6558" h="3442" extrusionOk="0">
                  <a:moveTo>
                    <a:pt x="3375" y="1"/>
                  </a:moveTo>
                  <a:cubicBezTo>
                    <a:pt x="2299" y="1"/>
                    <a:pt x="1481" y="386"/>
                    <a:pt x="903" y="772"/>
                  </a:cubicBezTo>
                  <a:cubicBezTo>
                    <a:pt x="305" y="1193"/>
                    <a:pt x="0" y="1624"/>
                    <a:pt x="0" y="1624"/>
                  </a:cubicBezTo>
                  <a:lnTo>
                    <a:pt x="3954" y="3441"/>
                  </a:lnTo>
                  <a:lnTo>
                    <a:pt x="6557" y="1624"/>
                  </a:lnTo>
                  <a:cubicBezTo>
                    <a:pt x="6557" y="1624"/>
                    <a:pt x="6364" y="1289"/>
                    <a:pt x="5932" y="919"/>
                  </a:cubicBezTo>
                  <a:cubicBezTo>
                    <a:pt x="5415" y="483"/>
                    <a:pt x="4582" y="1"/>
                    <a:pt x="33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5" name="Google Shape;1625;p38"/>
            <p:cNvSpPr/>
            <p:nvPr/>
          </p:nvSpPr>
          <p:spPr>
            <a:xfrm>
              <a:off x="6093995" y="3648608"/>
              <a:ext cx="174004" cy="39921"/>
            </a:xfrm>
            <a:custGeom>
              <a:avLst/>
              <a:gdLst/>
              <a:ahLst/>
              <a:cxnLst/>
              <a:rect l="l" t="t" r="r" b="b"/>
              <a:pathLst>
                <a:path w="6172" h="1416" extrusionOk="0">
                  <a:moveTo>
                    <a:pt x="695" y="0"/>
                  </a:moveTo>
                  <a:cubicBezTo>
                    <a:pt x="386" y="228"/>
                    <a:pt x="147" y="451"/>
                    <a:pt x="0" y="613"/>
                  </a:cubicBezTo>
                  <a:lnTo>
                    <a:pt x="1304" y="613"/>
                  </a:lnTo>
                  <a:lnTo>
                    <a:pt x="2669" y="1126"/>
                  </a:lnTo>
                  <a:lnTo>
                    <a:pt x="3587" y="868"/>
                  </a:lnTo>
                  <a:lnTo>
                    <a:pt x="4694" y="1416"/>
                  </a:lnTo>
                  <a:lnTo>
                    <a:pt x="5902" y="613"/>
                  </a:lnTo>
                  <a:lnTo>
                    <a:pt x="6172" y="613"/>
                  </a:lnTo>
                  <a:cubicBezTo>
                    <a:pt x="6075" y="482"/>
                    <a:pt x="5917" y="309"/>
                    <a:pt x="5724" y="147"/>
                  </a:cubicBezTo>
                  <a:cubicBezTo>
                    <a:pt x="4918" y="355"/>
                    <a:pt x="4166" y="436"/>
                    <a:pt x="3491" y="436"/>
                  </a:cubicBezTo>
                  <a:cubicBezTo>
                    <a:pt x="2237" y="436"/>
                    <a:pt x="1223" y="178"/>
                    <a:pt x="6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 name="Google Shape;1626;p38"/>
            <p:cNvSpPr/>
            <p:nvPr/>
          </p:nvSpPr>
          <p:spPr>
            <a:xfrm>
              <a:off x="6081816" y="3665891"/>
              <a:ext cx="198052" cy="182603"/>
            </a:xfrm>
            <a:custGeom>
              <a:avLst/>
              <a:gdLst/>
              <a:ahLst/>
              <a:cxnLst/>
              <a:rect l="l" t="t" r="r" b="b"/>
              <a:pathLst>
                <a:path w="7025" h="6477" extrusionOk="0">
                  <a:moveTo>
                    <a:pt x="0" y="0"/>
                  </a:moveTo>
                  <a:lnTo>
                    <a:pt x="0" y="3198"/>
                  </a:lnTo>
                  <a:cubicBezTo>
                    <a:pt x="0" y="3807"/>
                    <a:pt x="178" y="4386"/>
                    <a:pt x="467" y="4868"/>
                  </a:cubicBezTo>
                  <a:cubicBezTo>
                    <a:pt x="1046" y="5832"/>
                    <a:pt x="2091" y="6476"/>
                    <a:pt x="3294" y="6476"/>
                  </a:cubicBezTo>
                  <a:lnTo>
                    <a:pt x="3746" y="6476"/>
                  </a:lnTo>
                  <a:cubicBezTo>
                    <a:pt x="5080" y="6476"/>
                    <a:pt x="6218" y="5690"/>
                    <a:pt x="6735" y="4563"/>
                  </a:cubicBezTo>
                  <a:cubicBezTo>
                    <a:pt x="6928" y="4147"/>
                    <a:pt x="7024" y="3680"/>
                    <a:pt x="7024" y="3198"/>
                  </a:cubicBezTo>
                  <a:lnTo>
                    <a:pt x="7024" y="0"/>
                  </a:lnTo>
                  <a:lnTo>
                    <a:pt x="6334" y="0"/>
                  </a:lnTo>
                  <a:lnTo>
                    <a:pt x="5126" y="803"/>
                  </a:lnTo>
                  <a:lnTo>
                    <a:pt x="4019" y="255"/>
                  </a:lnTo>
                  <a:lnTo>
                    <a:pt x="3101" y="513"/>
                  </a:lnTo>
                  <a:lnTo>
                    <a:pt x="173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627;p38"/>
            <p:cNvSpPr/>
            <p:nvPr/>
          </p:nvSpPr>
          <p:spPr>
            <a:xfrm>
              <a:off x="6094982" y="3794534"/>
              <a:ext cx="176711" cy="53960"/>
            </a:xfrm>
            <a:custGeom>
              <a:avLst/>
              <a:gdLst/>
              <a:ahLst/>
              <a:cxnLst/>
              <a:rect l="l" t="t" r="r" b="b"/>
              <a:pathLst>
                <a:path w="6268" h="1914" extrusionOk="0">
                  <a:moveTo>
                    <a:pt x="6268" y="0"/>
                  </a:moveTo>
                  <a:lnTo>
                    <a:pt x="6268" y="0"/>
                  </a:lnTo>
                  <a:cubicBezTo>
                    <a:pt x="4146" y="112"/>
                    <a:pt x="1527" y="243"/>
                    <a:pt x="0" y="305"/>
                  </a:cubicBezTo>
                  <a:cubicBezTo>
                    <a:pt x="579" y="1269"/>
                    <a:pt x="1624" y="1913"/>
                    <a:pt x="2827" y="1913"/>
                  </a:cubicBezTo>
                  <a:lnTo>
                    <a:pt x="3279" y="1913"/>
                  </a:lnTo>
                  <a:cubicBezTo>
                    <a:pt x="4613" y="1913"/>
                    <a:pt x="5751" y="1127"/>
                    <a:pt x="6268" y="0"/>
                  </a:cubicBezTo>
                  <a:close/>
                </a:path>
              </a:pathLst>
            </a:custGeom>
            <a:solidFill>
              <a:srgbClr val="B2C5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 name="Google Shape;1628;p38"/>
            <p:cNvSpPr/>
            <p:nvPr/>
          </p:nvSpPr>
          <p:spPr>
            <a:xfrm>
              <a:off x="6174683" y="3710266"/>
              <a:ext cx="55793" cy="68846"/>
            </a:xfrm>
            <a:custGeom>
              <a:avLst/>
              <a:gdLst/>
              <a:ahLst/>
              <a:cxnLst/>
              <a:rect l="l" t="t" r="r" b="b"/>
              <a:pathLst>
                <a:path w="1979" h="2442" extrusionOk="0">
                  <a:moveTo>
                    <a:pt x="980" y="0"/>
                  </a:moveTo>
                  <a:cubicBezTo>
                    <a:pt x="436" y="0"/>
                    <a:pt x="0" y="548"/>
                    <a:pt x="0" y="1223"/>
                  </a:cubicBezTo>
                  <a:cubicBezTo>
                    <a:pt x="0" y="1898"/>
                    <a:pt x="436" y="2442"/>
                    <a:pt x="980" y="2442"/>
                  </a:cubicBezTo>
                  <a:cubicBezTo>
                    <a:pt x="1528" y="2442"/>
                    <a:pt x="1979" y="1898"/>
                    <a:pt x="1979" y="1223"/>
                  </a:cubicBezTo>
                  <a:cubicBezTo>
                    <a:pt x="1979" y="548"/>
                    <a:pt x="1528" y="0"/>
                    <a:pt x="9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 name="Google Shape;1629;p38"/>
            <p:cNvSpPr/>
            <p:nvPr/>
          </p:nvSpPr>
          <p:spPr>
            <a:xfrm>
              <a:off x="6182831" y="3720697"/>
              <a:ext cx="38962" cy="48096"/>
            </a:xfrm>
            <a:custGeom>
              <a:avLst/>
              <a:gdLst/>
              <a:ahLst/>
              <a:cxnLst/>
              <a:rect l="l" t="t" r="r" b="b"/>
              <a:pathLst>
                <a:path w="1382" h="1706" extrusionOk="0">
                  <a:moveTo>
                    <a:pt x="691" y="0"/>
                  </a:moveTo>
                  <a:cubicBezTo>
                    <a:pt x="321" y="0"/>
                    <a:pt x="1" y="386"/>
                    <a:pt x="1" y="853"/>
                  </a:cubicBezTo>
                  <a:cubicBezTo>
                    <a:pt x="1" y="1335"/>
                    <a:pt x="321" y="1705"/>
                    <a:pt x="691" y="1705"/>
                  </a:cubicBezTo>
                  <a:cubicBezTo>
                    <a:pt x="1077" y="1705"/>
                    <a:pt x="1381" y="1335"/>
                    <a:pt x="1381" y="853"/>
                  </a:cubicBezTo>
                  <a:cubicBezTo>
                    <a:pt x="1381" y="386"/>
                    <a:pt x="1077" y="0"/>
                    <a:pt x="69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 name="Google Shape;1630;p38"/>
            <p:cNvSpPr/>
            <p:nvPr/>
          </p:nvSpPr>
          <p:spPr>
            <a:xfrm>
              <a:off x="6163801" y="3390870"/>
              <a:ext cx="48096" cy="43980"/>
            </a:xfrm>
            <a:custGeom>
              <a:avLst/>
              <a:gdLst/>
              <a:ahLst/>
              <a:cxnLst/>
              <a:rect l="l" t="t" r="r" b="b"/>
              <a:pathLst>
                <a:path w="1706" h="1560" extrusionOk="0">
                  <a:moveTo>
                    <a:pt x="853" y="1"/>
                  </a:moveTo>
                  <a:cubicBezTo>
                    <a:pt x="371" y="1"/>
                    <a:pt x="1" y="352"/>
                    <a:pt x="1" y="772"/>
                  </a:cubicBezTo>
                  <a:cubicBezTo>
                    <a:pt x="1" y="1204"/>
                    <a:pt x="371" y="1559"/>
                    <a:pt x="853" y="1559"/>
                  </a:cubicBezTo>
                  <a:cubicBezTo>
                    <a:pt x="1320" y="1559"/>
                    <a:pt x="1705" y="1204"/>
                    <a:pt x="1705" y="772"/>
                  </a:cubicBezTo>
                  <a:cubicBezTo>
                    <a:pt x="1705" y="352"/>
                    <a:pt x="1320" y="1"/>
                    <a:pt x="85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 name="Google Shape;1631;p38"/>
            <p:cNvSpPr/>
            <p:nvPr/>
          </p:nvSpPr>
          <p:spPr>
            <a:xfrm>
              <a:off x="6152495" y="3395325"/>
              <a:ext cx="69748" cy="47251"/>
            </a:xfrm>
            <a:custGeom>
              <a:avLst/>
              <a:gdLst/>
              <a:ahLst/>
              <a:cxnLst/>
              <a:rect l="l" t="t" r="r" b="b"/>
              <a:pathLst>
                <a:path w="2474" h="1676" extrusionOk="0">
                  <a:moveTo>
                    <a:pt x="1350" y="1"/>
                  </a:moveTo>
                  <a:cubicBezTo>
                    <a:pt x="949" y="97"/>
                    <a:pt x="756" y="564"/>
                    <a:pt x="756" y="564"/>
                  </a:cubicBezTo>
                  <a:cubicBezTo>
                    <a:pt x="756" y="564"/>
                    <a:pt x="467" y="290"/>
                    <a:pt x="224" y="259"/>
                  </a:cubicBezTo>
                  <a:lnTo>
                    <a:pt x="224" y="259"/>
                  </a:lnTo>
                  <a:cubicBezTo>
                    <a:pt x="0" y="691"/>
                    <a:pt x="371" y="1625"/>
                    <a:pt x="1223" y="1675"/>
                  </a:cubicBezTo>
                  <a:cubicBezTo>
                    <a:pt x="1237" y="1676"/>
                    <a:pt x="1251" y="1676"/>
                    <a:pt x="1265" y="1676"/>
                  </a:cubicBezTo>
                  <a:cubicBezTo>
                    <a:pt x="1965" y="1676"/>
                    <a:pt x="2473" y="923"/>
                    <a:pt x="2299" y="356"/>
                  </a:cubicBezTo>
                  <a:lnTo>
                    <a:pt x="2299" y="356"/>
                  </a:lnTo>
                  <a:cubicBezTo>
                    <a:pt x="1929" y="387"/>
                    <a:pt x="1767" y="630"/>
                    <a:pt x="1767" y="630"/>
                  </a:cubicBezTo>
                  <a:cubicBezTo>
                    <a:pt x="1767" y="630"/>
                    <a:pt x="1767" y="275"/>
                    <a:pt x="135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 name="Google Shape;1632;p38"/>
            <p:cNvSpPr/>
            <p:nvPr/>
          </p:nvSpPr>
          <p:spPr>
            <a:xfrm>
              <a:off x="6082690" y="3514524"/>
              <a:ext cx="10882" cy="2312"/>
            </a:xfrm>
            <a:custGeom>
              <a:avLst/>
              <a:gdLst/>
              <a:ahLst/>
              <a:cxnLst/>
              <a:rect l="l" t="t" r="r" b="b"/>
              <a:pathLst>
                <a:path w="386" h="82" extrusionOk="0">
                  <a:moveTo>
                    <a:pt x="35" y="0"/>
                  </a:moveTo>
                  <a:cubicBezTo>
                    <a:pt x="16" y="0"/>
                    <a:pt x="0" y="16"/>
                    <a:pt x="0" y="31"/>
                  </a:cubicBezTo>
                  <a:cubicBezTo>
                    <a:pt x="0" y="66"/>
                    <a:pt x="16" y="81"/>
                    <a:pt x="35" y="81"/>
                  </a:cubicBezTo>
                  <a:lnTo>
                    <a:pt x="355" y="81"/>
                  </a:lnTo>
                  <a:cubicBezTo>
                    <a:pt x="370" y="81"/>
                    <a:pt x="386" y="66"/>
                    <a:pt x="386" y="31"/>
                  </a:cubicBezTo>
                  <a:cubicBezTo>
                    <a:pt x="386" y="16"/>
                    <a:pt x="370" y="0"/>
                    <a:pt x="35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 name="Google Shape;1633;p38"/>
            <p:cNvSpPr/>
            <p:nvPr/>
          </p:nvSpPr>
          <p:spPr>
            <a:xfrm>
              <a:off x="6121709" y="3504092"/>
              <a:ext cx="10910" cy="1861"/>
            </a:xfrm>
            <a:custGeom>
              <a:avLst/>
              <a:gdLst/>
              <a:ahLst/>
              <a:cxnLst/>
              <a:rect l="l" t="t" r="r" b="b"/>
              <a:pathLst>
                <a:path w="387" h="66" extrusionOk="0">
                  <a:moveTo>
                    <a:pt x="32" y="0"/>
                  </a:moveTo>
                  <a:cubicBezTo>
                    <a:pt x="16" y="0"/>
                    <a:pt x="1" y="15"/>
                    <a:pt x="1" y="35"/>
                  </a:cubicBezTo>
                  <a:cubicBezTo>
                    <a:pt x="1" y="50"/>
                    <a:pt x="16" y="66"/>
                    <a:pt x="32" y="66"/>
                  </a:cubicBezTo>
                  <a:lnTo>
                    <a:pt x="336" y="66"/>
                  </a:lnTo>
                  <a:cubicBezTo>
                    <a:pt x="367" y="66"/>
                    <a:pt x="387" y="50"/>
                    <a:pt x="387" y="35"/>
                  </a:cubicBezTo>
                  <a:cubicBezTo>
                    <a:pt x="387" y="15"/>
                    <a:pt x="367" y="0"/>
                    <a:pt x="3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 name="Google Shape;1634;p38"/>
            <p:cNvSpPr/>
            <p:nvPr/>
          </p:nvSpPr>
          <p:spPr>
            <a:xfrm>
              <a:off x="6082690" y="3538121"/>
              <a:ext cx="10882" cy="4060"/>
            </a:xfrm>
            <a:custGeom>
              <a:avLst/>
              <a:gdLst/>
              <a:ahLst/>
              <a:cxnLst/>
              <a:rect l="l" t="t" r="r" b="b"/>
              <a:pathLst>
                <a:path w="386" h="144" extrusionOk="0">
                  <a:moveTo>
                    <a:pt x="50" y="0"/>
                  </a:moveTo>
                  <a:cubicBezTo>
                    <a:pt x="35" y="0"/>
                    <a:pt x="16" y="0"/>
                    <a:pt x="16" y="31"/>
                  </a:cubicBezTo>
                  <a:cubicBezTo>
                    <a:pt x="0" y="47"/>
                    <a:pt x="16" y="62"/>
                    <a:pt x="35" y="62"/>
                  </a:cubicBezTo>
                  <a:lnTo>
                    <a:pt x="340" y="143"/>
                  </a:lnTo>
                  <a:cubicBezTo>
                    <a:pt x="355" y="143"/>
                    <a:pt x="370" y="143"/>
                    <a:pt x="386" y="128"/>
                  </a:cubicBezTo>
                  <a:cubicBezTo>
                    <a:pt x="386" y="97"/>
                    <a:pt x="370" y="81"/>
                    <a:pt x="355" y="81"/>
                  </a:cubicBezTo>
                  <a:lnTo>
                    <a:pt x="5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1635;p38"/>
            <p:cNvSpPr/>
            <p:nvPr/>
          </p:nvSpPr>
          <p:spPr>
            <a:xfrm>
              <a:off x="6112151" y="3531270"/>
              <a:ext cx="10037" cy="6879"/>
            </a:xfrm>
            <a:custGeom>
              <a:avLst/>
              <a:gdLst/>
              <a:ahLst/>
              <a:cxnLst/>
              <a:rect l="l" t="t" r="r" b="b"/>
              <a:pathLst>
                <a:path w="356" h="244" extrusionOk="0">
                  <a:moveTo>
                    <a:pt x="66" y="0"/>
                  </a:moveTo>
                  <a:cubicBezTo>
                    <a:pt x="51" y="0"/>
                    <a:pt x="31" y="0"/>
                    <a:pt x="16" y="16"/>
                  </a:cubicBezTo>
                  <a:cubicBezTo>
                    <a:pt x="0" y="35"/>
                    <a:pt x="0" y="66"/>
                    <a:pt x="31" y="66"/>
                  </a:cubicBezTo>
                  <a:lnTo>
                    <a:pt x="290" y="228"/>
                  </a:lnTo>
                  <a:cubicBezTo>
                    <a:pt x="290" y="243"/>
                    <a:pt x="305" y="243"/>
                    <a:pt x="305" y="243"/>
                  </a:cubicBezTo>
                  <a:cubicBezTo>
                    <a:pt x="321" y="243"/>
                    <a:pt x="340" y="228"/>
                    <a:pt x="340" y="228"/>
                  </a:cubicBezTo>
                  <a:cubicBezTo>
                    <a:pt x="355" y="209"/>
                    <a:pt x="355" y="178"/>
                    <a:pt x="321" y="178"/>
                  </a:cubicBezTo>
                  <a:lnTo>
                    <a:pt x="6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 name="Google Shape;1636;p38"/>
            <p:cNvSpPr/>
            <p:nvPr/>
          </p:nvSpPr>
          <p:spPr>
            <a:xfrm>
              <a:off x="6109868" y="3568175"/>
              <a:ext cx="7302" cy="9332"/>
            </a:xfrm>
            <a:custGeom>
              <a:avLst/>
              <a:gdLst/>
              <a:ahLst/>
              <a:cxnLst/>
              <a:rect l="l" t="t" r="r" b="b"/>
              <a:pathLst>
                <a:path w="259" h="331" extrusionOk="0">
                  <a:moveTo>
                    <a:pt x="206" y="0"/>
                  </a:moveTo>
                  <a:cubicBezTo>
                    <a:pt x="196" y="0"/>
                    <a:pt x="187" y="8"/>
                    <a:pt x="178" y="26"/>
                  </a:cubicBezTo>
                  <a:lnTo>
                    <a:pt x="16" y="284"/>
                  </a:lnTo>
                  <a:cubicBezTo>
                    <a:pt x="0" y="300"/>
                    <a:pt x="0" y="315"/>
                    <a:pt x="16" y="331"/>
                  </a:cubicBezTo>
                  <a:lnTo>
                    <a:pt x="35" y="331"/>
                  </a:lnTo>
                  <a:cubicBezTo>
                    <a:pt x="51" y="331"/>
                    <a:pt x="66" y="331"/>
                    <a:pt x="66" y="315"/>
                  </a:cubicBezTo>
                  <a:lnTo>
                    <a:pt x="243" y="57"/>
                  </a:lnTo>
                  <a:cubicBezTo>
                    <a:pt x="259" y="41"/>
                    <a:pt x="243" y="26"/>
                    <a:pt x="228" y="10"/>
                  </a:cubicBezTo>
                  <a:cubicBezTo>
                    <a:pt x="220" y="4"/>
                    <a:pt x="213" y="0"/>
                    <a:pt x="20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 name="Google Shape;1637;p38"/>
            <p:cNvSpPr/>
            <p:nvPr/>
          </p:nvSpPr>
          <p:spPr>
            <a:xfrm>
              <a:off x="6127601" y="3520388"/>
              <a:ext cx="10882" cy="1889"/>
            </a:xfrm>
            <a:custGeom>
              <a:avLst/>
              <a:gdLst/>
              <a:ahLst/>
              <a:cxnLst/>
              <a:rect l="l" t="t" r="r" b="b"/>
              <a:pathLst>
                <a:path w="386" h="67" extrusionOk="0">
                  <a:moveTo>
                    <a:pt x="31" y="1"/>
                  </a:moveTo>
                  <a:cubicBezTo>
                    <a:pt x="16" y="1"/>
                    <a:pt x="0" y="16"/>
                    <a:pt x="0" y="35"/>
                  </a:cubicBezTo>
                  <a:cubicBezTo>
                    <a:pt x="0" y="51"/>
                    <a:pt x="16" y="66"/>
                    <a:pt x="31" y="66"/>
                  </a:cubicBezTo>
                  <a:lnTo>
                    <a:pt x="336" y="66"/>
                  </a:lnTo>
                  <a:cubicBezTo>
                    <a:pt x="370" y="66"/>
                    <a:pt x="386" y="51"/>
                    <a:pt x="386" y="35"/>
                  </a:cubicBezTo>
                  <a:cubicBezTo>
                    <a:pt x="386" y="16"/>
                    <a:pt x="370" y="1"/>
                    <a:pt x="3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 name="Google Shape;1638;p38"/>
            <p:cNvSpPr/>
            <p:nvPr/>
          </p:nvSpPr>
          <p:spPr>
            <a:xfrm>
              <a:off x="6082690" y="3562141"/>
              <a:ext cx="10882" cy="5469"/>
            </a:xfrm>
            <a:custGeom>
              <a:avLst/>
              <a:gdLst/>
              <a:ahLst/>
              <a:cxnLst/>
              <a:rect l="l" t="t" r="r" b="b"/>
              <a:pathLst>
                <a:path w="386" h="194" extrusionOk="0">
                  <a:moveTo>
                    <a:pt x="324" y="1"/>
                  </a:moveTo>
                  <a:lnTo>
                    <a:pt x="35" y="113"/>
                  </a:lnTo>
                  <a:cubicBezTo>
                    <a:pt x="16" y="128"/>
                    <a:pt x="0" y="143"/>
                    <a:pt x="16" y="159"/>
                  </a:cubicBezTo>
                  <a:cubicBezTo>
                    <a:pt x="16" y="174"/>
                    <a:pt x="35" y="194"/>
                    <a:pt x="50" y="194"/>
                  </a:cubicBezTo>
                  <a:lnTo>
                    <a:pt x="66" y="174"/>
                  </a:lnTo>
                  <a:lnTo>
                    <a:pt x="355" y="62"/>
                  </a:lnTo>
                  <a:cubicBezTo>
                    <a:pt x="370" y="62"/>
                    <a:pt x="386" y="32"/>
                    <a:pt x="370" y="16"/>
                  </a:cubicBezTo>
                  <a:cubicBezTo>
                    <a:pt x="370" y="1"/>
                    <a:pt x="340" y="1"/>
                    <a:pt x="32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 name="Google Shape;1639;p38"/>
            <p:cNvSpPr/>
            <p:nvPr/>
          </p:nvSpPr>
          <p:spPr>
            <a:xfrm>
              <a:off x="6105836" y="3592477"/>
              <a:ext cx="10488" cy="5469"/>
            </a:xfrm>
            <a:custGeom>
              <a:avLst/>
              <a:gdLst/>
              <a:ahLst/>
              <a:cxnLst/>
              <a:rect l="l" t="t" r="r" b="b"/>
              <a:pathLst>
                <a:path w="372" h="194" extrusionOk="0">
                  <a:moveTo>
                    <a:pt x="321" y="1"/>
                  </a:moveTo>
                  <a:lnTo>
                    <a:pt x="32" y="113"/>
                  </a:lnTo>
                  <a:cubicBezTo>
                    <a:pt x="1" y="128"/>
                    <a:pt x="1" y="144"/>
                    <a:pt x="1" y="159"/>
                  </a:cubicBezTo>
                  <a:cubicBezTo>
                    <a:pt x="16" y="178"/>
                    <a:pt x="32" y="194"/>
                    <a:pt x="47" y="194"/>
                  </a:cubicBezTo>
                  <a:lnTo>
                    <a:pt x="336" y="82"/>
                  </a:lnTo>
                  <a:cubicBezTo>
                    <a:pt x="371" y="63"/>
                    <a:pt x="371" y="47"/>
                    <a:pt x="371" y="32"/>
                  </a:cubicBezTo>
                  <a:cubicBezTo>
                    <a:pt x="352" y="1"/>
                    <a:pt x="336" y="1"/>
                    <a:pt x="32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 name="Google Shape;1640;p38"/>
            <p:cNvSpPr/>
            <p:nvPr/>
          </p:nvSpPr>
          <p:spPr>
            <a:xfrm>
              <a:off x="6112574" y="3481905"/>
              <a:ext cx="3750" cy="10882"/>
            </a:xfrm>
            <a:custGeom>
              <a:avLst/>
              <a:gdLst/>
              <a:ahLst/>
              <a:cxnLst/>
              <a:rect l="l" t="t" r="r" b="b"/>
              <a:pathLst>
                <a:path w="133" h="386" extrusionOk="0">
                  <a:moveTo>
                    <a:pt x="97" y="0"/>
                  </a:moveTo>
                  <a:cubicBezTo>
                    <a:pt x="82" y="0"/>
                    <a:pt x="66" y="16"/>
                    <a:pt x="51" y="31"/>
                  </a:cubicBezTo>
                  <a:lnTo>
                    <a:pt x="1" y="340"/>
                  </a:lnTo>
                  <a:cubicBezTo>
                    <a:pt x="1" y="355"/>
                    <a:pt x="16" y="370"/>
                    <a:pt x="36" y="386"/>
                  </a:cubicBezTo>
                  <a:cubicBezTo>
                    <a:pt x="66" y="386"/>
                    <a:pt x="82" y="370"/>
                    <a:pt x="82" y="355"/>
                  </a:cubicBezTo>
                  <a:lnTo>
                    <a:pt x="132" y="50"/>
                  </a:lnTo>
                  <a:cubicBezTo>
                    <a:pt x="132" y="16"/>
                    <a:pt x="113" y="0"/>
                    <a:pt x="9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 name="Google Shape;1641;p38"/>
            <p:cNvSpPr/>
            <p:nvPr/>
          </p:nvSpPr>
          <p:spPr>
            <a:xfrm>
              <a:off x="6135326" y="3554868"/>
              <a:ext cx="3609" cy="10882"/>
            </a:xfrm>
            <a:custGeom>
              <a:avLst/>
              <a:gdLst/>
              <a:ahLst/>
              <a:cxnLst/>
              <a:rect l="l" t="t" r="r" b="b"/>
              <a:pathLst>
                <a:path w="128" h="386" extrusionOk="0">
                  <a:moveTo>
                    <a:pt x="96" y="0"/>
                  </a:moveTo>
                  <a:cubicBezTo>
                    <a:pt x="77" y="0"/>
                    <a:pt x="62" y="16"/>
                    <a:pt x="62" y="31"/>
                  </a:cubicBezTo>
                  <a:lnTo>
                    <a:pt x="0" y="336"/>
                  </a:lnTo>
                  <a:cubicBezTo>
                    <a:pt x="0" y="371"/>
                    <a:pt x="15" y="386"/>
                    <a:pt x="31" y="386"/>
                  </a:cubicBezTo>
                  <a:lnTo>
                    <a:pt x="46" y="386"/>
                  </a:lnTo>
                  <a:cubicBezTo>
                    <a:pt x="62" y="386"/>
                    <a:pt x="77" y="371"/>
                    <a:pt x="77" y="355"/>
                  </a:cubicBezTo>
                  <a:lnTo>
                    <a:pt x="127" y="47"/>
                  </a:lnTo>
                  <a:cubicBezTo>
                    <a:pt x="127" y="31"/>
                    <a:pt x="127" y="16"/>
                    <a:pt x="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 name="Google Shape;1642;p38"/>
            <p:cNvSpPr/>
            <p:nvPr/>
          </p:nvSpPr>
          <p:spPr>
            <a:xfrm>
              <a:off x="6094531" y="3491998"/>
              <a:ext cx="8176" cy="8965"/>
            </a:xfrm>
            <a:custGeom>
              <a:avLst/>
              <a:gdLst/>
              <a:ahLst/>
              <a:cxnLst/>
              <a:rect l="l" t="t" r="r" b="b"/>
              <a:pathLst>
                <a:path w="290" h="318" extrusionOk="0">
                  <a:moveTo>
                    <a:pt x="39" y="1"/>
                  </a:moveTo>
                  <a:cubicBezTo>
                    <a:pt x="31" y="1"/>
                    <a:pt x="24" y="5"/>
                    <a:pt x="16" y="12"/>
                  </a:cubicBezTo>
                  <a:cubicBezTo>
                    <a:pt x="1" y="28"/>
                    <a:pt x="1" y="43"/>
                    <a:pt x="16" y="59"/>
                  </a:cubicBezTo>
                  <a:lnTo>
                    <a:pt x="224" y="302"/>
                  </a:lnTo>
                  <a:cubicBezTo>
                    <a:pt x="224" y="302"/>
                    <a:pt x="240" y="317"/>
                    <a:pt x="255" y="317"/>
                  </a:cubicBezTo>
                  <a:lnTo>
                    <a:pt x="271" y="302"/>
                  </a:lnTo>
                  <a:cubicBezTo>
                    <a:pt x="290" y="286"/>
                    <a:pt x="290" y="271"/>
                    <a:pt x="271" y="252"/>
                  </a:cubicBezTo>
                  <a:lnTo>
                    <a:pt x="62" y="12"/>
                  </a:lnTo>
                  <a:cubicBezTo>
                    <a:pt x="55" y="5"/>
                    <a:pt x="47" y="1"/>
                    <a:pt x="3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 name="Google Shape;1643;p38"/>
            <p:cNvSpPr/>
            <p:nvPr/>
          </p:nvSpPr>
          <p:spPr>
            <a:xfrm>
              <a:off x="6265802" y="3457856"/>
              <a:ext cx="10910" cy="1889"/>
            </a:xfrm>
            <a:custGeom>
              <a:avLst/>
              <a:gdLst/>
              <a:ahLst/>
              <a:cxnLst/>
              <a:rect l="l" t="t" r="r" b="b"/>
              <a:pathLst>
                <a:path w="387" h="67" extrusionOk="0">
                  <a:moveTo>
                    <a:pt x="31" y="1"/>
                  </a:moveTo>
                  <a:cubicBezTo>
                    <a:pt x="16" y="1"/>
                    <a:pt x="0" y="16"/>
                    <a:pt x="0" y="36"/>
                  </a:cubicBezTo>
                  <a:cubicBezTo>
                    <a:pt x="0" y="51"/>
                    <a:pt x="16" y="66"/>
                    <a:pt x="31" y="66"/>
                  </a:cubicBezTo>
                  <a:lnTo>
                    <a:pt x="351" y="66"/>
                  </a:lnTo>
                  <a:cubicBezTo>
                    <a:pt x="367" y="66"/>
                    <a:pt x="386" y="51"/>
                    <a:pt x="386" y="36"/>
                  </a:cubicBezTo>
                  <a:cubicBezTo>
                    <a:pt x="386" y="16"/>
                    <a:pt x="367" y="1"/>
                    <a:pt x="35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 name="Google Shape;1644;p38"/>
            <p:cNvSpPr/>
            <p:nvPr/>
          </p:nvSpPr>
          <p:spPr>
            <a:xfrm>
              <a:off x="6226755" y="3447002"/>
              <a:ext cx="10910" cy="2312"/>
            </a:xfrm>
            <a:custGeom>
              <a:avLst/>
              <a:gdLst/>
              <a:ahLst/>
              <a:cxnLst/>
              <a:rect l="l" t="t" r="r" b="b"/>
              <a:pathLst>
                <a:path w="387" h="82" extrusionOk="0">
                  <a:moveTo>
                    <a:pt x="51" y="0"/>
                  </a:moveTo>
                  <a:cubicBezTo>
                    <a:pt x="16" y="0"/>
                    <a:pt x="1" y="16"/>
                    <a:pt x="1" y="50"/>
                  </a:cubicBezTo>
                  <a:cubicBezTo>
                    <a:pt x="1" y="66"/>
                    <a:pt x="16" y="81"/>
                    <a:pt x="51" y="81"/>
                  </a:cubicBezTo>
                  <a:lnTo>
                    <a:pt x="356" y="81"/>
                  </a:lnTo>
                  <a:cubicBezTo>
                    <a:pt x="371" y="81"/>
                    <a:pt x="387" y="66"/>
                    <a:pt x="387" y="50"/>
                  </a:cubicBezTo>
                  <a:cubicBezTo>
                    <a:pt x="387" y="16"/>
                    <a:pt x="371" y="0"/>
                    <a:pt x="35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1645;p38"/>
            <p:cNvSpPr/>
            <p:nvPr/>
          </p:nvSpPr>
          <p:spPr>
            <a:xfrm>
              <a:off x="6265802" y="3481285"/>
              <a:ext cx="10910" cy="4229"/>
            </a:xfrm>
            <a:custGeom>
              <a:avLst/>
              <a:gdLst/>
              <a:ahLst/>
              <a:cxnLst/>
              <a:rect l="l" t="t" r="r" b="b"/>
              <a:pathLst>
                <a:path w="387" h="150" extrusionOk="0">
                  <a:moveTo>
                    <a:pt x="350" y="0"/>
                  </a:moveTo>
                  <a:cubicBezTo>
                    <a:pt x="345" y="0"/>
                    <a:pt x="341" y="2"/>
                    <a:pt x="336" y="7"/>
                  </a:cubicBezTo>
                  <a:lnTo>
                    <a:pt x="31" y="88"/>
                  </a:lnTo>
                  <a:cubicBezTo>
                    <a:pt x="16" y="88"/>
                    <a:pt x="0" y="103"/>
                    <a:pt x="0" y="119"/>
                  </a:cubicBezTo>
                  <a:cubicBezTo>
                    <a:pt x="16" y="134"/>
                    <a:pt x="31" y="149"/>
                    <a:pt x="47" y="149"/>
                  </a:cubicBezTo>
                  <a:lnTo>
                    <a:pt x="351" y="72"/>
                  </a:lnTo>
                  <a:cubicBezTo>
                    <a:pt x="367" y="72"/>
                    <a:pt x="386" y="38"/>
                    <a:pt x="386" y="22"/>
                  </a:cubicBezTo>
                  <a:cubicBezTo>
                    <a:pt x="373" y="11"/>
                    <a:pt x="361" y="0"/>
                    <a:pt x="35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38"/>
            <p:cNvSpPr/>
            <p:nvPr/>
          </p:nvSpPr>
          <p:spPr>
            <a:xfrm>
              <a:off x="6237214" y="3474434"/>
              <a:ext cx="10008" cy="7048"/>
            </a:xfrm>
            <a:custGeom>
              <a:avLst/>
              <a:gdLst/>
              <a:ahLst/>
              <a:cxnLst/>
              <a:rect l="l" t="t" r="r" b="b"/>
              <a:pathLst>
                <a:path w="355" h="250" extrusionOk="0">
                  <a:moveTo>
                    <a:pt x="306" y="0"/>
                  </a:moveTo>
                  <a:cubicBezTo>
                    <a:pt x="300" y="0"/>
                    <a:pt x="294" y="2"/>
                    <a:pt x="289" y="7"/>
                  </a:cubicBezTo>
                  <a:lnTo>
                    <a:pt x="31" y="169"/>
                  </a:lnTo>
                  <a:cubicBezTo>
                    <a:pt x="16" y="184"/>
                    <a:pt x="0" y="200"/>
                    <a:pt x="16" y="219"/>
                  </a:cubicBezTo>
                  <a:cubicBezTo>
                    <a:pt x="16" y="234"/>
                    <a:pt x="31" y="250"/>
                    <a:pt x="50" y="250"/>
                  </a:cubicBezTo>
                  <a:lnTo>
                    <a:pt x="66" y="234"/>
                  </a:lnTo>
                  <a:lnTo>
                    <a:pt x="339" y="72"/>
                  </a:lnTo>
                  <a:cubicBezTo>
                    <a:pt x="355" y="57"/>
                    <a:pt x="355" y="42"/>
                    <a:pt x="339" y="26"/>
                  </a:cubicBezTo>
                  <a:cubicBezTo>
                    <a:pt x="339" y="12"/>
                    <a:pt x="322" y="0"/>
                    <a:pt x="30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38"/>
            <p:cNvSpPr/>
            <p:nvPr/>
          </p:nvSpPr>
          <p:spPr>
            <a:xfrm>
              <a:off x="6242205" y="3511479"/>
              <a:ext cx="7302" cy="9388"/>
            </a:xfrm>
            <a:custGeom>
              <a:avLst/>
              <a:gdLst/>
              <a:ahLst/>
              <a:cxnLst/>
              <a:rect l="l" t="t" r="r" b="b"/>
              <a:pathLst>
                <a:path w="259" h="333" extrusionOk="0">
                  <a:moveTo>
                    <a:pt x="56" y="0"/>
                  </a:moveTo>
                  <a:cubicBezTo>
                    <a:pt x="48" y="0"/>
                    <a:pt x="39" y="4"/>
                    <a:pt x="31" y="12"/>
                  </a:cubicBezTo>
                  <a:cubicBezTo>
                    <a:pt x="16" y="12"/>
                    <a:pt x="0" y="43"/>
                    <a:pt x="16" y="62"/>
                  </a:cubicBezTo>
                  <a:lnTo>
                    <a:pt x="193" y="317"/>
                  </a:lnTo>
                  <a:cubicBezTo>
                    <a:pt x="193" y="332"/>
                    <a:pt x="209" y="332"/>
                    <a:pt x="224" y="332"/>
                  </a:cubicBezTo>
                  <a:lnTo>
                    <a:pt x="240" y="332"/>
                  </a:lnTo>
                  <a:cubicBezTo>
                    <a:pt x="259" y="317"/>
                    <a:pt x="259" y="286"/>
                    <a:pt x="259" y="270"/>
                  </a:cubicBezTo>
                  <a:lnTo>
                    <a:pt x="81" y="12"/>
                  </a:lnTo>
                  <a:cubicBezTo>
                    <a:pt x="74" y="4"/>
                    <a:pt x="65" y="0"/>
                    <a:pt x="5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8" name="Google Shape;1648;p38"/>
            <p:cNvSpPr/>
            <p:nvPr/>
          </p:nvSpPr>
          <p:spPr>
            <a:xfrm>
              <a:off x="6220891" y="3463749"/>
              <a:ext cx="10910" cy="1861"/>
            </a:xfrm>
            <a:custGeom>
              <a:avLst/>
              <a:gdLst/>
              <a:ahLst/>
              <a:cxnLst/>
              <a:rect l="l" t="t" r="r" b="b"/>
              <a:pathLst>
                <a:path w="387" h="66" extrusionOk="0">
                  <a:moveTo>
                    <a:pt x="51" y="0"/>
                  </a:moveTo>
                  <a:cubicBezTo>
                    <a:pt x="16" y="0"/>
                    <a:pt x="1" y="19"/>
                    <a:pt x="1" y="35"/>
                  </a:cubicBezTo>
                  <a:cubicBezTo>
                    <a:pt x="1" y="50"/>
                    <a:pt x="16" y="66"/>
                    <a:pt x="51" y="66"/>
                  </a:cubicBezTo>
                  <a:lnTo>
                    <a:pt x="355" y="66"/>
                  </a:lnTo>
                  <a:cubicBezTo>
                    <a:pt x="371" y="66"/>
                    <a:pt x="386" y="50"/>
                    <a:pt x="386" y="35"/>
                  </a:cubicBezTo>
                  <a:cubicBezTo>
                    <a:pt x="386" y="19"/>
                    <a:pt x="371" y="0"/>
                    <a:pt x="35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9" name="Google Shape;1649;p38"/>
            <p:cNvSpPr/>
            <p:nvPr/>
          </p:nvSpPr>
          <p:spPr>
            <a:xfrm>
              <a:off x="6149789" y="3470148"/>
              <a:ext cx="10882" cy="2312"/>
            </a:xfrm>
            <a:custGeom>
              <a:avLst/>
              <a:gdLst/>
              <a:ahLst/>
              <a:cxnLst/>
              <a:rect l="l" t="t" r="r" b="b"/>
              <a:pathLst>
                <a:path w="386" h="82" extrusionOk="0">
                  <a:moveTo>
                    <a:pt x="31" y="1"/>
                  </a:moveTo>
                  <a:cubicBezTo>
                    <a:pt x="15" y="1"/>
                    <a:pt x="0" y="16"/>
                    <a:pt x="0" y="32"/>
                  </a:cubicBezTo>
                  <a:cubicBezTo>
                    <a:pt x="0" y="62"/>
                    <a:pt x="15" y="82"/>
                    <a:pt x="31" y="82"/>
                  </a:cubicBezTo>
                  <a:lnTo>
                    <a:pt x="336" y="82"/>
                  </a:lnTo>
                  <a:cubicBezTo>
                    <a:pt x="370" y="82"/>
                    <a:pt x="386" y="62"/>
                    <a:pt x="386" y="32"/>
                  </a:cubicBezTo>
                  <a:cubicBezTo>
                    <a:pt x="386" y="16"/>
                    <a:pt x="370" y="1"/>
                    <a:pt x="3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1650;p38"/>
            <p:cNvSpPr/>
            <p:nvPr/>
          </p:nvSpPr>
          <p:spPr>
            <a:xfrm>
              <a:off x="6165210" y="3493013"/>
              <a:ext cx="9924" cy="6625"/>
            </a:xfrm>
            <a:custGeom>
              <a:avLst/>
              <a:gdLst/>
              <a:ahLst/>
              <a:cxnLst/>
              <a:rect l="l" t="t" r="r" b="b"/>
              <a:pathLst>
                <a:path w="352" h="235" extrusionOk="0">
                  <a:moveTo>
                    <a:pt x="306" y="1"/>
                  </a:moveTo>
                  <a:cubicBezTo>
                    <a:pt x="300" y="1"/>
                    <a:pt x="295" y="3"/>
                    <a:pt x="290" y="7"/>
                  </a:cubicBezTo>
                  <a:lnTo>
                    <a:pt x="32" y="169"/>
                  </a:lnTo>
                  <a:cubicBezTo>
                    <a:pt x="16" y="185"/>
                    <a:pt x="1" y="200"/>
                    <a:pt x="16" y="216"/>
                  </a:cubicBezTo>
                  <a:cubicBezTo>
                    <a:pt x="32" y="235"/>
                    <a:pt x="32" y="235"/>
                    <a:pt x="47" y="235"/>
                  </a:cubicBezTo>
                  <a:lnTo>
                    <a:pt x="62" y="235"/>
                  </a:lnTo>
                  <a:lnTo>
                    <a:pt x="336" y="73"/>
                  </a:lnTo>
                  <a:cubicBezTo>
                    <a:pt x="352" y="57"/>
                    <a:pt x="352" y="42"/>
                    <a:pt x="336" y="23"/>
                  </a:cubicBezTo>
                  <a:cubicBezTo>
                    <a:pt x="336" y="12"/>
                    <a:pt x="321" y="1"/>
                    <a:pt x="30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1" name="Google Shape;1651;p38"/>
            <p:cNvSpPr/>
            <p:nvPr/>
          </p:nvSpPr>
          <p:spPr>
            <a:xfrm>
              <a:off x="6185537" y="3565835"/>
              <a:ext cx="10037" cy="6682"/>
            </a:xfrm>
            <a:custGeom>
              <a:avLst/>
              <a:gdLst/>
              <a:ahLst/>
              <a:cxnLst/>
              <a:rect l="l" t="t" r="r" b="b"/>
              <a:pathLst>
                <a:path w="356" h="237" extrusionOk="0">
                  <a:moveTo>
                    <a:pt x="321" y="1"/>
                  </a:moveTo>
                  <a:cubicBezTo>
                    <a:pt x="311" y="1"/>
                    <a:pt x="298" y="5"/>
                    <a:pt x="290" y="12"/>
                  </a:cubicBezTo>
                  <a:lnTo>
                    <a:pt x="32" y="174"/>
                  </a:lnTo>
                  <a:cubicBezTo>
                    <a:pt x="16" y="190"/>
                    <a:pt x="1" y="205"/>
                    <a:pt x="16" y="221"/>
                  </a:cubicBezTo>
                  <a:cubicBezTo>
                    <a:pt x="16" y="236"/>
                    <a:pt x="32" y="236"/>
                    <a:pt x="51" y="236"/>
                  </a:cubicBezTo>
                  <a:lnTo>
                    <a:pt x="67" y="236"/>
                  </a:lnTo>
                  <a:lnTo>
                    <a:pt x="340" y="78"/>
                  </a:lnTo>
                  <a:cubicBezTo>
                    <a:pt x="356" y="63"/>
                    <a:pt x="356" y="43"/>
                    <a:pt x="340" y="12"/>
                  </a:cubicBezTo>
                  <a:cubicBezTo>
                    <a:pt x="340" y="5"/>
                    <a:pt x="332" y="1"/>
                    <a:pt x="32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2" name="Google Shape;1652;p38"/>
            <p:cNvSpPr/>
            <p:nvPr/>
          </p:nvSpPr>
          <p:spPr>
            <a:xfrm>
              <a:off x="6164675" y="3540405"/>
              <a:ext cx="10910" cy="1776"/>
            </a:xfrm>
            <a:custGeom>
              <a:avLst/>
              <a:gdLst/>
              <a:ahLst/>
              <a:cxnLst/>
              <a:rect l="l" t="t" r="r" b="b"/>
              <a:pathLst>
                <a:path w="387" h="63" extrusionOk="0">
                  <a:moveTo>
                    <a:pt x="51" y="0"/>
                  </a:moveTo>
                  <a:cubicBezTo>
                    <a:pt x="20" y="0"/>
                    <a:pt x="0" y="16"/>
                    <a:pt x="0" y="31"/>
                  </a:cubicBezTo>
                  <a:cubicBezTo>
                    <a:pt x="0" y="47"/>
                    <a:pt x="20" y="62"/>
                    <a:pt x="51" y="62"/>
                  </a:cubicBezTo>
                  <a:lnTo>
                    <a:pt x="355" y="62"/>
                  </a:lnTo>
                  <a:cubicBezTo>
                    <a:pt x="371" y="62"/>
                    <a:pt x="386" y="47"/>
                    <a:pt x="386" y="31"/>
                  </a:cubicBezTo>
                  <a:cubicBezTo>
                    <a:pt x="386" y="16"/>
                    <a:pt x="371" y="0"/>
                    <a:pt x="35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653;p38"/>
            <p:cNvSpPr/>
            <p:nvPr/>
          </p:nvSpPr>
          <p:spPr>
            <a:xfrm>
              <a:off x="6265802" y="3505305"/>
              <a:ext cx="10910" cy="5216"/>
            </a:xfrm>
            <a:custGeom>
              <a:avLst/>
              <a:gdLst/>
              <a:ahLst/>
              <a:cxnLst/>
              <a:rect l="l" t="t" r="r" b="b"/>
              <a:pathLst>
                <a:path w="387" h="185" extrusionOk="0">
                  <a:moveTo>
                    <a:pt x="46" y="1"/>
                  </a:moveTo>
                  <a:cubicBezTo>
                    <a:pt x="31" y="1"/>
                    <a:pt x="16" y="12"/>
                    <a:pt x="16" y="23"/>
                  </a:cubicBezTo>
                  <a:cubicBezTo>
                    <a:pt x="0" y="38"/>
                    <a:pt x="16" y="69"/>
                    <a:pt x="31" y="69"/>
                  </a:cubicBezTo>
                  <a:lnTo>
                    <a:pt x="321" y="185"/>
                  </a:lnTo>
                  <a:lnTo>
                    <a:pt x="336" y="185"/>
                  </a:lnTo>
                  <a:cubicBezTo>
                    <a:pt x="351" y="185"/>
                    <a:pt x="367" y="185"/>
                    <a:pt x="367" y="165"/>
                  </a:cubicBezTo>
                  <a:cubicBezTo>
                    <a:pt x="386" y="150"/>
                    <a:pt x="367" y="119"/>
                    <a:pt x="351" y="119"/>
                  </a:cubicBezTo>
                  <a:lnTo>
                    <a:pt x="62" y="7"/>
                  </a:lnTo>
                  <a:cubicBezTo>
                    <a:pt x="58" y="3"/>
                    <a:pt x="52" y="1"/>
                    <a:pt x="4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38"/>
            <p:cNvSpPr/>
            <p:nvPr/>
          </p:nvSpPr>
          <p:spPr>
            <a:xfrm>
              <a:off x="6255371" y="3533977"/>
              <a:ext cx="10882" cy="5469"/>
            </a:xfrm>
            <a:custGeom>
              <a:avLst/>
              <a:gdLst/>
              <a:ahLst/>
              <a:cxnLst/>
              <a:rect l="l" t="t" r="r" b="b"/>
              <a:pathLst>
                <a:path w="386" h="194" extrusionOk="0">
                  <a:moveTo>
                    <a:pt x="62" y="1"/>
                  </a:moveTo>
                  <a:cubicBezTo>
                    <a:pt x="46" y="1"/>
                    <a:pt x="16" y="16"/>
                    <a:pt x="16" y="35"/>
                  </a:cubicBezTo>
                  <a:cubicBezTo>
                    <a:pt x="0" y="51"/>
                    <a:pt x="16" y="66"/>
                    <a:pt x="31" y="82"/>
                  </a:cubicBezTo>
                  <a:lnTo>
                    <a:pt x="320" y="194"/>
                  </a:lnTo>
                  <a:lnTo>
                    <a:pt x="336" y="194"/>
                  </a:lnTo>
                  <a:cubicBezTo>
                    <a:pt x="351" y="194"/>
                    <a:pt x="370" y="194"/>
                    <a:pt x="370" y="178"/>
                  </a:cubicBezTo>
                  <a:cubicBezTo>
                    <a:pt x="386" y="147"/>
                    <a:pt x="370" y="132"/>
                    <a:pt x="351" y="132"/>
                  </a:cubicBezTo>
                  <a:lnTo>
                    <a:pt x="6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5" name="Google Shape;1655;p38"/>
            <p:cNvSpPr/>
            <p:nvPr/>
          </p:nvSpPr>
          <p:spPr>
            <a:xfrm>
              <a:off x="6206005" y="3604064"/>
              <a:ext cx="10347" cy="5187"/>
            </a:xfrm>
            <a:custGeom>
              <a:avLst/>
              <a:gdLst/>
              <a:ahLst/>
              <a:cxnLst/>
              <a:rect l="l" t="t" r="r" b="b"/>
              <a:pathLst>
                <a:path w="367" h="184" extrusionOk="0">
                  <a:moveTo>
                    <a:pt x="33" y="0"/>
                  </a:moveTo>
                  <a:cubicBezTo>
                    <a:pt x="22" y="0"/>
                    <a:pt x="11" y="11"/>
                    <a:pt x="0" y="22"/>
                  </a:cubicBezTo>
                  <a:cubicBezTo>
                    <a:pt x="0" y="37"/>
                    <a:pt x="16" y="57"/>
                    <a:pt x="31" y="72"/>
                  </a:cubicBezTo>
                  <a:lnTo>
                    <a:pt x="320" y="184"/>
                  </a:lnTo>
                  <a:lnTo>
                    <a:pt x="336" y="184"/>
                  </a:lnTo>
                  <a:cubicBezTo>
                    <a:pt x="336" y="184"/>
                    <a:pt x="351" y="184"/>
                    <a:pt x="367" y="168"/>
                  </a:cubicBezTo>
                  <a:cubicBezTo>
                    <a:pt x="367" y="153"/>
                    <a:pt x="367" y="118"/>
                    <a:pt x="336" y="118"/>
                  </a:cubicBezTo>
                  <a:lnTo>
                    <a:pt x="46" y="6"/>
                  </a:lnTo>
                  <a:cubicBezTo>
                    <a:pt x="42" y="2"/>
                    <a:pt x="37" y="0"/>
                    <a:pt x="3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6" name="Google Shape;1656;p38"/>
            <p:cNvSpPr/>
            <p:nvPr/>
          </p:nvSpPr>
          <p:spPr>
            <a:xfrm>
              <a:off x="6231322" y="3546523"/>
              <a:ext cx="4595" cy="10657"/>
            </a:xfrm>
            <a:custGeom>
              <a:avLst/>
              <a:gdLst/>
              <a:ahLst/>
              <a:cxnLst/>
              <a:rect l="l" t="t" r="r" b="b"/>
              <a:pathLst>
                <a:path w="163" h="378" extrusionOk="0">
                  <a:moveTo>
                    <a:pt x="46" y="1"/>
                  </a:moveTo>
                  <a:cubicBezTo>
                    <a:pt x="41" y="1"/>
                    <a:pt x="36" y="3"/>
                    <a:pt x="32" y="7"/>
                  </a:cubicBezTo>
                  <a:cubicBezTo>
                    <a:pt x="16" y="7"/>
                    <a:pt x="1" y="22"/>
                    <a:pt x="1" y="38"/>
                  </a:cubicBezTo>
                  <a:lnTo>
                    <a:pt x="82" y="343"/>
                  </a:lnTo>
                  <a:cubicBezTo>
                    <a:pt x="82" y="362"/>
                    <a:pt x="97" y="377"/>
                    <a:pt x="113" y="377"/>
                  </a:cubicBezTo>
                  <a:lnTo>
                    <a:pt x="128" y="377"/>
                  </a:lnTo>
                  <a:cubicBezTo>
                    <a:pt x="144" y="377"/>
                    <a:pt x="163" y="343"/>
                    <a:pt x="144" y="327"/>
                  </a:cubicBezTo>
                  <a:lnTo>
                    <a:pt x="82" y="22"/>
                  </a:lnTo>
                  <a:cubicBezTo>
                    <a:pt x="71" y="12"/>
                    <a:pt x="58" y="1"/>
                    <a:pt x="4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7" name="Google Shape;1657;p38"/>
            <p:cNvSpPr/>
            <p:nvPr/>
          </p:nvSpPr>
          <p:spPr>
            <a:xfrm>
              <a:off x="6243079" y="3425068"/>
              <a:ext cx="3721" cy="10629"/>
            </a:xfrm>
            <a:custGeom>
              <a:avLst/>
              <a:gdLst/>
              <a:ahLst/>
              <a:cxnLst/>
              <a:rect l="l" t="t" r="r" b="b"/>
              <a:pathLst>
                <a:path w="132" h="377" extrusionOk="0">
                  <a:moveTo>
                    <a:pt x="50" y="1"/>
                  </a:moveTo>
                  <a:cubicBezTo>
                    <a:pt x="44" y="1"/>
                    <a:pt x="39" y="3"/>
                    <a:pt x="35" y="7"/>
                  </a:cubicBezTo>
                  <a:cubicBezTo>
                    <a:pt x="16" y="7"/>
                    <a:pt x="0" y="22"/>
                    <a:pt x="0" y="41"/>
                  </a:cubicBezTo>
                  <a:lnTo>
                    <a:pt x="50" y="346"/>
                  </a:lnTo>
                  <a:cubicBezTo>
                    <a:pt x="66" y="377"/>
                    <a:pt x="81" y="377"/>
                    <a:pt x="97" y="377"/>
                  </a:cubicBezTo>
                  <a:cubicBezTo>
                    <a:pt x="112" y="377"/>
                    <a:pt x="131" y="362"/>
                    <a:pt x="131" y="346"/>
                  </a:cubicBezTo>
                  <a:lnTo>
                    <a:pt x="81" y="41"/>
                  </a:lnTo>
                  <a:cubicBezTo>
                    <a:pt x="81" y="16"/>
                    <a:pt x="65" y="1"/>
                    <a:pt x="5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8" name="Google Shape;1658;p38"/>
            <p:cNvSpPr/>
            <p:nvPr/>
          </p:nvSpPr>
          <p:spPr>
            <a:xfrm>
              <a:off x="6219594" y="3507053"/>
              <a:ext cx="4032" cy="10657"/>
            </a:xfrm>
            <a:custGeom>
              <a:avLst/>
              <a:gdLst/>
              <a:ahLst/>
              <a:cxnLst/>
              <a:rect l="l" t="t" r="r" b="b"/>
              <a:pathLst>
                <a:path w="143" h="378" extrusionOk="0">
                  <a:moveTo>
                    <a:pt x="58" y="1"/>
                  </a:moveTo>
                  <a:cubicBezTo>
                    <a:pt x="55" y="1"/>
                    <a:pt x="51" y="3"/>
                    <a:pt x="47" y="7"/>
                  </a:cubicBezTo>
                  <a:cubicBezTo>
                    <a:pt x="16" y="7"/>
                    <a:pt x="0" y="26"/>
                    <a:pt x="16" y="42"/>
                  </a:cubicBezTo>
                  <a:lnTo>
                    <a:pt x="62" y="346"/>
                  </a:lnTo>
                  <a:cubicBezTo>
                    <a:pt x="62" y="377"/>
                    <a:pt x="77" y="377"/>
                    <a:pt x="97" y="377"/>
                  </a:cubicBezTo>
                  <a:cubicBezTo>
                    <a:pt x="128" y="377"/>
                    <a:pt x="143" y="362"/>
                    <a:pt x="128" y="346"/>
                  </a:cubicBezTo>
                  <a:lnTo>
                    <a:pt x="77" y="42"/>
                  </a:lnTo>
                  <a:cubicBezTo>
                    <a:pt x="77" y="16"/>
                    <a:pt x="69" y="1"/>
                    <a:pt x="5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9" name="Google Shape;1659;p38"/>
            <p:cNvSpPr/>
            <p:nvPr/>
          </p:nvSpPr>
          <p:spPr>
            <a:xfrm>
              <a:off x="6256667" y="3435359"/>
              <a:ext cx="8176" cy="8514"/>
            </a:xfrm>
            <a:custGeom>
              <a:avLst/>
              <a:gdLst/>
              <a:ahLst/>
              <a:cxnLst/>
              <a:rect l="l" t="t" r="r" b="b"/>
              <a:pathLst>
                <a:path w="290" h="302" extrusionOk="0">
                  <a:moveTo>
                    <a:pt x="251" y="0"/>
                  </a:moveTo>
                  <a:cubicBezTo>
                    <a:pt x="243" y="0"/>
                    <a:pt x="236" y="4"/>
                    <a:pt x="228" y="12"/>
                  </a:cubicBezTo>
                  <a:lnTo>
                    <a:pt x="16" y="236"/>
                  </a:lnTo>
                  <a:cubicBezTo>
                    <a:pt x="0" y="255"/>
                    <a:pt x="0" y="286"/>
                    <a:pt x="16" y="301"/>
                  </a:cubicBezTo>
                  <a:lnTo>
                    <a:pt x="35" y="301"/>
                  </a:lnTo>
                  <a:cubicBezTo>
                    <a:pt x="51" y="301"/>
                    <a:pt x="66" y="301"/>
                    <a:pt x="66" y="286"/>
                  </a:cubicBezTo>
                  <a:lnTo>
                    <a:pt x="274" y="62"/>
                  </a:lnTo>
                  <a:cubicBezTo>
                    <a:pt x="290" y="43"/>
                    <a:pt x="290" y="27"/>
                    <a:pt x="274" y="12"/>
                  </a:cubicBezTo>
                  <a:cubicBezTo>
                    <a:pt x="267" y="4"/>
                    <a:pt x="259" y="0"/>
                    <a:pt x="25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0" name="Google Shape;1660;p38"/>
            <p:cNvSpPr/>
            <p:nvPr/>
          </p:nvSpPr>
          <p:spPr>
            <a:xfrm>
              <a:off x="6192839" y="3480580"/>
              <a:ext cx="10910" cy="2227"/>
            </a:xfrm>
            <a:custGeom>
              <a:avLst/>
              <a:gdLst/>
              <a:ahLst/>
              <a:cxnLst/>
              <a:rect l="l" t="t" r="r" b="b"/>
              <a:pathLst>
                <a:path w="387" h="79" extrusionOk="0">
                  <a:moveTo>
                    <a:pt x="31" y="1"/>
                  </a:moveTo>
                  <a:cubicBezTo>
                    <a:pt x="16" y="1"/>
                    <a:pt x="0" y="16"/>
                    <a:pt x="0" y="47"/>
                  </a:cubicBezTo>
                  <a:cubicBezTo>
                    <a:pt x="0" y="63"/>
                    <a:pt x="16" y="78"/>
                    <a:pt x="31" y="78"/>
                  </a:cubicBezTo>
                  <a:lnTo>
                    <a:pt x="336" y="78"/>
                  </a:lnTo>
                  <a:cubicBezTo>
                    <a:pt x="371" y="78"/>
                    <a:pt x="386" y="63"/>
                    <a:pt x="386" y="47"/>
                  </a:cubicBezTo>
                  <a:cubicBezTo>
                    <a:pt x="386" y="16"/>
                    <a:pt x="371" y="1"/>
                    <a:pt x="3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1" name="Google Shape;1661;p38"/>
            <p:cNvSpPr/>
            <p:nvPr/>
          </p:nvSpPr>
          <p:spPr>
            <a:xfrm>
              <a:off x="6206005" y="3582468"/>
              <a:ext cx="10882" cy="2312"/>
            </a:xfrm>
            <a:custGeom>
              <a:avLst/>
              <a:gdLst/>
              <a:ahLst/>
              <a:cxnLst/>
              <a:rect l="l" t="t" r="r" b="b"/>
              <a:pathLst>
                <a:path w="386" h="82" extrusionOk="0">
                  <a:moveTo>
                    <a:pt x="31" y="1"/>
                  </a:moveTo>
                  <a:cubicBezTo>
                    <a:pt x="16" y="1"/>
                    <a:pt x="0" y="16"/>
                    <a:pt x="0" y="32"/>
                  </a:cubicBezTo>
                  <a:cubicBezTo>
                    <a:pt x="0" y="67"/>
                    <a:pt x="16" y="82"/>
                    <a:pt x="31" y="82"/>
                  </a:cubicBezTo>
                  <a:lnTo>
                    <a:pt x="336" y="82"/>
                  </a:lnTo>
                  <a:cubicBezTo>
                    <a:pt x="367" y="82"/>
                    <a:pt x="386" y="67"/>
                    <a:pt x="386" y="32"/>
                  </a:cubicBezTo>
                  <a:cubicBezTo>
                    <a:pt x="386" y="16"/>
                    <a:pt x="367" y="1"/>
                    <a:pt x="3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2" name="Google Shape;1662;p38"/>
            <p:cNvSpPr/>
            <p:nvPr/>
          </p:nvSpPr>
          <p:spPr>
            <a:xfrm>
              <a:off x="6182408" y="3517681"/>
              <a:ext cx="10882" cy="4144"/>
            </a:xfrm>
            <a:custGeom>
              <a:avLst/>
              <a:gdLst/>
              <a:ahLst/>
              <a:cxnLst/>
              <a:rect l="l" t="t" r="r" b="b"/>
              <a:pathLst>
                <a:path w="386" h="147" extrusionOk="0">
                  <a:moveTo>
                    <a:pt x="320" y="0"/>
                  </a:moveTo>
                  <a:lnTo>
                    <a:pt x="31" y="81"/>
                  </a:lnTo>
                  <a:cubicBezTo>
                    <a:pt x="0" y="81"/>
                    <a:pt x="0" y="112"/>
                    <a:pt x="0" y="131"/>
                  </a:cubicBezTo>
                  <a:cubicBezTo>
                    <a:pt x="0" y="147"/>
                    <a:pt x="16" y="147"/>
                    <a:pt x="31" y="147"/>
                  </a:cubicBezTo>
                  <a:lnTo>
                    <a:pt x="46" y="147"/>
                  </a:lnTo>
                  <a:lnTo>
                    <a:pt x="355" y="66"/>
                  </a:lnTo>
                  <a:cubicBezTo>
                    <a:pt x="370" y="66"/>
                    <a:pt x="386" y="50"/>
                    <a:pt x="370" y="35"/>
                  </a:cubicBezTo>
                  <a:cubicBezTo>
                    <a:pt x="370" y="0"/>
                    <a:pt x="355" y="0"/>
                    <a:pt x="32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3" name="Google Shape;1663;p38"/>
            <p:cNvSpPr/>
            <p:nvPr/>
          </p:nvSpPr>
          <p:spPr>
            <a:xfrm>
              <a:off x="6183705" y="3458307"/>
              <a:ext cx="8176" cy="8711"/>
            </a:xfrm>
            <a:custGeom>
              <a:avLst/>
              <a:gdLst/>
              <a:ahLst/>
              <a:cxnLst/>
              <a:rect l="l" t="t" r="r" b="b"/>
              <a:pathLst>
                <a:path w="290" h="309" extrusionOk="0">
                  <a:moveTo>
                    <a:pt x="274" y="0"/>
                  </a:moveTo>
                  <a:cubicBezTo>
                    <a:pt x="259" y="0"/>
                    <a:pt x="228" y="0"/>
                    <a:pt x="213" y="20"/>
                  </a:cubicBezTo>
                  <a:lnTo>
                    <a:pt x="0" y="243"/>
                  </a:lnTo>
                  <a:cubicBezTo>
                    <a:pt x="0" y="259"/>
                    <a:pt x="0" y="274"/>
                    <a:pt x="20" y="290"/>
                  </a:cubicBezTo>
                  <a:cubicBezTo>
                    <a:pt x="20" y="309"/>
                    <a:pt x="35" y="309"/>
                    <a:pt x="35" y="309"/>
                  </a:cubicBezTo>
                  <a:cubicBezTo>
                    <a:pt x="51" y="309"/>
                    <a:pt x="51" y="309"/>
                    <a:pt x="66" y="290"/>
                  </a:cubicBezTo>
                  <a:lnTo>
                    <a:pt x="274" y="66"/>
                  </a:lnTo>
                  <a:cubicBezTo>
                    <a:pt x="290" y="50"/>
                    <a:pt x="290" y="20"/>
                    <a:pt x="27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64" name="Google Shape;1664;p38"/>
          <p:cNvGrpSpPr/>
          <p:nvPr/>
        </p:nvGrpSpPr>
        <p:grpSpPr>
          <a:xfrm>
            <a:off x="7132055" y="3833118"/>
            <a:ext cx="1097933" cy="1063504"/>
            <a:chOff x="8354993" y="3390869"/>
            <a:chExt cx="434326" cy="420706"/>
          </a:xfrm>
        </p:grpSpPr>
        <p:sp>
          <p:nvSpPr>
            <p:cNvPr id="1665" name="Google Shape;1665;p38"/>
            <p:cNvSpPr/>
            <p:nvPr/>
          </p:nvSpPr>
          <p:spPr>
            <a:xfrm>
              <a:off x="8418149" y="3652973"/>
              <a:ext cx="364940" cy="158603"/>
            </a:xfrm>
            <a:custGeom>
              <a:avLst/>
              <a:gdLst/>
              <a:ahLst/>
              <a:cxnLst/>
              <a:rect l="l" t="t" r="r" b="b"/>
              <a:pathLst>
                <a:path w="3808" h="1655" extrusionOk="0">
                  <a:moveTo>
                    <a:pt x="1" y="0"/>
                  </a:moveTo>
                  <a:lnTo>
                    <a:pt x="1" y="1300"/>
                  </a:lnTo>
                  <a:cubicBezTo>
                    <a:pt x="1" y="1493"/>
                    <a:pt x="159" y="1655"/>
                    <a:pt x="352" y="1655"/>
                  </a:cubicBezTo>
                  <a:lnTo>
                    <a:pt x="3472" y="1655"/>
                  </a:lnTo>
                  <a:cubicBezTo>
                    <a:pt x="3665" y="1655"/>
                    <a:pt x="3808" y="1493"/>
                    <a:pt x="3808" y="1300"/>
                  </a:cubicBezTo>
                  <a:lnTo>
                    <a:pt x="380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6" name="Google Shape;1666;p38"/>
            <p:cNvSpPr/>
            <p:nvPr/>
          </p:nvSpPr>
          <p:spPr>
            <a:xfrm>
              <a:off x="8658505" y="3491015"/>
              <a:ext cx="36992" cy="212652"/>
            </a:xfrm>
            <a:custGeom>
              <a:avLst/>
              <a:gdLst/>
              <a:ahLst/>
              <a:cxnLst/>
              <a:rect l="l" t="t" r="r" b="b"/>
              <a:pathLst>
                <a:path w="386" h="2219" extrusionOk="0">
                  <a:moveTo>
                    <a:pt x="305" y="1"/>
                  </a:moveTo>
                  <a:cubicBezTo>
                    <a:pt x="270" y="1"/>
                    <a:pt x="224" y="16"/>
                    <a:pt x="224" y="66"/>
                  </a:cubicBezTo>
                  <a:lnTo>
                    <a:pt x="0" y="2122"/>
                  </a:lnTo>
                  <a:cubicBezTo>
                    <a:pt x="0" y="2172"/>
                    <a:pt x="31" y="2203"/>
                    <a:pt x="62" y="2219"/>
                  </a:cubicBezTo>
                  <a:lnTo>
                    <a:pt x="77" y="2219"/>
                  </a:lnTo>
                  <a:cubicBezTo>
                    <a:pt x="112" y="2219"/>
                    <a:pt x="143" y="2188"/>
                    <a:pt x="158" y="2138"/>
                  </a:cubicBezTo>
                  <a:lnTo>
                    <a:pt x="366" y="82"/>
                  </a:lnTo>
                  <a:cubicBezTo>
                    <a:pt x="386" y="36"/>
                    <a:pt x="351" y="1"/>
                    <a:pt x="30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7" name="Google Shape;1667;p38"/>
            <p:cNvSpPr/>
            <p:nvPr/>
          </p:nvSpPr>
          <p:spPr>
            <a:xfrm>
              <a:off x="8598032" y="3569598"/>
              <a:ext cx="75710" cy="55966"/>
            </a:xfrm>
            <a:custGeom>
              <a:avLst/>
              <a:gdLst/>
              <a:ahLst/>
              <a:cxnLst/>
              <a:rect l="l" t="t" r="r" b="b"/>
              <a:pathLst>
                <a:path w="790" h="584" extrusionOk="0">
                  <a:moveTo>
                    <a:pt x="150" y="0"/>
                  </a:moveTo>
                  <a:cubicBezTo>
                    <a:pt x="118" y="0"/>
                    <a:pt x="99" y="2"/>
                    <a:pt x="99" y="2"/>
                  </a:cubicBezTo>
                  <a:cubicBezTo>
                    <a:pt x="99" y="2"/>
                    <a:pt x="1" y="584"/>
                    <a:pt x="528" y="584"/>
                  </a:cubicBezTo>
                  <a:cubicBezTo>
                    <a:pt x="602" y="584"/>
                    <a:pt x="689" y="572"/>
                    <a:pt x="789" y="546"/>
                  </a:cubicBezTo>
                  <a:cubicBezTo>
                    <a:pt x="723" y="45"/>
                    <a:pt x="298" y="0"/>
                    <a:pt x="15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8" name="Google Shape;1668;p38"/>
            <p:cNvSpPr/>
            <p:nvPr/>
          </p:nvSpPr>
          <p:spPr>
            <a:xfrm>
              <a:off x="8516476" y="3537302"/>
              <a:ext cx="84814" cy="100241"/>
            </a:xfrm>
            <a:custGeom>
              <a:avLst/>
              <a:gdLst/>
              <a:ahLst/>
              <a:cxnLst/>
              <a:rect l="l" t="t" r="r" b="b"/>
              <a:pathLst>
                <a:path w="885" h="1046" extrusionOk="0">
                  <a:moveTo>
                    <a:pt x="691" y="0"/>
                  </a:moveTo>
                  <a:cubicBezTo>
                    <a:pt x="691" y="0"/>
                    <a:pt x="1" y="208"/>
                    <a:pt x="132" y="1045"/>
                  </a:cubicBezTo>
                  <a:cubicBezTo>
                    <a:pt x="884" y="852"/>
                    <a:pt x="691" y="0"/>
                    <a:pt x="69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9" name="Google Shape;1669;p38"/>
            <p:cNvSpPr/>
            <p:nvPr/>
          </p:nvSpPr>
          <p:spPr>
            <a:xfrm>
              <a:off x="8673647" y="3610806"/>
              <a:ext cx="81747" cy="49737"/>
            </a:xfrm>
            <a:custGeom>
              <a:avLst/>
              <a:gdLst/>
              <a:ahLst/>
              <a:cxnLst/>
              <a:rect l="l" t="t" r="r" b="b"/>
              <a:pathLst>
                <a:path w="853" h="519" extrusionOk="0">
                  <a:moveTo>
                    <a:pt x="452" y="0"/>
                  </a:moveTo>
                  <a:cubicBezTo>
                    <a:pt x="295" y="0"/>
                    <a:pt x="123" y="99"/>
                    <a:pt x="0" y="440"/>
                  </a:cubicBezTo>
                  <a:cubicBezTo>
                    <a:pt x="112" y="496"/>
                    <a:pt x="214" y="519"/>
                    <a:pt x="305" y="519"/>
                  </a:cubicBezTo>
                  <a:cubicBezTo>
                    <a:pt x="660" y="519"/>
                    <a:pt x="853" y="182"/>
                    <a:pt x="853" y="182"/>
                  </a:cubicBezTo>
                  <a:cubicBezTo>
                    <a:pt x="853" y="182"/>
                    <a:pt x="666" y="0"/>
                    <a:pt x="45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0" name="Google Shape;1670;p38"/>
            <p:cNvSpPr/>
            <p:nvPr/>
          </p:nvSpPr>
          <p:spPr>
            <a:xfrm>
              <a:off x="8592186" y="3394031"/>
              <a:ext cx="197133" cy="159849"/>
            </a:xfrm>
            <a:custGeom>
              <a:avLst/>
              <a:gdLst/>
              <a:ahLst/>
              <a:cxnLst/>
              <a:rect l="l" t="t" r="r" b="b"/>
              <a:pathLst>
                <a:path w="2057" h="1668" extrusionOk="0">
                  <a:moveTo>
                    <a:pt x="1022" y="1"/>
                  </a:moveTo>
                  <a:cubicBezTo>
                    <a:pt x="440" y="1"/>
                    <a:pt x="0" y="610"/>
                    <a:pt x="287" y="1240"/>
                  </a:cubicBezTo>
                  <a:cubicBezTo>
                    <a:pt x="353" y="1383"/>
                    <a:pt x="480" y="1510"/>
                    <a:pt x="627" y="1576"/>
                  </a:cubicBezTo>
                  <a:cubicBezTo>
                    <a:pt x="761" y="1639"/>
                    <a:pt x="894" y="1668"/>
                    <a:pt x="1021" y="1668"/>
                  </a:cubicBezTo>
                  <a:cubicBezTo>
                    <a:pt x="1610" y="1668"/>
                    <a:pt x="2057" y="1056"/>
                    <a:pt x="1768" y="434"/>
                  </a:cubicBezTo>
                  <a:cubicBezTo>
                    <a:pt x="1703" y="292"/>
                    <a:pt x="1575" y="161"/>
                    <a:pt x="1429" y="99"/>
                  </a:cubicBezTo>
                  <a:cubicBezTo>
                    <a:pt x="1290" y="31"/>
                    <a:pt x="1153" y="1"/>
                    <a:pt x="102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1" name="Google Shape;1671;p38"/>
            <p:cNvSpPr/>
            <p:nvPr/>
          </p:nvSpPr>
          <p:spPr>
            <a:xfrm>
              <a:off x="8634354" y="3428819"/>
              <a:ext cx="112894" cy="90945"/>
            </a:xfrm>
            <a:custGeom>
              <a:avLst/>
              <a:gdLst/>
              <a:ahLst/>
              <a:cxnLst/>
              <a:rect l="l" t="t" r="r" b="b"/>
              <a:pathLst>
                <a:path w="1178" h="949" extrusionOk="0">
                  <a:moveTo>
                    <a:pt x="580" y="1"/>
                  </a:moveTo>
                  <a:cubicBezTo>
                    <a:pt x="248" y="1"/>
                    <a:pt x="1" y="344"/>
                    <a:pt x="171" y="700"/>
                  </a:cubicBezTo>
                  <a:cubicBezTo>
                    <a:pt x="202" y="781"/>
                    <a:pt x="267" y="858"/>
                    <a:pt x="364" y="893"/>
                  </a:cubicBezTo>
                  <a:cubicBezTo>
                    <a:pt x="443" y="931"/>
                    <a:pt x="522" y="948"/>
                    <a:pt x="596" y="948"/>
                  </a:cubicBezTo>
                  <a:cubicBezTo>
                    <a:pt x="929" y="948"/>
                    <a:pt x="1178" y="605"/>
                    <a:pt x="1004" y="249"/>
                  </a:cubicBezTo>
                  <a:cubicBezTo>
                    <a:pt x="973" y="152"/>
                    <a:pt x="892" y="87"/>
                    <a:pt x="811" y="56"/>
                  </a:cubicBezTo>
                  <a:cubicBezTo>
                    <a:pt x="732" y="18"/>
                    <a:pt x="654" y="1"/>
                    <a:pt x="58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2" name="Google Shape;1672;p38"/>
            <p:cNvSpPr/>
            <p:nvPr/>
          </p:nvSpPr>
          <p:spPr>
            <a:xfrm>
              <a:off x="8664542" y="3453161"/>
              <a:ext cx="52230" cy="41879"/>
            </a:xfrm>
            <a:custGeom>
              <a:avLst/>
              <a:gdLst/>
              <a:ahLst/>
              <a:cxnLst/>
              <a:rect l="l" t="t" r="r" b="b"/>
              <a:pathLst>
                <a:path w="545" h="437" extrusionOk="0">
                  <a:moveTo>
                    <a:pt x="274" y="0"/>
                  </a:moveTo>
                  <a:cubicBezTo>
                    <a:pt x="116" y="0"/>
                    <a:pt x="1" y="161"/>
                    <a:pt x="80" y="334"/>
                  </a:cubicBezTo>
                  <a:cubicBezTo>
                    <a:pt x="95" y="365"/>
                    <a:pt x="130" y="396"/>
                    <a:pt x="161" y="411"/>
                  </a:cubicBezTo>
                  <a:cubicBezTo>
                    <a:pt x="199" y="429"/>
                    <a:pt x="236" y="437"/>
                    <a:pt x="272" y="437"/>
                  </a:cubicBezTo>
                  <a:cubicBezTo>
                    <a:pt x="430" y="437"/>
                    <a:pt x="544" y="277"/>
                    <a:pt x="465" y="107"/>
                  </a:cubicBezTo>
                  <a:cubicBezTo>
                    <a:pt x="450" y="76"/>
                    <a:pt x="419" y="45"/>
                    <a:pt x="384" y="26"/>
                  </a:cubicBezTo>
                  <a:cubicBezTo>
                    <a:pt x="347" y="8"/>
                    <a:pt x="309" y="0"/>
                    <a:pt x="2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3" name="Google Shape;1673;p38"/>
            <p:cNvSpPr/>
            <p:nvPr/>
          </p:nvSpPr>
          <p:spPr>
            <a:xfrm>
              <a:off x="8488779" y="3542669"/>
              <a:ext cx="66318" cy="171732"/>
            </a:xfrm>
            <a:custGeom>
              <a:avLst/>
              <a:gdLst/>
              <a:ahLst/>
              <a:cxnLst/>
              <a:rect l="l" t="t" r="r" b="b"/>
              <a:pathLst>
                <a:path w="692" h="1792" extrusionOk="0">
                  <a:moveTo>
                    <a:pt x="101" y="0"/>
                  </a:moveTo>
                  <a:cubicBezTo>
                    <a:pt x="85" y="0"/>
                    <a:pt x="68" y="4"/>
                    <a:pt x="51" y="10"/>
                  </a:cubicBezTo>
                  <a:cubicBezTo>
                    <a:pt x="16" y="25"/>
                    <a:pt x="1" y="75"/>
                    <a:pt x="35" y="106"/>
                  </a:cubicBezTo>
                  <a:cubicBezTo>
                    <a:pt x="35" y="121"/>
                    <a:pt x="467" y="877"/>
                    <a:pt x="548" y="1730"/>
                  </a:cubicBezTo>
                  <a:cubicBezTo>
                    <a:pt x="548" y="1761"/>
                    <a:pt x="579" y="1792"/>
                    <a:pt x="614" y="1792"/>
                  </a:cubicBezTo>
                  <a:lnTo>
                    <a:pt x="629" y="1792"/>
                  </a:lnTo>
                  <a:cubicBezTo>
                    <a:pt x="660" y="1792"/>
                    <a:pt x="691" y="1745"/>
                    <a:pt x="691" y="1714"/>
                  </a:cubicBezTo>
                  <a:cubicBezTo>
                    <a:pt x="614" y="827"/>
                    <a:pt x="178" y="75"/>
                    <a:pt x="163" y="40"/>
                  </a:cubicBezTo>
                  <a:cubicBezTo>
                    <a:pt x="153" y="11"/>
                    <a:pt x="129" y="0"/>
                    <a:pt x="1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4" name="Google Shape;1674;p38"/>
            <p:cNvSpPr/>
            <p:nvPr/>
          </p:nvSpPr>
          <p:spPr>
            <a:xfrm>
              <a:off x="8354993" y="3390869"/>
              <a:ext cx="234029" cy="166174"/>
            </a:xfrm>
            <a:custGeom>
              <a:avLst/>
              <a:gdLst/>
              <a:ahLst/>
              <a:cxnLst/>
              <a:rect l="l" t="t" r="r" b="b"/>
              <a:pathLst>
                <a:path w="2442" h="1734" extrusionOk="0">
                  <a:moveTo>
                    <a:pt x="1879" y="1"/>
                  </a:moveTo>
                  <a:lnTo>
                    <a:pt x="1447" y="645"/>
                  </a:lnTo>
                  <a:lnTo>
                    <a:pt x="772" y="97"/>
                  </a:lnTo>
                  <a:lnTo>
                    <a:pt x="772" y="903"/>
                  </a:lnTo>
                  <a:lnTo>
                    <a:pt x="0" y="934"/>
                  </a:lnTo>
                  <a:cubicBezTo>
                    <a:pt x="0" y="934"/>
                    <a:pt x="422" y="1734"/>
                    <a:pt x="1102" y="1734"/>
                  </a:cubicBezTo>
                  <a:cubicBezTo>
                    <a:pt x="1229" y="1734"/>
                    <a:pt x="1365" y="1706"/>
                    <a:pt x="1509" y="1640"/>
                  </a:cubicBezTo>
                  <a:cubicBezTo>
                    <a:pt x="2442" y="1223"/>
                    <a:pt x="1879" y="1"/>
                    <a:pt x="187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5" name="Google Shape;1675;p38"/>
            <p:cNvSpPr/>
            <p:nvPr/>
          </p:nvSpPr>
          <p:spPr>
            <a:xfrm>
              <a:off x="8453320" y="3679231"/>
              <a:ext cx="295843" cy="106182"/>
            </a:xfrm>
            <a:custGeom>
              <a:avLst/>
              <a:gdLst/>
              <a:ahLst/>
              <a:cxnLst/>
              <a:rect l="l" t="t" r="r" b="b"/>
              <a:pathLst>
                <a:path w="3087" h="1108" extrusionOk="0">
                  <a:moveTo>
                    <a:pt x="0" y="0"/>
                  </a:moveTo>
                  <a:lnTo>
                    <a:pt x="0" y="833"/>
                  </a:lnTo>
                  <a:cubicBezTo>
                    <a:pt x="0" y="980"/>
                    <a:pt x="116" y="1107"/>
                    <a:pt x="259" y="1107"/>
                  </a:cubicBezTo>
                  <a:lnTo>
                    <a:pt x="2816" y="1107"/>
                  </a:lnTo>
                  <a:cubicBezTo>
                    <a:pt x="2974" y="1107"/>
                    <a:pt x="3086" y="980"/>
                    <a:pt x="3086" y="833"/>
                  </a:cubicBezTo>
                  <a:lnTo>
                    <a:pt x="308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6" name="Google Shape;1676;p38"/>
            <p:cNvSpPr/>
            <p:nvPr/>
          </p:nvSpPr>
          <p:spPr>
            <a:xfrm>
              <a:off x="8453320" y="3717660"/>
              <a:ext cx="295843" cy="67754"/>
            </a:xfrm>
            <a:custGeom>
              <a:avLst/>
              <a:gdLst/>
              <a:ahLst/>
              <a:cxnLst/>
              <a:rect l="l" t="t" r="r" b="b"/>
              <a:pathLst>
                <a:path w="3087" h="707" extrusionOk="0">
                  <a:moveTo>
                    <a:pt x="0" y="0"/>
                  </a:moveTo>
                  <a:lnTo>
                    <a:pt x="0" y="706"/>
                  </a:lnTo>
                  <a:lnTo>
                    <a:pt x="3086" y="706"/>
                  </a:lnTo>
                  <a:lnTo>
                    <a:pt x="308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7" name="Google Shape;1677;p38"/>
            <p:cNvSpPr/>
            <p:nvPr/>
          </p:nvSpPr>
          <p:spPr>
            <a:xfrm>
              <a:off x="8473637" y="3691402"/>
              <a:ext cx="27792" cy="72545"/>
            </a:xfrm>
            <a:custGeom>
              <a:avLst/>
              <a:gdLst/>
              <a:ahLst/>
              <a:cxnLst/>
              <a:rect l="l" t="t" r="r" b="b"/>
              <a:pathLst>
                <a:path w="290" h="757" extrusionOk="0">
                  <a:moveTo>
                    <a:pt x="143" y="0"/>
                  </a:moveTo>
                  <a:cubicBezTo>
                    <a:pt x="62" y="0"/>
                    <a:pt x="1" y="66"/>
                    <a:pt x="1" y="162"/>
                  </a:cubicBezTo>
                  <a:lnTo>
                    <a:pt x="1" y="594"/>
                  </a:lnTo>
                  <a:cubicBezTo>
                    <a:pt x="1" y="691"/>
                    <a:pt x="62" y="756"/>
                    <a:pt x="143" y="756"/>
                  </a:cubicBezTo>
                  <a:cubicBezTo>
                    <a:pt x="224" y="756"/>
                    <a:pt x="290" y="691"/>
                    <a:pt x="290" y="594"/>
                  </a:cubicBezTo>
                  <a:lnTo>
                    <a:pt x="290" y="162"/>
                  </a:lnTo>
                  <a:cubicBezTo>
                    <a:pt x="290" y="66"/>
                    <a:pt x="224" y="0"/>
                    <a:pt x="1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78" name="Google Shape;1678;p38"/>
          <p:cNvGrpSpPr/>
          <p:nvPr/>
        </p:nvGrpSpPr>
        <p:grpSpPr>
          <a:xfrm rot="5400000">
            <a:off x="7811714" y="1866212"/>
            <a:ext cx="710917" cy="241171"/>
            <a:chOff x="7325426" y="3246600"/>
            <a:chExt cx="710917" cy="241171"/>
          </a:xfrm>
        </p:grpSpPr>
        <p:sp>
          <p:nvSpPr>
            <p:cNvPr id="1679" name="Google Shape;1679;p38"/>
            <p:cNvSpPr/>
            <p:nvPr/>
          </p:nvSpPr>
          <p:spPr>
            <a:xfrm>
              <a:off x="7884711" y="3336629"/>
              <a:ext cx="151632" cy="151142"/>
            </a:xfrm>
            <a:custGeom>
              <a:avLst/>
              <a:gdLst/>
              <a:ahLst/>
              <a:cxnLst/>
              <a:rect l="l" t="t" r="r" b="b"/>
              <a:pathLst>
                <a:path w="1239" h="1235" extrusionOk="0">
                  <a:moveTo>
                    <a:pt x="625" y="1"/>
                  </a:moveTo>
                  <a:cubicBezTo>
                    <a:pt x="625" y="336"/>
                    <a:pt x="336" y="610"/>
                    <a:pt x="1" y="610"/>
                  </a:cubicBezTo>
                  <a:cubicBezTo>
                    <a:pt x="336" y="610"/>
                    <a:pt x="625" y="884"/>
                    <a:pt x="625" y="1235"/>
                  </a:cubicBezTo>
                  <a:cubicBezTo>
                    <a:pt x="625" y="884"/>
                    <a:pt x="899" y="610"/>
                    <a:pt x="1239" y="610"/>
                  </a:cubicBezTo>
                  <a:cubicBezTo>
                    <a:pt x="899" y="610"/>
                    <a:pt x="625" y="336"/>
                    <a:pt x="6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0" name="Google Shape;1680;p38"/>
            <p:cNvSpPr/>
            <p:nvPr/>
          </p:nvSpPr>
          <p:spPr>
            <a:xfrm>
              <a:off x="7325426" y="3246600"/>
              <a:ext cx="74349" cy="74100"/>
            </a:xfrm>
            <a:custGeom>
              <a:avLst/>
              <a:gdLst/>
              <a:ahLst/>
              <a:cxnLst/>
              <a:rect l="l" t="t" r="r" b="b"/>
              <a:pathLst>
                <a:path w="1239" h="1235" extrusionOk="0">
                  <a:moveTo>
                    <a:pt x="625" y="1"/>
                  </a:moveTo>
                  <a:cubicBezTo>
                    <a:pt x="625" y="336"/>
                    <a:pt x="336" y="610"/>
                    <a:pt x="1" y="610"/>
                  </a:cubicBezTo>
                  <a:cubicBezTo>
                    <a:pt x="336" y="610"/>
                    <a:pt x="625" y="884"/>
                    <a:pt x="625" y="1235"/>
                  </a:cubicBezTo>
                  <a:cubicBezTo>
                    <a:pt x="625" y="884"/>
                    <a:pt x="899" y="610"/>
                    <a:pt x="1239" y="610"/>
                  </a:cubicBezTo>
                  <a:cubicBezTo>
                    <a:pt x="899" y="610"/>
                    <a:pt x="625" y="336"/>
                    <a:pt x="6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81" name="Google Shape;1681;p38"/>
          <p:cNvGrpSpPr/>
          <p:nvPr/>
        </p:nvGrpSpPr>
        <p:grpSpPr>
          <a:xfrm rot="5400000">
            <a:off x="4523389" y="1195012"/>
            <a:ext cx="710917" cy="241171"/>
            <a:chOff x="7325426" y="3246600"/>
            <a:chExt cx="710917" cy="241171"/>
          </a:xfrm>
        </p:grpSpPr>
        <p:sp>
          <p:nvSpPr>
            <p:cNvPr id="1682" name="Google Shape;1682;p38"/>
            <p:cNvSpPr/>
            <p:nvPr/>
          </p:nvSpPr>
          <p:spPr>
            <a:xfrm>
              <a:off x="7884711" y="3336629"/>
              <a:ext cx="151632" cy="151142"/>
            </a:xfrm>
            <a:custGeom>
              <a:avLst/>
              <a:gdLst/>
              <a:ahLst/>
              <a:cxnLst/>
              <a:rect l="l" t="t" r="r" b="b"/>
              <a:pathLst>
                <a:path w="1239" h="1235" extrusionOk="0">
                  <a:moveTo>
                    <a:pt x="625" y="1"/>
                  </a:moveTo>
                  <a:cubicBezTo>
                    <a:pt x="625" y="336"/>
                    <a:pt x="336" y="610"/>
                    <a:pt x="1" y="610"/>
                  </a:cubicBezTo>
                  <a:cubicBezTo>
                    <a:pt x="336" y="610"/>
                    <a:pt x="625" y="884"/>
                    <a:pt x="625" y="1235"/>
                  </a:cubicBezTo>
                  <a:cubicBezTo>
                    <a:pt x="625" y="884"/>
                    <a:pt x="899" y="610"/>
                    <a:pt x="1239" y="610"/>
                  </a:cubicBezTo>
                  <a:cubicBezTo>
                    <a:pt x="899" y="610"/>
                    <a:pt x="625" y="336"/>
                    <a:pt x="6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3" name="Google Shape;1683;p38"/>
            <p:cNvSpPr/>
            <p:nvPr/>
          </p:nvSpPr>
          <p:spPr>
            <a:xfrm>
              <a:off x="7325426" y="3246600"/>
              <a:ext cx="74349" cy="74100"/>
            </a:xfrm>
            <a:custGeom>
              <a:avLst/>
              <a:gdLst/>
              <a:ahLst/>
              <a:cxnLst/>
              <a:rect l="l" t="t" r="r" b="b"/>
              <a:pathLst>
                <a:path w="1239" h="1235" extrusionOk="0">
                  <a:moveTo>
                    <a:pt x="625" y="1"/>
                  </a:moveTo>
                  <a:cubicBezTo>
                    <a:pt x="625" y="336"/>
                    <a:pt x="336" y="610"/>
                    <a:pt x="1" y="610"/>
                  </a:cubicBezTo>
                  <a:cubicBezTo>
                    <a:pt x="336" y="610"/>
                    <a:pt x="625" y="884"/>
                    <a:pt x="625" y="1235"/>
                  </a:cubicBezTo>
                  <a:cubicBezTo>
                    <a:pt x="625" y="884"/>
                    <a:pt x="899" y="610"/>
                    <a:pt x="1239" y="610"/>
                  </a:cubicBezTo>
                  <a:cubicBezTo>
                    <a:pt x="899" y="610"/>
                    <a:pt x="625" y="336"/>
                    <a:pt x="6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 name="Group 1">
            <a:extLst>
              <a:ext uri="{FF2B5EF4-FFF2-40B4-BE49-F238E27FC236}">
                <a16:creationId xmlns:a16="http://schemas.microsoft.com/office/drawing/2014/main" id="{58755C79-17F6-E996-0471-FD50E94CFACA}"/>
              </a:ext>
            </a:extLst>
          </p:cNvPr>
          <p:cNvGrpSpPr/>
          <p:nvPr/>
        </p:nvGrpSpPr>
        <p:grpSpPr>
          <a:xfrm>
            <a:off x="-2686747" y="1380569"/>
            <a:ext cx="2391113" cy="2815961"/>
            <a:chOff x="1554027" y="1400966"/>
            <a:chExt cx="2391113" cy="2815961"/>
          </a:xfrm>
        </p:grpSpPr>
        <p:grpSp>
          <p:nvGrpSpPr>
            <p:cNvPr id="3" name="Google Shape;1815;p39">
              <a:extLst>
                <a:ext uri="{FF2B5EF4-FFF2-40B4-BE49-F238E27FC236}">
                  <a16:creationId xmlns:a16="http://schemas.microsoft.com/office/drawing/2014/main" id="{172A66AE-B2DE-4623-A9EB-FF6600E7B3AC}"/>
                </a:ext>
              </a:extLst>
            </p:cNvPr>
            <p:cNvGrpSpPr/>
            <p:nvPr/>
          </p:nvGrpSpPr>
          <p:grpSpPr>
            <a:xfrm>
              <a:off x="1554027" y="1400966"/>
              <a:ext cx="2391113" cy="2815961"/>
              <a:chOff x="6024726" y="2154394"/>
              <a:chExt cx="216631" cy="255115"/>
            </a:xfrm>
          </p:grpSpPr>
          <p:sp>
            <p:nvSpPr>
              <p:cNvPr id="5" name="Google Shape;1816;p39">
                <a:extLst>
                  <a:ext uri="{FF2B5EF4-FFF2-40B4-BE49-F238E27FC236}">
                    <a16:creationId xmlns:a16="http://schemas.microsoft.com/office/drawing/2014/main" id="{D949D2EC-63D1-F60F-5E55-D1A6C5F3560F}"/>
                  </a:ext>
                </a:extLst>
              </p:cNvPr>
              <p:cNvSpPr/>
              <p:nvPr/>
            </p:nvSpPr>
            <p:spPr>
              <a:xfrm>
                <a:off x="6033325" y="2223212"/>
                <a:ext cx="199885" cy="186296"/>
              </a:xfrm>
              <a:custGeom>
                <a:avLst/>
                <a:gdLst/>
                <a:ahLst/>
                <a:cxnLst/>
                <a:rect l="l" t="t" r="r" b="b"/>
                <a:pathLst>
                  <a:path w="7090" h="6608" extrusionOk="0">
                    <a:moveTo>
                      <a:pt x="0" y="1"/>
                    </a:moveTo>
                    <a:lnTo>
                      <a:pt x="0" y="6608"/>
                    </a:lnTo>
                    <a:lnTo>
                      <a:pt x="7089" y="6608"/>
                    </a:lnTo>
                    <a:lnTo>
                      <a:pt x="7089" y="1"/>
                    </a:lnTo>
                    <a:close/>
                  </a:path>
                </a:pathLst>
              </a:custGeom>
              <a:solidFill>
                <a:schemeClr val="lt1">
                  <a:alpha val="344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1817;p39">
                <a:extLst>
                  <a:ext uri="{FF2B5EF4-FFF2-40B4-BE49-F238E27FC236}">
                    <a16:creationId xmlns:a16="http://schemas.microsoft.com/office/drawing/2014/main" id="{46614F61-0972-EBF8-226F-CD905D0F02C9}"/>
                  </a:ext>
                </a:extLst>
              </p:cNvPr>
              <p:cNvSpPr/>
              <p:nvPr/>
            </p:nvSpPr>
            <p:spPr>
              <a:xfrm>
                <a:off x="6024726" y="2154394"/>
                <a:ext cx="216631" cy="238819"/>
              </a:xfrm>
              <a:custGeom>
                <a:avLst/>
                <a:gdLst/>
                <a:ahLst/>
                <a:cxnLst/>
                <a:rect l="l" t="t" r="r" b="b"/>
                <a:pathLst>
                  <a:path w="7684" h="8471" extrusionOk="0">
                    <a:moveTo>
                      <a:pt x="0" y="0"/>
                    </a:moveTo>
                    <a:lnTo>
                      <a:pt x="0" y="8470"/>
                    </a:lnTo>
                    <a:lnTo>
                      <a:pt x="7684" y="8470"/>
                    </a:lnTo>
                    <a:lnTo>
                      <a:pt x="768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818;p39">
                <a:extLst>
                  <a:ext uri="{FF2B5EF4-FFF2-40B4-BE49-F238E27FC236}">
                    <a16:creationId xmlns:a16="http://schemas.microsoft.com/office/drawing/2014/main" id="{0E410264-1D3C-9901-6FAB-6DD996CD5E74}"/>
                  </a:ext>
                </a:extLst>
              </p:cNvPr>
              <p:cNvSpPr/>
              <p:nvPr/>
            </p:nvSpPr>
            <p:spPr>
              <a:xfrm>
                <a:off x="6053200" y="2180585"/>
                <a:ext cx="159570" cy="186296"/>
              </a:xfrm>
              <a:custGeom>
                <a:avLst/>
                <a:gdLst/>
                <a:ahLst/>
                <a:cxnLst/>
                <a:rect l="l" t="t" r="r" b="b"/>
                <a:pathLst>
                  <a:path w="5660" h="6608" extrusionOk="0">
                    <a:moveTo>
                      <a:pt x="1" y="1"/>
                    </a:moveTo>
                    <a:lnTo>
                      <a:pt x="1" y="6608"/>
                    </a:lnTo>
                    <a:lnTo>
                      <a:pt x="5659" y="6608"/>
                    </a:lnTo>
                    <a:lnTo>
                      <a:pt x="565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819;p39">
                <a:extLst>
                  <a:ext uri="{FF2B5EF4-FFF2-40B4-BE49-F238E27FC236}">
                    <a16:creationId xmlns:a16="http://schemas.microsoft.com/office/drawing/2014/main" id="{310377E6-7753-39F6-EECF-040F4C7A9FA8}"/>
                  </a:ext>
                </a:extLst>
              </p:cNvPr>
              <p:cNvSpPr/>
              <p:nvPr/>
            </p:nvSpPr>
            <p:spPr>
              <a:xfrm>
                <a:off x="6039612" y="2169730"/>
                <a:ext cx="186747" cy="208484"/>
              </a:xfrm>
              <a:custGeom>
                <a:avLst/>
                <a:gdLst/>
                <a:ahLst/>
                <a:cxnLst/>
                <a:rect l="l" t="t" r="r" b="b"/>
                <a:pathLst>
                  <a:path w="6624" h="7395" extrusionOk="0">
                    <a:moveTo>
                      <a:pt x="6558" y="81"/>
                    </a:moveTo>
                    <a:lnTo>
                      <a:pt x="6558" y="7313"/>
                    </a:lnTo>
                    <a:lnTo>
                      <a:pt x="82" y="7313"/>
                    </a:lnTo>
                    <a:lnTo>
                      <a:pt x="82" y="81"/>
                    </a:lnTo>
                    <a:close/>
                    <a:moveTo>
                      <a:pt x="1" y="0"/>
                    </a:moveTo>
                    <a:lnTo>
                      <a:pt x="1" y="7394"/>
                    </a:lnTo>
                    <a:lnTo>
                      <a:pt x="6623" y="7394"/>
                    </a:lnTo>
                    <a:lnTo>
                      <a:pt x="662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820;p39">
                <a:extLst>
                  <a:ext uri="{FF2B5EF4-FFF2-40B4-BE49-F238E27FC236}">
                    <a16:creationId xmlns:a16="http://schemas.microsoft.com/office/drawing/2014/main" id="{A77D5822-D974-0732-6B93-C102BD3F783E}"/>
                  </a:ext>
                </a:extLst>
              </p:cNvPr>
              <p:cNvSpPr/>
              <p:nvPr/>
            </p:nvSpPr>
            <p:spPr>
              <a:xfrm>
                <a:off x="6128475" y="2201024"/>
                <a:ext cx="86579" cy="67803"/>
              </a:xfrm>
              <a:custGeom>
                <a:avLst/>
                <a:gdLst/>
                <a:ahLst/>
                <a:cxnLst/>
                <a:rect l="l" t="t" r="r" b="b"/>
                <a:pathLst>
                  <a:path w="3071" h="2405" extrusionOk="0">
                    <a:moveTo>
                      <a:pt x="2604" y="1"/>
                    </a:moveTo>
                    <a:lnTo>
                      <a:pt x="2604" y="1"/>
                    </a:lnTo>
                    <a:cubicBezTo>
                      <a:pt x="0" y="884"/>
                      <a:pt x="1269" y="2396"/>
                      <a:pt x="1269" y="2396"/>
                    </a:cubicBezTo>
                    <a:cubicBezTo>
                      <a:pt x="1269" y="2396"/>
                      <a:pt x="1324" y="2404"/>
                      <a:pt x="1413" y="2404"/>
                    </a:cubicBezTo>
                    <a:cubicBezTo>
                      <a:pt x="1844" y="2404"/>
                      <a:pt x="3071" y="2216"/>
                      <a:pt x="260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821;p39">
                <a:extLst>
                  <a:ext uri="{FF2B5EF4-FFF2-40B4-BE49-F238E27FC236}">
                    <a16:creationId xmlns:a16="http://schemas.microsoft.com/office/drawing/2014/main" id="{83DE2385-9C64-AD8C-41FF-26211097ABC1}"/>
                  </a:ext>
                </a:extLst>
              </p:cNvPr>
              <p:cNvSpPr/>
              <p:nvPr/>
            </p:nvSpPr>
            <p:spPr>
              <a:xfrm>
                <a:off x="6159233" y="2215487"/>
                <a:ext cx="34931" cy="60839"/>
              </a:xfrm>
              <a:custGeom>
                <a:avLst/>
                <a:gdLst/>
                <a:ahLst/>
                <a:cxnLst/>
                <a:rect l="l" t="t" r="r" b="b"/>
                <a:pathLst>
                  <a:path w="1239" h="2158" extrusionOk="0">
                    <a:moveTo>
                      <a:pt x="1208" y="1"/>
                    </a:moveTo>
                    <a:cubicBezTo>
                      <a:pt x="1192" y="1"/>
                      <a:pt x="1158" y="1"/>
                      <a:pt x="1158" y="16"/>
                    </a:cubicBezTo>
                    <a:lnTo>
                      <a:pt x="20" y="2091"/>
                    </a:lnTo>
                    <a:cubicBezTo>
                      <a:pt x="1" y="2107"/>
                      <a:pt x="1" y="2138"/>
                      <a:pt x="35" y="2138"/>
                    </a:cubicBezTo>
                    <a:cubicBezTo>
                      <a:pt x="35" y="2138"/>
                      <a:pt x="35" y="2157"/>
                      <a:pt x="51" y="2157"/>
                    </a:cubicBezTo>
                    <a:cubicBezTo>
                      <a:pt x="66" y="2157"/>
                      <a:pt x="66" y="2138"/>
                      <a:pt x="82" y="2122"/>
                    </a:cubicBezTo>
                    <a:lnTo>
                      <a:pt x="1223" y="51"/>
                    </a:lnTo>
                    <a:cubicBezTo>
                      <a:pt x="1239" y="36"/>
                      <a:pt x="1223" y="16"/>
                      <a:pt x="120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822;p39">
                <a:extLst>
                  <a:ext uri="{FF2B5EF4-FFF2-40B4-BE49-F238E27FC236}">
                    <a16:creationId xmlns:a16="http://schemas.microsoft.com/office/drawing/2014/main" id="{91C236BB-B325-478B-5E39-553CC9DEFE3A}"/>
                  </a:ext>
                </a:extLst>
              </p:cNvPr>
              <p:cNvSpPr/>
              <p:nvPr/>
            </p:nvSpPr>
            <p:spPr>
              <a:xfrm>
                <a:off x="6180547" y="2219209"/>
                <a:ext cx="16352" cy="13053"/>
              </a:xfrm>
              <a:custGeom>
                <a:avLst/>
                <a:gdLst/>
                <a:ahLst/>
                <a:cxnLst/>
                <a:rect l="l" t="t" r="r" b="b"/>
                <a:pathLst>
                  <a:path w="580" h="463" extrusionOk="0">
                    <a:moveTo>
                      <a:pt x="35" y="0"/>
                    </a:moveTo>
                    <a:cubicBezTo>
                      <a:pt x="1" y="16"/>
                      <a:pt x="1" y="31"/>
                      <a:pt x="1" y="46"/>
                    </a:cubicBezTo>
                    <a:lnTo>
                      <a:pt x="132" y="463"/>
                    </a:lnTo>
                    <a:lnTo>
                      <a:pt x="548" y="336"/>
                    </a:lnTo>
                    <a:cubicBezTo>
                      <a:pt x="564" y="320"/>
                      <a:pt x="579" y="305"/>
                      <a:pt x="579" y="289"/>
                    </a:cubicBezTo>
                    <a:cubicBezTo>
                      <a:pt x="564" y="270"/>
                      <a:pt x="548" y="255"/>
                      <a:pt x="533" y="255"/>
                    </a:cubicBezTo>
                    <a:lnTo>
                      <a:pt x="178" y="366"/>
                    </a:lnTo>
                    <a:lnTo>
                      <a:pt x="82" y="31"/>
                    </a:lnTo>
                    <a:cubicBezTo>
                      <a:pt x="66" y="16"/>
                      <a:pt x="51" y="0"/>
                      <a:pt x="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823;p39">
                <a:extLst>
                  <a:ext uri="{FF2B5EF4-FFF2-40B4-BE49-F238E27FC236}">
                    <a16:creationId xmlns:a16="http://schemas.microsoft.com/office/drawing/2014/main" id="{1AA9F747-BCFB-86A0-5848-23A1B98F41D9}"/>
                  </a:ext>
                </a:extLst>
              </p:cNvPr>
              <p:cNvSpPr/>
              <p:nvPr/>
            </p:nvSpPr>
            <p:spPr>
              <a:xfrm>
                <a:off x="6173809" y="2231388"/>
                <a:ext cx="16323" cy="13166"/>
              </a:xfrm>
              <a:custGeom>
                <a:avLst/>
                <a:gdLst/>
                <a:ahLst/>
                <a:cxnLst/>
                <a:rect l="l" t="t" r="r" b="b"/>
                <a:pathLst>
                  <a:path w="579" h="467" extrusionOk="0">
                    <a:moveTo>
                      <a:pt x="31" y="0"/>
                    </a:moveTo>
                    <a:cubicBezTo>
                      <a:pt x="16" y="15"/>
                      <a:pt x="0" y="31"/>
                      <a:pt x="0" y="50"/>
                    </a:cubicBezTo>
                    <a:lnTo>
                      <a:pt x="128" y="467"/>
                    </a:lnTo>
                    <a:lnTo>
                      <a:pt x="544" y="339"/>
                    </a:lnTo>
                    <a:cubicBezTo>
                      <a:pt x="564" y="320"/>
                      <a:pt x="579" y="305"/>
                      <a:pt x="579" y="289"/>
                    </a:cubicBezTo>
                    <a:cubicBezTo>
                      <a:pt x="564" y="274"/>
                      <a:pt x="544" y="258"/>
                      <a:pt x="529" y="258"/>
                    </a:cubicBezTo>
                    <a:lnTo>
                      <a:pt x="178" y="370"/>
                    </a:lnTo>
                    <a:lnTo>
                      <a:pt x="81" y="31"/>
                    </a:lnTo>
                    <a:cubicBezTo>
                      <a:pt x="62" y="15"/>
                      <a:pt x="47" y="0"/>
                      <a:pt x="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824;p39">
                <a:extLst>
                  <a:ext uri="{FF2B5EF4-FFF2-40B4-BE49-F238E27FC236}">
                    <a16:creationId xmlns:a16="http://schemas.microsoft.com/office/drawing/2014/main" id="{EE977D7D-C27F-61FC-272C-4F07597A9F3C}"/>
                  </a:ext>
                </a:extLst>
              </p:cNvPr>
              <p:cNvSpPr/>
              <p:nvPr/>
            </p:nvSpPr>
            <p:spPr>
              <a:xfrm>
                <a:off x="6166958" y="2243652"/>
                <a:ext cx="16323" cy="13081"/>
              </a:xfrm>
              <a:custGeom>
                <a:avLst/>
                <a:gdLst/>
                <a:ahLst/>
                <a:cxnLst/>
                <a:rect l="l" t="t" r="r" b="b"/>
                <a:pathLst>
                  <a:path w="579" h="464" extrusionOk="0">
                    <a:moveTo>
                      <a:pt x="35" y="1"/>
                    </a:moveTo>
                    <a:cubicBezTo>
                      <a:pt x="16" y="16"/>
                      <a:pt x="0" y="32"/>
                      <a:pt x="0" y="47"/>
                    </a:cubicBezTo>
                    <a:lnTo>
                      <a:pt x="132" y="464"/>
                    </a:lnTo>
                    <a:lnTo>
                      <a:pt x="548" y="336"/>
                    </a:lnTo>
                    <a:cubicBezTo>
                      <a:pt x="564" y="321"/>
                      <a:pt x="579" y="306"/>
                      <a:pt x="579" y="290"/>
                    </a:cubicBezTo>
                    <a:cubicBezTo>
                      <a:pt x="564" y="271"/>
                      <a:pt x="548" y="255"/>
                      <a:pt x="533" y="255"/>
                    </a:cubicBezTo>
                    <a:lnTo>
                      <a:pt x="193" y="367"/>
                    </a:lnTo>
                    <a:lnTo>
                      <a:pt x="81" y="32"/>
                    </a:lnTo>
                    <a:cubicBezTo>
                      <a:pt x="66" y="16"/>
                      <a:pt x="51" y="1"/>
                      <a:pt x="3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825;p39">
                <a:extLst>
                  <a:ext uri="{FF2B5EF4-FFF2-40B4-BE49-F238E27FC236}">
                    <a16:creationId xmlns:a16="http://schemas.microsoft.com/office/drawing/2014/main" id="{C8FE6B7F-2DF0-E9EF-8422-B2E94D6D852E}"/>
                  </a:ext>
                </a:extLst>
              </p:cNvPr>
              <p:cNvSpPr/>
              <p:nvPr/>
            </p:nvSpPr>
            <p:spPr>
              <a:xfrm>
                <a:off x="6066818" y="2280753"/>
                <a:ext cx="90272" cy="70397"/>
              </a:xfrm>
              <a:custGeom>
                <a:avLst/>
                <a:gdLst/>
                <a:ahLst/>
                <a:cxnLst/>
                <a:rect l="l" t="t" r="r" b="b"/>
                <a:pathLst>
                  <a:path w="3202" h="2497" extrusionOk="0">
                    <a:moveTo>
                      <a:pt x="0" y="0"/>
                    </a:moveTo>
                    <a:lnTo>
                      <a:pt x="0" y="0"/>
                    </a:lnTo>
                    <a:cubicBezTo>
                      <a:pt x="13" y="2130"/>
                      <a:pt x="949" y="2496"/>
                      <a:pt x="1592" y="2496"/>
                    </a:cubicBezTo>
                    <a:cubicBezTo>
                      <a:pt x="1930" y="2496"/>
                      <a:pt x="2187" y="2395"/>
                      <a:pt x="2187" y="2395"/>
                    </a:cubicBezTo>
                    <a:cubicBezTo>
                      <a:pt x="2187" y="2395"/>
                      <a:pt x="3201" y="386"/>
                      <a:pt x="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826;p39">
                <a:extLst>
                  <a:ext uri="{FF2B5EF4-FFF2-40B4-BE49-F238E27FC236}">
                    <a16:creationId xmlns:a16="http://schemas.microsoft.com/office/drawing/2014/main" id="{F365907D-168D-B632-39B0-073116FD6442}"/>
                  </a:ext>
                </a:extLst>
              </p:cNvPr>
              <p:cNvSpPr/>
              <p:nvPr/>
            </p:nvSpPr>
            <p:spPr>
              <a:xfrm>
                <a:off x="6079955" y="2295865"/>
                <a:ext cx="55398" cy="60163"/>
              </a:xfrm>
              <a:custGeom>
                <a:avLst/>
                <a:gdLst/>
                <a:ahLst/>
                <a:cxnLst/>
                <a:rect l="l" t="t" r="r" b="b"/>
                <a:pathLst>
                  <a:path w="1965" h="2134" extrusionOk="0">
                    <a:moveTo>
                      <a:pt x="43" y="0"/>
                    </a:moveTo>
                    <a:cubicBezTo>
                      <a:pt x="35" y="0"/>
                      <a:pt x="26" y="4"/>
                      <a:pt x="16" y="12"/>
                    </a:cubicBezTo>
                    <a:cubicBezTo>
                      <a:pt x="1" y="12"/>
                      <a:pt x="1" y="43"/>
                      <a:pt x="16" y="58"/>
                    </a:cubicBezTo>
                    <a:lnTo>
                      <a:pt x="1898" y="2118"/>
                    </a:lnTo>
                    <a:cubicBezTo>
                      <a:pt x="1898" y="2133"/>
                      <a:pt x="1914" y="2133"/>
                      <a:pt x="1914" y="2133"/>
                    </a:cubicBezTo>
                    <a:lnTo>
                      <a:pt x="1945" y="2133"/>
                    </a:lnTo>
                    <a:cubicBezTo>
                      <a:pt x="1964" y="2118"/>
                      <a:pt x="1964" y="2083"/>
                      <a:pt x="1945" y="2068"/>
                    </a:cubicBezTo>
                    <a:lnTo>
                      <a:pt x="66" y="12"/>
                    </a:lnTo>
                    <a:cubicBezTo>
                      <a:pt x="59" y="4"/>
                      <a:pt x="51" y="0"/>
                      <a:pt x="4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827;p39">
                <a:extLst>
                  <a:ext uri="{FF2B5EF4-FFF2-40B4-BE49-F238E27FC236}">
                    <a16:creationId xmlns:a16="http://schemas.microsoft.com/office/drawing/2014/main" id="{E222840D-0563-7BDA-89B2-D449CEDAC666}"/>
                  </a:ext>
                </a:extLst>
              </p:cNvPr>
              <p:cNvSpPr/>
              <p:nvPr/>
            </p:nvSpPr>
            <p:spPr>
              <a:xfrm>
                <a:off x="6079955" y="2296626"/>
                <a:ext cx="15478" cy="15449"/>
              </a:xfrm>
              <a:custGeom>
                <a:avLst/>
                <a:gdLst/>
                <a:ahLst/>
                <a:cxnLst/>
                <a:rect l="l" t="t" r="r" b="b"/>
                <a:pathLst>
                  <a:path w="549" h="548" extrusionOk="0">
                    <a:moveTo>
                      <a:pt x="518" y="0"/>
                    </a:moveTo>
                    <a:cubicBezTo>
                      <a:pt x="498" y="0"/>
                      <a:pt x="483" y="16"/>
                      <a:pt x="483" y="31"/>
                    </a:cubicBezTo>
                    <a:lnTo>
                      <a:pt x="467" y="467"/>
                    </a:lnTo>
                    <a:lnTo>
                      <a:pt x="36" y="452"/>
                    </a:lnTo>
                    <a:cubicBezTo>
                      <a:pt x="16" y="452"/>
                      <a:pt x="1" y="467"/>
                      <a:pt x="1" y="498"/>
                    </a:cubicBezTo>
                    <a:cubicBezTo>
                      <a:pt x="1" y="513"/>
                      <a:pt x="16" y="533"/>
                      <a:pt x="36" y="533"/>
                    </a:cubicBezTo>
                    <a:lnTo>
                      <a:pt x="548" y="548"/>
                    </a:lnTo>
                    <a:lnTo>
                      <a:pt x="548" y="31"/>
                    </a:lnTo>
                    <a:cubicBezTo>
                      <a:pt x="548" y="16"/>
                      <a:pt x="533" y="0"/>
                      <a:pt x="5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828;p39">
                <a:extLst>
                  <a:ext uri="{FF2B5EF4-FFF2-40B4-BE49-F238E27FC236}">
                    <a16:creationId xmlns:a16="http://schemas.microsoft.com/office/drawing/2014/main" id="{BE4F294A-5BF7-561F-19A6-DEC56EF23DAE}"/>
                  </a:ext>
                </a:extLst>
              </p:cNvPr>
              <p:cNvSpPr/>
              <p:nvPr/>
            </p:nvSpPr>
            <p:spPr>
              <a:xfrm>
                <a:off x="6090838" y="2308918"/>
                <a:ext cx="15901" cy="15337"/>
              </a:xfrm>
              <a:custGeom>
                <a:avLst/>
                <a:gdLst/>
                <a:ahLst/>
                <a:cxnLst/>
                <a:rect l="l" t="t" r="r" b="b"/>
                <a:pathLst>
                  <a:path w="564" h="544" extrusionOk="0">
                    <a:moveTo>
                      <a:pt x="533" y="0"/>
                    </a:moveTo>
                    <a:cubicBezTo>
                      <a:pt x="498" y="0"/>
                      <a:pt x="483" y="16"/>
                      <a:pt x="483" y="31"/>
                    </a:cubicBezTo>
                    <a:lnTo>
                      <a:pt x="483" y="463"/>
                    </a:lnTo>
                    <a:lnTo>
                      <a:pt x="51" y="448"/>
                    </a:lnTo>
                    <a:cubicBezTo>
                      <a:pt x="16" y="448"/>
                      <a:pt x="0" y="463"/>
                      <a:pt x="0" y="498"/>
                    </a:cubicBezTo>
                    <a:cubicBezTo>
                      <a:pt x="0" y="513"/>
                      <a:pt x="16" y="529"/>
                      <a:pt x="51" y="529"/>
                    </a:cubicBezTo>
                    <a:lnTo>
                      <a:pt x="548" y="544"/>
                    </a:lnTo>
                    <a:lnTo>
                      <a:pt x="564" y="31"/>
                    </a:lnTo>
                    <a:cubicBezTo>
                      <a:pt x="564" y="16"/>
                      <a:pt x="548" y="0"/>
                      <a:pt x="53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29;p39">
                <a:extLst>
                  <a:ext uri="{FF2B5EF4-FFF2-40B4-BE49-F238E27FC236}">
                    <a16:creationId xmlns:a16="http://schemas.microsoft.com/office/drawing/2014/main" id="{E9CB0299-9940-B31F-859B-7F0E4B44B1DB}"/>
                  </a:ext>
                </a:extLst>
              </p:cNvPr>
              <p:cNvSpPr/>
              <p:nvPr/>
            </p:nvSpPr>
            <p:spPr>
              <a:xfrm>
                <a:off x="6102143" y="2321097"/>
                <a:ext cx="15478" cy="15449"/>
              </a:xfrm>
              <a:custGeom>
                <a:avLst/>
                <a:gdLst/>
                <a:ahLst/>
                <a:cxnLst/>
                <a:rect l="l" t="t" r="r" b="b"/>
                <a:pathLst>
                  <a:path w="549" h="548" extrusionOk="0">
                    <a:moveTo>
                      <a:pt x="517" y="0"/>
                    </a:moveTo>
                    <a:cubicBezTo>
                      <a:pt x="502" y="0"/>
                      <a:pt x="483" y="16"/>
                      <a:pt x="483" y="31"/>
                    </a:cubicBezTo>
                    <a:lnTo>
                      <a:pt x="467" y="467"/>
                    </a:lnTo>
                    <a:lnTo>
                      <a:pt x="35" y="451"/>
                    </a:lnTo>
                    <a:cubicBezTo>
                      <a:pt x="20" y="451"/>
                      <a:pt x="1" y="467"/>
                      <a:pt x="1" y="498"/>
                    </a:cubicBezTo>
                    <a:cubicBezTo>
                      <a:pt x="1" y="513"/>
                      <a:pt x="20" y="532"/>
                      <a:pt x="35" y="532"/>
                    </a:cubicBezTo>
                    <a:lnTo>
                      <a:pt x="548" y="548"/>
                    </a:lnTo>
                    <a:lnTo>
                      <a:pt x="548" y="31"/>
                    </a:lnTo>
                    <a:cubicBezTo>
                      <a:pt x="548" y="16"/>
                      <a:pt x="533" y="0"/>
                      <a:pt x="51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830;p39">
                <a:extLst>
                  <a:ext uri="{FF2B5EF4-FFF2-40B4-BE49-F238E27FC236}">
                    <a16:creationId xmlns:a16="http://schemas.microsoft.com/office/drawing/2014/main" id="{500F09A6-AD1F-EB7D-728D-E8B533862A67}"/>
                  </a:ext>
                </a:extLst>
              </p:cNvPr>
              <p:cNvSpPr/>
              <p:nvPr/>
            </p:nvSpPr>
            <p:spPr>
              <a:xfrm>
                <a:off x="6098111" y="2217771"/>
                <a:ext cx="34508" cy="26867"/>
              </a:xfrm>
              <a:custGeom>
                <a:avLst/>
                <a:gdLst/>
                <a:ahLst/>
                <a:cxnLst/>
                <a:rect l="l" t="t" r="r" b="b"/>
                <a:pathLst>
                  <a:path w="1224" h="953" extrusionOk="0">
                    <a:moveTo>
                      <a:pt x="1224" y="1"/>
                    </a:moveTo>
                    <a:lnTo>
                      <a:pt x="1224" y="1"/>
                    </a:lnTo>
                    <a:cubicBezTo>
                      <a:pt x="1" y="113"/>
                      <a:pt x="402" y="919"/>
                      <a:pt x="402" y="919"/>
                    </a:cubicBezTo>
                    <a:cubicBezTo>
                      <a:pt x="402" y="919"/>
                      <a:pt x="489" y="953"/>
                      <a:pt x="607" y="953"/>
                    </a:cubicBezTo>
                    <a:cubicBezTo>
                      <a:pt x="842" y="953"/>
                      <a:pt x="1200" y="817"/>
                      <a:pt x="122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831;p39">
                <a:extLst>
                  <a:ext uri="{FF2B5EF4-FFF2-40B4-BE49-F238E27FC236}">
                    <a16:creationId xmlns:a16="http://schemas.microsoft.com/office/drawing/2014/main" id="{2C6A6B7F-9DD8-829E-7F3C-50FD95B95F9A}"/>
                  </a:ext>
                </a:extLst>
              </p:cNvPr>
              <p:cNvSpPr/>
              <p:nvPr/>
            </p:nvSpPr>
            <p:spPr>
              <a:xfrm>
                <a:off x="6080942" y="2240128"/>
                <a:ext cx="33098" cy="21877"/>
              </a:xfrm>
              <a:custGeom>
                <a:avLst/>
                <a:gdLst/>
                <a:ahLst/>
                <a:cxnLst/>
                <a:rect l="l" t="t" r="r" b="b"/>
                <a:pathLst>
                  <a:path w="1174" h="776" extrusionOk="0">
                    <a:moveTo>
                      <a:pt x="446" y="0"/>
                    </a:moveTo>
                    <a:cubicBezTo>
                      <a:pt x="322" y="0"/>
                      <a:pt x="175" y="18"/>
                      <a:pt x="1" y="60"/>
                    </a:cubicBezTo>
                    <a:cubicBezTo>
                      <a:pt x="214" y="631"/>
                      <a:pt x="482" y="776"/>
                      <a:pt x="700" y="776"/>
                    </a:cubicBezTo>
                    <a:cubicBezTo>
                      <a:pt x="923" y="776"/>
                      <a:pt x="1092" y="623"/>
                      <a:pt x="1092" y="623"/>
                    </a:cubicBezTo>
                    <a:cubicBezTo>
                      <a:pt x="1092" y="623"/>
                      <a:pt x="1174" y="0"/>
                      <a:pt x="44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832;p39">
                <a:extLst>
                  <a:ext uri="{FF2B5EF4-FFF2-40B4-BE49-F238E27FC236}">
                    <a16:creationId xmlns:a16="http://schemas.microsoft.com/office/drawing/2014/main" id="{E2CC1937-21DA-2AE7-1B6A-613F8D0407B6}"/>
                  </a:ext>
                </a:extLst>
              </p:cNvPr>
              <p:cNvSpPr/>
              <p:nvPr/>
            </p:nvSpPr>
            <p:spPr>
              <a:xfrm>
                <a:off x="6114971" y="2262033"/>
                <a:ext cx="27544" cy="19199"/>
              </a:xfrm>
              <a:custGeom>
                <a:avLst/>
                <a:gdLst/>
                <a:ahLst/>
                <a:cxnLst/>
                <a:rect l="l" t="t" r="r" b="b"/>
                <a:pathLst>
                  <a:path w="977" h="681" extrusionOk="0">
                    <a:moveTo>
                      <a:pt x="853" y="1"/>
                    </a:moveTo>
                    <a:cubicBezTo>
                      <a:pt x="1" y="1"/>
                      <a:pt x="205" y="618"/>
                      <a:pt x="205" y="618"/>
                    </a:cubicBezTo>
                    <a:cubicBezTo>
                      <a:pt x="205" y="618"/>
                      <a:pt x="311" y="680"/>
                      <a:pt x="446" y="680"/>
                    </a:cubicBezTo>
                    <a:cubicBezTo>
                      <a:pt x="632" y="680"/>
                      <a:pt x="874" y="563"/>
                      <a:pt x="977" y="5"/>
                    </a:cubicBezTo>
                    <a:cubicBezTo>
                      <a:pt x="933" y="2"/>
                      <a:pt x="892" y="1"/>
                      <a:pt x="85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833;p39">
                <a:extLst>
                  <a:ext uri="{FF2B5EF4-FFF2-40B4-BE49-F238E27FC236}">
                    <a16:creationId xmlns:a16="http://schemas.microsoft.com/office/drawing/2014/main" id="{90EBA8E3-EE6B-80DD-D36E-B44C835DF8EE}"/>
                  </a:ext>
                </a:extLst>
              </p:cNvPr>
              <p:cNvSpPr/>
              <p:nvPr/>
            </p:nvSpPr>
            <p:spPr>
              <a:xfrm>
                <a:off x="6150212" y="2307057"/>
                <a:ext cx="37214" cy="28080"/>
              </a:xfrm>
              <a:custGeom>
                <a:avLst/>
                <a:gdLst/>
                <a:ahLst/>
                <a:cxnLst/>
                <a:rect l="l" t="t" r="r" b="b"/>
                <a:pathLst>
                  <a:path w="1320" h="996" extrusionOk="0">
                    <a:moveTo>
                      <a:pt x="629" y="1"/>
                    </a:moveTo>
                    <a:lnTo>
                      <a:pt x="629" y="1"/>
                    </a:lnTo>
                    <a:cubicBezTo>
                      <a:pt x="0" y="787"/>
                      <a:pt x="691" y="996"/>
                      <a:pt x="691" y="996"/>
                    </a:cubicBezTo>
                    <a:cubicBezTo>
                      <a:pt x="691" y="996"/>
                      <a:pt x="1320" y="722"/>
                      <a:pt x="62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834;p39">
                <a:extLst>
                  <a:ext uri="{FF2B5EF4-FFF2-40B4-BE49-F238E27FC236}">
                    <a16:creationId xmlns:a16="http://schemas.microsoft.com/office/drawing/2014/main" id="{204D95B6-5293-F373-6A80-F204D0F1B365}"/>
                  </a:ext>
                </a:extLst>
              </p:cNvPr>
              <p:cNvSpPr/>
              <p:nvPr/>
            </p:nvSpPr>
            <p:spPr>
              <a:xfrm>
                <a:off x="6126191" y="2284869"/>
                <a:ext cx="32872" cy="25373"/>
              </a:xfrm>
              <a:custGeom>
                <a:avLst/>
                <a:gdLst/>
                <a:ahLst/>
                <a:cxnLst/>
                <a:rect l="l" t="t" r="r" b="b"/>
                <a:pathLst>
                  <a:path w="1166" h="900" extrusionOk="0">
                    <a:moveTo>
                      <a:pt x="918" y="1"/>
                    </a:moveTo>
                    <a:cubicBezTo>
                      <a:pt x="0" y="386"/>
                      <a:pt x="498" y="899"/>
                      <a:pt x="498" y="899"/>
                    </a:cubicBezTo>
                    <a:cubicBezTo>
                      <a:pt x="498" y="899"/>
                      <a:pt x="504" y="900"/>
                      <a:pt x="515" y="900"/>
                    </a:cubicBezTo>
                    <a:cubicBezTo>
                      <a:pt x="621" y="900"/>
                      <a:pt x="1166" y="859"/>
                      <a:pt x="91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835;p39">
                <a:extLst>
                  <a:ext uri="{FF2B5EF4-FFF2-40B4-BE49-F238E27FC236}">
                    <a16:creationId xmlns:a16="http://schemas.microsoft.com/office/drawing/2014/main" id="{1CA278ED-00F6-8185-1EB9-32C90F1DF655}"/>
                  </a:ext>
                </a:extLst>
              </p:cNvPr>
              <p:cNvSpPr/>
              <p:nvPr/>
            </p:nvSpPr>
            <p:spPr>
              <a:xfrm>
                <a:off x="6142487" y="2331895"/>
                <a:ext cx="26332" cy="16944"/>
              </a:xfrm>
              <a:custGeom>
                <a:avLst/>
                <a:gdLst/>
                <a:ahLst/>
                <a:cxnLst/>
                <a:rect l="l" t="t" r="r" b="b"/>
                <a:pathLst>
                  <a:path w="934" h="601" extrusionOk="0">
                    <a:moveTo>
                      <a:pt x="588" y="1"/>
                    </a:moveTo>
                    <a:cubicBezTo>
                      <a:pt x="423" y="1"/>
                      <a:pt x="215" y="106"/>
                      <a:pt x="1" y="485"/>
                    </a:cubicBezTo>
                    <a:cubicBezTo>
                      <a:pt x="198" y="568"/>
                      <a:pt x="353" y="600"/>
                      <a:pt x="476" y="600"/>
                    </a:cubicBezTo>
                    <a:cubicBezTo>
                      <a:pt x="924" y="600"/>
                      <a:pt x="934" y="165"/>
                      <a:pt x="934" y="165"/>
                    </a:cubicBezTo>
                    <a:cubicBezTo>
                      <a:pt x="934" y="165"/>
                      <a:pt x="795" y="1"/>
                      <a:pt x="58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1836;p39">
                <a:extLst>
                  <a:ext uri="{FF2B5EF4-FFF2-40B4-BE49-F238E27FC236}">
                    <a16:creationId xmlns:a16="http://schemas.microsoft.com/office/drawing/2014/main" id="{D52FB457-C133-7302-5D20-C8C088105825}"/>
                  </a:ext>
                </a:extLst>
              </p:cNvPr>
              <p:cNvSpPr/>
              <p:nvPr/>
            </p:nvSpPr>
            <p:spPr>
              <a:xfrm>
                <a:off x="6104004" y="2212358"/>
                <a:ext cx="87876" cy="135944"/>
              </a:xfrm>
              <a:custGeom>
                <a:avLst/>
                <a:gdLst/>
                <a:ahLst/>
                <a:cxnLst/>
                <a:rect l="l" t="t" r="r" b="b"/>
                <a:pathLst>
                  <a:path w="3117" h="4822" extrusionOk="0">
                    <a:moveTo>
                      <a:pt x="66" y="0"/>
                    </a:moveTo>
                    <a:cubicBezTo>
                      <a:pt x="31" y="0"/>
                      <a:pt x="16" y="16"/>
                      <a:pt x="16" y="31"/>
                    </a:cubicBezTo>
                    <a:cubicBezTo>
                      <a:pt x="16" y="66"/>
                      <a:pt x="0" y="3599"/>
                      <a:pt x="3055" y="4821"/>
                    </a:cubicBezTo>
                    <a:lnTo>
                      <a:pt x="3070" y="4821"/>
                    </a:lnTo>
                    <a:cubicBezTo>
                      <a:pt x="3086" y="4821"/>
                      <a:pt x="3101" y="4806"/>
                      <a:pt x="3101" y="4791"/>
                    </a:cubicBezTo>
                    <a:cubicBezTo>
                      <a:pt x="3117" y="4775"/>
                      <a:pt x="3101" y="4756"/>
                      <a:pt x="3086" y="4740"/>
                    </a:cubicBezTo>
                    <a:cubicBezTo>
                      <a:pt x="81" y="3552"/>
                      <a:pt x="97" y="66"/>
                      <a:pt x="97" y="31"/>
                    </a:cubicBezTo>
                    <a:cubicBezTo>
                      <a:pt x="97" y="16"/>
                      <a:pt x="81" y="0"/>
                      <a:pt x="6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1837;p39">
                <a:extLst>
                  <a:ext uri="{FF2B5EF4-FFF2-40B4-BE49-F238E27FC236}">
                    <a16:creationId xmlns:a16="http://schemas.microsoft.com/office/drawing/2014/main" id="{CAC68877-E0D6-6B98-EB1A-4FF17F29EF90}"/>
                  </a:ext>
                </a:extLst>
              </p:cNvPr>
              <p:cNvSpPr/>
              <p:nvPr/>
            </p:nvSpPr>
            <p:spPr>
              <a:xfrm>
                <a:off x="6084974" y="2193328"/>
                <a:ext cx="40795" cy="31322"/>
              </a:xfrm>
              <a:custGeom>
                <a:avLst/>
                <a:gdLst/>
                <a:ahLst/>
                <a:cxnLst/>
                <a:rect l="l" t="t" r="r" b="b"/>
                <a:pathLst>
                  <a:path w="1447" h="1111" extrusionOk="0">
                    <a:moveTo>
                      <a:pt x="741" y="0"/>
                    </a:moveTo>
                    <a:cubicBezTo>
                      <a:pt x="0" y="822"/>
                      <a:pt x="741" y="1111"/>
                      <a:pt x="741" y="1111"/>
                    </a:cubicBezTo>
                    <a:cubicBezTo>
                      <a:pt x="741" y="1111"/>
                      <a:pt x="1447" y="837"/>
                      <a:pt x="74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4" name="Picture 2" descr="Free photo bohemian man with his arms crossed">
              <a:extLst>
                <a:ext uri="{FF2B5EF4-FFF2-40B4-BE49-F238E27FC236}">
                  <a16:creationId xmlns:a16="http://schemas.microsoft.com/office/drawing/2014/main" id="{C7CC21AE-E6D3-54BD-9D58-0200E2996AA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3485" t="4509" r="27350" b="38229"/>
            <a:stretch/>
          </p:blipFill>
          <p:spPr bwMode="auto">
            <a:xfrm>
              <a:off x="1841754" y="1679631"/>
              <a:ext cx="1813061" cy="2101347"/>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52" name="Google Shape;1690;p39">
            <a:extLst>
              <a:ext uri="{FF2B5EF4-FFF2-40B4-BE49-F238E27FC236}">
                <a16:creationId xmlns:a16="http://schemas.microsoft.com/office/drawing/2014/main" id="{35DD0F1A-0086-2206-7596-C49D8B554DE3}"/>
              </a:ext>
            </a:extLst>
          </p:cNvPr>
          <p:cNvGrpSpPr/>
          <p:nvPr/>
        </p:nvGrpSpPr>
        <p:grpSpPr>
          <a:xfrm>
            <a:off x="9916317" y="1159015"/>
            <a:ext cx="1416340" cy="2807558"/>
            <a:chOff x="2859950" y="2138070"/>
            <a:chExt cx="457592" cy="907069"/>
          </a:xfrm>
        </p:grpSpPr>
        <p:sp>
          <p:nvSpPr>
            <p:cNvPr id="53" name="Google Shape;1691;p39">
              <a:extLst>
                <a:ext uri="{FF2B5EF4-FFF2-40B4-BE49-F238E27FC236}">
                  <a16:creationId xmlns:a16="http://schemas.microsoft.com/office/drawing/2014/main" id="{FF4EC090-A4BC-23A0-BC33-696FF296A85A}"/>
                </a:ext>
              </a:extLst>
            </p:cNvPr>
            <p:cNvSpPr/>
            <p:nvPr/>
          </p:nvSpPr>
          <p:spPr>
            <a:xfrm>
              <a:off x="2859950" y="2500939"/>
              <a:ext cx="457592" cy="544200"/>
            </a:xfrm>
            <a:custGeom>
              <a:avLst/>
              <a:gdLst/>
              <a:ahLst/>
              <a:cxnLst/>
              <a:rect l="l" t="t" r="r" b="b"/>
              <a:pathLst>
                <a:path w="16231" h="19303" extrusionOk="0">
                  <a:moveTo>
                    <a:pt x="8131" y="1"/>
                  </a:moveTo>
                  <a:cubicBezTo>
                    <a:pt x="4771" y="1"/>
                    <a:pt x="2056" y="903"/>
                    <a:pt x="2056" y="4259"/>
                  </a:cubicBezTo>
                  <a:lnTo>
                    <a:pt x="2056" y="4598"/>
                  </a:lnTo>
                  <a:cubicBezTo>
                    <a:pt x="2137" y="5979"/>
                    <a:pt x="1797" y="7345"/>
                    <a:pt x="1107" y="8536"/>
                  </a:cubicBezTo>
                  <a:cubicBezTo>
                    <a:pt x="401" y="9774"/>
                    <a:pt x="0" y="11221"/>
                    <a:pt x="16" y="12744"/>
                  </a:cubicBezTo>
                  <a:cubicBezTo>
                    <a:pt x="97" y="17103"/>
                    <a:pt x="3664" y="19240"/>
                    <a:pt x="8003" y="19301"/>
                  </a:cubicBezTo>
                  <a:cubicBezTo>
                    <a:pt x="8068" y="19302"/>
                    <a:pt x="8132" y="19303"/>
                    <a:pt x="8196" y="19303"/>
                  </a:cubicBezTo>
                  <a:cubicBezTo>
                    <a:pt x="12639" y="19303"/>
                    <a:pt x="16231" y="17054"/>
                    <a:pt x="16231" y="12602"/>
                  </a:cubicBezTo>
                  <a:cubicBezTo>
                    <a:pt x="16231" y="11155"/>
                    <a:pt x="15845" y="9790"/>
                    <a:pt x="15170" y="8617"/>
                  </a:cubicBezTo>
                  <a:cubicBezTo>
                    <a:pt x="14479" y="7379"/>
                    <a:pt x="14109" y="5995"/>
                    <a:pt x="14190" y="4598"/>
                  </a:cubicBezTo>
                  <a:lnTo>
                    <a:pt x="14190" y="4259"/>
                  </a:lnTo>
                  <a:cubicBezTo>
                    <a:pt x="14190" y="903"/>
                    <a:pt x="11475" y="1"/>
                    <a:pt x="813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1692;p39">
              <a:extLst>
                <a:ext uri="{FF2B5EF4-FFF2-40B4-BE49-F238E27FC236}">
                  <a16:creationId xmlns:a16="http://schemas.microsoft.com/office/drawing/2014/main" id="{B9C4A754-9FC7-AFF1-8BEB-4E31BB71BD5C}"/>
                </a:ext>
              </a:extLst>
            </p:cNvPr>
            <p:cNvSpPr/>
            <p:nvPr/>
          </p:nvSpPr>
          <p:spPr>
            <a:xfrm>
              <a:off x="2893866" y="2529554"/>
              <a:ext cx="389761" cy="487082"/>
            </a:xfrm>
            <a:custGeom>
              <a:avLst/>
              <a:gdLst/>
              <a:ahLst/>
              <a:cxnLst/>
              <a:rect l="l" t="t" r="r" b="b"/>
              <a:pathLst>
                <a:path w="13825" h="17277" extrusionOk="0">
                  <a:moveTo>
                    <a:pt x="6928" y="0"/>
                  </a:moveTo>
                  <a:cubicBezTo>
                    <a:pt x="4340" y="0"/>
                    <a:pt x="2203" y="660"/>
                    <a:pt x="1817" y="3005"/>
                  </a:cubicBezTo>
                  <a:cubicBezTo>
                    <a:pt x="1771" y="3244"/>
                    <a:pt x="1752" y="3518"/>
                    <a:pt x="1752" y="3807"/>
                  </a:cubicBezTo>
                  <a:lnTo>
                    <a:pt x="1752" y="4112"/>
                  </a:lnTo>
                  <a:cubicBezTo>
                    <a:pt x="1817" y="5095"/>
                    <a:pt x="1640" y="6075"/>
                    <a:pt x="1269" y="6974"/>
                  </a:cubicBezTo>
                  <a:cubicBezTo>
                    <a:pt x="1223" y="7070"/>
                    <a:pt x="1173" y="7182"/>
                    <a:pt x="1127" y="7278"/>
                  </a:cubicBezTo>
                  <a:cubicBezTo>
                    <a:pt x="1077" y="7410"/>
                    <a:pt x="1015" y="7521"/>
                    <a:pt x="949" y="7649"/>
                  </a:cubicBezTo>
                  <a:cubicBezTo>
                    <a:pt x="918" y="7680"/>
                    <a:pt x="903" y="7730"/>
                    <a:pt x="868" y="7776"/>
                  </a:cubicBezTo>
                  <a:cubicBezTo>
                    <a:pt x="787" y="7938"/>
                    <a:pt x="710" y="8100"/>
                    <a:pt x="645" y="8277"/>
                  </a:cubicBezTo>
                  <a:cubicBezTo>
                    <a:pt x="228" y="9222"/>
                    <a:pt x="1" y="10283"/>
                    <a:pt x="16" y="11409"/>
                  </a:cubicBezTo>
                  <a:cubicBezTo>
                    <a:pt x="16" y="11587"/>
                    <a:pt x="35" y="11749"/>
                    <a:pt x="51" y="11907"/>
                  </a:cubicBezTo>
                  <a:cubicBezTo>
                    <a:pt x="51" y="12038"/>
                    <a:pt x="66" y="12181"/>
                    <a:pt x="97" y="12308"/>
                  </a:cubicBezTo>
                  <a:cubicBezTo>
                    <a:pt x="112" y="12455"/>
                    <a:pt x="132" y="12582"/>
                    <a:pt x="163" y="12713"/>
                  </a:cubicBezTo>
                  <a:cubicBezTo>
                    <a:pt x="209" y="12921"/>
                    <a:pt x="259" y="13114"/>
                    <a:pt x="325" y="13292"/>
                  </a:cubicBezTo>
                  <a:cubicBezTo>
                    <a:pt x="402" y="13546"/>
                    <a:pt x="498" y="13774"/>
                    <a:pt x="614" y="13997"/>
                  </a:cubicBezTo>
                  <a:cubicBezTo>
                    <a:pt x="1674" y="16150"/>
                    <a:pt x="4050" y="17226"/>
                    <a:pt x="6816" y="17276"/>
                  </a:cubicBezTo>
                  <a:cubicBezTo>
                    <a:pt x="6868" y="17277"/>
                    <a:pt x="6919" y="17277"/>
                    <a:pt x="6971" y="17277"/>
                  </a:cubicBezTo>
                  <a:cubicBezTo>
                    <a:pt x="9061" y="17277"/>
                    <a:pt x="10943" y="16667"/>
                    <a:pt x="12200" y="15444"/>
                  </a:cubicBezTo>
                  <a:cubicBezTo>
                    <a:pt x="12794" y="14865"/>
                    <a:pt x="13246" y="14140"/>
                    <a:pt x="13516" y="13292"/>
                  </a:cubicBezTo>
                  <a:cubicBezTo>
                    <a:pt x="13581" y="13114"/>
                    <a:pt x="13631" y="12921"/>
                    <a:pt x="13678" y="12713"/>
                  </a:cubicBezTo>
                  <a:cubicBezTo>
                    <a:pt x="13708" y="12582"/>
                    <a:pt x="13728" y="12455"/>
                    <a:pt x="13743" y="12308"/>
                  </a:cubicBezTo>
                  <a:cubicBezTo>
                    <a:pt x="13774" y="12181"/>
                    <a:pt x="13789" y="12038"/>
                    <a:pt x="13789" y="11907"/>
                  </a:cubicBezTo>
                  <a:cubicBezTo>
                    <a:pt x="13805" y="11699"/>
                    <a:pt x="13824" y="11490"/>
                    <a:pt x="13824" y="11282"/>
                  </a:cubicBezTo>
                  <a:cubicBezTo>
                    <a:pt x="13824" y="10206"/>
                    <a:pt x="13597" y="9191"/>
                    <a:pt x="13195" y="8277"/>
                  </a:cubicBezTo>
                  <a:cubicBezTo>
                    <a:pt x="13130" y="8100"/>
                    <a:pt x="13053" y="7938"/>
                    <a:pt x="12972" y="7776"/>
                  </a:cubicBezTo>
                  <a:cubicBezTo>
                    <a:pt x="12956" y="7745"/>
                    <a:pt x="12937" y="7730"/>
                    <a:pt x="12922" y="7699"/>
                  </a:cubicBezTo>
                  <a:cubicBezTo>
                    <a:pt x="12860" y="7568"/>
                    <a:pt x="12779" y="7425"/>
                    <a:pt x="12713" y="7278"/>
                  </a:cubicBezTo>
                  <a:cubicBezTo>
                    <a:pt x="12667" y="7182"/>
                    <a:pt x="12617" y="7070"/>
                    <a:pt x="12586" y="6974"/>
                  </a:cubicBezTo>
                  <a:cubicBezTo>
                    <a:pt x="12216" y="6060"/>
                    <a:pt x="12038" y="5095"/>
                    <a:pt x="12088" y="4112"/>
                  </a:cubicBezTo>
                  <a:lnTo>
                    <a:pt x="12088" y="3807"/>
                  </a:lnTo>
                  <a:cubicBezTo>
                    <a:pt x="12088" y="3583"/>
                    <a:pt x="12069" y="3360"/>
                    <a:pt x="12054" y="3167"/>
                  </a:cubicBezTo>
                  <a:cubicBezTo>
                    <a:pt x="11734" y="691"/>
                    <a:pt x="9562" y="0"/>
                    <a:pt x="692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1693;p39">
              <a:extLst>
                <a:ext uri="{FF2B5EF4-FFF2-40B4-BE49-F238E27FC236}">
                  <a16:creationId xmlns:a16="http://schemas.microsoft.com/office/drawing/2014/main" id="{AEB399B6-1F92-4BC8-CC22-876128608B69}"/>
                </a:ext>
              </a:extLst>
            </p:cNvPr>
            <p:cNvSpPr/>
            <p:nvPr/>
          </p:nvSpPr>
          <p:spPr>
            <a:xfrm>
              <a:off x="2945092" y="2530400"/>
              <a:ext cx="288607" cy="88440"/>
            </a:xfrm>
            <a:custGeom>
              <a:avLst/>
              <a:gdLst/>
              <a:ahLst/>
              <a:cxnLst/>
              <a:rect l="l" t="t" r="r" b="b"/>
              <a:pathLst>
                <a:path w="10237" h="3137" extrusionOk="0">
                  <a:moveTo>
                    <a:pt x="4162" y="1"/>
                  </a:moveTo>
                  <a:cubicBezTo>
                    <a:pt x="2010" y="163"/>
                    <a:pt x="340" y="919"/>
                    <a:pt x="0" y="2975"/>
                  </a:cubicBezTo>
                  <a:cubicBezTo>
                    <a:pt x="513" y="2172"/>
                    <a:pt x="1223" y="742"/>
                    <a:pt x="4162" y="452"/>
                  </a:cubicBezTo>
                  <a:lnTo>
                    <a:pt x="4162" y="1"/>
                  </a:lnTo>
                  <a:close/>
                  <a:moveTo>
                    <a:pt x="6060" y="1"/>
                  </a:moveTo>
                  <a:lnTo>
                    <a:pt x="6060" y="437"/>
                  </a:lnTo>
                  <a:cubicBezTo>
                    <a:pt x="8902" y="661"/>
                    <a:pt x="9546" y="2122"/>
                    <a:pt x="10237" y="3137"/>
                  </a:cubicBezTo>
                  <a:cubicBezTo>
                    <a:pt x="9947" y="965"/>
                    <a:pt x="8247" y="163"/>
                    <a:pt x="606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1694;p39">
              <a:extLst>
                <a:ext uri="{FF2B5EF4-FFF2-40B4-BE49-F238E27FC236}">
                  <a16:creationId xmlns:a16="http://schemas.microsoft.com/office/drawing/2014/main" id="{A66EB08E-DBB0-8DEE-44B5-27CCB801E87E}"/>
                </a:ext>
              </a:extLst>
            </p:cNvPr>
            <p:cNvSpPr/>
            <p:nvPr/>
          </p:nvSpPr>
          <p:spPr>
            <a:xfrm>
              <a:off x="2896573" y="2876522"/>
              <a:ext cx="384771" cy="27770"/>
            </a:xfrm>
            <a:custGeom>
              <a:avLst/>
              <a:gdLst/>
              <a:ahLst/>
              <a:cxnLst/>
              <a:rect l="l" t="t" r="r" b="b"/>
              <a:pathLst>
                <a:path w="13648" h="985" extrusionOk="0">
                  <a:moveTo>
                    <a:pt x="1" y="1"/>
                  </a:moveTo>
                  <a:cubicBezTo>
                    <a:pt x="16" y="148"/>
                    <a:pt x="36" y="275"/>
                    <a:pt x="67" y="406"/>
                  </a:cubicBezTo>
                  <a:cubicBezTo>
                    <a:pt x="113" y="614"/>
                    <a:pt x="163" y="807"/>
                    <a:pt x="229" y="985"/>
                  </a:cubicBezTo>
                  <a:lnTo>
                    <a:pt x="13420" y="985"/>
                  </a:lnTo>
                  <a:cubicBezTo>
                    <a:pt x="13485" y="807"/>
                    <a:pt x="13535" y="614"/>
                    <a:pt x="13582" y="406"/>
                  </a:cubicBezTo>
                  <a:cubicBezTo>
                    <a:pt x="13612" y="275"/>
                    <a:pt x="13632" y="148"/>
                    <a:pt x="1364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1695;p39">
              <a:extLst>
                <a:ext uri="{FF2B5EF4-FFF2-40B4-BE49-F238E27FC236}">
                  <a16:creationId xmlns:a16="http://schemas.microsoft.com/office/drawing/2014/main" id="{60FCE9DD-7C06-CB40-5A16-98913995A8EC}"/>
                </a:ext>
              </a:extLst>
            </p:cNvPr>
            <p:cNvSpPr/>
            <p:nvPr/>
          </p:nvSpPr>
          <p:spPr>
            <a:xfrm>
              <a:off x="2912022" y="2734741"/>
              <a:ext cx="353872" cy="28192"/>
            </a:xfrm>
            <a:custGeom>
              <a:avLst/>
              <a:gdLst/>
              <a:ahLst/>
              <a:cxnLst/>
              <a:rect l="l" t="t" r="r" b="b"/>
              <a:pathLst>
                <a:path w="12552" h="1000" extrusionOk="0">
                  <a:moveTo>
                    <a:pt x="483" y="0"/>
                  </a:moveTo>
                  <a:cubicBezTo>
                    <a:pt x="433" y="132"/>
                    <a:pt x="371" y="243"/>
                    <a:pt x="305" y="371"/>
                  </a:cubicBezTo>
                  <a:cubicBezTo>
                    <a:pt x="274" y="402"/>
                    <a:pt x="259" y="452"/>
                    <a:pt x="224" y="498"/>
                  </a:cubicBezTo>
                  <a:cubicBezTo>
                    <a:pt x="143" y="660"/>
                    <a:pt x="66" y="822"/>
                    <a:pt x="1" y="999"/>
                  </a:cubicBezTo>
                  <a:lnTo>
                    <a:pt x="12551" y="999"/>
                  </a:lnTo>
                  <a:cubicBezTo>
                    <a:pt x="12486" y="822"/>
                    <a:pt x="12409" y="660"/>
                    <a:pt x="12328" y="498"/>
                  </a:cubicBezTo>
                  <a:cubicBezTo>
                    <a:pt x="12312" y="467"/>
                    <a:pt x="12293" y="452"/>
                    <a:pt x="12278" y="421"/>
                  </a:cubicBezTo>
                  <a:cubicBezTo>
                    <a:pt x="12216" y="290"/>
                    <a:pt x="12135" y="147"/>
                    <a:pt x="120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1696;p39">
              <a:extLst>
                <a:ext uri="{FF2B5EF4-FFF2-40B4-BE49-F238E27FC236}">
                  <a16:creationId xmlns:a16="http://schemas.microsoft.com/office/drawing/2014/main" id="{8E11510A-05A7-E309-714D-6F82102BAA94}"/>
                </a:ext>
              </a:extLst>
            </p:cNvPr>
            <p:cNvSpPr/>
            <p:nvPr/>
          </p:nvSpPr>
          <p:spPr>
            <a:xfrm>
              <a:off x="2895276" y="2865217"/>
              <a:ext cx="387365" cy="22751"/>
            </a:xfrm>
            <a:custGeom>
              <a:avLst/>
              <a:gdLst/>
              <a:ahLst/>
              <a:cxnLst/>
              <a:rect l="l" t="t" r="r" b="b"/>
              <a:pathLst>
                <a:path w="13740" h="807" extrusionOk="0">
                  <a:moveTo>
                    <a:pt x="1" y="1"/>
                  </a:moveTo>
                  <a:cubicBezTo>
                    <a:pt x="16" y="275"/>
                    <a:pt x="62" y="549"/>
                    <a:pt x="113" y="807"/>
                  </a:cubicBezTo>
                  <a:lnTo>
                    <a:pt x="13628" y="807"/>
                  </a:lnTo>
                  <a:cubicBezTo>
                    <a:pt x="13678" y="549"/>
                    <a:pt x="13724" y="275"/>
                    <a:pt x="1373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1697;p39">
              <a:extLst>
                <a:ext uri="{FF2B5EF4-FFF2-40B4-BE49-F238E27FC236}">
                  <a16:creationId xmlns:a16="http://schemas.microsoft.com/office/drawing/2014/main" id="{33D20B24-BDFD-8359-E47A-22035AAF877C}"/>
                </a:ext>
              </a:extLst>
            </p:cNvPr>
            <p:cNvSpPr/>
            <p:nvPr/>
          </p:nvSpPr>
          <p:spPr>
            <a:xfrm>
              <a:off x="2918338" y="2726142"/>
              <a:ext cx="341242" cy="22639"/>
            </a:xfrm>
            <a:custGeom>
              <a:avLst/>
              <a:gdLst/>
              <a:ahLst/>
              <a:cxnLst/>
              <a:rect l="l" t="t" r="r" b="b"/>
              <a:pathLst>
                <a:path w="12104" h="803" extrusionOk="0">
                  <a:moveTo>
                    <a:pt x="401" y="1"/>
                  </a:moveTo>
                  <a:cubicBezTo>
                    <a:pt x="305" y="224"/>
                    <a:pt x="193" y="452"/>
                    <a:pt x="81" y="676"/>
                  </a:cubicBezTo>
                  <a:cubicBezTo>
                    <a:pt x="50" y="707"/>
                    <a:pt x="35" y="757"/>
                    <a:pt x="0" y="803"/>
                  </a:cubicBezTo>
                  <a:lnTo>
                    <a:pt x="12104" y="803"/>
                  </a:lnTo>
                  <a:cubicBezTo>
                    <a:pt x="12088" y="772"/>
                    <a:pt x="12069" y="757"/>
                    <a:pt x="12054" y="726"/>
                  </a:cubicBezTo>
                  <a:cubicBezTo>
                    <a:pt x="11926" y="483"/>
                    <a:pt x="11814" y="244"/>
                    <a:pt x="117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1698;p39">
              <a:extLst>
                <a:ext uri="{FF2B5EF4-FFF2-40B4-BE49-F238E27FC236}">
                  <a16:creationId xmlns:a16="http://schemas.microsoft.com/office/drawing/2014/main" id="{94A5C62A-57A3-0893-E433-5A0F70D90A29}"/>
                </a:ext>
              </a:extLst>
            </p:cNvPr>
            <p:cNvSpPr/>
            <p:nvPr/>
          </p:nvSpPr>
          <p:spPr>
            <a:xfrm>
              <a:off x="3026203" y="2157551"/>
              <a:ext cx="28080" cy="22187"/>
            </a:xfrm>
            <a:custGeom>
              <a:avLst/>
              <a:gdLst/>
              <a:ahLst/>
              <a:cxnLst/>
              <a:rect l="l" t="t" r="r" b="b"/>
              <a:pathLst>
                <a:path w="996" h="787" extrusionOk="0">
                  <a:moveTo>
                    <a:pt x="1" y="0"/>
                  </a:moveTo>
                  <a:lnTo>
                    <a:pt x="1" y="787"/>
                  </a:lnTo>
                  <a:lnTo>
                    <a:pt x="996" y="787"/>
                  </a:lnTo>
                  <a:lnTo>
                    <a:pt x="99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1699;p39">
              <a:extLst>
                <a:ext uri="{FF2B5EF4-FFF2-40B4-BE49-F238E27FC236}">
                  <a16:creationId xmlns:a16="http://schemas.microsoft.com/office/drawing/2014/main" id="{0572BB27-1265-4F13-A4B6-05D284C2A1A2}"/>
                </a:ext>
              </a:extLst>
            </p:cNvPr>
            <p:cNvSpPr/>
            <p:nvPr/>
          </p:nvSpPr>
          <p:spPr>
            <a:xfrm>
              <a:off x="3018478" y="2151659"/>
              <a:ext cx="15478" cy="35382"/>
            </a:xfrm>
            <a:custGeom>
              <a:avLst/>
              <a:gdLst/>
              <a:ahLst/>
              <a:cxnLst/>
              <a:rect l="l" t="t" r="r" b="b"/>
              <a:pathLst>
                <a:path w="549" h="1255" extrusionOk="0">
                  <a:moveTo>
                    <a:pt x="224" y="1"/>
                  </a:moveTo>
                  <a:cubicBezTo>
                    <a:pt x="97" y="1"/>
                    <a:pt x="1" y="97"/>
                    <a:pt x="1" y="225"/>
                  </a:cubicBezTo>
                  <a:lnTo>
                    <a:pt x="1" y="1027"/>
                  </a:lnTo>
                  <a:cubicBezTo>
                    <a:pt x="1" y="1158"/>
                    <a:pt x="97" y="1254"/>
                    <a:pt x="224" y="1254"/>
                  </a:cubicBezTo>
                  <a:lnTo>
                    <a:pt x="321" y="1254"/>
                  </a:lnTo>
                  <a:cubicBezTo>
                    <a:pt x="452" y="1254"/>
                    <a:pt x="548" y="1158"/>
                    <a:pt x="548" y="1027"/>
                  </a:cubicBezTo>
                  <a:lnTo>
                    <a:pt x="548" y="225"/>
                  </a:lnTo>
                  <a:cubicBezTo>
                    <a:pt x="548" y="97"/>
                    <a:pt x="452" y="1"/>
                    <a:pt x="32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700;p39">
              <a:extLst>
                <a:ext uri="{FF2B5EF4-FFF2-40B4-BE49-F238E27FC236}">
                  <a16:creationId xmlns:a16="http://schemas.microsoft.com/office/drawing/2014/main" id="{99BBDCD2-FCBE-D1EB-8A60-700E97AB58D3}"/>
                </a:ext>
              </a:extLst>
            </p:cNvPr>
            <p:cNvSpPr/>
            <p:nvPr/>
          </p:nvSpPr>
          <p:spPr>
            <a:xfrm>
              <a:off x="3030234" y="2205592"/>
              <a:ext cx="28192" cy="22667"/>
            </a:xfrm>
            <a:custGeom>
              <a:avLst/>
              <a:gdLst/>
              <a:ahLst/>
              <a:cxnLst/>
              <a:rect l="l" t="t" r="r" b="b"/>
              <a:pathLst>
                <a:path w="1000" h="804" extrusionOk="0">
                  <a:moveTo>
                    <a:pt x="0" y="1"/>
                  </a:moveTo>
                  <a:lnTo>
                    <a:pt x="0" y="803"/>
                  </a:lnTo>
                  <a:lnTo>
                    <a:pt x="999" y="803"/>
                  </a:lnTo>
                  <a:lnTo>
                    <a:pt x="99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1701;p39">
              <a:extLst>
                <a:ext uri="{FF2B5EF4-FFF2-40B4-BE49-F238E27FC236}">
                  <a16:creationId xmlns:a16="http://schemas.microsoft.com/office/drawing/2014/main" id="{18545220-10C5-98E2-4B42-63FF1002D31C}"/>
                </a:ext>
              </a:extLst>
            </p:cNvPr>
            <p:cNvSpPr/>
            <p:nvPr/>
          </p:nvSpPr>
          <p:spPr>
            <a:xfrm>
              <a:off x="3022622" y="2199615"/>
              <a:ext cx="15365" cy="35917"/>
            </a:xfrm>
            <a:custGeom>
              <a:avLst/>
              <a:gdLst/>
              <a:ahLst/>
              <a:cxnLst/>
              <a:rect l="l" t="t" r="r" b="b"/>
              <a:pathLst>
                <a:path w="545" h="1274" extrusionOk="0">
                  <a:moveTo>
                    <a:pt x="224" y="1"/>
                  </a:moveTo>
                  <a:cubicBezTo>
                    <a:pt x="97" y="1"/>
                    <a:pt x="0" y="117"/>
                    <a:pt x="0" y="244"/>
                  </a:cubicBezTo>
                  <a:lnTo>
                    <a:pt x="0" y="1046"/>
                  </a:lnTo>
                  <a:cubicBezTo>
                    <a:pt x="0" y="1177"/>
                    <a:pt x="97" y="1274"/>
                    <a:pt x="224" y="1274"/>
                  </a:cubicBezTo>
                  <a:lnTo>
                    <a:pt x="320" y="1274"/>
                  </a:lnTo>
                  <a:cubicBezTo>
                    <a:pt x="448" y="1274"/>
                    <a:pt x="544" y="1177"/>
                    <a:pt x="544" y="1046"/>
                  </a:cubicBezTo>
                  <a:lnTo>
                    <a:pt x="544" y="244"/>
                  </a:lnTo>
                  <a:cubicBezTo>
                    <a:pt x="544" y="117"/>
                    <a:pt x="448" y="1"/>
                    <a:pt x="32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702;p39">
              <a:extLst>
                <a:ext uri="{FF2B5EF4-FFF2-40B4-BE49-F238E27FC236}">
                  <a16:creationId xmlns:a16="http://schemas.microsoft.com/office/drawing/2014/main" id="{B7D93229-8C09-4ED6-3737-AE9843761B25}"/>
                </a:ext>
              </a:extLst>
            </p:cNvPr>
            <p:cNvSpPr/>
            <p:nvPr/>
          </p:nvSpPr>
          <p:spPr>
            <a:xfrm>
              <a:off x="3123637" y="2157551"/>
              <a:ext cx="28080" cy="22187"/>
            </a:xfrm>
            <a:custGeom>
              <a:avLst/>
              <a:gdLst/>
              <a:ahLst/>
              <a:cxnLst/>
              <a:rect l="l" t="t" r="r" b="b"/>
              <a:pathLst>
                <a:path w="996" h="787" extrusionOk="0">
                  <a:moveTo>
                    <a:pt x="0" y="0"/>
                  </a:moveTo>
                  <a:lnTo>
                    <a:pt x="0" y="787"/>
                  </a:lnTo>
                  <a:lnTo>
                    <a:pt x="996" y="787"/>
                  </a:lnTo>
                  <a:lnTo>
                    <a:pt x="99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703;p39">
              <a:extLst>
                <a:ext uri="{FF2B5EF4-FFF2-40B4-BE49-F238E27FC236}">
                  <a16:creationId xmlns:a16="http://schemas.microsoft.com/office/drawing/2014/main" id="{A4FA5C80-2087-4E60-8AF4-D6572082FB14}"/>
                </a:ext>
              </a:extLst>
            </p:cNvPr>
            <p:cNvSpPr/>
            <p:nvPr/>
          </p:nvSpPr>
          <p:spPr>
            <a:xfrm>
              <a:off x="3143964" y="2151659"/>
              <a:ext cx="15478" cy="35382"/>
            </a:xfrm>
            <a:custGeom>
              <a:avLst/>
              <a:gdLst/>
              <a:ahLst/>
              <a:cxnLst/>
              <a:rect l="l" t="t" r="r" b="b"/>
              <a:pathLst>
                <a:path w="549" h="1255" extrusionOk="0">
                  <a:moveTo>
                    <a:pt x="228" y="1"/>
                  </a:moveTo>
                  <a:cubicBezTo>
                    <a:pt x="97" y="1"/>
                    <a:pt x="1" y="97"/>
                    <a:pt x="1" y="225"/>
                  </a:cubicBezTo>
                  <a:lnTo>
                    <a:pt x="1" y="1027"/>
                  </a:lnTo>
                  <a:cubicBezTo>
                    <a:pt x="1" y="1158"/>
                    <a:pt x="97" y="1254"/>
                    <a:pt x="228" y="1254"/>
                  </a:cubicBezTo>
                  <a:lnTo>
                    <a:pt x="325" y="1254"/>
                  </a:lnTo>
                  <a:cubicBezTo>
                    <a:pt x="452" y="1254"/>
                    <a:pt x="548" y="1158"/>
                    <a:pt x="548" y="1027"/>
                  </a:cubicBezTo>
                  <a:lnTo>
                    <a:pt x="548" y="225"/>
                  </a:lnTo>
                  <a:cubicBezTo>
                    <a:pt x="548" y="97"/>
                    <a:pt x="452" y="1"/>
                    <a:pt x="32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704;p39">
              <a:extLst>
                <a:ext uri="{FF2B5EF4-FFF2-40B4-BE49-F238E27FC236}">
                  <a16:creationId xmlns:a16="http://schemas.microsoft.com/office/drawing/2014/main" id="{B7D03946-E295-61EE-F476-4D8362F44AB6}"/>
                </a:ext>
              </a:extLst>
            </p:cNvPr>
            <p:cNvSpPr/>
            <p:nvPr/>
          </p:nvSpPr>
          <p:spPr>
            <a:xfrm>
              <a:off x="3119493" y="2205592"/>
              <a:ext cx="28192" cy="22667"/>
            </a:xfrm>
            <a:custGeom>
              <a:avLst/>
              <a:gdLst/>
              <a:ahLst/>
              <a:cxnLst/>
              <a:rect l="l" t="t" r="r" b="b"/>
              <a:pathLst>
                <a:path w="1000" h="804" extrusionOk="0">
                  <a:moveTo>
                    <a:pt x="1" y="1"/>
                  </a:moveTo>
                  <a:lnTo>
                    <a:pt x="1" y="803"/>
                  </a:lnTo>
                  <a:lnTo>
                    <a:pt x="1000" y="803"/>
                  </a:lnTo>
                  <a:lnTo>
                    <a:pt x="100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705;p39">
              <a:extLst>
                <a:ext uri="{FF2B5EF4-FFF2-40B4-BE49-F238E27FC236}">
                  <a16:creationId xmlns:a16="http://schemas.microsoft.com/office/drawing/2014/main" id="{46240EB5-24B8-E013-7E3C-A2C520977DBB}"/>
                </a:ext>
              </a:extLst>
            </p:cNvPr>
            <p:cNvSpPr/>
            <p:nvPr/>
          </p:nvSpPr>
          <p:spPr>
            <a:xfrm>
              <a:off x="3139932" y="2199615"/>
              <a:ext cx="15365" cy="35917"/>
            </a:xfrm>
            <a:custGeom>
              <a:avLst/>
              <a:gdLst/>
              <a:ahLst/>
              <a:cxnLst/>
              <a:rect l="l" t="t" r="r" b="b"/>
              <a:pathLst>
                <a:path w="545" h="1274" extrusionOk="0">
                  <a:moveTo>
                    <a:pt x="225" y="1"/>
                  </a:moveTo>
                  <a:cubicBezTo>
                    <a:pt x="97" y="1"/>
                    <a:pt x="1" y="117"/>
                    <a:pt x="1" y="244"/>
                  </a:cubicBezTo>
                  <a:lnTo>
                    <a:pt x="1" y="1046"/>
                  </a:lnTo>
                  <a:cubicBezTo>
                    <a:pt x="1" y="1177"/>
                    <a:pt x="97" y="1274"/>
                    <a:pt x="225" y="1274"/>
                  </a:cubicBezTo>
                  <a:lnTo>
                    <a:pt x="321" y="1274"/>
                  </a:lnTo>
                  <a:cubicBezTo>
                    <a:pt x="448" y="1274"/>
                    <a:pt x="545" y="1177"/>
                    <a:pt x="545" y="1046"/>
                  </a:cubicBezTo>
                  <a:lnTo>
                    <a:pt x="545" y="244"/>
                  </a:lnTo>
                  <a:cubicBezTo>
                    <a:pt x="545" y="117"/>
                    <a:pt x="448" y="1"/>
                    <a:pt x="32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706;p39">
              <a:extLst>
                <a:ext uri="{FF2B5EF4-FFF2-40B4-BE49-F238E27FC236}">
                  <a16:creationId xmlns:a16="http://schemas.microsoft.com/office/drawing/2014/main" id="{8FCA389A-E9A9-BC50-4B0B-E8181637FB7F}"/>
                </a:ext>
              </a:extLst>
            </p:cNvPr>
            <p:cNvSpPr/>
            <p:nvPr/>
          </p:nvSpPr>
          <p:spPr>
            <a:xfrm>
              <a:off x="3061980" y="2236378"/>
              <a:ext cx="53960" cy="315812"/>
            </a:xfrm>
            <a:custGeom>
              <a:avLst/>
              <a:gdLst/>
              <a:ahLst/>
              <a:cxnLst/>
              <a:rect l="l" t="t" r="r" b="b"/>
              <a:pathLst>
                <a:path w="1914" h="11202" extrusionOk="0">
                  <a:moveTo>
                    <a:pt x="16" y="0"/>
                  </a:moveTo>
                  <a:lnTo>
                    <a:pt x="16" y="980"/>
                  </a:lnTo>
                  <a:lnTo>
                    <a:pt x="16" y="10943"/>
                  </a:lnTo>
                  <a:cubicBezTo>
                    <a:pt x="0" y="11090"/>
                    <a:pt x="128" y="11201"/>
                    <a:pt x="259" y="11201"/>
                  </a:cubicBezTo>
                  <a:lnTo>
                    <a:pt x="1655" y="11201"/>
                  </a:lnTo>
                  <a:cubicBezTo>
                    <a:pt x="1802" y="11201"/>
                    <a:pt x="1914" y="11090"/>
                    <a:pt x="1914" y="10943"/>
                  </a:cubicBezTo>
                  <a:lnTo>
                    <a:pt x="1914" y="980"/>
                  </a:lnTo>
                  <a:lnTo>
                    <a:pt x="191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707;p39">
              <a:extLst>
                <a:ext uri="{FF2B5EF4-FFF2-40B4-BE49-F238E27FC236}">
                  <a16:creationId xmlns:a16="http://schemas.microsoft.com/office/drawing/2014/main" id="{0F821CC5-071C-B814-585E-EA177837C112}"/>
                </a:ext>
              </a:extLst>
            </p:cNvPr>
            <p:cNvSpPr/>
            <p:nvPr/>
          </p:nvSpPr>
          <p:spPr>
            <a:xfrm>
              <a:off x="3062402" y="2236378"/>
              <a:ext cx="53538" cy="27657"/>
            </a:xfrm>
            <a:custGeom>
              <a:avLst/>
              <a:gdLst/>
              <a:ahLst/>
              <a:cxnLst/>
              <a:rect l="l" t="t" r="r" b="b"/>
              <a:pathLst>
                <a:path w="1899" h="981" extrusionOk="0">
                  <a:moveTo>
                    <a:pt x="1" y="0"/>
                  </a:moveTo>
                  <a:lnTo>
                    <a:pt x="1" y="980"/>
                  </a:lnTo>
                  <a:lnTo>
                    <a:pt x="1899" y="980"/>
                  </a:lnTo>
                  <a:lnTo>
                    <a:pt x="189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708;p39">
              <a:extLst>
                <a:ext uri="{FF2B5EF4-FFF2-40B4-BE49-F238E27FC236}">
                  <a16:creationId xmlns:a16="http://schemas.microsoft.com/office/drawing/2014/main" id="{FAB353E7-B76B-A0FF-059F-7609074E0ED6}"/>
                </a:ext>
              </a:extLst>
            </p:cNvPr>
            <p:cNvSpPr/>
            <p:nvPr/>
          </p:nvSpPr>
          <p:spPr>
            <a:xfrm>
              <a:off x="3046530" y="2138070"/>
              <a:ext cx="84859" cy="115082"/>
            </a:xfrm>
            <a:custGeom>
              <a:avLst/>
              <a:gdLst/>
              <a:ahLst/>
              <a:cxnLst/>
              <a:rect l="l" t="t" r="r" b="b"/>
              <a:pathLst>
                <a:path w="3010" h="4082" extrusionOk="0">
                  <a:moveTo>
                    <a:pt x="371" y="1"/>
                  </a:moveTo>
                  <a:cubicBezTo>
                    <a:pt x="163" y="1"/>
                    <a:pt x="1" y="159"/>
                    <a:pt x="1" y="371"/>
                  </a:cubicBezTo>
                  <a:lnTo>
                    <a:pt x="147" y="4081"/>
                  </a:lnTo>
                  <a:lnTo>
                    <a:pt x="2863" y="4081"/>
                  </a:lnTo>
                  <a:lnTo>
                    <a:pt x="3009" y="371"/>
                  </a:lnTo>
                  <a:cubicBezTo>
                    <a:pt x="3009" y="159"/>
                    <a:pt x="2847" y="1"/>
                    <a:pt x="263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709;p39">
              <a:extLst>
                <a:ext uri="{FF2B5EF4-FFF2-40B4-BE49-F238E27FC236}">
                  <a16:creationId xmlns:a16="http://schemas.microsoft.com/office/drawing/2014/main" id="{2EC93049-2D7D-3A31-3823-831625A6C571}"/>
                </a:ext>
              </a:extLst>
            </p:cNvPr>
            <p:cNvSpPr/>
            <p:nvPr/>
          </p:nvSpPr>
          <p:spPr>
            <a:xfrm>
              <a:off x="3062402" y="2288478"/>
              <a:ext cx="53538" cy="8176"/>
            </a:xfrm>
            <a:custGeom>
              <a:avLst/>
              <a:gdLst/>
              <a:ahLst/>
              <a:cxnLst/>
              <a:rect l="l" t="t" r="r" b="b"/>
              <a:pathLst>
                <a:path w="1899" h="290" extrusionOk="0">
                  <a:moveTo>
                    <a:pt x="1" y="0"/>
                  </a:moveTo>
                  <a:lnTo>
                    <a:pt x="1" y="289"/>
                  </a:lnTo>
                  <a:lnTo>
                    <a:pt x="1899" y="289"/>
                  </a:lnTo>
                  <a:lnTo>
                    <a:pt x="189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710;p39">
              <a:extLst>
                <a:ext uri="{FF2B5EF4-FFF2-40B4-BE49-F238E27FC236}">
                  <a16:creationId xmlns:a16="http://schemas.microsoft.com/office/drawing/2014/main" id="{9FD1489F-85CF-7988-03B1-AA9CA279D58F}"/>
                </a:ext>
              </a:extLst>
            </p:cNvPr>
            <p:cNvSpPr/>
            <p:nvPr/>
          </p:nvSpPr>
          <p:spPr>
            <a:xfrm>
              <a:off x="3061980" y="2346414"/>
              <a:ext cx="53960" cy="8204"/>
            </a:xfrm>
            <a:custGeom>
              <a:avLst/>
              <a:gdLst/>
              <a:ahLst/>
              <a:cxnLst/>
              <a:rect l="l" t="t" r="r" b="b"/>
              <a:pathLst>
                <a:path w="1914" h="291" extrusionOk="0">
                  <a:moveTo>
                    <a:pt x="0" y="1"/>
                  </a:moveTo>
                  <a:lnTo>
                    <a:pt x="0" y="290"/>
                  </a:lnTo>
                  <a:lnTo>
                    <a:pt x="1914" y="290"/>
                  </a:lnTo>
                  <a:lnTo>
                    <a:pt x="191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711;p39">
              <a:extLst>
                <a:ext uri="{FF2B5EF4-FFF2-40B4-BE49-F238E27FC236}">
                  <a16:creationId xmlns:a16="http://schemas.microsoft.com/office/drawing/2014/main" id="{B5B97271-9C3C-5093-8D78-4C04EC834A52}"/>
                </a:ext>
              </a:extLst>
            </p:cNvPr>
            <p:cNvSpPr/>
            <p:nvPr/>
          </p:nvSpPr>
          <p:spPr>
            <a:xfrm>
              <a:off x="3061980" y="2404491"/>
              <a:ext cx="53538" cy="7753"/>
            </a:xfrm>
            <a:custGeom>
              <a:avLst/>
              <a:gdLst/>
              <a:ahLst/>
              <a:cxnLst/>
              <a:rect l="l" t="t" r="r" b="b"/>
              <a:pathLst>
                <a:path w="1899" h="275" extrusionOk="0">
                  <a:moveTo>
                    <a:pt x="0" y="1"/>
                  </a:moveTo>
                  <a:lnTo>
                    <a:pt x="0" y="274"/>
                  </a:lnTo>
                  <a:lnTo>
                    <a:pt x="1898" y="274"/>
                  </a:lnTo>
                  <a:lnTo>
                    <a:pt x="189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1712;p39">
              <a:extLst>
                <a:ext uri="{FF2B5EF4-FFF2-40B4-BE49-F238E27FC236}">
                  <a16:creationId xmlns:a16="http://schemas.microsoft.com/office/drawing/2014/main" id="{062350C1-62CC-DA75-BB09-15AD038C6088}"/>
                </a:ext>
              </a:extLst>
            </p:cNvPr>
            <p:cNvSpPr/>
            <p:nvPr/>
          </p:nvSpPr>
          <p:spPr>
            <a:xfrm>
              <a:off x="3061557" y="2462456"/>
              <a:ext cx="53509" cy="7753"/>
            </a:xfrm>
            <a:custGeom>
              <a:avLst/>
              <a:gdLst/>
              <a:ahLst/>
              <a:cxnLst/>
              <a:rect l="l" t="t" r="r" b="b"/>
              <a:pathLst>
                <a:path w="1898" h="275" extrusionOk="0">
                  <a:moveTo>
                    <a:pt x="0" y="0"/>
                  </a:moveTo>
                  <a:lnTo>
                    <a:pt x="0" y="274"/>
                  </a:lnTo>
                  <a:lnTo>
                    <a:pt x="1898" y="274"/>
                  </a:lnTo>
                  <a:lnTo>
                    <a:pt x="189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9" name="Google Shape;1713;p39">
              <a:extLst>
                <a:ext uri="{FF2B5EF4-FFF2-40B4-BE49-F238E27FC236}">
                  <a16:creationId xmlns:a16="http://schemas.microsoft.com/office/drawing/2014/main" id="{51F626B0-37F1-B7BF-5717-8207B2F8FC71}"/>
                </a:ext>
              </a:extLst>
            </p:cNvPr>
            <p:cNvSpPr/>
            <p:nvPr/>
          </p:nvSpPr>
          <p:spPr>
            <a:xfrm>
              <a:off x="3074272" y="2163838"/>
              <a:ext cx="3609" cy="388352"/>
            </a:xfrm>
            <a:custGeom>
              <a:avLst/>
              <a:gdLst/>
              <a:ahLst/>
              <a:cxnLst/>
              <a:rect l="l" t="t" r="r" b="b"/>
              <a:pathLst>
                <a:path w="128" h="13775" extrusionOk="0">
                  <a:moveTo>
                    <a:pt x="0" y="1"/>
                  </a:moveTo>
                  <a:lnTo>
                    <a:pt x="0" y="13774"/>
                  </a:lnTo>
                  <a:lnTo>
                    <a:pt x="128" y="13774"/>
                  </a:lnTo>
                  <a:lnTo>
                    <a:pt x="12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1714;p39">
              <a:extLst>
                <a:ext uri="{FF2B5EF4-FFF2-40B4-BE49-F238E27FC236}">
                  <a16:creationId xmlns:a16="http://schemas.microsoft.com/office/drawing/2014/main" id="{D10062F6-2BB2-8A66-8970-4E941E414059}"/>
                </a:ext>
              </a:extLst>
            </p:cNvPr>
            <p:cNvSpPr/>
            <p:nvPr/>
          </p:nvSpPr>
          <p:spPr>
            <a:xfrm>
              <a:off x="3089157" y="2186026"/>
              <a:ext cx="3637" cy="366164"/>
            </a:xfrm>
            <a:custGeom>
              <a:avLst/>
              <a:gdLst/>
              <a:ahLst/>
              <a:cxnLst/>
              <a:rect l="l" t="t" r="r" b="b"/>
              <a:pathLst>
                <a:path w="129" h="12988" extrusionOk="0">
                  <a:moveTo>
                    <a:pt x="1" y="1"/>
                  </a:moveTo>
                  <a:lnTo>
                    <a:pt x="1" y="12987"/>
                  </a:lnTo>
                  <a:lnTo>
                    <a:pt x="128" y="12987"/>
                  </a:lnTo>
                  <a:lnTo>
                    <a:pt x="12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715;p39">
              <a:extLst>
                <a:ext uri="{FF2B5EF4-FFF2-40B4-BE49-F238E27FC236}">
                  <a16:creationId xmlns:a16="http://schemas.microsoft.com/office/drawing/2014/main" id="{6EFBED27-EC1D-001F-DA85-47F3BB3DE90D}"/>
                </a:ext>
              </a:extLst>
            </p:cNvPr>
            <p:cNvSpPr/>
            <p:nvPr/>
          </p:nvSpPr>
          <p:spPr>
            <a:xfrm>
              <a:off x="3103620" y="2163838"/>
              <a:ext cx="4172" cy="388352"/>
            </a:xfrm>
            <a:custGeom>
              <a:avLst/>
              <a:gdLst/>
              <a:ahLst/>
              <a:cxnLst/>
              <a:rect l="l" t="t" r="r" b="b"/>
              <a:pathLst>
                <a:path w="148" h="13775" extrusionOk="0">
                  <a:moveTo>
                    <a:pt x="1" y="1"/>
                  </a:moveTo>
                  <a:lnTo>
                    <a:pt x="1" y="13774"/>
                  </a:lnTo>
                  <a:lnTo>
                    <a:pt x="147" y="13774"/>
                  </a:lnTo>
                  <a:lnTo>
                    <a:pt x="14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2" name="Google Shape;1716;p39">
              <a:extLst>
                <a:ext uri="{FF2B5EF4-FFF2-40B4-BE49-F238E27FC236}">
                  <a16:creationId xmlns:a16="http://schemas.microsoft.com/office/drawing/2014/main" id="{DD5B800C-823D-E962-3686-A78036FB949A}"/>
                </a:ext>
              </a:extLst>
            </p:cNvPr>
            <p:cNvSpPr/>
            <p:nvPr/>
          </p:nvSpPr>
          <p:spPr>
            <a:xfrm>
              <a:off x="3068351" y="2161385"/>
              <a:ext cx="15337" cy="12348"/>
            </a:xfrm>
            <a:custGeom>
              <a:avLst/>
              <a:gdLst/>
              <a:ahLst/>
              <a:cxnLst/>
              <a:rect l="l" t="t" r="r" b="b"/>
              <a:pathLst>
                <a:path w="544" h="438" extrusionOk="0">
                  <a:moveTo>
                    <a:pt x="271" y="1"/>
                  </a:moveTo>
                  <a:cubicBezTo>
                    <a:pt x="236" y="1"/>
                    <a:pt x="198" y="9"/>
                    <a:pt x="160" y="26"/>
                  </a:cubicBezTo>
                  <a:cubicBezTo>
                    <a:pt x="129" y="42"/>
                    <a:pt x="95" y="72"/>
                    <a:pt x="79" y="103"/>
                  </a:cubicBezTo>
                  <a:cubicBezTo>
                    <a:pt x="0" y="277"/>
                    <a:pt x="115" y="437"/>
                    <a:pt x="273" y="437"/>
                  </a:cubicBezTo>
                  <a:cubicBezTo>
                    <a:pt x="309" y="437"/>
                    <a:pt x="346" y="429"/>
                    <a:pt x="384" y="412"/>
                  </a:cubicBezTo>
                  <a:cubicBezTo>
                    <a:pt x="419" y="393"/>
                    <a:pt x="449" y="362"/>
                    <a:pt x="465" y="331"/>
                  </a:cubicBezTo>
                  <a:cubicBezTo>
                    <a:pt x="544" y="161"/>
                    <a:pt x="429" y="1"/>
                    <a:pt x="2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717;p39">
              <a:extLst>
                <a:ext uri="{FF2B5EF4-FFF2-40B4-BE49-F238E27FC236}">
                  <a16:creationId xmlns:a16="http://schemas.microsoft.com/office/drawing/2014/main" id="{85B90B4F-E48B-E91A-B3E1-2398FDF39D55}"/>
                </a:ext>
              </a:extLst>
            </p:cNvPr>
            <p:cNvSpPr/>
            <p:nvPr/>
          </p:nvSpPr>
          <p:spPr>
            <a:xfrm>
              <a:off x="3068351" y="2211625"/>
              <a:ext cx="15337" cy="12348"/>
            </a:xfrm>
            <a:custGeom>
              <a:avLst/>
              <a:gdLst/>
              <a:ahLst/>
              <a:cxnLst/>
              <a:rect l="l" t="t" r="r" b="b"/>
              <a:pathLst>
                <a:path w="544" h="438" extrusionOk="0">
                  <a:moveTo>
                    <a:pt x="272" y="0"/>
                  </a:moveTo>
                  <a:cubicBezTo>
                    <a:pt x="236" y="0"/>
                    <a:pt x="198" y="8"/>
                    <a:pt x="160" y="26"/>
                  </a:cubicBezTo>
                  <a:cubicBezTo>
                    <a:pt x="129" y="42"/>
                    <a:pt x="95" y="76"/>
                    <a:pt x="79" y="107"/>
                  </a:cubicBezTo>
                  <a:cubicBezTo>
                    <a:pt x="0" y="277"/>
                    <a:pt x="115" y="437"/>
                    <a:pt x="273" y="437"/>
                  </a:cubicBezTo>
                  <a:cubicBezTo>
                    <a:pt x="308" y="437"/>
                    <a:pt x="346" y="429"/>
                    <a:pt x="384" y="412"/>
                  </a:cubicBezTo>
                  <a:cubicBezTo>
                    <a:pt x="419" y="396"/>
                    <a:pt x="449" y="366"/>
                    <a:pt x="465" y="315"/>
                  </a:cubicBezTo>
                  <a:cubicBezTo>
                    <a:pt x="544" y="158"/>
                    <a:pt x="430" y="0"/>
                    <a:pt x="27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718;p39">
              <a:extLst>
                <a:ext uri="{FF2B5EF4-FFF2-40B4-BE49-F238E27FC236}">
                  <a16:creationId xmlns:a16="http://schemas.microsoft.com/office/drawing/2014/main" id="{A1CFDF90-EAE9-252E-F7F2-1AE20D56CCFE}"/>
                </a:ext>
              </a:extLst>
            </p:cNvPr>
            <p:cNvSpPr/>
            <p:nvPr/>
          </p:nvSpPr>
          <p:spPr>
            <a:xfrm>
              <a:off x="3097897" y="2161385"/>
              <a:ext cx="15703" cy="12348"/>
            </a:xfrm>
            <a:custGeom>
              <a:avLst/>
              <a:gdLst/>
              <a:ahLst/>
              <a:cxnLst/>
              <a:rect l="l" t="t" r="r" b="b"/>
              <a:pathLst>
                <a:path w="557" h="438" extrusionOk="0">
                  <a:moveTo>
                    <a:pt x="278" y="1"/>
                  </a:moveTo>
                  <a:cubicBezTo>
                    <a:pt x="244" y="1"/>
                    <a:pt x="208" y="9"/>
                    <a:pt x="173" y="26"/>
                  </a:cubicBezTo>
                  <a:cubicBezTo>
                    <a:pt x="142" y="42"/>
                    <a:pt x="107" y="72"/>
                    <a:pt x="92" y="103"/>
                  </a:cubicBezTo>
                  <a:cubicBezTo>
                    <a:pt x="0" y="277"/>
                    <a:pt x="123" y="437"/>
                    <a:pt x="276" y="437"/>
                  </a:cubicBezTo>
                  <a:cubicBezTo>
                    <a:pt x="310" y="437"/>
                    <a:pt x="346" y="429"/>
                    <a:pt x="381" y="412"/>
                  </a:cubicBezTo>
                  <a:cubicBezTo>
                    <a:pt x="431" y="393"/>
                    <a:pt x="462" y="362"/>
                    <a:pt x="478" y="331"/>
                  </a:cubicBezTo>
                  <a:cubicBezTo>
                    <a:pt x="556" y="161"/>
                    <a:pt x="432" y="1"/>
                    <a:pt x="2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719;p39">
              <a:extLst>
                <a:ext uri="{FF2B5EF4-FFF2-40B4-BE49-F238E27FC236}">
                  <a16:creationId xmlns:a16="http://schemas.microsoft.com/office/drawing/2014/main" id="{D6D2F9B8-AEC9-858F-ABAB-324A2A64E40C}"/>
                </a:ext>
              </a:extLst>
            </p:cNvPr>
            <p:cNvSpPr/>
            <p:nvPr/>
          </p:nvSpPr>
          <p:spPr>
            <a:xfrm>
              <a:off x="3097897" y="2211625"/>
              <a:ext cx="15703" cy="12348"/>
            </a:xfrm>
            <a:custGeom>
              <a:avLst/>
              <a:gdLst/>
              <a:ahLst/>
              <a:cxnLst/>
              <a:rect l="l" t="t" r="r" b="b"/>
              <a:pathLst>
                <a:path w="557" h="438" extrusionOk="0">
                  <a:moveTo>
                    <a:pt x="279" y="0"/>
                  </a:moveTo>
                  <a:cubicBezTo>
                    <a:pt x="244" y="0"/>
                    <a:pt x="208" y="8"/>
                    <a:pt x="173" y="26"/>
                  </a:cubicBezTo>
                  <a:cubicBezTo>
                    <a:pt x="142" y="42"/>
                    <a:pt x="107" y="76"/>
                    <a:pt x="92" y="107"/>
                  </a:cubicBezTo>
                  <a:cubicBezTo>
                    <a:pt x="0" y="277"/>
                    <a:pt x="123" y="437"/>
                    <a:pt x="276" y="437"/>
                  </a:cubicBezTo>
                  <a:cubicBezTo>
                    <a:pt x="310" y="437"/>
                    <a:pt x="346" y="429"/>
                    <a:pt x="381" y="412"/>
                  </a:cubicBezTo>
                  <a:cubicBezTo>
                    <a:pt x="431" y="396"/>
                    <a:pt x="462" y="366"/>
                    <a:pt x="478" y="315"/>
                  </a:cubicBezTo>
                  <a:cubicBezTo>
                    <a:pt x="556" y="158"/>
                    <a:pt x="432" y="0"/>
                    <a:pt x="2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720;p39">
              <a:extLst>
                <a:ext uri="{FF2B5EF4-FFF2-40B4-BE49-F238E27FC236}">
                  <a16:creationId xmlns:a16="http://schemas.microsoft.com/office/drawing/2014/main" id="{2AA647D5-41C7-9143-B773-393C73A3E623}"/>
                </a:ext>
              </a:extLst>
            </p:cNvPr>
            <p:cNvSpPr/>
            <p:nvPr/>
          </p:nvSpPr>
          <p:spPr>
            <a:xfrm>
              <a:off x="3083350" y="2183122"/>
              <a:ext cx="15365" cy="12348"/>
            </a:xfrm>
            <a:custGeom>
              <a:avLst/>
              <a:gdLst/>
              <a:ahLst/>
              <a:cxnLst/>
              <a:rect l="l" t="t" r="r" b="b"/>
              <a:pathLst>
                <a:path w="545" h="438" extrusionOk="0">
                  <a:moveTo>
                    <a:pt x="271" y="1"/>
                  </a:moveTo>
                  <a:cubicBezTo>
                    <a:pt x="236" y="1"/>
                    <a:pt x="198" y="9"/>
                    <a:pt x="160" y="27"/>
                  </a:cubicBezTo>
                  <a:cubicBezTo>
                    <a:pt x="126" y="42"/>
                    <a:pt x="95" y="73"/>
                    <a:pt x="79" y="104"/>
                  </a:cubicBezTo>
                  <a:cubicBezTo>
                    <a:pt x="1" y="277"/>
                    <a:pt x="115" y="438"/>
                    <a:pt x="274" y="438"/>
                  </a:cubicBezTo>
                  <a:cubicBezTo>
                    <a:pt x="309" y="438"/>
                    <a:pt x="346" y="430"/>
                    <a:pt x="384" y="412"/>
                  </a:cubicBezTo>
                  <a:cubicBezTo>
                    <a:pt x="415" y="393"/>
                    <a:pt x="450" y="362"/>
                    <a:pt x="465" y="331"/>
                  </a:cubicBezTo>
                  <a:cubicBezTo>
                    <a:pt x="544" y="161"/>
                    <a:pt x="429" y="1"/>
                    <a:pt x="2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721;p39">
              <a:extLst>
                <a:ext uri="{FF2B5EF4-FFF2-40B4-BE49-F238E27FC236}">
                  <a16:creationId xmlns:a16="http://schemas.microsoft.com/office/drawing/2014/main" id="{957050EA-BC86-74C6-779D-9C5C71B4157B}"/>
                </a:ext>
              </a:extLst>
            </p:cNvPr>
            <p:cNvSpPr/>
            <p:nvPr/>
          </p:nvSpPr>
          <p:spPr>
            <a:xfrm>
              <a:off x="2911148" y="2924168"/>
              <a:ext cx="326695" cy="92443"/>
            </a:xfrm>
            <a:custGeom>
              <a:avLst/>
              <a:gdLst/>
              <a:ahLst/>
              <a:cxnLst/>
              <a:rect l="l" t="t" r="r" b="b"/>
              <a:pathLst>
                <a:path w="11588" h="3279" extrusionOk="0">
                  <a:moveTo>
                    <a:pt x="1" y="0"/>
                  </a:moveTo>
                  <a:lnTo>
                    <a:pt x="1" y="0"/>
                  </a:lnTo>
                  <a:cubicBezTo>
                    <a:pt x="1061" y="2153"/>
                    <a:pt x="3437" y="3229"/>
                    <a:pt x="6203" y="3279"/>
                  </a:cubicBezTo>
                  <a:lnTo>
                    <a:pt x="6365" y="3279"/>
                  </a:lnTo>
                  <a:cubicBezTo>
                    <a:pt x="8452" y="3279"/>
                    <a:pt x="10334" y="2669"/>
                    <a:pt x="11587" y="1447"/>
                  </a:cubicBezTo>
                  <a:lnTo>
                    <a:pt x="11587" y="1447"/>
                  </a:lnTo>
                  <a:cubicBezTo>
                    <a:pt x="9994" y="1863"/>
                    <a:pt x="8548" y="2025"/>
                    <a:pt x="7248" y="2025"/>
                  </a:cubicBezTo>
                  <a:cubicBezTo>
                    <a:pt x="3808" y="2025"/>
                    <a:pt x="1351" y="868"/>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8" name="Google Shape;1722;p39">
              <a:extLst>
                <a:ext uri="{FF2B5EF4-FFF2-40B4-BE49-F238E27FC236}">
                  <a16:creationId xmlns:a16="http://schemas.microsoft.com/office/drawing/2014/main" id="{BCCB7AD8-62EB-32C3-76A7-5C85E3374210}"/>
                </a:ext>
              </a:extLst>
            </p:cNvPr>
            <p:cNvSpPr/>
            <p:nvPr/>
          </p:nvSpPr>
          <p:spPr>
            <a:xfrm>
              <a:off x="2988566" y="2607958"/>
              <a:ext cx="32224" cy="58415"/>
            </a:xfrm>
            <a:custGeom>
              <a:avLst/>
              <a:gdLst/>
              <a:ahLst/>
              <a:cxnLst/>
              <a:rect l="l" t="t" r="r" b="b"/>
              <a:pathLst>
                <a:path w="1143" h="2072" extrusionOk="0">
                  <a:moveTo>
                    <a:pt x="1" y="0"/>
                  </a:moveTo>
                  <a:lnTo>
                    <a:pt x="1" y="0"/>
                  </a:lnTo>
                  <a:cubicBezTo>
                    <a:pt x="67" y="1508"/>
                    <a:pt x="1143" y="2071"/>
                    <a:pt x="1143" y="2071"/>
                  </a:cubicBezTo>
                  <a:cubicBezTo>
                    <a:pt x="1143" y="2071"/>
                    <a:pt x="1143" y="802"/>
                    <a:pt x="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9" name="Google Shape;1723;p39">
              <a:extLst>
                <a:ext uri="{FF2B5EF4-FFF2-40B4-BE49-F238E27FC236}">
                  <a16:creationId xmlns:a16="http://schemas.microsoft.com/office/drawing/2014/main" id="{5AAABBC5-DF64-E628-441B-6AE0BF06D747}"/>
                </a:ext>
              </a:extLst>
            </p:cNvPr>
            <p:cNvSpPr/>
            <p:nvPr/>
          </p:nvSpPr>
          <p:spPr>
            <a:xfrm>
              <a:off x="3008047" y="2594341"/>
              <a:ext cx="36340" cy="66591"/>
            </a:xfrm>
            <a:custGeom>
              <a:avLst/>
              <a:gdLst/>
              <a:ahLst/>
              <a:cxnLst/>
              <a:rect l="l" t="t" r="r" b="b"/>
              <a:pathLst>
                <a:path w="1289" h="2362" extrusionOk="0">
                  <a:moveTo>
                    <a:pt x="660" y="1"/>
                  </a:moveTo>
                  <a:lnTo>
                    <a:pt x="660" y="1"/>
                  </a:lnTo>
                  <a:cubicBezTo>
                    <a:pt x="0" y="1351"/>
                    <a:pt x="675" y="2361"/>
                    <a:pt x="675" y="2361"/>
                  </a:cubicBezTo>
                  <a:cubicBezTo>
                    <a:pt x="675" y="2361"/>
                    <a:pt x="1289" y="1235"/>
                    <a:pt x="66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724;p39">
              <a:extLst>
                <a:ext uri="{FF2B5EF4-FFF2-40B4-BE49-F238E27FC236}">
                  <a16:creationId xmlns:a16="http://schemas.microsoft.com/office/drawing/2014/main" id="{E9164604-0A75-9EF3-3C8E-C5535527BAE5}"/>
                </a:ext>
              </a:extLst>
            </p:cNvPr>
            <p:cNvSpPr/>
            <p:nvPr/>
          </p:nvSpPr>
          <p:spPr>
            <a:xfrm>
              <a:off x="3039369" y="2607958"/>
              <a:ext cx="32196" cy="58415"/>
            </a:xfrm>
            <a:custGeom>
              <a:avLst/>
              <a:gdLst/>
              <a:ahLst/>
              <a:cxnLst/>
              <a:rect l="l" t="t" r="r" b="b"/>
              <a:pathLst>
                <a:path w="1142" h="2072" extrusionOk="0">
                  <a:moveTo>
                    <a:pt x="0" y="0"/>
                  </a:moveTo>
                  <a:lnTo>
                    <a:pt x="0" y="0"/>
                  </a:lnTo>
                  <a:cubicBezTo>
                    <a:pt x="62" y="1508"/>
                    <a:pt x="1142" y="2071"/>
                    <a:pt x="1142" y="2071"/>
                  </a:cubicBezTo>
                  <a:cubicBezTo>
                    <a:pt x="1142" y="2071"/>
                    <a:pt x="1142" y="802"/>
                    <a:pt x="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725;p39">
              <a:extLst>
                <a:ext uri="{FF2B5EF4-FFF2-40B4-BE49-F238E27FC236}">
                  <a16:creationId xmlns:a16="http://schemas.microsoft.com/office/drawing/2014/main" id="{9906C235-FF6B-D3A5-55C4-86C05B02ECA5}"/>
                </a:ext>
              </a:extLst>
            </p:cNvPr>
            <p:cNvSpPr/>
            <p:nvPr/>
          </p:nvSpPr>
          <p:spPr>
            <a:xfrm>
              <a:off x="3058822" y="2594341"/>
              <a:ext cx="36256" cy="66591"/>
            </a:xfrm>
            <a:custGeom>
              <a:avLst/>
              <a:gdLst/>
              <a:ahLst/>
              <a:cxnLst/>
              <a:rect l="l" t="t" r="r" b="b"/>
              <a:pathLst>
                <a:path w="1286" h="2362" extrusionOk="0">
                  <a:moveTo>
                    <a:pt x="645" y="1"/>
                  </a:moveTo>
                  <a:lnTo>
                    <a:pt x="645" y="1"/>
                  </a:lnTo>
                  <a:cubicBezTo>
                    <a:pt x="1" y="1351"/>
                    <a:pt x="676" y="2361"/>
                    <a:pt x="676" y="2361"/>
                  </a:cubicBezTo>
                  <a:cubicBezTo>
                    <a:pt x="676" y="2361"/>
                    <a:pt x="1285" y="1235"/>
                    <a:pt x="64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726;p39">
              <a:extLst>
                <a:ext uri="{FF2B5EF4-FFF2-40B4-BE49-F238E27FC236}">
                  <a16:creationId xmlns:a16="http://schemas.microsoft.com/office/drawing/2014/main" id="{3E9E80AB-3A00-A721-5835-76341FDB30E8}"/>
                </a:ext>
              </a:extLst>
            </p:cNvPr>
            <p:cNvSpPr/>
            <p:nvPr/>
          </p:nvSpPr>
          <p:spPr>
            <a:xfrm>
              <a:off x="3030234" y="2600656"/>
              <a:ext cx="35917" cy="64843"/>
            </a:xfrm>
            <a:custGeom>
              <a:avLst/>
              <a:gdLst/>
              <a:ahLst/>
              <a:cxnLst/>
              <a:rect l="l" t="t" r="r" b="b"/>
              <a:pathLst>
                <a:path w="1274" h="2300" extrusionOk="0">
                  <a:moveTo>
                    <a:pt x="965" y="1"/>
                  </a:moveTo>
                  <a:lnTo>
                    <a:pt x="965" y="1"/>
                  </a:lnTo>
                  <a:cubicBezTo>
                    <a:pt x="0" y="1158"/>
                    <a:pt x="405" y="2299"/>
                    <a:pt x="405" y="2299"/>
                  </a:cubicBezTo>
                  <a:cubicBezTo>
                    <a:pt x="405" y="2299"/>
                    <a:pt x="1273" y="1366"/>
                    <a:pt x="9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3" name="Google Shape;1727;p39">
              <a:extLst>
                <a:ext uri="{FF2B5EF4-FFF2-40B4-BE49-F238E27FC236}">
                  <a16:creationId xmlns:a16="http://schemas.microsoft.com/office/drawing/2014/main" id="{661D8E95-920B-3AC2-BBF8-5C71A9D05125}"/>
                </a:ext>
              </a:extLst>
            </p:cNvPr>
            <p:cNvSpPr/>
            <p:nvPr/>
          </p:nvSpPr>
          <p:spPr>
            <a:xfrm>
              <a:off x="3073736" y="2607958"/>
              <a:ext cx="32647" cy="58415"/>
            </a:xfrm>
            <a:custGeom>
              <a:avLst/>
              <a:gdLst/>
              <a:ahLst/>
              <a:cxnLst/>
              <a:rect l="l" t="t" r="r" b="b"/>
              <a:pathLst>
                <a:path w="1158" h="2072" extrusionOk="0">
                  <a:moveTo>
                    <a:pt x="0" y="0"/>
                  </a:moveTo>
                  <a:cubicBezTo>
                    <a:pt x="81" y="1508"/>
                    <a:pt x="1157" y="2071"/>
                    <a:pt x="1157" y="2071"/>
                  </a:cubicBezTo>
                  <a:cubicBezTo>
                    <a:pt x="1157" y="2071"/>
                    <a:pt x="1142" y="802"/>
                    <a:pt x="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4" name="Google Shape;1728;p39">
              <a:extLst>
                <a:ext uri="{FF2B5EF4-FFF2-40B4-BE49-F238E27FC236}">
                  <a16:creationId xmlns:a16="http://schemas.microsoft.com/office/drawing/2014/main" id="{56FFADDE-C09E-EAFA-16BD-B07DCDFEA576}"/>
                </a:ext>
              </a:extLst>
            </p:cNvPr>
            <p:cNvSpPr/>
            <p:nvPr/>
          </p:nvSpPr>
          <p:spPr>
            <a:xfrm>
              <a:off x="3093725" y="2594341"/>
              <a:ext cx="35804" cy="66591"/>
            </a:xfrm>
            <a:custGeom>
              <a:avLst/>
              <a:gdLst/>
              <a:ahLst/>
              <a:cxnLst/>
              <a:rect l="l" t="t" r="r" b="b"/>
              <a:pathLst>
                <a:path w="1270" h="2362" extrusionOk="0">
                  <a:moveTo>
                    <a:pt x="641" y="1"/>
                  </a:moveTo>
                  <a:lnTo>
                    <a:pt x="641" y="1"/>
                  </a:lnTo>
                  <a:cubicBezTo>
                    <a:pt x="1" y="1351"/>
                    <a:pt x="676" y="2361"/>
                    <a:pt x="676" y="2361"/>
                  </a:cubicBezTo>
                  <a:cubicBezTo>
                    <a:pt x="676" y="2361"/>
                    <a:pt x="1270" y="1235"/>
                    <a:pt x="64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729;p39">
              <a:extLst>
                <a:ext uri="{FF2B5EF4-FFF2-40B4-BE49-F238E27FC236}">
                  <a16:creationId xmlns:a16="http://schemas.microsoft.com/office/drawing/2014/main" id="{F5BB5BFB-BCEA-881A-B5E3-A5EE36A2BC75}"/>
                </a:ext>
              </a:extLst>
            </p:cNvPr>
            <p:cNvSpPr/>
            <p:nvPr/>
          </p:nvSpPr>
          <p:spPr>
            <a:xfrm>
              <a:off x="3124511" y="2607958"/>
              <a:ext cx="32196" cy="58415"/>
            </a:xfrm>
            <a:custGeom>
              <a:avLst/>
              <a:gdLst/>
              <a:ahLst/>
              <a:cxnLst/>
              <a:rect l="l" t="t" r="r" b="b"/>
              <a:pathLst>
                <a:path w="1142" h="2072" extrusionOk="0">
                  <a:moveTo>
                    <a:pt x="0" y="0"/>
                  </a:moveTo>
                  <a:cubicBezTo>
                    <a:pt x="81" y="1508"/>
                    <a:pt x="1142" y="2071"/>
                    <a:pt x="1142" y="2071"/>
                  </a:cubicBezTo>
                  <a:cubicBezTo>
                    <a:pt x="1142" y="2071"/>
                    <a:pt x="1142" y="802"/>
                    <a:pt x="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730;p39">
              <a:extLst>
                <a:ext uri="{FF2B5EF4-FFF2-40B4-BE49-F238E27FC236}">
                  <a16:creationId xmlns:a16="http://schemas.microsoft.com/office/drawing/2014/main" id="{0B91F735-CD3E-DA4F-C400-43859FAC8755}"/>
                </a:ext>
              </a:extLst>
            </p:cNvPr>
            <p:cNvSpPr/>
            <p:nvPr/>
          </p:nvSpPr>
          <p:spPr>
            <a:xfrm>
              <a:off x="3143964" y="2607958"/>
              <a:ext cx="36340" cy="66985"/>
            </a:xfrm>
            <a:custGeom>
              <a:avLst/>
              <a:gdLst/>
              <a:ahLst/>
              <a:cxnLst/>
              <a:rect l="l" t="t" r="r" b="b"/>
              <a:pathLst>
                <a:path w="1289" h="2376" extrusionOk="0">
                  <a:moveTo>
                    <a:pt x="660" y="0"/>
                  </a:moveTo>
                  <a:lnTo>
                    <a:pt x="660" y="0"/>
                  </a:lnTo>
                  <a:cubicBezTo>
                    <a:pt x="1" y="1365"/>
                    <a:pt x="676" y="2376"/>
                    <a:pt x="676" y="2376"/>
                  </a:cubicBezTo>
                  <a:cubicBezTo>
                    <a:pt x="676" y="2376"/>
                    <a:pt x="1289" y="1234"/>
                    <a:pt x="66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731;p39">
              <a:extLst>
                <a:ext uri="{FF2B5EF4-FFF2-40B4-BE49-F238E27FC236}">
                  <a16:creationId xmlns:a16="http://schemas.microsoft.com/office/drawing/2014/main" id="{F0D7222B-4C67-121B-EBE1-1AE68B9BF9CC}"/>
                </a:ext>
              </a:extLst>
            </p:cNvPr>
            <p:cNvSpPr/>
            <p:nvPr/>
          </p:nvSpPr>
          <p:spPr>
            <a:xfrm>
              <a:off x="3115489" y="2600656"/>
              <a:ext cx="35804" cy="64843"/>
            </a:xfrm>
            <a:custGeom>
              <a:avLst/>
              <a:gdLst/>
              <a:ahLst/>
              <a:cxnLst/>
              <a:rect l="l" t="t" r="r" b="b"/>
              <a:pathLst>
                <a:path w="1270" h="2300" extrusionOk="0">
                  <a:moveTo>
                    <a:pt x="980" y="1"/>
                  </a:moveTo>
                  <a:cubicBezTo>
                    <a:pt x="0" y="1158"/>
                    <a:pt x="401" y="2299"/>
                    <a:pt x="401" y="2299"/>
                  </a:cubicBezTo>
                  <a:cubicBezTo>
                    <a:pt x="401" y="2299"/>
                    <a:pt x="1269" y="1366"/>
                    <a:pt x="9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8" name="Google Shape;1732;p39">
              <a:extLst>
                <a:ext uri="{FF2B5EF4-FFF2-40B4-BE49-F238E27FC236}">
                  <a16:creationId xmlns:a16="http://schemas.microsoft.com/office/drawing/2014/main" id="{A142B14A-F99A-82C9-558C-AF7FB15D5430}"/>
                </a:ext>
              </a:extLst>
            </p:cNvPr>
            <p:cNvSpPr/>
            <p:nvPr/>
          </p:nvSpPr>
          <p:spPr>
            <a:xfrm>
              <a:off x="2973144" y="2652756"/>
              <a:ext cx="234787" cy="72116"/>
            </a:xfrm>
            <a:custGeom>
              <a:avLst/>
              <a:gdLst/>
              <a:ahLst/>
              <a:cxnLst/>
              <a:rect l="l" t="t" r="r" b="b"/>
              <a:pathLst>
                <a:path w="8328" h="2558" extrusionOk="0">
                  <a:moveTo>
                    <a:pt x="0" y="0"/>
                  </a:moveTo>
                  <a:lnTo>
                    <a:pt x="0" y="1898"/>
                  </a:lnTo>
                  <a:cubicBezTo>
                    <a:pt x="0" y="2268"/>
                    <a:pt x="309" y="2557"/>
                    <a:pt x="660" y="2557"/>
                  </a:cubicBezTo>
                  <a:lnTo>
                    <a:pt x="1015" y="2557"/>
                  </a:lnTo>
                  <a:cubicBezTo>
                    <a:pt x="1127" y="2557"/>
                    <a:pt x="1208" y="2476"/>
                    <a:pt x="1208" y="2365"/>
                  </a:cubicBezTo>
                  <a:lnTo>
                    <a:pt x="1208" y="2203"/>
                  </a:lnTo>
                  <a:cubicBezTo>
                    <a:pt x="1208" y="2091"/>
                    <a:pt x="1304" y="1994"/>
                    <a:pt x="1431" y="1994"/>
                  </a:cubicBezTo>
                  <a:cubicBezTo>
                    <a:pt x="1543" y="1994"/>
                    <a:pt x="1640" y="2091"/>
                    <a:pt x="1640" y="2203"/>
                  </a:cubicBezTo>
                  <a:lnTo>
                    <a:pt x="1640" y="2380"/>
                  </a:lnTo>
                  <a:cubicBezTo>
                    <a:pt x="1640" y="2476"/>
                    <a:pt x="1721" y="2557"/>
                    <a:pt x="1832" y="2557"/>
                  </a:cubicBezTo>
                  <a:cubicBezTo>
                    <a:pt x="1929" y="2557"/>
                    <a:pt x="2010" y="2476"/>
                    <a:pt x="2010" y="2380"/>
                  </a:cubicBezTo>
                  <a:lnTo>
                    <a:pt x="2010" y="2218"/>
                  </a:lnTo>
                  <a:cubicBezTo>
                    <a:pt x="2010" y="2091"/>
                    <a:pt x="2106" y="1994"/>
                    <a:pt x="2218" y="1994"/>
                  </a:cubicBezTo>
                  <a:cubicBezTo>
                    <a:pt x="2227" y="1993"/>
                    <a:pt x="2236" y="1993"/>
                    <a:pt x="2245" y="1993"/>
                  </a:cubicBezTo>
                  <a:cubicBezTo>
                    <a:pt x="2362" y="1993"/>
                    <a:pt x="2446" y="2084"/>
                    <a:pt x="2446" y="2203"/>
                  </a:cubicBezTo>
                  <a:lnTo>
                    <a:pt x="2446" y="2380"/>
                  </a:lnTo>
                  <a:cubicBezTo>
                    <a:pt x="2446" y="2476"/>
                    <a:pt x="2527" y="2557"/>
                    <a:pt x="2623" y="2557"/>
                  </a:cubicBezTo>
                  <a:cubicBezTo>
                    <a:pt x="2735" y="2557"/>
                    <a:pt x="2816" y="2476"/>
                    <a:pt x="2816" y="2380"/>
                  </a:cubicBezTo>
                  <a:lnTo>
                    <a:pt x="2816" y="2218"/>
                  </a:lnTo>
                  <a:cubicBezTo>
                    <a:pt x="2816" y="2091"/>
                    <a:pt x="2893" y="1994"/>
                    <a:pt x="3024" y="1994"/>
                  </a:cubicBezTo>
                  <a:cubicBezTo>
                    <a:pt x="3032" y="1993"/>
                    <a:pt x="3040" y="1993"/>
                    <a:pt x="3048" y="1993"/>
                  </a:cubicBezTo>
                  <a:cubicBezTo>
                    <a:pt x="3151" y="1993"/>
                    <a:pt x="3248" y="2084"/>
                    <a:pt x="3248" y="2203"/>
                  </a:cubicBezTo>
                  <a:lnTo>
                    <a:pt x="3248" y="2365"/>
                  </a:lnTo>
                  <a:cubicBezTo>
                    <a:pt x="3248" y="2476"/>
                    <a:pt x="3329" y="2557"/>
                    <a:pt x="3441" y="2557"/>
                  </a:cubicBezTo>
                  <a:lnTo>
                    <a:pt x="6943" y="2557"/>
                  </a:lnTo>
                  <a:cubicBezTo>
                    <a:pt x="7313" y="2557"/>
                    <a:pt x="7603" y="2268"/>
                    <a:pt x="7603" y="1898"/>
                  </a:cubicBezTo>
                  <a:lnTo>
                    <a:pt x="7603" y="1366"/>
                  </a:lnTo>
                  <a:lnTo>
                    <a:pt x="8328" y="1366"/>
                  </a:lnTo>
                  <a:lnTo>
                    <a:pt x="8328" y="370"/>
                  </a:lnTo>
                  <a:lnTo>
                    <a:pt x="7603" y="370"/>
                  </a:lnTo>
                  <a:lnTo>
                    <a:pt x="760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4" name="Google Shape;1733;p39">
              <a:extLst>
                <a:ext uri="{FF2B5EF4-FFF2-40B4-BE49-F238E27FC236}">
                  <a16:creationId xmlns:a16="http://schemas.microsoft.com/office/drawing/2014/main" id="{618C87BD-5C51-B5F7-911B-25E8E3C4DA87}"/>
                </a:ext>
              </a:extLst>
            </p:cNvPr>
            <p:cNvSpPr/>
            <p:nvPr/>
          </p:nvSpPr>
          <p:spPr>
            <a:xfrm>
              <a:off x="2983153" y="2652756"/>
              <a:ext cx="194867" cy="48942"/>
            </a:xfrm>
            <a:custGeom>
              <a:avLst/>
              <a:gdLst/>
              <a:ahLst/>
              <a:cxnLst/>
              <a:rect l="l" t="t" r="r" b="b"/>
              <a:pathLst>
                <a:path w="6912" h="1736" extrusionOk="0">
                  <a:moveTo>
                    <a:pt x="0" y="0"/>
                  </a:moveTo>
                  <a:lnTo>
                    <a:pt x="0" y="1076"/>
                  </a:lnTo>
                  <a:cubicBezTo>
                    <a:pt x="0" y="1447"/>
                    <a:pt x="289" y="1736"/>
                    <a:pt x="660" y="1736"/>
                  </a:cubicBezTo>
                  <a:lnTo>
                    <a:pt x="6252" y="1736"/>
                  </a:lnTo>
                  <a:cubicBezTo>
                    <a:pt x="6607" y="1736"/>
                    <a:pt x="6912" y="1447"/>
                    <a:pt x="6912" y="1076"/>
                  </a:cubicBezTo>
                  <a:lnTo>
                    <a:pt x="691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5" name="Google Shape;1734;p39">
              <a:extLst>
                <a:ext uri="{FF2B5EF4-FFF2-40B4-BE49-F238E27FC236}">
                  <a16:creationId xmlns:a16="http://schemas.microsoft.com/office/drawing/2014/main" id="{5609CE33-E1F3-A9F4-F217-2CFE7FEB9890}"/>
                </a:ext>
              </a:extLst>
            </p:cNvPr>
            <p:cNvSpPr/>
            <p:nvPr/>
          </p:nvSpPr>
          <p:spPr>
            <a:xfrm>
              <a:off x="3201054" y="2660481"/>
              <a:ext cx="13194" cy="33944"/>
            </a:xfrm>
            <a:custGeom>
              <a:avLst/>
              <a:gdLst/>
              <a:ahLst/>
              <a:cxnLst/>
              <a:rect l="l" t="t" r="r" b="b"/>
              <a:pathLst>
                <a:path w="468" h="1204" extrusionOk="0">
                  <a:moveTo>
                    <a:pt x="132" y="0"/>
                  </a:moveTo>
                  <a:cubicBezTo>
                    <a:pt x="66" y="0"/>
                    <a:pt x="1" y="46"/>
                    <a:pt x="1" y="112"/>
                  </a:cubicBezTo>
                  <a:lnTo>
                    <a:pt x="1" y="1076"/>
                  </a:lnTo>
                  <a:cubicBezTo>
                    <a:pt x="1" y="1142"/>
                    <a:pt x="66" y="1203"/>
                    <a:pt x="132" y="1203"/>
                  </a:cubicBezTo>
                  <a:lnTo>
                    <a:pt x="356" y="1203"/>
                  </a:lnTo>
                  <a:cubicBezTo>
                    <a:pt x="421" y="1203"/>
                    <a:pt x="467" y="1142"/>
                    <a:pt x="467" y="1076"/>
                  </a:cubicBezTo>
                  <a:lnTo>
                    <a:pt x="467" y="112"/>
                  </a:lnTo>
                  <a:cubicBezTo>
                    <a:pt x="467" y="46"/>
                    <a:pt x="421" y="0"/>
                    <a:pt x="35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6" name="Google Shape;1735;p39">
              <a:extLst>
                <a:ext uri="{FF2B5EF4-FFF2-40B4-BE49-F238E27FC236}">
                  <a16:creationId xmlns:a16="http://schemas.microsoft.com/office/drawing/2014/main" id="{C52FD3C5-0459-17B3-E465-F2B801936288}"/>
                </a:ext>
              </a:extLst>
            </p:cNvPr>
            <p:cNvSpPr/>
            <p:nvPr/>
          </p:nvSpPr>
          <p:spPr>
            <a:xfrm>
              <a:off x="2983153" y="2675903"/>
              <a:ext cx="194867" cy="25796"/>
            </a:xfrm>
            <a:custGeom>
              <a:avLst/>
              <a:gdLst/>
              <a:ahLst/>
              <a:cxnLst/>
              <a:rect l="l" t="t" r="r" b="b"/>
              <a:pathLst>
                <a:path w="6912" h="915" extrusionOk="0">
                  <a:moveTo>
                    <a:pt x="5720" y="448"/>
                  </a:moveTo>
                  <a:cubicBezTo>
                    <a:pt x="5755" y="448"/>
                    <a:pt x="5770" y="448"/>
                    <a:pt x="5786" y="464"/>
                  </a:cubicBezTo>
                  <a:cubicBezTo>
                    <a:pt x="5801" y="464"/>
                    <a:pt x="5817" y="483"/>
                    <a:pt x="5817" y="498"/>
                  </a:cubicBezTo>
                  <a:cubicBezTo>
                    <a:pt x="5867" y="579"/>
                    <a:pt x="5817" y="656"/>
                    <a:pt x="5720" y="656"/>
                  </a:cubicBezTo>
                  <a:cubicBezTo>
                    <a:pt x="5705" y="656"/>
                    <a:pt x="5689" y="656"/>
                    <a:pt x="5674" y="641"/>
                  </a:cubicBezTo>
                  <a:cubicBezTo>
                    <a:pt x="5658" y="641"/>
                    <a:pt x="5643" y="626"/>
                    <a:pt x="5643" y="610"/>
                  </a:cubicBezTo>
                  <a:cubicBezTo>
                    <a:pt x="5593" y="529"/>
                    <a:pt x="5643" y="448"/>
                    <a:pt x="5720" y="448"/>
                  </a:cubicBezTo>
                  <a:close/>
                  <a:moveTo>
                    <a:pt x="6156" y="386"/>
                  </a:moveTo>
                  <a:cubicBezTo>
                    <a:pt x="6187" y="386"/>
                    <a:pt x="6222" y="402"/>
                    <a:pt x="6252" y="417"/>
                  </a:cubicBezTo>
                  <a:cubicBezTo>
                    <a:pt x="6268" y="433"/>
                    <a:pt x="6283" y="433"/>
                    <a:pt x="6299" y="464"/>
                  </a:cubicBezTo>
                  <a:cubicBezTo>
                    <a:pt x="6380" y="595"/>
                    <a:pt x="6283" y="722"/>
                    <a:pt x="6156" y="722"/>
                  </a:cubicBezTo>
                  <a:cubicBezTo>
                    <a:pt x="6141" y="722"/>
                    <a:pt x="6106" y="707"/>
                    <a:pt x="6075" y="691"/>
                  </a:cubicBezTo>
                  <a:cubicBezTo>
                    <a:pt x="6044" y="676"/>
                    <a:pt x="6044" y="656"/>
                    <a:pt x="6029" y="641"/>
                  </a:cubicBezTo>
                  <a:cubicBezTo>
                    <a:pt x="5948" y="514"/>
                    <a:pt x="6044" y="386"/>
                    <a:pt x="6156" y="386"/>
                  </a:cubicBezTo>
                  <a:close/>
                  <a:moveTo>
                    <a:pt x="0" y="1"/>
                  </a:moveTo>
                  <a:lnTo>
                    <a:pt x="0" y="255"/>
                  </a:lnTo>
                  <a:cubicBezTo>
                    <a:pt x="0" y="626"/>
                    <a:pt x="289" y="915"/>
                    <a:pt x="660" y="915"/>
                  </a:cubicBezTo>
                  <a:lnTo>
                    <a:pt x="6252" y="915"/>
                  </a:lnTo>
                  <a:cubicBezTo>
                    <a:pt x="6607" y="915"/>
                    <a:pt x="6912" y="626"/>
                    <a:pt x="6912" y="255"/>
                  </a:cubicBezTo>
                  <a:lnTo>
                    <a:pt x="6912" y="62"/>
                  </a:lnTo>
                  <a:cubicBezTo>
                    <a:pt x="5898" y="271"/>
                    <a:pt x="4852" y="336"/>
                    <a:pt x="3873" y="336"/>
                  </a:cubicBezTo>
                  <a:cubicBezTo>
                    <a:pt x="2268" y="336"/>
                    <a:pt x="837" y="143"/>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7" name="Google Shape;1736;p39">
              <a:extLst>
                <a:ext uri="{FF2B5EF4-FFF2-40B4-BE49-F238E27FC236}">
                  <a16:creationId xmlns:a16="http://schemas.microsoft.com/office/drawing/2014/main" id="{E318B2DC-3873-6A1C-9383-8B98B282B56F}"/>
                </a:ext>
              </a:extLst>
            </p:cNvPr>
            <p:cNvSpPr/>
            <p:nvPr/>
          </p:nvSpPr>
          <p:spPr>
            <a:xfrm>
              <a:off x="3013911" y="2669052"/>
              <a:ext cx="7753" cy="6343"/>
            </a:xfrm>
            <a:custGeom>
              <a:avLst/>
              <a:gdLst/>
              <a:ahLst/>
              <a:cxnLst/>
              <a:rect l="l" t="t" r="r" b="b"/>
              <a:pathLst>
                <a:path w="275" h="225" extrusionOk="0">
                  <a:moveTo>
                    <a:pt x="132" y="1"/>
                  </a:moveTo>
                  <a:cubicBezTo>
                    <a:pt x="51" y="1"/>
                    <a:pt x="1" y="82"/>
                    <a:pt x="51" y="178"/>
                  </a:cubicBezTo>
                  <a:cubicBezTo>
                    <a:pt x="51" y="194"/>
                    <a:pt x="66" y="194"/>
                    <a:pt x="82" y="209"/>
                  </a:cubicBezTo>
                  <a:cubicBezTo>
                    <a:pt x="97" y="209"/>
                    <a:pt x="116" y="224"/>
                    <a:pt x="132" y="224"/>
                  </a:cubicBezTo>
                  <a:cubicBezTo>
                    <a:pt x="213" y="224"/>
                    <a:pt x="275" y="128"/>
                    <a:pt x="228" y="51"/>
                  </a:cubicBezTo>
                  <a:cubicBezTo>
                    <a:pt x="228" y="32"/>
                    <a:pt x="213" y="32"/>
                    <a:pt x="194" y="16"/>
                  </a:cubicBezTo>
                  <a:cubicBezTo>
                    <a:pt x="178" y="1"/>
                    <a:pt x="163" y="1"/>
                    <a:pt x="1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8" name="Google Shape;1737;p39">
              <a:extLst>
                <a:ext uri="{FF2B5EF4-FFF2-40B4-BE49-F238E27FC236}">
                  <a16:creationId xmlns:a16="http://schemas.microsoft.com/office/drawing/2014/main" id="{19F66D9E-EC30-92BB-0668-358AB3AE7098}"/>
                </a:ext>
              </a:extLst>
            </p:cNvPr>
            <p:cNvSpPr/>
            <p:nvPr/>
          </p:nvSpPr>
          <p:spPr>
            <a:xfrm>
              <a:off x="3130375" y="2670913"/>
              <a:ext cx="8176" cy="6315"/>
            </a:xfrm>
            <a:custGeom>
              <a:avLst/>
              <a:gdLst/>
              <a:ahLst/>
              <a:cxnLst/>
              <a:rect l="l" t="t" r="r" b="b"/>
              <a:pathLst>
                <a:path w="290" h="224" extrusionOk="0">
                  <a:moveTo>
                    <a:pt x="147" y="0"/>
                  </a:moveTo>
                  <a:cubicBezTo>
                    <a:pt x="66" y="0"/>
                    <a:pt x="1" y="97"/>
                    <a:pt x="51" y="178"/>
                  </a:cubicBezTo>
                  <a:cubicBezTo>
                    <a:pt x="66" y="193"/>
                    <a:pt x="82" y="193"/>
                    <a:pt x="82" y="209"/>
                  </a:cubicBezTo>
                  <a:cubicBezTo>
                    <a:pt x="112" y="224"/>
                    <a:pt x="132" y="224"/>
                    <a:pt x="147" y="224"/>
                  </a:cubicBezTo>
                  <a:cubicBezTo>
                    <a:pt x="228" y="224"/>
                    <a:pt x="290" y="143"/>
                    <a:pt x="244" y="47"/>
                  </a:cubicBezTo>
                  <a:cubicBezTo>
                    <a:pt x="244" y="31"/>
                    <a:pt x="228" y="31"/>
                    <a:pt x="209" y="16"/>
                  </a:cubicBezTo>
                  <a:cubicBezTo>
                    <a:pt x="193" y="16"/>
                    <a:pt x="163" y="0"/>
                    <a:pt x="1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9" name="Google Shape;1738;p39">
              <a:extLst>
                <a:ext uri="{FF2B5EF4-FFF2-40B4-BE49-F238E27FC236}">
                  <a16:creationId xmlns:a16="http://schemas.microsoft.com/office/drawing/2014/main" id="{69471915-882B-1CE4-3AE5-618FE83BA960}"/>
                </a:ext>
              </a:extLst>
            </p:cNvPr>
            <p:cNvSpPr/>
            <p:nvPr/>
          </p:nvSpPr>
          <p:spPr>
            <a:xfrm>
              <a:off x="3150392" y="2662314"/>
              <a:ext cx="8176" cy="6343"/>
            </a:xfrm>
            <a:custGeom>
              <a:avLst/>
              <a:gdLst/>
              <a:ahLst/>
              <a:cxnLst/>
              <a:rect l="l" t="t" r="r" b="b"/>
              <a:pathLst>
                <a:path w="290" h="225" extrusionOk="0">
                  <a:moveTo>
                    <a:pt x="143" y="1"/>
                  </a:moveTo>
                  <a:cubicBezTo>
                    <a:pt x="62" y="1"/>
                    <a:pt x="0" y="97"/>
                    <a:pt x="47" y="174"/>
                  </a:cubicBezTo>
                  <a:cubicBezTo>
                    <a:pt x="62" y="193"/>
                    <a:pt x="77" y="209"/>
                    <a:pt x="77" y="209"/>
                  </a:cubicBezTo>
                  <a:cubicBezTo>
                    <a:pt x="112" y="224"/>
                    <a:pt x="128" y="224"/>
                    <a:pt x="143" y="224"/>
                  </a:cubicBezTo>
                  <a:cubicBezTo>
                    <a:pt x="224" y="224"/>
                    <a:pt x="290" y="143"/>
                    <a:pt x="239" y="62"/>
                  </a:cubicBezTo>
                  <a:cubicBezTo>
                    <a:pt x="239" y="47"/>
                    <a:pt x="224" y="31"/>
                    <a:pt x="209" y="31"/>
                  </a:cubicBezTo>
                  <a:cubicBezTo>
                    <a:pt x="193" y="16"/>
                    <a:pt x="158" y="1"/>
                    <a:pt x="1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0" name="Google Shape;1739;p39">
              <a:extLst>
                <a:ext uri="{FF2B5EF4-FFF2-40B4-BE49-F238E27FC236}">
                  <a16:creationId xmlns:a16="http://schemas.microsoft.com/office/drawing/2014/main" id="{44D5EAA3-1D6E-85D4-E484-F42FADC6E2E9}"/>
                </a:ext>
              </a:extLst>
            </p:cNvPr>
            <p:cNvSpPr/>
            <p:nvPr/>
          </p:nvSpPr>
          <p:spPr>
            <a:xfrm>
              <a:off x="3140806" y="2688533"/>
              <a:ext cx="7753" cy="5892"/>
            </a:xfrm>
            <a:custGeom>
              <a:avLst/>
              <a:gdLst/>
              <a:ahLst/>
              <a:cxnLst/>
              <a:rect l="l" t="t" r="r" b="b"/>
              <a:pathLst>
                <a:path w="275" h="209" extrusionOk="0">
                  <a:moveTo>
                    <a:pt x="128" y="0"/>
                  </a:moveTo>
                  <a:cubicBezTo>
                    <a:pt x="51" y="0"/>
                    <a:pt x="1" y="81"/>
                    <a:pt x="51" y="162"/>
                  </a:cubicBezTo>
                  <a:cubicBezTo>
                    <a:pt x="51" y="178"/>
                    <a:pt x="66" y="193"/>
                    <a:pt x="82" y="193"/>
                  </a:cubicBezTo>
                  <a:cubicBezTo>
                    <a:pt x="97" y="208"/>
                    <a:pt x="113" y="208"/>
                    <a:pt x="128" y="208"/>
                  </a:cubicBezTo>
                  <a:cubicBezTo>
                    <a:pt x="225" y="208"/>
                    <a:pt x="275" y="131"/>
                    <a:pt x="225" y="50"/>
                  </a:cubicBezTo>
                  <a:cubicBezTo>
                    <a:pt x="225" y="35"/>
                    <a:pt x="209" y="16"/>
                    <a:pt x="194" y="16"/>
                  </a:cubicBezTo>
                  <a:cubicBezTo>
                    <a:pt x="178" y="0"/>
                    <a:pt x="163" y="0"/>
                    <a:pt x="128" y="0"/>
                  </a:cubicBezTo>
                  <a:close/>
                </a:path>
              </a:pathLst>
            </a:custGeom>
            <a:solidFill>
              <a:srgbClr val="0C22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1" name="Google Shape;1740;p39">
              <a:extLst>
                <a:ext uri="{FF2B5EF4-FFF2-40B4-BE49-F238E27FC236}">
                  <a16:creationId xmlns:a16="http://schemas.microsoft.com/office/drawing/2014/main" id="{D3253C74-8971-2BFC-CF1B-2E2AA544EEE3}"/>
                </a:ext>
              </a:extLst>
            </p:cNvPr>
            <p:cNvSpPr/>
            <p:nvPr/>
          </p:nvSpPr>
          <p:spPr>
            <a:xfrm>
              <a:off x="3028487" y="2665471"/>
              <a:ext cx="12207" cy="9473"/>
            </a:xfrm>
            <a:custGeom>
              <a:avLst/>
              <a:gdLst/>
              <a:ahLst/>
              <a:cxnLst/>
              <a:rect l="l" t="t" r="r" b="b"/>
              <a:pathLst>
                <a:path w="433" h="336" extrusionOk="0">
                  <a:moveTo>
                    <a:pt x="224" y="0"/>
                  </a:moveTo>
                  <a:cubicBezTo>
                    <a:pt x="97" y="0"/>
                    <a:pt x="1" y="128"/>
                    <a:pt x="82" y="255"/>
                  </a:cubicBezTo>
                  <a:cubicBezTo>
                    <a:pt x="97" y="274"/>
                    <a:pt x="112" y="290"/>
                    <a:pt x="128" y="305"/>
                  </a:cubicBezTo>
                  <a:cubicBezTo>
                    <a:pt x="159" y="321"/>
                    <a:pt x="193" y="336"/>
                    <a:pt x="224" y="336"/>
                  </a:cubicBezTo>
                  <a:cubicBezTo>
                    <a:pt x="336" y="336"/>
                    <a:pt x="433" y="209"/>
                    <a:pt x="352" y="81"/>
                  </a:cubicBezTo>
                  <a:cubicBezTo>
                    <a:pt x="336" y="62"/>
                    <a:pt x="336" y="47"/>
                    <a:pt x="305" y="31"/>
                  </a:cubicBezTo>
                  <a:cubicBezTo>
                    <a:pt x="274" y="16"/>
                    <a:pt x="240" y="0"/>
                    <a:pt x="2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2" name="Google Shape;1741;p39">
              <a:extLst>
                <a:ext uri="{FF2B5EF4-FFF2-40B4-BE49-F238E27FC236}">
                  <a16:creationId xmlns:a16="http://schemas.microsoft.com/office/drawing/2014/main" id="{E937F23E-EF55-DD7E-7593-A1E3A82782A5}"/>
                </a:ext>
              </a:extLst>
            </p:cNvPr>
            <p:cNvSpPr/>
            <p:nvPr/>
          </p:nvSpPr>
          <p:spPr>
            <a:xfrm>
              <a:off x="3150815" y="2686785"/>
              <a:ext cx="12207" cy="9473"/>
            </a:xfrm>
            <a:custGeom>
              <a:avLst/>
              <a:gdLst/>
              <a:ahLst/>
              <a:cxnLst/>
              <a:rect l="l" t="t" r="r" b="b"/>
              <a:pathLst>
                <a:path w="433" h="336" extrusionOk="0">
                  <a:moveTo>
                    <a:pt x="209" y="0"/>
                  </a:moveTo>
                  <a:cubicBezTo>
                    <a:pt x="97" y="0"/>
                    <a:pt x="1" y="128"/>
                    <a:pt x="82" y="255"/>
                  </a:cubicBezTo>
                  <a:cubicBezTo>
                    <a:pt x="97" y="270"/>
                    <a:pt x="97" y="290"/>
                    <a:pt x="128" y="305"/>
                  </a:cubicBezTo>
                  <a:cubicBezTo>
                    <a:pt x="159" y="321"/>
                    <a:pt x="194" y="336"/>
                    <a:pt x="209" y="336"/>
                  </a:cubicBezTo>
                  <a:cubicBezTo>
                    <a:pt x="336" y="336"/>
                    <a:pt x="433" y="209"/>
                    <a:pt x="352" y="78"/>
                  </a:cubicBezTo>
                  <a:cubicBezTo>
                    <a:pt x="336" y="47"/>
                    <a:pt x="321" y="47"/>
                    <a:pt x="305" y="31"/>
                  </a:cubicBezTo>
                  <a:cubicBezTo>
                    <a:pt x="275" y="16"/>
                    <a:pt x="240" y="0"/>
                    <a:pt x="209" y="0"/>
                  </a:cubicBezTo>
                  <a:close/>
                </a:path>
              </a:pathLst>
            </a:custGeom>
            <a:solidFill>
              <a:srgbClr val="0C22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3" name="Google Shape;1742;p39">
              <a:extLst>
                <a:ext uri="{FF2B5EF4-FFF2-40B4-BE49-F238E27FC236}">
                  <a16:creationId xmlns:a16="http://schemas.microsoft.com/office/drawing/2014/main" id="{0D0637BD-CD1C-CC06-8A1A-0C294D59BC98}"/>
                </a:ext>
              </a:extLst>
            </p:cNvPr>
            <p:cNvSpPr/>
            <p:nvPr/>
          </p:nvSpPr>
          <p:spPr>
            <a:xfrm>
              <a:off x="2994007" y="2660904"/>
              <a:ext cx="12320" cy="9585"/>
            </a:xfrm>
            <a:custGeom>
              <a:avLst/>
              <a:gdLst/>
              <a:ahLst/>
              <a:cxnLst/>
              <a:rect l="l" t="t" r="r" b="b"/>
              <a:pathLst>
                <a:path w="437" h="340" extrusionOk="0">
                  <a:moveTo>
                    <a:pt x="209" y="0"/>
                  </a:moveTo>
                  <a:cubicBezTo>
                    <a:pt x="97" y="0"/>
                    <a:pt x="1" y="128"/>
                    <a:pt x="82" y="259"/>
                  </a:cubicBezTo>
                  <a:cubicBezTo>
                    <a:pt x="97" y="274"/>
                    <a:pt x="97" y="290"/>
                    <a:pt x="128" y="305"/>
                  </a:cubicBezTo>
                  <a:cubicBezTo>
                    <a:pt x="163" y="321"/>
                    <a:pt x="194" y="340"/>
                    <a:pt x="209" y="340"/>
                  </a:cubicBezTo>
                  <a:cubicBezTo>
                    <a:pt x="340" y="340"/>
                    <a:pt x="437" y="193"/>
                    <a:pt x="356" y="81"/>
                  </a:cubicBezTo>
                  <a:cubicBezTo>
                    <a:pt x="340" y="51"/>
                    <a:pt x="321" y="31"/>
                    <a:pt x="306" y="31"/>
                  </a:cubicBezTo>
                  <a:cubicBezTo>
                    <a:pt x="275" y="16"/>
                    <a:pt x="244" y="0"/>
                    <a:pt x="20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4" name="Google Shape;1743;p39">
              <a:extLst>
                <a:ext uri="{FF2B5EF4-FFF2-40B4-BE49-F238E27FC236}">
                  <a16:creationId xmlns:a16="http://schemas.microsoft.com/office/drawing/2014/main" id="{AEE757DC-5544-C627-A8CD-AC98004C6F07}"/>
                </a:ext>
              </a:extLst>
            </p:cNvPr>
            <p:cNvSpPr/>
            <p:nvPr/>
          </p:nvSpPr>
          <p:spPr>
            <a:xfrm>
              <a:off x="2987269" y="2673196"/>
              <a:ext cx="8627" cy="34395"/>
            </a:xfrm>
            <a:custGeom>
              <a:avLst/>
              <a:gdLst/>
              <a:ahLst/>
              <a:cxnLst/>
              <a:rect l="l" t="t" r="r" b="b"/>
              <a:pathLst>
                <a:path w="306" h="1220" extrusionOk="0">
                  <a:moveTo>
                    <a:pt x="159" y="0"/>
                  </a:moveTo>
                  <a:cubicBezTo>
                    <a:pt x="62" y="0"/>
                    <a:pt x="1" y="62"/>
                    <a:pt x="1" y="143"/>
                  </a:cubicBezTo>
                  <a:lnTo>
                    <a:pt x="1" y="1076"/>
                  </a:lnTo>
                  <a:cubicBezTo>
                    <a:pt x="1" y="1157"/>
                    <a:pt x="62" y="1219"/>
                    <a:pt x="159" y="1219"/>
                  </a:cubicBezTo>
                  <a:cubicBezTo>
                    <a:pt x="240" y="1219"/>
                    <a:pt x="305" y="1157"/>
                    <a:pt x="305" y="1076"/>
                  </a:cubicBezTo>
                  <a:lnTo>
                    <a:pt x="305" y="143"/>
                  </a:lnTo>
                  <a:cubicBezTo>
                    <a:pt x="305" y="62"/>
                    <a:pt x="240" y="0"/>
                    <a:pt x="1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5" name="Google Shape;1744;p39">
              <a:extLst>
                <a:ext uri="{FF2B5EF4-FFF2-40B4-BE49-F238E27FC236}">
                  <a16:creationId xmlns:a16="http://schemas.microsoft.com/office/drawing/2014/main" id="{CB0E3874-B97A-06A7-90E0-F3CDE4FB325A}"/>
                </a:ext>
              </a:extLst>
            </p:cNvPr>
            <p:cNvSpPr/>
            <p:nvPr/>
          </p:nvSpPr>
          <p:spPr>
            <a:xfrm>
              <a:off x="2940525" y="2791380"/>
              <a:ext cx="67549" cy="73864"/>
            </a:xfrm>
            <a:custGeom>
              <a:avLst/>
              <a:gdLst/>
              <a:ahLst/>
              <a:cxnLst/>
              <a:rect l="l" t="t" r="r" b="b"/>
              <a:pathLst>
                <a:path w="2396" h="2620" extrusionOk="0">
                  <a:moveTo>
                    <a:pt x="0" y="1"/>
                  </a:moveTo>
                  <a:lnTo>
                    <a:pt x="50" y="757"/>
                  </a:lnTo>
                  <a:lnTo>
                    <a:pt x="147" y="2620"/>
                  </a:lnTo>
                  <a:lnTo>
                    <a:pt x="2237" y="2620"/>
                  </a:lnTo>
                  <a:lnTo>
                    <a:pt x="2349" y="757"/>
                  </a:lnTo>
                  <a:lnTo>
                    <a:pt x="239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6" name="Google Shape;1745;p39">
              <a:extLst>
                <a:ext uri="{FF2B5EF4-FFF2-40B4-BE49-F238E27FC236}">
                  <a16:creationId xmlns:a16="http://schemas.microsoft.com/office/drawing/2014/main" id="{166F7F5E-E252-DE7B-CC19-9322FFFB3D1D}"/>
                </a:ext>
              </a:extLst>
            </p:cNvPr>
            <p:cNvSpPr/>
            <p:nvPr/>
          </p:nvSpPr>
          <p:spPr>
            <a:xfrm>
              <a:off x="2940525" y="2791380"/>
              <a:ext cx="67549" cy="21342"/>
            </a:xfrm>
            <a:custGeom>
              <a:avLst/>
              <a:gdLst/>
              <a:ahLst/>
              <a:cxnLst/>
              <a:rect l="l" t="t" r="r" b="b"/>
              <a:pathLst>
                <a:path w="2396" h="757" extrusionOk="0">
                  <a:moveTo>
                    <a:pt x="0" y="1"/>
                  </a:moveTo>
                  <a:lnTo>
                    <a:pt x="50" y="757"/>
                  </a:lnTo>
                  <a:lnTo>
                    <a:pt x="2349" y="757"/>
                  </a:lnTo>
                  <a:lnTo>
                    <a:pt x="239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7" name="Google Shape;1746;p39">
              <a:extLst>
                <a:ext uri="{FF2B5EF4-FFF2-40B4-BE49-F238E27FC236}">
                  <a16:creationId xmlns:a16="http://schemas.microsoft.com/office/drawing/2014/main" id="{D7A068E1-81D7-0E34-AA03-0A78A3FC5F74}"/>
                </a:ext>
              </a:extLst>
            </p:cNvPr>
            <p:cNvSpPr/>
            <p:nvPr/>
          </p:nvSpPr>
          <p:spPr>
            <a:xfrm>
              <a:off x="2932913" y="2783684"/>
              <a:ext cx="82886" cy="15449"/>
            </a:xfrm>
            <a:custGeom>
              <a:avLst/>
              <a:gdLst/>
              <a:ahLst/>
              <a:cxnLst/>
              <a:rect l="l" t="t" r="r" b="b"/>
              <a:pathLst>
                <a:path w="2940" h="548" extrusionOk="0">
                  <a:moveTo>
                    <a:pt x="174" y="0"/>
                  </a:moveTo>
                  <a:cubicBezTo>
                    <a:pt x="77" y="0"/>
                    <a:pt x="0" y="81"/>
                    <a:pt x="0" y="177"/>
                  </a:cubicBezTo>
                  <a:lnTo>
                    <a:pt x="0" y="355"/>
                  </a:lnTo>
                  <a:cubicBezTo>
                    <a:pt x="0" y="467"/>
                    <a:pt x="77" y="548"/>
                    <a:pt x="174" y="548"/>
                  </a:cubicBezTo>
                  <a:lnTo>
                    <a:pt x="2746" y="548"/>
                  </a:lnTo>
                  <a:cubicBezTo>
                    <a:pt x="2858" y="548"/>
                    <a:pt x="2939" y="467"/>
                    <a:pt x="2939" y="355"/>
                  </a:cubicBezTo>
                  <a:lnTo>
                    <a:pt x="2939" y="177"/>
                  </a:lnTo>
                  <a:cubicBezTo>
                    <a:pt x="2939" y="81"/>
                    <a:pt x="2858" y="0"/>
                    <a:pt x="274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8" name="Google Shape;1747;p39">
              <a:extLst>
                <a:ext uri="{FF2B5EF4-FFF2-40B4-BE49-F238E27FC236}">
                  <a16:creationId xmlns:a16="http://schemas.microsoft.com/office/drawing/2014/main" id="{1021096D-805E-A3B1-5D60-25B785F3875A}"/>
                </a:ext>
              </a:extLst>
            </p:cNvPr>
            <p:cNvSpPr/>
            <p:nvPr/>
          </p:nvSpPr>
          <p:spPr>
            <a:xfrm>
              <a:off x="2950083" y="2825437"/>
              <a:ext cx="6343" cy="25345"/>
            </a:xfrm>
            <a:custGeom>
              <a:avLst/>
              <a:gdLst/>
              <a:ahLst/>
              <a:cxnLst/>
              <a:rect l="l" t="t" r="r" b="b"/>
              <a:pathLst>
                <a:path w="225" h="899" extrusionOk="0">
                  <a:moveTo>
                    <a:pt x="112" y="0"/>
                  </a:moveTo>
                  <a:cubicBezTo>
                    <a:pt x="47" y="0"/>
                    <a:pt x="1" y="193"/>
                    <a:pt x="1" y="448"/>
                  </a:cubicBezTo>
                  <a:cubicBezTo>
                    <a:pt x="1" y="691"/>
                    <a:pt x="47" y="899"/>
                    <a:pt x="112" y="899"/>
                  </a:cubicBezTo>
                  <a:cubicBezTo>
                    <a:pt x="178" y="899"/>
                    <a:pt x="224" y="691"/>
                    <a:pt x="224" y="448"/>
                  </a:cubicBezTo>
                  <a:cubicBezTo>
                    <a:pt x="224" y="193"/>
                    <a:pt x="178" y="0"/>
                    <a:pt x="11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9" name="Google Shape;1748;p39">
              <a:extLst>
                <a:ext uri="{FF2B5EF4-FFF2-40B4-BE49-F238E27FC236}">
                  <a16:creationId xmlns:a16="http://schemas.microsoft.com/office/drawing/2014/main" id="{018E97D2-CB25-B724-2522-A0384A1EAE3B}"/>
                </a:ext>
              </a:extLst>
            </p:cNvPr>
            <p:cNvSpPr/>
            <p:nvPr/>
          </p:nvSpPr>
          <p:spPr>
            <a:xfrm>
              <a:off x="2964123" y="2825437"/>
              <a:ext cx="6879" cy="25345"/>
            </a:xfrm>
            <a:custGeom>
              <a:avLst/>
              <a:gdLst/>
              <a:ahLst/>
              <a:cxnLst/>
              <a:rect l="l" t="t" r="r" b="b"/>
              <a:pathLst>
                <a:path w="244" h="899" extrusionOk="0">
                  <a:moveTo>
                    <a:pt x="127" y="0"/>
                  </a:moveTo>
                  <a:cubicBezTo>
                    <a:pt x="66" y="0"/>
                    <a:pt x="0" y="193"/>
                    <a:pt x="0" y="448"/>
                  </a:cubicBezTo>
                  <a:cubicBezTo>
                    <a:pt x="0" y="691"/>
                    <a:pt x="66" y="899"/>
                    <a:pt x="127" y="899"/>
                  </a:cubicBezTo>
                  <a:cubicBezTo>
                    <a:pt x="193" y="899"/>
                    <a:pt x="243" y="691"/>
                    <a:pt x="243" y="448"/>
                  </a:cubicBezTo>
                  <a:cubicBezTo>
                    <a:pt x="243" y="193"/>
                    <a:pt x="193" y="0"/>
                    <a:pt x="1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0" name="Google Shape;1749;p39">
              <a:extLst>
                <a:ext uri="{FF2B5EF4-FFF2-40B4-BE49-F238E27FC236}">
                  <a16:creationId xmlns:a16="http://schemas.microsoft.com/office/drawing/2014/main" id="{B8596EEB-D9F7-F3EF-53B6-B2F9CA6E0B62}"/>
                </a:ext>
              </a:extLst>
            </p:cNvPr>
            <p:cNvSpPr/>
            <p:nvPr/>
          </p:nvSpPr>
          <p:spPr>
            <a:xfrm>
              <a:off x="2978585" y="2825437"/>
              <a:ext cx="6879" cy="25345"/>
            </a:xfrm>
            <a:custGeom>
              <a:avLst/>
              <a:gdLst/>
              <a:ahLst/>
              <a:cxnLst/>
              <a:rect l="l" t="t" r="r" b="b"/>
              <a:pathLst>
                <a:path w="244" h="899" extrusionOk="0">
                  <a:moveTo>
                    <a:pt x="116" y="0"/>
                  </a:moveTo>
                  <a:cubicBezTo>
                    <a:pt x="50" y="0"/>
                    <a:pt x="0" y="193"/>
                    <a:pt x="0" y="448"/>
                  </a:cubicBezTo>
                  <a:cubicBezTo>
                    <a:pt x="0" y="691"/>
                    <a:pt x="50" y="899"/>
                    <a:pt x="116" y="899"/>
                  </a:cubicBezTo>
                  <a:cubicBezTo>
                    <a:pt x="178" y="899"/>
                    <a:pt x="243" y="691"/>
                    <a:pt x="243" y="448"/>
                  </a:cubicBezTo>
                  <a:cubicBezTo>
                    <a:pt x="243" y="193"/>
                    <a:pt x="178" y="0"/>
                    <a:pt x="1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1" name="Google Shape;1750;p39">
              <a:extLst>
                <a:ext uri="{FF2B5EF4-FFF2-40B4-BE49-F238E27FC236}">
                  <a16:creationId xmlns:a16="http://schemas.microsoft.com/office/drawing/2014/main" id="{E6940A3F-3D04-D023-972F-0850F7EC0E11}"/>
                </a:ext>
              </a:extLst>
            </p:cNvPr>
            <p:cNvSpPr/>
            <p:nvPr/>
          </p:nvSpPr>
          <p:spPr>
            <a:xfrm>
              <a:off x="2993133" y="2825437"/>
              <a:ext cx="6343" cy="25345"/>
            </a:xfrm>
            <a:custGeom>
              <a:avLst/>
              <a:gdLst/>
              <a:ahLst/>
              <a:cxnLst/>
              <a:rect l="l" t="t" r="r" b="b"/>
              <a:pathLst>
                <a:path w="225" h="899" extrusionOk="0">
                  <a:moveTo>
                    <a:pt x="113" y="0"/>
                  </a:moveTo>
                  <a:cubicBezTo>
                    <a:pt x="47" y="0"/>
                    <a:pt x="1" y="193"/>
                    <a:pt x="1" y="448"/>
                  </a:cubicBezTo>
                  <a:cubicBezTo>
                    <a:pt x="1" y="691"/>
                    <a:pt x="47" y="899"/>
                    <a:pt x="113" y="899"/>
                  </a:cubicBezTo>
                  <a:cubicBezTo>
                    <a:pt x="178" y="899"/>
                    <a:pt x="225" y="691"/>
                    <a:pt x="225" y="448"/>
                  </a:cubicBezTo>
                  <a:cubicBezTo>
                    <a:pt x="225" y="193"/>
                    <a:pt x="178" y="0"/>
                    <a:pt x="1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2" name="Google Shape;1751;p39">
              <a:extLst>
                <a:ext uri="{FF2B5EF4-FFF2-40B4-BE49-F238E27FC236}">
                  <a16:creationId xmlns:a16="http://schemas.microsoft.com/office/drawing/2014/main" id="{FFB5CEF3-037A-7FF2-3E70-C506DB23841D}"/>
                </a:ext>
              </a:extLst>
            </p:cNvPr>
            <p:cNvSpPr/>
            <p:nvPr/>
          </p:nvSpPr>
          <p:spPr>
            <a:xfrm>
              <a:off x="3142216" y="2817712"/>
              <a:ext cx="107357" cy="46659"/>
            </a:xfrm>
            <a:custGeom>
              <a:avLst/>
              <a:gdLst/>
              <a:ahLst/>
              <a:cxnLst/>
              <a:rect l="l" t="t" r="r" b="b"/>
              <a:pathLst>
                <a:path w="3808" h="1655" extrusionOk="0">
                  <a:moveTo>
                    <a:pt x="1" y="0"/>
                  </a:moveTo>
                  <a:lnTo>
                    <a:pt x="1" y="1300"/>
                  </a:lnTo>
                  <a:cubicBezTo>
                    <a:pt x="1" y="1493"/>
                    <a:pt x="159" y="1655"/>
                    <a:pt x="352" y="1655"/>
                  </a:cubicBezTo>
                  <a:lnTo>
                    <a:pt x="3472" y="1655"/>
                  </a:lnTo>
                  <a:cubicBezTo>
                    <a:pt x="3665" y="1655"/>
                    <a:pt x="3808" y="1493"/>
                    <a:pt x="3808" y="1300"/>
                  </a:cubicBezTo>
                  <a:lnTo>
                    <a:pt x="380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3" name="Google Shape;1752;p39">
              <a:extLst>
                <a:ext uri="{FF2B5EF4-FFF2-40B4-BE49-F238E27FC236}">
                  <a16:creationId xmlns:a16="http://schemas.microsoft.com/office/drawing/2014/main" id="{B003F5B7-78FA-EAEF-315B-0EB9334CD178}"/>
                </a:ext>
              </a:extLst>
            </p:cNvPr>
            <p:cNvSpPr/>
            <p:nvPr/>
          </p:nvSpPr>
          <p:spPr>
            <a:xfrm>
              <a:off x="3212923" y="2770066"/>
              <a:ext cx="10882" cy="62559"/>
            </a:xfrm>
            <a:custGeom>
              <a:avLst/>
              <a:gdLst/>
              <a:ahLst/>
              <a:cxnLst/>
              <a:rect l="l" t="t" r="r" b="b"/>
              <a:pathLst>
                <a:path w="386" h="2219" extrusionOk="0">
                  <a:moveTo>
                    <a:pt x="305" y="1"/>
                  </a:moveTo>
                  <a:cubicBezTo>
                    <a:pt x="270" y="1"/>
                    <a:pt x="224" y="16"/>
                    <a:pt x="224" y="66"/>
                  </a:cubicBezTo>
                  <a:lnTo>
                    <a:pt x="0" y="2122"/>
                  </a:lnTo>
                  <a:cubicBezTo>
                    <a:pt x="0" y="2172"/>
                    <a:pt x="31" y="2203"/>
                    <a:pt x="62" y="2219"/>
                  </a:cubicBezTo>
                  <a:lnTo>
                    <a:pt x="77" y="2219"/>
                  </a:lnTo>
                  <a:cubicBezTo>
                    <a:pt x="112" y="2219"/>
                    <a:pt x="143" y="2188"/>
                    <a:pt x="158" y="2138"/>
                  </a:cubicBezTo>
                  <a:lnTo>
                    <a:pt x="366" y="82"/>
                  </a:lnTo>
                  <a:cubicBezTo>
                    <a:pt x="386" y="36"/>
                    <a:pt x="351" y="1"/>
                    <a:pt x="30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4" name="Google Shape;1753;p39">
              <a:extLst>
                <a:ext uri="{FF2B5EF4-FFF2-40B4-BE49-F238E27FC236}">
                  <a16:creationId xmlns:a16="http://schemas.microsoft.com/office/drawing/2014/main" id="{BF7FC06A-BB84-C954-ADF5-5393952FAF1E}"/>
                </a:ext>
              </a:extLst>
            </p:cNvPr>
            <p:cNvSpPr/>
            <p:nvPr/>
          </p:nvSpPr>
          <p:spPr>
            <a:xfrm>
              <a:off x="3195134" y="2793184"/>
              <a:ext cx="22272" cy="16464"/>
            </a:xfrm>
            <a:custGeom>
              <a:avLst/>
              <a:gdLst/>
              <a:ahLst/>
              <a:cxnLst/>
              <a:rect l="l" t="t" r="r" b="b"/>
              <a:pathLst>
                <a:path w="790" h="584" extrusionOk="0">
                  <a:moveTo>
                    <a:pt x="150" y="0"/>
                  </a:moveTo>
                  <a:cubicBezTo>
                    <a:pt x="118" y="0"/>
                    <a:pt x="99" y="2"/>
                    <a:pt x="99" y="2"/>
                  </a:cubicBezTo>
                  <a:cubicBezTo>
                    <a:pt x="99" y="2"/>
                    <a:pt x="1" y="584"/>
                    <a:pt x="528" y="584"/>
                  </a:cubicBezTo>
                  <a:cubicBezTo>
                    <a:pt x="602" y="584"/>
                    <a:pt x="689" y="572"/>
                    <a:pt x="789" y="546"/>
                  </a:cubicBezTo>
                  <a:cubicBezTo>
                    <a:pt x="723" y="45"/>
                    <a:pt x="298" y="0"/>
                    <a:pt x="15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5" name="Google Shape;1754;p39">
              <a:extLst>
                <a:ext uri="{FF2B5EF4-FFF2-40B4-BE49-F238E27FC236}">
                  <a16:creationId xmlns:a16="http://schemas.microsoft.com/office/drawing/2014/main" id="{B3BA4350-7F80-B9C1-4A42-A2DE2811A415}"/>
                </a:ext>
              </a:extLst>
            </p:cNvPr>
            <p:cNvSpPr/>
            <p:nvPr/>
          </p:nvSpPr>
          <p:spPr>
            <a:xfrm>
              <a:off x="3171142" y="2783684"/>
              <a:ext cx="24950" cy="29489"/>
            </a:xfrm>
            <a:custGeom>
              <a:avLst/>
              <a:gdLst/>
              <a:ahLst/>
              <a:cxnLst/>
              <a:rect l="l" t="t" r="r" b="b"/>
              <a:pathLst>
                <a:path w="885" h="1046" extrusionOk="0">
                  <a:moveTo>
                    <a:pt x="691" y="0"/>
                  </a:moveTo>
                  <a:cubicBezTo>
                    <a:pt x="691" y="0"/>
                    <a:pt x="1" y="208"/>
                    <a:pt x="132" y="1045"/>
                  </a:cubicBezTo>
                  <a:cubicBezTo>
                    <a:pt x="884" y="852"/>
                    <a:pt x="691" y="0"/>
                    <a:pt x="69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6" name="Google Shape;1755;p39">
              <a:extLst>
                <a:ext uri="{FF2B5EF4-FFF2-40B4-BE49-F238E27FC236}">
                  <a16:creationId xmlns:a16="http://schemas.microsoft.com/office/drawing/2014/main" id="{4FFEE046-DC13-775D-679D-B657FA0A3C1F}"/>
                </a:ext>
              </a:extLst>
            </p:cNvPr>
            <p:cNvSpPr/>
            <p:nvPr/>
          </p:nvSpPr>
          <p:spPr>
            <a:xfrm>
              <a:off x="3217378" y="2805307"/>
              <a:ext cx="24048" cy="14632"/>
            </a:xfrm>
            <a:custGeom>
              <a:avLst/>
              <a:gdLst/>
              <a:ahLst/>
              <a:cxnLst/>
              <a:rect l="l" t="t" r="r" b="b"/>
              <a:pathLst>
                <a:path w="853" h="519" extrusionOk="0">
                  <a:moveTo>
                    <a:pt x="452" y="0"/>
                  </a:moveTo>
                  <a:cubicBezTo>
                    <a:pt x="295" y="0"/>
                    <a:pt x="123" y="99"/>
                    <a:pt x="0" y="440"/>
                  </a:cubicBezTo>
                  <a:cubicBezTo>
                    <a:pt x="112" y="496"/>
                    <a:pt x="214" y="519"/>
                    <a:pt x="305" y="519"/>
                  </a:cubicBezTo>
                  <a:cubicBezTo>
                    <a:pt x="660" y="519"/>
                    <a:pt x="853" y="182"/>
                    <a:pt x="853" y="182"/>
                  </a:cubicBezTo>
                  <a:cubicBezTo>
                    <a:pt x="853" y="182"/>
                    <a:pt x="666" y="0"/>
                    <a:pt x="45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7" name="Google Shape;1756;p39">
              <a:extLst>
                <a:ext uri="{FF2B5EF4-FFF2-40B4-BE49-F238E27FC236}">
                  <a16:creationId xmlns:a16="http://schemas.microsoft.com/office/drawing/2014/main" id="{3FD818B5-F364-85F8-D633-786773C05F1D}"/>
                </a:ext>
              </a:extLst>
            </p:cNvPr>
            <p:cNvSpPr/>
            <p:nvPr/>
          </p:nvSpPr>
          <p:spPr>
            <a:xfrm>
              <a:off x="3193414" y="2741535"/>
              <a:ext cx="57992" cy="47025"/>
            </a:xfrm>
            <a:custGeom>
              <a:avLst/>
              <a:gdLst/>
              <a:ahLst/>
              <a:cxnLst/>
              <a:rect l="l" t="t" r="r" b="b"/>
              <a:pathLst>
                <a:path w="2057" h="1668" extrusionOk="0">
                  <a:moveTo>
                    <a:pt x="1022" y="1"/>
                  </a:moveTo>
                  <a:cubicBezTo>
                    <a:pt x="440" y="1"/>
                    <a:pt x="0" y="610"/>
                    <a:pt x="287" y="1240"/>
                  </a:cubicBezTo>
                  <a:cubicBezTo>
                    <a:pt x="353" y="1383"/>
                    <a:pt x="480" y="1510"/>
                    <a:pt x="627" y="1576"/>
                  </a:cubicBezTo>
                  <a:cubicBezTo>
                    <a:pt x="761" y="1639"/>
                    <a:pt x="894" y="1668"/>
                    <a:pt x="1021" y="1668"/>
                  </a:cubicBezTo>
                  <a:cubicBezTo>
                    <a:pt x="1610" y="1668"/>
                    <a:pt x="2057" y="1056"/>
                    <a:pt x="1768" y="434"/>
                  </a:cubicBezTo>
                  <a:cubicBezTo>
                    <a:pt x="1703" y="292"/>
                    <a:pt x="1575" y="161"/>
                    <a:pt x="1429" y="99"/>
                  </a:cubicBezTo>
                  <a:cubicBezTo>
                    <a:pt x="1290" y="31"/>
                    <a:pt x="1153" y="1"/>
                    <a:pt x="102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8" name="Google Shape;1757;p39">
              <a:extLst>
                <a:ext uri="{FF2B5EF4-FFF2-40B4-BE49-F238E27FC236}">
                  <a16:creationId xmlns:a16="http://schemas.microsoft.com/office/drawing/2014/main" id="{7FC7D918-B628-CE1B-7A9F-A1A5E27BD2FB}"/>
                </a:ext>
              </a:extLst>
            </p:cNvPr>
            <p:cNvSpPr/>
            <p:nvPr/>
          </p:nvSpPr>
          <p:spPr>
            <a:xfrm>
              <a:off x="3205819" y="2751769"/>
              <a:ext cx="33211" cy="26755"/>
            </a:xfrm>
            <a:custGeom>
              <a:avLst/>
              <a:gdLst/>
              <a:ahLst/>
              <a:cxnLst/>
              <a:rect l="l" t="t" r="r" b="b"/>
              <a:pathLst>
                <a:path w="1178" h="949" extrusionOk="0">
                  <a:moveTo>
                    <a:pt x="580" y="1"/>
                  </a:moveTo>
                  <a:cubicBezTo>
                    <a:pt x="248" y="1"/>
                    <a:pt x="1" y="344"/>
                    <a:pt x="171" y="700"/>
                  </a:cubicBezTo>
                  <a:cubicBezTo>
                    <a:pt x="202" y="781"/>
                    <a:pt x="267" y="858"/>
                    <a:pt x="364" y="893"/>
                  </a:cubicBezTo>
                  <a:cubicBezTo>
                    <a:pt x="443" y="931"/>
                    <a:pt x="522" y="948"/>
                    <a:pt x="596" y="948"/>
                  </a:cubicBezTo>
                  <a:cubicBezTo>
                    <a:pt x="929" y="948"/>
                    <a:pt x="1178" y="605"/>
                    <a:pt x="1004" y="249"/>
                  </a:cubicBezTo>
                  <a:cubicBezTo>
                    <a:pt x="973" y="152"/>
                    <a:pt x="892" y="87"/>
                    <a:pt x="811" y="56"/>
                  </a:cubicBezTo>
                  <a:cubicBezTo>
                    <a:pt x="732" y="18"/>
                    <a:pt x="654" y="1"/>
                    <a:pt x="58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9" name="Google Shape;1758;p39">
              <a:extLst>
                <a:ext uri="{FF2B5EF4-FFF2-40B4-BE49-F238E27FC236}">
                  <a16:creationId xmlns:a16="http://schemas.microsoft.com/office/drawing/2014/main" id="{E4EE4DB4-7101-A2FF-DBDD-86600ED9D7E1}"/>
                </a:ext>
              </a:extLst>
            </p:cNvPr>
            <p:cNvSpPr/>
            <p:nvPr/>
          </p:nvSpPr>
          <p:spPr>
            <a:xfrm>
              <a:off x="3214700" y="2758930"/>
              <a:ext cx="15365" cy="12320"/>
            </a:xfrm>
            <a:custGeom>
              <a:avLst/>
              <a:gdLst/>
              <a:ahLst/>
              <a:cxnLst/>
              <a:rect l="l" t="t" r="r" b="b"/>
              <a:pathLst>
                <a:path w="545" h="437" extrusionOk="0">
                  <a:moveTo>
                    <a:pt x="274" y="0"/>
                  </a:moveTo>
                  <a:cubicBezTo>
                    <a:pt x="116" y="0"/>
                    <a:pt x="1" y="161"/>
                    <a:pt x="80" y="334"/>
                  </a:cubicBezTo>
                  <a:cubicBezTo>
                    <a:pt x="95" y="365"/>
                    <a:pt x="130" y="396"/>
                    <a:pt x="161" y="411"/>
                  </a:cubicBezTo>
                  <a:cubicBezTo>
                    <a:pt x="199" y="429"/>
                    <a:pt x="236" y="437"/>
                    <a:pt x="272" y="437"/>
                  </a:cubicBezTo>
                  <a:cubicBezTo>
                    <a:pt x="430" y="437"/>
                    <a:pt x="544" y="277"/>
                    <a:pt x="465" y="107"/>
                  </a:cubicBezTo>
                  <a:cubicBezTo>
                    <a:pt x="450" y="76"/>
                    <a:pt x="419" y="45"/>
                    <a:pt x="384" y="26"/>
                  </a:cubicBezTo>
                  <a:cubicBezTo>
                    <a:pt x="347" y="8"/>
                    <a:pt x="309" y="0"/>
                    <a:pt x="2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0" name="Google Shape;1759;p39">
              <a:extLst>
                <a:ext uri="{FF2B5EF4-FFF2-40B4-BE49-F238E27FC236}">
                  <a16:creationId xmlns:a16="http://schemas.microsoft.com/office/drawing/2014/main" id="{AEA47BD7-CE71-E11E-DEEB-CE0798A6D43D}"/>
                </a:ext>
              </a:extLst>
            </p:cNvPr>
            <p:cNvSpPr/>
            <p:nvPr/>
          </p:nvSpPr>
          <p:spPr>
            <a:xfrm>
              <a:off x="3162994" y="2785262"/>
              <a:ext cx="19509" cy="50521"/>
            </a:xfrm>
            <a:custGeom>
              <a:avLst/>
              <a:gdLst/>
              <a:ahLst/>
              <a:cxnLst/>
              <a:rect l="l" t="t" r="r" b="b"/>
              <a:pathLst>
                <a:path w="692" h="1792" extrusionOk="0">
                  <a:moveTo>
                    <a:pt x="101" y="0"/>
                  </a:moveTo>
                  <a:cubicBezTo>
                    <a:pt x="85" y="0"/>
                    <a:pt x="68" y="4"/>
                    <a:pt x="51" y="10"/>
                  </a:cubicBezTo>
                  <a:cubicBezTo>
                    <a:pt x="16" y="25"/>
                    <a:pt x="1" y="75"/>
                    <a:pt x="35" y="106"/>
                  </a:cubicBezTo>
                  <a:cubicBezTo>
                    <a:pt x="35" y="121"/>
                    <a:pt x="467" y="877"/>
                    <a:pt x="548" y="1730"/>
                  </a:cubicBezTo>
                  <a:cubicBezTo>
                    <a:pt x="548" y="1761"/>
                    <a:pt x="579" y="1792"/>
                    <a:pt x="614" y="1792"/>
                  </a:cubicBezTo>
                  <a:lnTo>
                    <a:pt x="629" y="1792"/>
                  </a:lnTo>
                  <a:cubicBezTo>
                    <a:pt x="660" y="1792"/>
                    <a:pt x="691" y="1745"/>
                    <a:pt x="691" y="1714"/>
                  </a:cubicBezTo>
                  <a:cubicBezTo>
                    <a:pt x="614" y="827"/>
                    <a:pt x="178" y="75"/>
                    <a:pt x="163" y="40"/>
                  </a:cubicBezTo>
                  <a:cubicBezTo>
                    <a:pt x="153" y="11"/>
                    <a:pt x="129" y="0"/>
                    <a:pt x="1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1" name="Google Shape;1760;p39">
              <a:extLst>
                <a:ext uri="{FF2B5EF4-FFF2-40B4-BE49-F238E27FC236}">
                  <a16:creationId xmlns:a16="http://schemas.microsoft.com/office/drawing/2014/main" id="{13E9467C-F6F7-1C80-1C8A-E98FDE8BF7F4}"/>
                </a:ext>
              </a:extLst>
            </p:cNvPr>
            <p:cNvSpPr/>
            <p:nvPr/>
          </p:nvSpPr>
          <p:spPr>
            <a:xfrm>
              <a:off x="3123637" y="2740605"/>
              <a:ext cx="68846" cy="48886"/>
            </a:xfrm>
            <a:custGeom>
              <a:avLst/>
              <a:gdLst/>
              <a:ahLst/>
              <a:cxnLst/>
              <a:rect l="l" t="t" r="r" b="b"/>
              <a:pathLst>
                <a:path w="2442" h="1734" extrusionOk="0">
                  <a:moveTo>
                    <a:pt x="1879" y="1"/>
                  </a:moveTo>
                  <a:lnTo>
                    <a:pt x="1447" y="645"/>
                  </a:lnTo>
                  <a:lnTo>
                    <a:pt x="772" y="97"/>
                  </a:lnTo>
                  <a:lnTo>
                    <a:pt x="772" y="903"/>
                  </a:lnTo>
                  <a:lnTo>
                    <a:pt x="0" y="934"/>
                  </a:lnTo>
                  <a:cubicBezTo>
                    <a:pt x="0" y="934"/>
                    <a:pt x="422" y="1734"/>
                    <a:pt x="1102" y="1734"/>
                  </a:cubicBezTo>
                  <a:cubicBezTo>
                    <a:pt x="1229" y="1734"/>
                    <a:pt x="1365" y="1706"/>
                    <a:pt x="1509" y="1640"/>
                  </a:cubicBezTo>
                  <a:cubicBezTo>
                    <a:pt x="2442" y="1223"/>
                    <a:pt x="1879" y="1"/>
                    <a:pt x="187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2" name="Google Shape;1761;p39">
              <a:extLst>
                <a:ext uri="{FF2B5EF4-FFF2-40B4-BE49-F238E27FC236}">
                  <a16:creationId xmlns:a16="http://schemas.microsoft.com/office/drawing/2014/main" id="{B3B4517B-4CC9-68A9-79D1-873EF9E78660}"/>
                </a:ext>
              </a:extLst>
            </p:cNvPr>
            <p:cNvSpPr/>
            <p:nvPr/>
          </p:nvSpPr>
          <p:spPr>
            <a:xfrm>
              <a:off x="3152563" y="2825437"/>
              <a:ext cx="87030" cy="31237"/>
            </a:xfrm>
            <a:custGeom>
              <a:avLst/>
              <a:gdLst/>
              <a:ahLst/>
              <a:cxnLst/>
              <a:rect l="l" t="t" r="r" b="b"/>
              <a:pathLst>
                <a:path w="3087" h="1108" extrusionOk="0">
                  <a:moveTo>
                    <a:pt x="0" y="0"/>
                  </a:moveTo>
                  <a:lnTo>
                    <a:pt x="0" y="833"/>
                  </a:lnTo>
                  <a:cubicBezTo>
                    <a:pt x="0" y="980"/>
                    <a:pt x="116" y="1107"/>
                    <a:pt x="259" y="1107"/>
                  </a:cubicBezTo>
                  <a:lnTo>
                    <a:pt x="2816" y="1107"/>
                  </a:lnTo>
                  <a:cubicBezTo>
                    <a:pt x="2974" y="1107"/>
                    <a:pt x="3086" y="980"/>
                    <a:pt x="3086" y="833"/>
                  </a:cubicBezTo>
                  <a:lnTo>
                    <a:pt x="308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3" name="Google Shape;1762;p39">
              <a:extLst>
                <a:ext uri="{FF2B5EF4-FFF2-40B4-BE49-F238E27FC236}">
                  <a16:creationId xmlns:a16="http://schemas.microsoft.com/office/drawing/2014/main" id="{CEAD2E43-423B-A6B1-5D2D-EDE52FDAA62F}"/>
                </a:ext>
              </a:extLst>
            </p:cNvPr>
            <p:cNvSpPr/>
            <p:nvPr/>
          </p:nvSpPr>
          <p:spPr>
            <a:xfrm>
              <a:off x="3152563" y="2836742"/>
              <a:ext cx="87030" cy="19932"/>
            </a:xfrm>
            <a:custGeom>
              <a:avLst/>
              <a:gdLst/>
              <a:ahLst/>
              <a:cxnLst/>
              <a:rect l="l" t="t" r="r" b="b"/>
              <a:pathLst>
                <a:path w="3087" h="707" extrusionOk="0">
                  <a:moveTo>
                    <a:pt x="0" y="0"/>
                  </a:moveTo>
                  <a:lnTo>
                    <a:pt x="0" y="706"/>
                  </a:lnTo>
                  <a:lnTo>
                    <a:pt x="3086" y="706"/>
                  </a:lnTo>
                  <a:lnTo>
                    <a:pt x="308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4" name="Google Shape;1763;p39">
              <a:extLst>
                <a:ext uri="{FF2B5EF4-FFF2-40B4-BE49-F238E27FC236}">
                  <a16:creationId xmlns:a16="http://schemas.microsoft.com/office/drawing/2014/main" id="{FEDA67E4-8238-2900-CB68-10F6A59D8C1C}"/>
                </a:ext>
              </a:extLst>
            </p:cNvPr>
            <p:cNvSpPr/>
            <p:nvPr/>
          </p:nvSpPr>
          <p:spPr>
            <a:xfrm>
              <a:off x="3158540" y="2829017"/>
              <a:ext cx="8176" cy="21342"/>
            </a:xfrm>
            <a:custGeom>
              <a:avLst/>
              <a:gdLst/>
              <a:ahLst/>
              <a:cxnLst/>
              <a:rect l="l" t="t" r="r" b="b"/>
              <a:pathLst>
                <a:path w="290" h="757" extrusionOk="0">
                  <a:moveTo>
                    <a:pt x="143" y="0"/>
                  </a:moveTo>
                  <a:cubicBezTo>
                    <a:pt x="62" y="0"/>
                    <a:pt x="1" y="66"/>
                    <a:pt x="1" y="162"/>
                  </a:cubicBezTo>
                  <a:lnTo>
                    <a:pt x="1" y="594"/>
                  </a:lnTo>
                  <a:cubicBezTo>
                    <a:pt x="1" y="691"/>
                    <a:pt x="62" y="756"/>
                    <a:pt x="143" y="756"/>
                  </a:cubicBezTo>
                  <a:cubicBezTo>
                    <a:pt x="224" y="756"/>
                    <a:pt x="290" y="691"/>
                    <a:pt x="290" y="594"/>
                  </a:cubicBezTo>
                  <a:lnTo>
                    <a:pt x="290" y="162"/>
                  </a:lnTo>
                  <a:cubicBezTo>
                    <a:pt x="290" y="66"/>
                    <a:pt x="224" y="0"/>
                    <a:pt x="1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5" name="Google Shape;1764;p39">
              <a:extLst>
                <a:ext uri="{FF2B5EF4-FFF2-40B4-BE49-F238E27FC236}">
                  <a16:creationId xmlns:a16="http://schemas.microsoft.com/office/drawing/2014/main" id="{E9DF0A63-7AB1-53A7-2B88-C58141250F49}"/>
                </a:ext>
              </a:extLst>
            </p:cNvPr>
            <p:cNvSpPr/>
            <p:nvPr/>
          </p:nvSpPr>
          <p:spPr>
            <a:xfrm>
              <a:off x="3045656" y="2803672"/>
              <a:ext cx="48970" cy="61572"/>
            </a:xfrm>
            <a:custGeom>
              <a:avLst/>
              <a:gdLst/>
              <a:ahLst/>
              <a:cxnLst/>
              <a:rect l="l" t="t" r="r" b="b"/>
              <a:pathLst>
                <a:path w="1737" h="2184" extrusionOk="0">
                  <a:moveTo>
                    <a:pt x="128" y="1"/>
                  </a:moveTo>
                  <a:cubicBezTo>
                    <a:pt x="67" y="1"/>
                    <a:pt x="1" y="47"/>
                    <a:pt x="1" y="128"/>
                  </a:cubicBezTo>
                  <a:lnTo>
                    <a:pt x="1" y="2057"/>
                  </a:lnTo>
                  <a:cubicBezTo>
                    <a:pt x="1" y="2122"/>
                    <a:pt x="67" y="2184"/>
                    <a:pt x="128" y="2184"/>
                  </a:cubicBezTo>
                  <a:lnTo>
                    <a:pt x="1609" y="2184"/>
                  </a:lnTo>
                  <a:cubicBezTo>
                    <a:pt x="1690" y="2184"/>
                    <a:pt x="1737" y="2122"/>
                    <a:pt x="1737" y="2057"/>
                  </a:cubicBezTo>
                  <a:lnTo>
                    <a:pt x="1737" y="128"/>
                  </a:lnTo>
                  <a:cubicBezTo>
                    <a:pt x="1737" y="47"/>
                    <a:pt x="1690" y="1"/>
                    <a:pt x="160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6" name="Google Shape;1765;p39">
              <a:extLst>
                <a:ext uri="{FF2B5EF4-FFF2-40B4-BE49-F238E27FC236}">
                  <a16:creationId xmlns:a16="http://schemas.microsoft.com/office/drawing/2014/main" id="{6800E6D4-6311-88E1-2245-5498DB976F1D}"/>
                </a:ext>
              </a:extLst>
            </p:cNvPr>
            <p:cNvSpPr/>
            <p:nvPr/>
          </p:nvSpPr>
          <p:spPr>
            <a:xfrm>
              <a:off x="3067421" y="2782810"/>
              <a:ext cx="7302" cy="38962"/>
            </a:xfrm>
            <a:custGeom>
              <a:avLst/>
              <a:gdLst/>
              <a:ahLst/>
              <a:cxnLst/>
              <a:rect l="l" t="t" r="r" b="b"/>
              <a:pathLst>
                <a:path w="259" h="1382" extrusionOk="0">
                  <a:moveTo>
                    <a:pt x="193" y="0"/>
                  </a:moveTo>
                  <a:cubicBezTo>
                    <a:pt x="162" y="0"/>
                    <a:pt x="112" y="16"/>
                    <a:pt x="112" y="66"/>
                  </a:cubicBezTo>
                  <a:cubicBezTo>
                    <a:pt x="97" y="81"/>
                    <a:pt x="0" y="610"/>
                    <a:pt x="16" y="1319"/>
                  </a:cubicBezTo>
                  <a:cubicBezTo>
                    <a:pt x="31" y="1350"/>
                    <a:pt x="66" y="1381"/>
                    <a:pt x="97" y="1381"/>
                  </a:cubicBezTo>
                  <a:cubicBezTo>
                    <a:pt x="147" y="1381"/>
                    <a:pt x="178" y="1350"/>
                    <a:pt x="178" y="1300"/>
                  </a:cubicBezTo>
                  <a:cubicBezTo>
                    <a:pt x="147" y="625"/>
                    <a:pt x="259" y="97"/>
                    <a:pt x="259" y="97"/>
                  </a:cubicBezTo>
                  <a:cubicBezTo>
                    <a:pt x="259" y="46"/>
                    <a:pt x="243" y="16"/>
                    <a:pt x="19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7" name="Google Shape;1766;p39">
              <a:extLst>
                <a:ext uri="{FF2B5EF4-FFF2-40B4-BE49-F238E27FC236}">
                  <a16:creationId xmlns:a16="http://schemas.microsoft.com/office/drawing/2014/main" id="{2CE27A28-F989-F028-7581-60015142A379}"/>
                </a:ext>
              </a:extLst>
            </p:cNvPr>
            <p:cNvSpPr/>
            <p:nvPr/>
          </p:nvSpPr>
          <p:spPr>
            <a:xfrm>
              <a:off x="3047094" y="2766486"/>
              <a:ext cx="29377" cy="31237"/>
            </a:xfrm>
            <a:custGeom>
              <a:avLst/>
              <a:gdLst/>
              <a:ahLst/>
              <a:cxnLst/>
              <a:rect l="l" t="t" r="r" b="b"/>
              <a:pathLst>
                <a:path w="1042" h="1108" extrusionOk="0">
                  <a:moveTo>
                    <a:pt x="255" y="1"/>
                  </a:moveTo>
                  <a:cubicBezTo>
                    <a:pt x="255" y="1"/>
                    <a:pt x="0" y="676"/>
                    <a:pt x="721" y="1108"/>
                  </a:cubicBezTo>
                  <a:cubicBezTo>
                    <a:pt x="1041" y="386"/>
                    <a:pt x="255" y="1"/>
                    <a:pt x="2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8" name="Google Shape;1767;p39">
              <a:extLst>
                <a:ext uri="{FF2B5EF4-FFF2-40B4-BE49-F238E27FC236}">
                  <a16:creationId xmlns:a16="http://schemas.microsoft.com/office/drawing/2014/main" id="{B1F8F6A5-5191-9E3F-8196-ADDFB4571F4D}"/>
                </a:ext>
              </a:extLst>
            </p:cNvPr>
            <p:cNvSpPr/>
            <p:nvPr/>
          </p:nvSpPr>
          <p:spPr>
            <a:xfrm>
              <a:off x="3071537" y="2780667"/>
              <a:ext cx="28108" cy="19594"/>
            </a:xfrm>
            <a:custGeom>
              <a:avLst/>
              <a:gdLst/>
              <a:ahLst/>
              <a:cxnLst/>
              <a:rect l="l" t="t" r="r" b="b"/>
              <a:pathLst>
                <a:path w="997" h="695" extrusionOk="0">
                  <a:moveTo>
                    <a:pt x="871" y="1"/>
                  </a:moveTo>
                  <a:cubicBezTo>
                    <a:pt x="654" y="1"/>
                    <a:pt x="214" y="78"/>
                    <a:pt x="1" y="670"/>
                  </a:cubicBezTo>
                  <a:cubicBezTo>
                    <a:pt x="73" y="687"/>
                    <a:pt x="140" y="695"/>
                    <a:pt x="203" y="695"/>
                  </a:cubicBezTo>
                  <a:cubicBezTo>
                    <a:pt x="797" y="695"/>
                    <a:pt x="996" y="11"/>
                    <a:pt x="996" y="11"/>
                  </a:cubicBezTo>
                  <a:cubicBezTo>
                    <a:pt x="996" y="11"/>
                    <a:pt x="947" y="1"/>
                    <a:pt x="87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9" name="Google Shape;1768;p39">
              <a:extLst>
                <a:ext uri="{FF2B5EF4-FFF2-40B4-BE49-F238E27FC236}">
                  <a16:creationId xmlns:a16="http://schemas.microsoft.com/office/drawing/2014/main" id="{1F3736B0-FC06-DD1D-AA25-6D4E8C9CA834}"/>
                </a:ext>
              </a:extLst>
            </p:cNvPr>
            <p:cNvSpPr/>
            <p:nvPr/>
          </p:nvSpPr>
          <p:spPr>
            <a:xfrm>
              <a:off x="3051548" y="2809564"/>
              <a:ext cx="37214" cy="49393"/>
            </a:xfrm>
            <a:custGeom>
              <a:avLst/>
              <a:gdLst/>
              <a:ahLst/>
              <a:cxnLst/>
              <a:rect l="l" t="t" r="r" b="b"/>
              <a:pathLst>
                <a:path w="1320" h="1752" extrusionOk="0">
                  <a:moveTo>
                    <a:pt x="147" y="0"/>
                  </a:moveTo>
                  <a:cubicBezTo>
                    <a:pt x="66" y="0"/>
                    <a:pt x="0" y="62"/>
                    <a:pt x="0" y="143"/>
                  </a:cubicBezTo>
                  <a:lnTo>
                    <a:pt x="0" y="1605"/>
                  </a:lnTo>
                  <a:cubicBezTo>
                    <a:pt x="0" y="1686"/>
                    <a:pt x="66" y="1751"/>
                    <a:pt x="147" y="1751"/>
                  </a:cubicBezTo>
                  <a:lnTo>
                    <a:pt x="1173" y="1751"/>
                  </a:lnTo>
                  <a:cubicBezTo>
                    <a:pt x="1254" y="1751"/>
                    <a:pt x="1319" y="1686"/>
                    <a:pt x="1319" y="1605"/>
                  </a:cubicBezTo>
                  <a:lnTo>
                    <a:pt x="1319" y="143"/>
                  </a:lnTo>
                  <a:cubicBezTo>
                    <a:pt x="1319" y="62"/>
                    <a:pt x="1254" y="0"/>
                    <a:pt x="117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0" name="Google Shape;1769;p39">
              <a:extLst>
                <a:ext uri="{FF2B5EF4-FFF2-40B4-BE49-F238E27FC236}">
                  <a16:creationId xmlns:a16="http://schemas.microsoft.com/office/drawing/2014/main" id="{BB9F8794-E4E8-1DFC-3B1F-591059DA7BAE}"/>
                </a:ext>
              </a:extLst>
            </p:cNvPr>
            <p:cNvSpPr/>
            <p:nvPr/>
          </p:nvSpPr>
          <p:spPr>
            <a:xfrm>
              <a:off x="3051548" y="2844890"/>
              <a:ext cx="37214" cy="14068"/>
            </a:xfrm>
            <a:custGeom>
              <a:avLst/>
              <a:gdLst/>
              <a:ahLst/>
              <a:cxnLst/>
              <a:rect l="l" t="t" r="r" b="b"/>
              <a:pathLst>
                <a:path w="1320" h="499" extrusionOk="0">
                  <a:moveTo>
                    <a:pt x="0" y="1"/>
                  </a:moveTo>
                  <a:lnTo>
                    <a:pt x="0" y="352"/>
                  </a:lnTo>
                  <a:cubicBezTo>
                    <a:pt x="0" y="433"/>
                    <a:pt x="66" y="498"/>
                    <a:pt x="147" y="498"/>
                  </a:cubicBezTo>
                  <a:lnTo>
                    <a:pt x="1173" y="498"/>
                  </a:lnTo>
                  <a:cubicBezTo>
                    <a:pt x="1254" y="498"/>
                    <a:pt x="1319" y="433"/>
                    <a:pt x="1319" y="352"/>
                  </a:cubicBezTo>
                  <a:lnTo>
                    <a:pt x="1319" y="82"/>
                  </a:lnTo>
                  <a:cubicBezTo>
                    <a:pt x="1157" y="143"/>
                    <a:pt x="980" y="178"/>
                    <a:pt x="806" y="178"/>
                  </a:cubicBezTo>
                  <a:cubicBezTo>
                    <a:pt x="517" y="178"/>
                    <a:pt x="228" y="97"/>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1" name="Google Shape;1770;p39">
              <a:extLst>
                <a:ext uri="{FF2B5EF4-FFF2-40B4-BE49-F238E27FC236}">
                  <a16:creationId xmlns:a16="http://schemas.microsoft.com/office/drawing/2014/main" id="{1F8CEC92-1D81-318E-B9EA-072CC24A8A0E}"/>
                </a:ext>
              </a:extLst>
            </p:cNvPr>
            <p:cNvSpPr/>
            <p:nvPr/>
          </p:nvSpPr>
          <p:spPr>
            <a:xfrm>
              <a:off x="3073285" y="2835333"/>
              <a:ext cx="9614" cy="7753"/>
            </a:xfrm>
            <a:custGeom>
              <a:avLst/>
              <a:gdLst/>
              <a:ahLst/>
              <a:cxnLst/>
              <a:rect l="l" t="t" r="r" b="b"/>
              <a:pathLst>
                <a:path w="341" h="275" extrusionOk="0">
                  <a:moveTo>
                    <a:pt x="178" y="0"/>
                  </a:moveTo>
                  <a:cubicBezTo>
                    <a:pt x="82" y="0"/>
                    <a:pt x="1" y="112"/>
                    <a:pt x="51" y="208"/>
                  </a:cubicBezTo>
                  <a:cubicBezTo>
                    <a:pt x="66" y="228"/>
                    <a:pt x="82" y="259"/>
                    <a:pt x="112" y="274"/>
                  </a:cubicBezTo>
                  <a:lnTo>
                    <a:pt x="178" y="274"/>
                  </a:lnTo>
                  <a:cubicBezTo>
                    <a:pt x="259" y="274"/>
                    <a:pt x="340" y="178"/>
                    <a:pt x="290" y="81"/>
                  </a:cubicBezTo>
                  <a:cubicBezTo>
                    <a:pt x="274" y="50"/>
                    <a:pt x="259" y="35"/>
                    <a:pt x="228" y="16"/>
                  </a:cubicBezTo>
                  <a:cubicBezTo>
                    <a:pt x="209" y="16"/>
                    <a:pt x="193" y="0"/>
                    <a:pt x="1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2" name="Google Shape;1771;p39">
              <a:extLst>
                <a:ext uri="{FF2B5EF4-FFF2-40B4-BE49-F238E27FC236}">
                  <a16:creationId xmlns:a16="http://schemas.microsoft.com/office/drawing/2014/main" id="{B3B0291C-961D-FA04-9DCB-2E61417F3A6C}"/>
                </a:ext>
              </a:extLst>
            </p:cNvPr>
            <p:cNvSpPr/>
            <p:nvPr/>
          </p:nvSpPr>
          <p:spPr>
            <a:xfrm>
              <a:off x="3056989" y="2828595"/>
              <a:ext cx="11869" cy="9473"/>
            </a:xfrm>
            <a:custGeom>
              <a:avLst/>
              <a:gdLst/>
              <a:ahLst/>
              <a:cxnLst/>
              <a:rect l="l" t="t" r="r" b="b"/>
              <a:pathLst>
                <a:path w="421" h="336" extrusionOk="0">
                  <a:moveTo>
                    <a:pt x="208" y="0"/>
                  </a:moveTo>
                  <a:cubicBezTo>
                    <a:pt x="97" y="0"/>
                    <a:pt x="0" y="143"/>
                    <a:pt x="81" y="255"/>
                  </a:cubicBezTo>
                  <a:cubicBezTo>
                    <a:pt x="81" y="289"/>
                    <a:pt x="97" y="305"/>
                    <a:pt x="112" y="305"/>
                  </a:cubicBezTo>
                  <a:cubicBezTo>
                    <a:pt x="147" y="320"/>
                    <a:pt x="177" y="336"/>
                    <a:pt x="208" y="336"/>
                  </a:cubicBezTo>
                  <a:cubicBezTo>
                    <a:pt x="339" y="336"/>
                    <a:pt x="420" y="208"/>
                    <a:pt x="355" y="81"/>
                  </a:cubicBezTo>
                  <a:cubicBezTo>
                    <a:pt x="339" y="62"/>
                    <a:pt x="324" y="46"/>
                    <a:pt x="305" y="31"/>
                  </a:cubicBezTo>
                  <a:cubicBezTo>
                    <a:pt x="274" y="15"/>
                    <a:pt x="243" y="0"/>
                    <a:pt x="20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3" name="Google Shape;1772;p39">
              <a:extLst>
                <a:ext uri="{FF2B5EF4-FFF2-40B4-BE49-F238E27FC236}">
                  <a16:creationId xmlns:a16="http://schemas.microsoft.com/office/drawing/2014/main" id="{308E1096-C357-7B0C-BB90-6060B943DFE9}"/>
                </a:ext>
              </a:extLst>
            </p:cNvPr>
            <p:cNvSpPr/>
            <p:nvPr/>
          </p:nvSpPr>
          <p:spPr>
            <a:xfrm>
              <a:off x="3054255" y="2815429"/>
              <a:ext cx="8176" cy="28080"/>
            </a:xfrm>
            <a:custGeom>
              <a:avLst/>
              <a:gdLst/>
              <a:ahLst/>
              <a:cxnLst/>
              <a:rect l="l" t="t" r="r" b="b"/>
              <a:pathLst>
                <a:path w="290" h="996" extrusionOk="0">
                  <a:moveTo>
                    <a:pt x="147" y="0"/>
                  </a:moveTo>
                  <a:cubicBezTo>
                    <a:pt x="66" y="0"/>
                    <a:pt x="1" y="66"/>
                    <a:pt x="1" y="162"/>
                  </a:cubicBezTo>
                  <a:lnTo>
                    <a:pt x="1" y="853"/>
                  </a:lnTo>
                  <a:cubicBezTo>
                    <a:pt x="1" y="934"/>
                    <a:pt x="66" y="995"/>
                    <a:pt x="147" y="995"/>
                  </a:cubicBezTo>
                  <a:cubicBezTo>
                    <a:pt x="228" y="995"/>
                    <a:pt x="290" y="934"/>
                    <a:pt x="290" y="853"/>
                  </a:cubicBezTo>
                  <a:lnTo>
                    <a:pt x="290" y="162"/>
                  </a:lnTo>
                  <a:cubicBezTo>
                    <a:pt x="290" y="66"/>
                    <a:pt x="228" y="0"/>
                    <a:pt x="1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4" name="Google Shape;1773;p39">
              <a:extLst>
                <a:ext uri="{FF2B5EF4-FFF2-40B4-BE49-F238E27FC236}">
                  <a16:creationId xmlns:a16="http://schemas.microsoft.com/office/drawing/2014/main" id="{5E6909E1-E23D-8DF3-0962-4747943745E3}"/>
                </a:ext>
              </a:extLst>
            </p:cNvPr>
            <p:cNvSpPr/>
            <p:nvPr/>
          </p:nvSpPr>
          <p:spPr>
            <a:xfrm>
              <a:off x="3073285" y="2823153"/>
              <a:ext cx="7753" cy="5469"/>
            </a:xfrm>
            <a:custGeom>
              <a:avLst/>
              <a:gdLst/>
              <a:ahLst/>
              <a:cxnLst/>
              <a:rect l="l" t="t" r="r" b="b"/>
              <a:pathLst>
                <a:path w="275" h="194" extrusionOk="0">
                  <a:moveTo>
                    <a:pt x="147" y="0"/>
                  </a:moveTo>
                  <a:cubicBezTo>
                    <a:pt x="66" y="0"/>
                    <a:pt x="1" y="81"/>
                    <a:pt x="51" y="158"/>
                  </a:cubicBezTo>
                  <a:cubicBezTo>
                    <a:pt x="66" y="158"/>
                    <a:pt x="66" y="178"/>
                    <a:pt x="82" y="178"/>
                  </a:cubicBezTo>
                  <a:cubicBezTo>
                    <a:pt x="97" y="193"/>
                    <a:pt x="112" y="193"/>
                    <a:pt x="147" y="193"/>
                  </a:cubicBezTo>
                  <a:cubicBezTo>
                    <a:pt x="209" y="193"/>
                    <a:pt x="274" y="112"/>
                    <a:pt x="228" y="31"/>
                  </a:cubicBezTo>
                  <a:cubicBezTo>
                    <a:pt x="228" y="31"/>
                    <a:pt x="209" y="16"/>
                    <a:pt x="193" y="16"/>
                  </a:cubicBezTo>
                  <a:cubicBezTo>
                    <a:pt x="178" y="0"/>
                    <a:pt x="163" y="0"/>
                    <a:pt x="1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25" name="Google Shape;1774;p39">
            <a:extLst>
              <a:ext uri="{FF2B5EF4-FFF2-40B4-BE49-F238E27FC236}">
                <a16:creationId xmlns:a16="http://schemas.microsoft.com/office/drawing/2014/main" id="{4503A76A-61C5-4091-2EA8-0DD8E27C92DB}"/>
              </a:ext>
            </a:extLst>
          </p:cNvPr>
          <p:cNvGrpSpPr/>
          <p:nvPr/>
        </p:nvGrpSpPr>
        <p:grpSpPr>
          <a:xfrm>
            <a:off x="11131598" y="1495498"/>
            <a:ext cx="1254521" cy="881026"/>
            <a:chOff x="7315864" y="1745852"/>
            <a:chExt cx="1254521" cy="881026"/>
          </a:xfrm>
        </p:grpSpPr>
        <p:grpSp>
          <p:nvGrpSpPr>
            <p:cNvPr id="1726" name="Google Shape;1775;p39">
              <a:extLst>
                <a:ext uri="{FF2B5EF4-FFF2-40B4-BE49-F238E27FC236}">
                  <a16:creationId xmlns:a16="http://schemas.microsoft.com/office/drawing/2014/main" id="{7DB2EA5C-2C11-21C9-73E0-40FAEA38FF05}"/>
                </a:ext>
              </a:extLst>
            </p:cNvPr>
            <p:cNvGrpSpPr/>
            <p:nvPr/>
          </p:nvGrpSpPr>
          <p:grpSpPr>
            <a:xfrm>
              <a:off x="8026723" y="1745852"/>
              <a:ext cx="343305" cy="519921"/>
              <a:chOff x="6673046" y="1861217"/>
              <a:chExt cx="150520" cy="227966"/>
            </a:xfrm>
          </p:grpSpPr>
          <p:sp>
            <p:nvSpPr>
              <p:cNvPr id="1752" name="Google Shape;1776;p39">
                <a:extLst>
                  <a:ext uri="{FF2B5EF4-FFF2-40B4-BE49-F238E27FC236}">
                    <a16:creationId xmlns:a16="http://schemas.microsoft.com/office/drawing/2014/main" id="{99758965-3785-C19F-6A7A-D0FE2DDA5865}"/>
                  </a:ext>
                </a:extLst>
              </p:cNvPr>
              <p:cNvSpPr/>
              <p:nvPr/>
            </p:nvSpPr>
            <p:spPr>
              <a:xfrm>
                <a:off x="6707949" y="1871649"/>
                <a:ext cx="84296" cy="42571"/>
              </a:xfrm>
              <a:custGeom>
                <a:avLst/>
                <a:gdLst/>
                <a:ahLst/>
                <a:cxnLst/>
                <a:rect l="l" t="t" r="r" b="b"/>
                <a:pathLst>
                  <a:path w="2990" h="1510" extrusionOk="0">
                    <a:moveTo>
                      <a:pt x="2588" y="1"/>
                    </a:moveTo>
                    <a:cubicBezTo>
                      <a:pt x="1929" y="352"/>
                      <a:pt x="1801" y="1062"/>
                      <a:pt x="1801" y="1062"/>
                    </a:cubicBezTo>
                    <a:lnTo>
                      <a:pt x="1238" y="930"/>
                    </a:lnTo>
                    <a:cubicBezTo>
                      <a:pt x="1238" y="930"/>
                      <a:pt x="1045" y="225"/>
                      <a:pt x="563" y="63"/>
                    </a:cubicBezTo>
                    <a:cubicBezTo>
                      <a:pt x="0" y="788"/>
                      <a:pt x="532" y="1509"/>
                      <a:pt x="532" y="1509"/>
                    </a:cubicBezTo>
                    <a:lnTo>
                      <a:pt x="2588" y="1254"/>
                    </a:lnTo>
                    <a:cubicBezTo>
                      <a:pt x="2588" y="1254"/>
                      <a:pt x="2989" y="579"/>
                      <a:pt x="25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3" name="Google Shape;1777;p39">
                <a:extLst>
                  <a:ext uri="{FF2B5EF4-FFF2-40B4-BE49-F238E27FC236}">
                    <a16:creationId xmlns:a16="http://schemas.microsoft.com/office/drawing/2014/main" id="{FF6C6E66-21CD-9783-1AF2-8174BE78A747}"/>
                  </a:ext>
                </a:extLst>
              </p:cNvPr>
              <p:cNvSpPr/>
              <p:nvPr/>
            </p:nvSpPr>
            <p:spPr>
              <a:xfrm>
                <a:off x="6717957" y="1861217"/>
                <a:ext cx="61657" cy="48970"/>
              </a:xfrm>
              <a:custGeom>
                <a:avLst/>
                <a:gdLst/>
                <a:ahLst/>
                <a:cxnLst/>
                <a:rect l="l" t="t" r="r" b="b"/>
                <a:pathLst>
                  <a:path w="2187" h="1737" extrusionOk="0">
                    <a:moveTo>
                      <a:pt x="899" y="1"/>
                    </a:moveTo>
                    <a:cubicBezTo>
                      <a:pt x="0" y="838"/>
                      <a:pt x="467" y="1736"/>
                      <a:pt x="467" y="1736"/>
                    </a:cubicBezTo>
                    <a:lnTo>
                      <a:pt x="1975" y="1223"/>
                    </a:lnTo>
                    <a:cubicBezTo>
                      <a:pt x="1975" y="1204"/>
                      <a:pt x="2187" y="467"/>
                      <a:pt x="8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4" name="Google Shape;1778;p39">
                <a:extLst>
                  <a:ext uri="{FF2B5EF4-FFF2-40B4-BE49-F238E27FC236}">
                    <a16:creationId xmlns:a16="http://schemas.microsoft.com/office/drawing/2014/main" id="{97F86D79-FA36-B47C-7C7C-D17C430C9D08}"/>
                  </a:ext>
                </a:extLst>
              </p:cNvPr>
              <p:cNvSpPr/>
              <p:nvPr/>
            </p:nvSpPr>
            <p:spPr>
              <a:xfrm>
                <a:off x="6693035" y="1874383"/>
                <a:ext cx="117760" cy="72004"/>
              </a:xfrm>
              <a:custGeom>
                <a:avLst/>
                <a:gdLst/>
                <a:ahLst/>
                <a:cxnLst/>
                <a:rect l="l" t="t" r="r" b="b"/>
                <a:pathLst>
                  <a:path w="4177" h="2554" extrusionOk="0">
                    <a:moveTo>
                      <a:pt x="2090" y="0"/>
                    </a:moveTo>
                    <a:cubicBezTo>
                      <a:pt x="2084" y="0"/>
                      <a:pt x="2078" y="0"/>
                      <a:pt x="2072" y="0"/>
                    </a:cubicBezTo>
                    <a:cubicBezTo>
                      <a:pt x="1478" y="16"/>
                      <a:pt x="1204" y="756"/>
                      <a:pt x="1204" y="756"/>
                    </a:cubicBezTo>
                    <a:cubicBezTo>
                      <a:pt x="1204" y="756"/>
                      <a:pt x="965" y="336"/>
                      <a:pt x="352" y="255"/>
                    </a:cubicBezTo>
                    <a:lnTo>
                      <a:pt x="352" y="255"/>
                    </a:lnTo>
                    <a:cubicBezTo>
                      <a:pt x="1" y="1204"/>
                      <a:pt x="818" y="2538"/>
                      <a:pt x="2041" y="2554"/>
                    </a:cubicBezTo>
                    <a:cubicBezTo>
                      <a:pt x="2048" y="2554"/>
                      <a:pt x="2056" y="2554"/>
                      <a:pt x="2063" y="2554"/>
                    </a:cubicBezTo>
                    <a:cubicBezTo>
                      <a:pt x="3479" y="2554"/>
                      <a:pt x="4176" y="1042"/>
                      <a:pt x="3823" y="274"/>
                    </a:cubicBezTo>
                    <a:lnTo>
                      <a:pt x="3823" y="274"/>
                    </a:lnTo>
                    <a:cubicBezTo>
                      <a:pt x="3437" y="320"/>
                      <a:pt x="2924" y="756"/>
                      <a:pt x="2924" y="756"/>
                    </a:cubicBezTo>
                    <a:cubicBezTo>
                      <a:pt x="2924" y="756"/>
                      <a:pt x="2671" y="0"/>
                      <a:pt x="209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5" name="Google Shape;1779;p39">
                <a:extLst>
                  <a:ext uri="{FF2B5EF4-FFF2-40B4-BE49-F238E27FC236}">
                    <a16:creationId xmlns:a16="http://schemas.microsoft.com/office/drawing/2014/main" id="{AF92349C-1248-48C7-65A3-E5C4287062ED}"/>
                  </a:ext>
                </a:extLst>
              </p:cNvPr>
              <p:cNvSpPr/>
              <p:nvPr/>
            </p:nvSpPr>
            <p:spPr>
              <a:xfrm>
                <a:off x="6690328" y="1889720"/>
                <a:ext cx="122355" cy="58528"/>
              </a:xfrm>
              <a:custGeom>
                <a:avLst/>
                <a:gdLst/>
                <a:ahLst/>
                <a:cxnLst/>
                <a:rect l="l" t="t" r="r" b="b"/>
                <a:pathLst>
                  <a:path w="4340" h="2076" extrusionOk="0">
                    <a:moveTo>
                      <a:pt x="2183" y="0"/>
                    </a:moveTo>
                    <a:cubicBezTo>
                      <a:pt x="2178" y="0"/>
                      <a:pt x="2173" y="0"/>
                      <a:pt x="2168" y="0"/>
                    </a:cubicBezTo>
                    <a:cubicBezTo>
                      <a:pt x="1508" y="0"/>
                      <a:pt x="1219" y="949"/>
                      <a:pt x="1219" y="949"/>
                    </a:cubicBezTo>
                    <a:cubicBezTo>
                      <a:pt x="1219" y="949"/>
                      <a:pt x="913" y="418"/>
                      <a:pt x="339" y="418"/>
                    </a:cubicBezTo>
                    <a:cubicBezTo>
                      <a:pt x="243" y="418"/>
                      <a:pt x="141" y="433"/>
                      <a:pt x="31" y="467"/>
                    </a:cubicBezTo>
                    <a:cubicBezTo>
                      <a:pt x="0" y="1528"/>
                      <a:pt x="787" y="2060"/>
                      <a:pt x="2137" y="2075"/>
                    </a:cubicBezTo>
                    <a:cubicBezTo>
                      <a:pt x="2163" y="2076"/>
                      <a:pt x="2189" y="2076"/>
                      <a:pt x="2214" y="2076"/>
                    </a:cubicBezTo>
                    <a:cubicBezTo>
                      <a:pt x="3731" y="2076"/>
                      <a:pt x="4340" y="1620"/>
                      <a:pt x="4340" y="451"/>
                    </a:cubicBezTo>
                    <a:cubicBezTo>
                      <a:pt x="4234" y="432"/>
                      <a:pt x="4137" y="423"/>
                      <a:pt x="4047" y="423"/>
                    </a:cubicBezTo>
                    <a:cubicBezTo>
                      <a:pt x="3330" y="423"/>
                      <a:pt x="3101" y="984"/>
                      <a:pt x="3101" y="984"/>
                    </a:cubicBezTo>
                    <a:cubicBezTo>
                      <a:pt x="3101" y="984"/>
                      <a:pt x="2817" y="0"/>
                      <a:pt x="218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6" name="Google Shape;1780;p39">
                <a:extLst>
                  <a:ext uri="{FF2B5EF4-FFF2-40B4-BE49-F238E27FC236}">
                    <a16:creationId xmlns:a16="http://schemas.microsoft.com/office/drawing/2014/main" id="{57FEE7A1-CB6B-536D-205D-4FE028EEFD91}"/>
                  </a:ext>
                </a:extLst>
              </p:cNvPr>
              <p:cNvSpPr/>
              <p:nvPr/>
            </p:nvSpPr>
            <p:spPr>
              <a:xfrm>
                <a:off x="6683900" y="1929528"/>
                <a:ext cx="128783" cy="42740"/>
              </a:xfrm>
              <a:custGeom>
                <a:avLst/>
                <a:gdLst/>
                <a:ahLst/>
                <a:cxnLst/>
                <a:rect l="l" t="t" r="r" b="b"/>
                <a:pathLst>
                  <a:path w="4568" h="1516" extrusionOk="0">
                    <a:moveTo>
                      <a:pt x="2108" y="1"/>
                    </a:moveTo>
                    <a:cubicBezTo>
                      <a:pt x="247" y="1"/>
                      <a:pt x="1" y="1516"/>
                      <a:pt x="1" y="1516"/>
                    </a:cubicBezTo>
                    <a:lnTo>
                      <a:pt x="4568" y="1516"/>
                    </a:lnTo>
                    <a:cubicBezTo>
                      <a:pt x="4568" y="1516"/>
                      <a:pt x="4244" y="85"/>
                      <a:pt x="2253" y="4"/>
                    </a:cubicBezTo>
                    <a:cubicBezTo>
                      <a:pt x="2204" y="2"/>
                      <a:pt x="2156" y="1"/>
                      <a:pt x="21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7" name="Google Shape;1781;p39">
                <a:extLst>
                  <a:ext uri="{FF2B5EF4-FFF2-40B4-BE49-F238E27FC236}">
                    <a16:creationId xmlns:a16="http://schemas.microsoft.com/office/drawing/2014/main" id="{0289A7E4-BD7D-96F6-97BF-74A978467631}"/>
                  </a:ext>
                </a:extLst>
              </p:cNvPr>
              <p:cNvSpPr/>
              <p:nvPr/>
            </p:nvSpPr>
            <p:spPr>
              <a:xfrm>
                <a:off x="6769606" y="1953210"/>
                <a:ext cx="20355" cy="16352"/>
              </a:xfrm>
              <a:custGeom>
                <a:avLst/>
                <a:gdLst/>
                <a:ahLst/>
                <a:cxnLst/>
                <a:rect l="l" t="t" r="r" b="b"/>
                <a:pathLst>
                  <a:path w="722" h="580" extrusionOk="0">
                    <a:moveTo>
                      <a:pt x="0" y="1"/>
                    </a:moveTo>
                    <a:lnTo>
                      <a:pt x="0" y="579"/>
                    </a:lnTo>
                    <a:lnTo>
                      <a:pt x="721" y="579"/>
                    </a:lnTo>
                    <a:lnTo>
                      <a:pt x="7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8" name="Google Shape;1782;p39">
                <a:extLst>
                  <a:ext uri="{FF2B5EF4-FFF2-40B4-BE49-F238E27FC236}">
                    <a16:creationId xmlns:a16="http://schemas.microsoft.com/office/drawing/2014/main" id="{66D2D21C-3A9D-685D-E10E-08EF77A4584D}"/>
                  </a:ext>
                </a:extLst>
              </p:cNvPr>
              <p:cNvSpPr/>
              <p:nvPr/>
            </p:nvSpPr>
            <p:spPr>
              <a:xfrm>
                <a:off x="6749702" y="1972240"/>
                <a:ext cx="451" cy="28"/>
              </a:xfrm>
              <a:custGeom>
                <a:avLst/>
                <a:gdLst/>
                <a:ahLst/>
                <a:cxnLst/>
                <a:rect l="l" t="t" r="r" b="b"/>
                <a:pathLst>
                  <a:path w="16" h="1" extrusionOk="0">
                    <a:moveTo>
                      <a:pt x="16" y="1"/>
                    </a:moveTo>
                    <a:lnTo>
                      <a:pt x="0" y="1"/>
                    </a:lnTo>
                    <a:lnTo>
                      <a:pt x="16" y="1"/>
                    </a:lnTo>
                    <a:close/>
                  </a:path>
                </a:pathLst>
              </a:custGeom>
              <a:solidFill>
                <a:srgbClr val="D0D6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9" name="Google Shape;1783;p39">
                <a:extLst>
                  <a:ext uri="{FF2B5EF4-FFF2-40B4-BE49-F238E27FC236}">
                    <a16:creationId xmlns:a16="http://schemas.microsoft.com/office/drawing/2014/main" id="{B9F01977-9572-B856-6702-404D4E238B36}"/>
                  </a:ext>
                </a:extLst>
              </p:cNvPr>
              <p:cNvSpPr/>
              <p:nvPr/>
            </p:nvSpPr>
            <p:spPr>
              <a:xfrm>
                <a:off x="6734252" y="1946359"/>
                <a:ext cx="31773" cy="25909"/>
              </a:xfrm>
              <a:custGeom>
                <a:avLst/>
                <a:gdLst/>
                <a:ahLst/>
                <a:cxnLst/>
                <a:rect l="l" t="t" r="r" b="b"/>
                <a:pathLst>
                  <a:path w="1127" h="919" extrusionOk="0">
                    <a:moveTo>
                      <a:pt x="564" y="1"/>
                    </a:moveTo>
                    <a:cubicBezTo>
                      <a:pt x="483" y="1"/>
                      <a:pt x="417" y="16"/>
                      <a:pt x="336" y="66"/>
                    </a:cubicBezTo>
                    <a:cubicBezTo>
                      <a:pt x="259" y="97"/>
                      <a:pt x="193" y="163"/>
                      <a:pt x="163" y="244"/>
                    </a:cubicBezTo>
                    <a:cubicBezTo>
                      <a:pt x="1" y="579"/>
                      <a:pt x="240" y="903"/>
                      <a:pt x="548" y="919"/>
                    </a:cubicBezTo>
                    <a:lnTo>
                      <a:pt x="564" y="919"/>
                    </a:lnTo>
                    <a:cubicBezTo>
                      <a:pt x="625" y="903"/>
                      <a:pt x="706" y="884"/>
                      <a:pt x="772" y="853"/>
                    </a:cubicBezTo>
                    <a:cubicBezTo>
                      <a:pt x="853" y="822"/>
                      <a:pt x="915" y="757"/>
                      <a:pt x="965" y="676"/>
                    </a:cubicBezTo>
                    <a:cubicBezTo>
                      <a:pt x="1127" y="340"/>
                      <a:pt x="868" y="1"/>
                      <a:pt x="5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0" name="Google Shape;1784;p39">
                <a:extLst>
                  <a:ext uri="{FF2B5EF4-FFF2-40B4-BE49-F238E27FC236}">
                    <a16:creationId xmlns:a16="http://schemas.microsoft.com/office/drawing/2014/main" id="{82393D35-E06D-AE06-A460-3644C24BC3F0}"/>
                  </a:ext>
                </a:extLst>
              </p:cNvPr>
              <p:cNvSpPr/>
              <p:nvPr/>
            </p:nvSpPr>
            <p:spPr>
              <a:xfrm>
                <a:off x="6673046" y="1955494"/>
                <a:ext cx="150520" cy="133689"/>
              </a:xfrm>
              <a:custGeom>
                <a:avLst/>
                <a:gdLst/>
                <a:ahLst/>
                <a:cxnLst/>
                <a:rect l="l" t="t" r="r" b="b"/>
                <a:pathLst>
                  <a:path w="5339" h="4742" extrusionOk="0">
                    <a:moveTo>
                      <a:pt x="0" y="1"/>
                    </a:moveTo>
                    <a:lnTo>
                      <a:pt x="502" y="2361"/>
                    </a:lnTo>
                    <a:lnTo>
                      <a:pt x="0" y="4741"/>
                    </a:lnTo>
                    <a:lnTo>
                      <a:pt x="5049" y="4741"/>
                    </a:lnTo>
                    <a:lnTo>
                      <a:pt x="5145" y="3584"/>
                    </a:lnTo>
                    <a:lnTo>
                      <a:pt x="4470" y="3198"/>
                    </a:lnTo>
                    <a:lnTo>
                      <a:pt x="5338" y="1559"/>
                    </a:lnTo>
                    <a:lnTo>
                      <a:pt x="5095" y="305"/>
                    </a:lnTo>
                    <a:lnTo>
                      <a:pt x="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1" name="Google Shape;1785;p39">
                <a:extLst>
                  <a:ext uri="{FF2B5EF4-FFF2-40B4-BE49-F238E27FC236}">
                    <a16:creationId xmlns:a16="http://schemas.microsoft.com/office/drawing/2014/main" id="{15CAD3A5-E092-0399-7313-7339B52DA8AD}"/>
                  </a:ext>
                </a:extLst>
              </p:cNvPr>
              <p:cNvSpPr/>
              <p:nvPr/>
            </p:nvSpPr>
            <p:spPr>
              <a:xfrm>
                <a:off x="6678036" y="1978104"/>
                <a:ext cx="143669" cy="9501"/>
              </a:xfrm>
              <a:custGeom>
                <a:avLst/>
                <a:gdLst/>
                <a:ahLst/>
                <a:cxnLst/>
                <a:rect l="l" t="t" r="r" b="b"/>
                <a:pathLst>
                  <a:path w="5096" h="337" extrusionOk="0">
                    <a:moveTo>
                      <a:pt x="1" y="1"/>
                    </a:moveTo>
                    <a:lnTo>
                      <a:pt x="82" y="337"/>
                    </a:lnTo>
                    <a:lnTo>
                      <a:pt x="5096" y="337"/>
                    </a:lnTo>
                    <a:lnTo>
                      <a:pt x="503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2" name="Google Shape;1786;p39">
                <a:extLst>
                  <a:ext uri="{FF2B5EF4-FFF2-40B4-BE49-F238E27FC236}">
                    <a16:creationId xmlns:a16="http://schemas.microsoft.com/office/drawing/2014/main" id="{6493ECBE-58FB-5227-48E9-CC71B58AC056}"/>
                  </a:ext>
                </a:extLst>
              </p:cNvPr>
              <p:cNvSpPr/>
              <p:nvPr/>
            </p:nvSpPr>
            <p:spPr>
              <a:xfrm>
                <a:off x="6683900" y="2004436"/>
                <a:ext cx="137382" cy="9473"/>
              </a:xfrm>
              <a:custGeom>
                <a:avLst/>
                <a:gdLst/>
                <a:ahLst/>
                <a:cxnLst/>
                <a:rect l="l" t="t" r="r" b="b"/>
                <a:pathLst>
                  <a:path w="4873" h="336" extrusionOk="0">
                    <a:moveTo>
                      <a:pt x="1" y="0"/>
                    </a:moveTo>
                    <a:lnTo>
                      <a:pt x="66" y="336"/>
                    </a:lnTo>
                    <a:lnTo>
                      <a:pt x="4695" y="336"/>
                    </a:lnTo>
                    <a:lnTo>
                      <a:pt x="487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3" name="Google Shape;1787;p39">
                <a:extLst>
                  <a:ext uri="{FF2B5EF4-FFF2-40B4-BE49-F238E27FC236}">
                    <a16:creationId xmlns:a16="http://schemas.microsoft.com/office/drawing/2014/main" id="{74533A2C-111C-B78F-C775-1B40609A83E0}"/>
                  </a:ext>
                </a:extLst>
              </p:cNvPr>
              <p:cNvSpPr/>
              <p:nvPr/>
            </p:nvSpPr>
            <p:spPr>
              <a:xfrm>
                <a:off x="6683900" y="2030627"/>
                <a:ext cx="123793" cy="9614"/>
              </a:xfrm>
              <a:custGeom>
                <a:avLst/>
                <a:gdLst/>
                <a:ahLst/>
                <a:cxnLst/>
                <a:rect l="l" t="t" r="r" b="b"/>
                <a:pathLst>
                  <a:path w="4391" h="341" extrusionOk="0">
                    <a:moveTo>
                      <a:pt x="66" y="1"/>
                    </a:moveTo>
                    <a:lnTo>
                      <a:pt x="1" y="340"/>
                    </a:lnTo>
                    <a:lnTo>
                      <a:pt x="4213" y="340"/>
                    </a:lnTo>
                    <a:lnTo>
                      <a:pt x="439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4" name="Google Shape;1788;p39">
                <a:extLst>
                  <a:ext uri="{FF2B5EF4-FFF2-40B4-BE49-F238E27FC236}">
                    <a16:creationId xmlns:a16="http://schemas.microsoft.com/office/drawing/2014/main" id="{79DCB747-97B5-6C95-E3C2-6CE7837C1505}"/>
                  </a:ext>
                </a:extLst>
              </p:cNvPr>
              <p:cNvSpPr/>
              <p:nvPr/>
            </p:nvSpPr>
            <p:spPr>
              <a:xfrm>
                <a:off x="6678036" y="2056959"/>
                <a:ext cx="140089" cy="9473"/>
              </a:xfrm>
              <a:custGeom>
                <a:avLst/>
                <a:gdLst/>
                <a:ahLst/>
                <a:cxnLst/>
                <a:rect l="l" t="t" r="r" b="b"/>
                <a:pathLst>
                  <a:path w="4969" h="336" extrusionOk="0">
                    <a:moveTo>
                      <a:pt x="82" y="0"/>
                    </a:moveTo>
                    <a:lnTo>
                      <a:pt x="1" y="336"/>
                    </a:lnTo>
                    <a:lnTo>
                      <a:pt x="4953" y="336"/>
                    </a:lnTo>
                    <a:lnTo>
                      <a:pt x="496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5" name="Google Shape;1789;p39">
                <a:extLst>
                  <a:ext uri="{FF2B5EF4-FFF2-40B4-BE49-F238E27FC236}">
                    <a16:creationId xmlns:a16="http://schemas.microsoft.com/office/drawing/2014/main" id="{AC1D0B09-296B-E657-4C81-8DD68F3F7FDB}"/>
                  </a:ext>
                </a:extLst>
              </p:cNvPr>
              <p:cNvSpPr/>
              <p:nvPr/>
            </p:nvSpPr>
            <p:spPr>
              <a:xfrm>
                <a:off x="6673046" y="1983546"/>
                <a:ext cx="150520" cy="105637"/>
              </a:xfrm>
              <a:custGeom>
                <a:avLst/>
                <a:gdLst/>
                <a:ahLst/>
                <a:cxnLst/>
                <a:rect l="l" t="t" r="r" b="b"/>
                <a:pathLst>
                  <a:path w="5339" h="3747" extrusionOk="0">
                    <a:moveTo>
                      <a:pt x="5226" y="1"/>
                    </a:moveTo>
                    <a:cubicBezTo>
                      <a:pt x="4677" y="580"/>
                      <a:pt x="3197" y="2674"/>
                      <a:pt x="441" y="2674"/>
                    </a:cubicBezTo>
                    <a:cubicBezTo>
                      <a:pt x="371" y="2674"/>
                      <a:pt x="300" y="2673"/>
                      <a:pt x="228" y="2670"/>
                    </a:cubicBezTo>
                    <a:lnTo>
                      <a:pt x="0" y="3746"/>
                    </a:lnTo>
                    <a:lnTo>
                      <a:pt x="5049" y="3746"/>
                    </a:lnTo>
                    <a:lnTo>
                      <a:pt x="5145" y="2589"/>
                    </a:lnTo>
                    <a:lnTo>
                      <a:pt x="4470" y="2203"/>
                    </a:lnTo>
                    <a:lnTo>
                      <a:pt x="5338" y="564"/>
                    </a:lnTo>
                    <a:lnTo>
                      <a:pt x="522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27" name="Google Shape;1790;p39">
              <a:extLst>
                <a:ext uri="{FF2B5EF4-FFF2-40B4-BE49-F238E27FC236}">
                  <a16:creationId xmlns:a16="http://schemas.microsoft.com/office/drawing/2014/main" id="{1DF3233C-6BE8-8334-3977-2F10FBD597C1}"/>
                </a:ext>
              </a:extLst>
            </p:cNvPr>
            <p:cNvGrpSpPr/>
            <p:nvPr/>
          </p:nvGrpSpPr>
          <p:grpSpPr>
            <a:xfrm>
              <a:off x="7315864" y="2263011"/>
              <a:ext cx="1254521" cy="363867"/>
              <a:chOff x="6361375" y="2370463"/>
              <a:chExt cx="550036" cy="159542"/>
            </a:xfrm>
          </p:grpSpPr>
          <p:sp>
            <p:nvSpPr>
              <p:cNvPr id="1745" name="Google Shape;1791;p39">
                <a:extLst>
                  <a:ext uri="{FF2B5EF4-FFF2-40B4-BE49-F238E27FC236}">
                    <a16:creationId xmlns:a16="http://schemas.microsoft.com/office/drawing/2014/main" id="{614D2805-8555-8469-F3A7-A0BC27335D02}"/>
                  </a:ext>
                </a:extLst>
              </p:cNvPr>
              <p:cNvSpPr/>
              <p:nvPr/>
            </p:nvSpPr>
            <p:spPr>
              <a:xfrm>
                <a:off x="6388581" y="2426228"/>
                <a:ext cx="490662" cy="40823"/>
              </a:xfrm>
              <a:custGeom>
                <a:avLst/>
                <a:gdLst/>
                <a:ahLst/>
                <a:cxnLst/>
                <a:rect l="l" t="t" r="r" b="b"/>
                <a:pathLst>
                  <a:path w="17404" h="1448" extrusionOk="0">
                    <a:moveTo>
                      <a:pt x="0" y="1"/>
                    </a:moveTo>
                    <a:lnTo>
                      <a:pt x="0" y="579"/>
                    </a:lnTo>
                    <a:cubicBezTo>
                      <a:pt x="0" y="1062"/>
                      <a:pt x="370" y="1447"/>
                      <a:pt x="852" y="1447"/>
                    </a:cubicBezTo>
                    <a:lnTo>
                      <a:pt x="3182" y="1447"/>
                    </a:lnTo>
                    <a:lnTo>
                      <a:pt x="3182" y="1"/>
                    </a:lnTo>
                    <a:close/>
                    <a:moveTo>
                      <a:pt x="5654" y="1"/>
                    </a:moveTo>
                    <a:lnTo>
                      <a:pt x="5654" y="900"/>
                    </a:lnTo>
                    <a:lnTo>
                      <a:pt x="5654" y="1447"/>
                    </a:lnTo>
                    <a:lnTo>
                      <a:pt x="11922" y="1447"/>
                    </a:lnTo>
                    <a:lnTo>
                      <a:pt x="11922" y="1"/>
                    </a:lnTo>
                    <a:close/>
                    <a:moveTo>
                      <a:pt x="14398" y="1"/>
                    </a:moveTo>
                    <a:lnTo>
                      <a:pt x="14398" y="900"/>
                    </a:lnTo>
                    <a:lnTo>
                      <a:pt x="14398" y="1447"/>
                    </a:lnTo>
                    <a:lnTo>
                      <a:pt x="16551" y="1447"/>
                    </a:lnTo>
                    <a:cubicBezTo>
                      <a:pt x="17017" y="1447"/>
                      <a:pt x="17403" y="1062"/>
                      <a:pt x="17403" y="579"/>
                    </a:cubicBezTo>
                    <a:lnTo>
                      <a:pt x="17403" y="1"/>
                    </a:lnTo>
                    <a:close/>
                  </a:path>
                </a:pathLst>
              </a:custGeom>
              <a:solidFill>
                <a:schemeClr val="lt1">
                  <a:alpha val="344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6" name="Google Shape;1792;p39">
                <a:extLst>
                  <a:ext uri="{FF2B5EF4-FFF2-40B4-BE49-F238E27FC236}">
                    <a16:creationId xmlns:a16="http://schemas.microsoft.com/office/drawing/2014/main" id="{D69BDDE4-2DD0-8784-F830-68C808D18527}"/>
                  </a:ext>
                </a:extLst>
              </p:cNvPr>
              <p:cNvSpPr/>
              <p:nvPr/>
            </p:nvSpPr>
            <p:spPr>
              <a:xfrm>
                <a:off x="6478291" y="2424818"/>
                <a:ext cx="69720" cy="105186"/>
              </a:xfrm>
              <a:custGeom>
                <a:avLst/>
                <a:gdLst/>
                <a:ahLst/>
                <a:cxnLst/>
                <a:rect l="l" t="t" r="r" b="b"/>
                <a:pathLst>
                  <a:path w="2473" h="3731" extrusionOk="0">
                    <a:moveTo>
                      <a:pt x="0" y="1"/>
                    </a:moveTo>
                    <a:lnTo>
                      <a:pt x="0" y="3086"/>
                    </a:lnTo>
                    <a:cubicBezTo>
                      <a:pt x="0" y="3441"/>
                      <a:pt x="274" y="3731"/>
                      <a:pt x="625" y="3731"/>
                    </a:cubicBezTo>
                    <a:lnTo>
                      <a:pt x="1832" y="3731"/>
                    </a:lnTo>
                    <a:cubicBezTo>
                      <a:pt x="2183" y="3731"/>
                      <a:pt x="2472" y="3441"/>
                      <a:pt x="2472" y="3086"/>
                    </a:cubicBezTo>
                    <a:lnTo>
                      <a:pt x="247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7" name="Google Shape;1793;p39">
                <a:extLst>
                  <a:ext uri="{FF2B5EF4-FFF2-40B4-BE49-F238E27FC236}">
                    <a16:creationId xmlns:a16="http://schemas.microsoft.com/office/drawing/2014/main" id="{C82787EA-C9E4-A788-9381-835292AD3CD1}"/>
                  </a:ext>
                </a:extLst>
              </p:cNvPr>
              <p:cNvSpPr/>
              <p:nvPr/>
            </p:nvSpPr>
            <p:spPr>
              <a:xfrm>
                <a:off x="6478291" y="2426228"/>
                <a:ext cx="69720" cy="25373"/>
              </a:xfrm>
              <a:custGeom>
                <a:avLst/>
                <a:gdLst/>
                <a:ahLst/>
                <a:cxnLst/>
                <a:rect l="l" t="t" r="r" b="b"/>
                <a:pathLst>
                  <a:path w="2473" h="900" extrusionOk="0">
                    <a:moveTo>
                      <a:pt x="0" y="1"/>
                    </a:moveTo>
                    <a:lnTo>
                      <a:pt x="0" y="900"/>
                    </a:lnTo>
                    <a:lnTo>
                      <a:pt x="2472" y="900"/>
                    </a:lnTo>
                    <a:lnTo>
                      <a:pt x="247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8" name="Google Shape;1794;p39">
                <a:extLst>
                  <a:ext uri="{FF2B5EF4-FFF2-40B4-BE49-F238E27FC236}">
                    <a16:creationId xmlns:a16="http://schemas.microsoft.com/office/drawing/2014/main" id="{86B4F6E0-4484-2E36-E9F9-D28DD13AB341}"/>
                  </a:ext>
                </a:extLst>
              </p:cNvPr>
              <p:cNvSpPr/>
              <p:nvPr/>
            </p:nvSpPr>
            <p:spPr>
              <a:xfrm>
                <a:off x="6724695" y="2424818"/>
                <a:ext cx="69833" cy="105186"/>
              </a:xfrm>
              <a:custGeom>
                <a:avLst/>
                <a:gdLst/>
                <a:ahLst/>
                <a:cxnLst/>
                <a:rect l="l" t="t" r="r" b="b"/>
                <a:pathLst>
                  <a:path w="2477" h="3731" extrusionOk="0">
                    <a:moveTo>
                      <a:pt x="0" y="1"/>
                    </a:moveTo>
                    <a:lnTo>
                      <a:pt x="0" y="3086"/>
                    </a:lnTo>
                    <a:cubicBezTo>
                      <a:pt x="0" y="3441"/>
                      <a:pt x="289" y="3731"/>
                      <a:pt x="629" y="3731"/>
                    </a:cubicBezTo>
                    <a:lnTo>
                      <a:pt x="1852" y="3731"/>
                    </a:lnTo>
                    <a:cubicBezTo>
                      <a:pt x="2187" y="3731"/>
                      <a:pt x="2476" y="3441"/>
                      <a:pt x="2476" y="3086"/>
                    </a:cubicBezTo>
                    <a:lnTo>
                      <a:pt x="247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9" name="Google Shape;1795;p39">
                <a:extLst>
                  <a:ext uri="{FF2B5EF4-FFF2-40B4-BE49-F238E27FC236}">
                    <a16:creationId xmlns:a16="http://schemas.microsoft.com/office/drawing/2014/main" id="{5D889006-740A-06E2-081B-ADE3393B4361}"/>
                  </a:ext>
                </a:extLst>
              </p:cNvPr>
              <p:cNvSpPr/>
              <p:nvPr/>
            </p:nvSpPr>
            <p:spPr>
              <a:xfrm>
                <a:off x="6724695" y="2426228"/>
                <a:ext cx="69833" cy="25373"/>
              </a:xfrm>
              <a:custGeom>
                <a:avLst/>
                <a:gdLst/>
                <a:ahLst/>
                <a:cxnLst/>
                <a:rect l="l" t="t" r="r" b="b"/>
                <a:pathLst>
                  <a:path w="2477" h="900" extrusionOk="0">
                    <a:moveTo>
                      <a:pt x="0" y="1"/>
                    </a:moveTo>
                    <a:lnTo>
                      <a:pt x="0" y="900"/>
                    </a:lnTo>
                    <a:lnTo>
                      <a:pt x="2476" y="900"/>
                    </a:lnTo>
                    <a:lnTo>
                      <a:pt x="247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0" name="Google Shape;1796;p39">
                <a:extLst>
                  <a:ext uri="{FF2B5EF4-FFF2-40B4-BE49-F238E27FC236}">
                    <a16:creationId xmlns:a16="http://schemas.microsoft.com/office/drawing/2014/main" id="{D2EA0D83-20F5-1DAA-8D6F-DF152EB289FB}"/>
                  </a:ext>
                </a:extLst>
              </p:cNvPr>
              <p:cNvSpPr/>
              <p:nvPr/>
            </p:nvSpPr>
            <p:spPr>
              <a:xfrm>
                <a:off x="6361375" y="2370463"/>
                <a:ext cx="550036" cy="55793"/>
              </a:xfrm>
              <a:custGeom>
                <a:avLst/>
                <a:gdLst/>
                <a:ahLst/>
                <a:cxnLst/>
                <a:rect l="l" t="t" r="r" b="b"/>
                <a:pathLst>
                  <a:path w="19510" h="1979" extrusionOk="0">
                    <a:moveTo>
                      <a:pt x="996" y="0"/>
                    </a:moveTo>
                    <a:cubicBezTo>
                      <a:pt x="722" y="0"/>
                      <a:pt x="468" y="112"/>
                      <a:pt x="290" y="290"/>
                    </a:cubicBezTo>
                    <a:cubicBezTo>
                      <a:pt x="113" y="467"/>
                      <a:pt x="1" y="725"/>
                      <a:pt x="1" y="999"/>
                    </a:cubicBezTo>
                    <a:lnTo>
                      <a:pt x="1" y="1142"/>
                    </a:lnTo>
                    <a:cubicBezTo>
                      <a:pt x="82" y="1624"/>
                      <a:pt x="498" y="1979"/>
                      <a:pt x="996" y="1979"/>
                    </a:cubicBezTo>
                    <a:lnTo>
                      <a:pt x="18515" y="1979"/>
                    </a:lnTo>
                    <a:cubicBezTo>
                      <a:pt x="18788" y="1979"/>
                      <a:pt x="19043" y="1882"/>
                      <a:pt x="19220" y="1690"/>
                    </a:cubicBezTo>
                    <a:cubicBezTo>
                      <a:pt x="19367" y="1543"/>
                      <a:pt x="19463" y="1350"/>
                      <a:pt x="19494" y="1142"/>
                    </a:cubicBezTo>
                    <a:cubicBezTo>
                      <a:pt x="19510" y="1096"/>
                      <a:pt x="19510" y="1046"/>
                      <a:pt x="19510" y="999"/>
                    </a:cubicBezTo>
                    <a:cubicBezTo>
                      <a:pt x="19510" y="436"/>
                      <a:pt x="19058" y="0"/>
                      <a:pt x="1851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1" name="Google Shape;1797;p39">
                <a:extLst>
                  <a:ext uri="{FF2B5EF4-FFF2-40B4-BE49-F238E27FC236}">
                    <a16:creationId xmlns:a16="http://schemas.microsoft.com/office/drawing/2014/main" id="{8448D71B-665A-13A3-DA47-F7B74E7CAF39}"/>
                  </a:ext>
                </a:extLst>
              </p:cNvPr>
              <p:cNvSpPr/>
              <p:nvPr/>
            </p:nvSpPr>
            <p:spPr>
              <a:xfrm>
                <a:off x="6361375" y="2402631"/>
                <a:ext cx="549613" cy="23625"/>
              </a:xfrm>
              <a:custGeom>
                <a:avLst/>
                <a:gdLst/>
                <a:ahLst/>
                <a:cxnLst/>
                <a:rect l="l" t="t" r="r" b="b"/>
                <a:pathLst>
                  <a:path w="19495" h="838" extrusionOk="0">
                    <a:moveTo>
                      <a:pt x="1" y="1"/>
                    </a:moveTo>
                    <a:cubicBezTo>
                      <a:pt x="82" y="483"/>
                      <a:pt x="498" y="838"/>
                      <a:pt x="996" y="838"/>
                    </a:cubicBezTo>
                    <a:lnTo>
                      <a:pt x="18515" y="838"/>
                    </a:lnTo>
                    <a:cubicBezTo>
                      <a:pt x="18788" y="838"/>
                      <a:pt x="19043" y="741"/>
                      <a:pt x="19220" y="549"/>
                    </a:cubicBezTo>
                    <a:cubicBezTo>
                      <a:pt x="19367" y="402"/>
                      <a:pt x="19463" y="209"/>
                      <a:pt x="19494" y="1"/>
                    </a:cubicBezTo>
                    <a:close/>
                  </a:path>
                </a:pathLst>
              </a:custGeom>
              <a:solidFill>
                <a:srgbClr val="2E44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28" name="Google Shape;1798;p39">
              <a:extLst>
                <a:ext uri="{FF2B5EF4-FFF2-40B4-BE49-F238E27FC236}">
                  <a16:creationId xmlns:a16="http://schemas.microsoft.com/office/drawing/2014/main" id="{ACFA088D-F100-FCA5-2057-ED9B908D078A}"/>
                </a:ext>
              </a:extLst>
            </p:cNvPr>
            <p:cNvGrpSpPr/>
            <p:nvPr/>
          </p:nvGrpSpPr>
          <p:grpSpPr>
            <a:xfrm>
              <a:off x="7483307" y="1769642"/>
              <a:ext cx="284277" cy="496131"/>
              <a:chOff x="6434789" y="1871649"/>
              <a:chExt cx="124639" cy="217535"/>
            </a:xfrm>
          </p:grpSpPr>
          <p:sp>
            <p:nvSpPr>
              <p:cNvPr id="1729" name="Google Shape;1799;p39">
                <a:extLst>
                  <a:ext uri="{FF2B5EF4-FFF2-40B4-BE49-F238E27FC236}">
                    <a16:creationId xmlns:a16="http://schemas.microsoft.com/office/drawing/2014/main" id="{3B6D7D11-1685-6E04-0DF1-3E944E14B478}"/>
                  </a:ext>
                </a:extLst>
              </p:cNvPr>
              <p:cNvSpPr/>
              <p:nvPr/>
            </p:nvSpPr>
            <p:spPr>
              <a:xfrm>
                <a:off x="6464702" y="1880980"/>
                <a:ext cx="67549" cy="75838"/>
              </a:xfrm>
              <a:custGeom>
                <a:avLst/>
                <a:gdLst/>
                <a:ahLst/>
                <a:cxnLst/>
                <a:rect l="l" t="t" r="r" b="b"/>
                <a:pathLst>
                  <a:path w="2396" h="2690" extrusionOk="0">
                    <a:moveTo>
                      <a:pt x="1182" y="1"/>
                    </a:moveTo>
                    <a:cubicBezTo>
                      <a:pt x="588" y="1"/>
                      <a:pt x="0" y="318"/>
                      <a:pt x="0" y="954"/>
                    </a:cubicBezTo>
                    <a:cubicBezTo>
                      <a:pt x="0" y="2239"/>
                      <a:pt x="721" y="2690"/>
                      <a:pt x="721" y="2690"/>
                    </a:cubicBezTo>
                    <a:lnTo>
                      <a:pt x="1720" y="2690"/>
                    </a:lnTo>
                    <a:cubicBezTo>
                      <a:pt x="1720" y="2690"/>
                      <a:pt x="2395" y="2273"/>
                      <a:pt x="2395" y="985"/>
                    </a:cubicBezTo>
                    <a:cubicBezTo>
                      <a:pt x="2395" y="329"/>
                      <a:pt x="1786" y="1"/>
                      <a:pt x="118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800;p39">
                <a:extLst>
                  <a:ext uri="{FF2B5EF4-FFF2-40B4-BE49-F238E27FC236}">
                    <a16:creationId xmlns:a16="http://schemas.microsoft.com/office/drawing/2014/main" id="{B918179A-C37F-8E65-280A-1BB3E30B88A9}"/>
                  </a:ext>
                </a:extLst>
              </p:cNvPr>
              <p:cNvSpPr/>
              <p:nvPr/>
            </p:nvSpPr>
            <p:spPr>
              <a:xfrm>
                <a:off x="6468705" y="1881121"/>
                <a:ext cx="57118" cy="55821"/>
              </a:xfrm>
              <a:custGeom>
                <a:avLst/>
                <a:gdLst/>
                <a:ahLst/>
                <a:cxnLst/>
                <a:rect l="l" t="t" r="r" b="b"/>
                <a:pathLst>
                  <a:path w="2026" h="1980" extrusionOk="0">
                    <a:moveTo>
                      <a:pt x="1046" y="0"/>
                    </a:moveTo>
                    <a:cubicBezTo>
                      <a:pt x="1046" y="0"/>
                      <a:pt x="1" y="386"/>
                      <a:pt x="869" y="1979"/>
                    </a:cubicBezTo>
                    <a:lnTo>
                      <a:pt x="1289" y="1979"/>
                    </a:lnTo>
                    <a:cubicBezTo>
                      <a:pt x="1289" y="1979"/>
                      <a:pt x="2026" y="467"/>
                      <a:pt x="104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1801;p39">
                <a:extLst>
                  <a:ext uri="{FF2B5EF4-FFF2-40B4-BE49-F238E27FC236}">
                    <a16:creationId xmlns:a16="http://schemas.microsoft.com/office/drawing/2014/main" id="{97FD453D-610F-EDAB-9E7E-846CE12C0203}"/>
                  </a:ext>
                </a:extLst>
              </p:cNvPr>
              <p:cNvSpPr/>
              <p:nvPr/>
            </p:nvSpPr>
            <p:spPr>
              <a:xfrm>
                <a:off x="6514490" y="1871649"/>
                <a:ext cx="30814" cy="30814"/>
              </a:xfrm>
              <a:custGeom>
                <a:avLst/>
                <a:gdLst/>
                <a:ahLst/>
                <a:cxnLst/>
                <a:rect l="l" t="t" r="r" b="b"/>
                <a:pathLst>
                  <a:path w="1093" h="1093" extrusionOk="0">
                    <a:moveTo>
                      <a:pt x="548" y="1"/>
                    </a:moveTo>
                    <a:cubicBezTo>
                      <a:pt x="244" y="1"/>
                      <a:pt x="1" y="240"/>
                      <a:pt x="1" y="545"/>
                    </a:cubicBezTo>
                    <a:cubicBezTo>
                      <a:pt x="1" y="676"/>
                      <a:pt x="31" y="788"/>
                      <a:pt x="112" y="884"/>
                    </a:cubicBezTo>
                    <a:cubicBezTo>
                      <a:pt x="209" y="1011"/>
                      <a:pt x="371" y="1092"/>
                      <a:pt x="548" y="1092"/>
                    </a:cubicBezTo>
                    <a:cubicBezTo>
                      <a:pt x="838" y="1092"/>
                      <a:pt x="1092" y="853"/>
                      <a:pt x="1092" y="545"/>
                    </a:cubicBezTo>
                    <a:cubicBezTo>
                      <a:pt x="1092" y="433"/>
                      <a:pt x="1046" y="321"/>
                      <a:pt x="996" y="240"/>
                    </a:cubicBezTo>
                    <a:cubicBezTo>
                      <a:pt x="899" y="97"/>
                      <a:pt x="726" y="1"/>
                      <a:pt x="54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802;p39">
                <a:extLst>
                  <a:ext uri="{FF2B5EF4-FFF2-40B4-BE49-F238E27FC236}">
                    <a16:creationId xmlns:a16="http://schemas.microsoft.com/office/drawing/2014/main" id="{DBB20032-B736-F8B0-87D8-8749901BE837}"/>
                  </a:ext>
                </a:extLst>
              </p:cNvPr>
              <p:cNvSpPr/>
              <p:nvPr/>
            </p:nvSpPr>
            <p:spPr>
              <a:xfrm>
                <a:off x="6456526" y="1903309"/>
                <a:ext cx="15901" cy="15478"/>
              </a:xfrm>
              <a:custGeom>
                <a:avLst/>
                <a:gdLst/>
                <a:ahLst/>
                <a:cxnLst/>
                <a:rect l="l" t="t" r="r" b="b"/>
                <a:pathLst>
                  <a:path w="564" h="549" extrusionOk="0">
                    <a:moveTo>
                      <a:pt x="290" y="0"/>
                    </a:moveTo>
                    <a:cubicBezTo>
                      <a:pt x="178" y="0"/>
                      <a:pt x="97" y="50"/>
                      <a:pt x="47" y="131"/>
                    </a:cubicBezTo>
                    <a:cubicBezTo>
                      <a:pt x="16" y="178"/>
                      <a:pt x="1" y="228"/>
                      <a:pt x="1" y="274"/>
                    </a:cubicBezTo>
                    <a:cubicBezTo>
                      <a:pt x="1" y="436"/>
                      <a:pt x="128" y="548"/>
                      <a:pt x="290" y="548"/>
                    </a:cubicBezTo>
                    <a:cubicBezTo>
                      <a:pt x="402" y="548"/>
                      <a:pt x="514" y="482"/>
                      <a:pt x="545" y="371"/>
                    </a:cubicBezTo>
                    <a:cubicBezTo>
                      <a:pt x="545" y="340"/>
                      <a:pt x="564" y="309"/>
                      <a:pt x="564" y="274"/>
                    </a:cubicBezTo>
                    <a:cubicBezTo>
                      <a:pt x="564" y="131"/>
                      <a:pt x="433" y="0"/>
                      <a:pt x="29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3" name="Google Shape;1803;p39">
                <a:extLst>
                  <a:ext uri="{FF2B5EF4-FFF2-40B4-BE49-F238E27FC236}">
                    <a16:creationId xmlns:a16="http://schemas.microsoft.com/office/drawing/2014/main" id="{FEF20466-D121-4138-5C66-35F76ED69C73}"/>
                  </a:ext>
                </a:extLst>
              </p:cNvPr>
              <p:cNvSpPr/>
              <p:nvPr/>
            </p:nvSpPr>
            <p:spPr>
              <a:xfrm>
                <a:off x="6456526" y="1907002"/>
                <a:ext cx="15365" cy="11784"/>
              </a:xfrm>
              <a:custGeom>
                <a:avLst/>
                <a:gdLst/>
                <a:ahLst/>
                <a:cxnLst/>
                <a:rect l="l" t="t" r="r" b="b"/>
                <a:pathLst>
                  <a:path w="545" h="418" extrusionOk="0">
                    <a:moveTo>
                      <a:pt x="47" y="0"/>
                    </a:moveTo>
                    <a:cubicBezTo>
                      <a:pt x="16" y="47"/>
                      <a:pt x="1" y="97"/>
                      <a:pt x="1" y="143"/>
                    </a:cubicBezTo>
                    <a:cubicBezTo>
                      <a:pt x="1" y="305"/>
                      <a:pt x="128" y="417"/>
                      <a:pt x="290" y="417"/>
                    </a:cubicBezTo>
                    <a:cubicBezTo>
                      <a:pt x="402" y="417"/>
                      <a:pt x="514" y="351"/>
                      <a:pt x="545" y="240"/>
                    </a:cubicBezTo>
                    <a:cubicBezTo>
                      <a:pt x="336" y="209"/>
                      <a:pt x="178" y="97"/>
                      <a:pt x="4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4" name="Google Shape;1804;p39">
                <a:extLst>
                  <a:ext uri="{FF2B5EF4-FFF2-40B4-BE49-F238E27FC236}">
                    <a16:creationId xmlns:a16="http://schemas.microsoft.com/office/drawing/2014/main" id="{DD4BAC41-61ED-9DF0-2E57-6F3E80B29B37}"/>
                  </a:ext>
                </a:extLst>
              </p:cNvPr>
              <p:cNvSpPr/>
              <p:nvPr/>
            </p:nvSpPr>
            <p:spPr>
              <a:xfrm>
                <a:off x="6517648" y="1878415"/>
                <a:ext cx="27657" cy="24048"/>
              </a:xfrm>
              <a:custGeom>
                <a:avLst/>
                <a:gdLst/>
                <a:ahLst/>
                <a:cxnLst/>
                <a:rect l="l" t="t" r="r" b="b"/>
                <a:pathLst>
                  <a:path w="981" h="853" extrusionOk="0">
                    <a:moveTo>
                      <a:pt x="884" y="0"/>
                    </a:moveTo>
                    <a:cubicBezTo>
                      <a:pt x="660" y="467"/>
                      <a:pt x="209" y="594"/>
                      <a:pt x="0" y="644"/>
                    </a:cubicBezTo>
                    <a:cubicBezTo>
                      <a:pt x="97" y="771"/>
                      <a:pt x="259" y="852"/>
                      <a:pt x="436" y="852"/>
                    </a:cubicBezTo>
                    <a:cubicBezTo>
                      <a:pt x="726" y="852"/>
                      <a:pt x="980" y="613"/>
                      <a:pt x="980" y="305"/>
                    </a:cubicBezTo>
                    <a:cubicBezTo>
                      <a:pt x="980" y="193"/>
                      <a:pt x="934" y="81"/>
                      <a:pt x="88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1805;p39">
                <a:extLst>
                  <a:ext uri="{FF2B5EF4-FFF2-40B4-BE49-F238E27FC236}">
                    <a16:creationId xmlns:a16="http://schemas.microsoft.com/office/drawing/2014/main" id="{BCE244FF-9F22-CA2C-F76E-18EFABB3F640}"/>
                  </a:ext>
                </a:extLst>
              </p:cNvPr>
              <p:cNvSpPr/>
              <p:nvPr/>
            </p:nvSpPr>
            <p:spPr>
              <a:xfrm>
                <a:off x="6446094" y="1925976"/>
                <a:ext cx="107357" cy="35410"/>
              </a:xfrm>
              <a:custGeom>
                <a:avLst/>
                <a:gdLst/>
                <a:ahLst/>
                <a:cxnLst/>
                <a:rect l="l" t="t" r="r" b="b"/>
                <a:pathLst>
                  <a:path w="3808" h="1256" extrusionOk="0">
                    <a:moveTo>
                      <a:pt x="2047" y="0"/>
                    </a:moveTo>
                    <a:cubicBezTo>
                      <a:pt x="2008" y="0"/>
                      <a:pt x="1969" y="1"/>
                      <a:pt x="1929" y="2"/>
                    </a:cubicBezTo>
                    <a:cubicBezTo>
                      <a:pt x="274" y="64"/>
                      <a:pt x="0" y="1256"/>
                      <a:pt x="0" y="1256"/>
                    </a:cubicBezTo>
                    <a:lnTo>
                      <a:pt x="3807" y="1256"/>
                    </a:lnTo>
                    <a:cubicBezTo>
                      <a:pt x="3807" y="1256"/>
                      <a:pt x="3594" y="0"/>
                      <a:pt x="20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806;p39">
                <a:extLst>
                  <a:ext uri="{FF2B5EF4-FFF2-40B4-BE49-F238E27FC236}">
                    <a16:creationId xmlns:a16="http://schemas.microsoft.com/office/drawing/2014/main" id="{D984B528-9FC5-096D-8EEB-B114003482CA}"/>
                  </a:ext>
                </a:extLst>
              </p:cNvPr>
              <p:cNvSpPr/>
              <p:nvPr/>
            </p:nvSpPr>
            <p:spPr>
              <a:xfrm>
                <a:off x="6524047" y="1936915"/>
                <a:ext cx="8627" cy="6766"/>
              </a:xfrm>
              <a:custGeom>
                <a:avLst/>
                <a:gdLst/>
                <a:ahLst/>
                <a:cxnLst/>
                <a:rect l="l" t="t" r="r" b="b"/>
                <a:pathLst>
                  <a:path w="306" h="240" extrusionOk="0">
                    <a:moveTo>
                      <a:pt x="159" y="0"/>
                    </a:moveTo>
                    <a:cubicBezTo>
                      <a:pt x="63" y="0"/>
                      <a:pt x="1" y="97"/>
                      <a:pt x="47" y="193"/>
                    </a:cubicBezTo>
                    <a:cubicBezTo>
                      <a:pt x="63" y="193"/>
                      <a:pt x="78" y="208"/>
                      <a:pt x="78" y="224"/>
                    </a:cubicBezTo>
                    <a:cubicBezTo>
                      <a:pt x="113" y="224"/>
                      <a:pt x="128" y="239"/>
                      <a:pt x="159" y="239"/>
                    </a:cubicBezTo>
                    <a:cubicBezTo>
                      <a:pt x="240" y="239"/>
                      <a:pt x="306" y="143"/>
                      <a:pt x="256" y="46"/>
                    </a:cubicBezTo>
                    <a:cubicBezTo>
                      <a:pt x="256" y="31"/>
                      <a:pt x="240" y="16"/>
                      <a:pt x="225" y="16"/>
                    </a:cubicBezTo>
                    <a:cubicBezTo>
                      <a:pt x="209" y="0"/>
                      <a:pt x="175" y="0"/>
                      <a:pt x="15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7" name="Google Shape;1807;p39">
                <a:extLst>
                  <a:ext uri="{FF2B5EF4-FFF2-40B4-BE49-F238E27FC236}">
                    <a16:creationId xmlns:a16="http://schemas.microsoft.com/office/drawing/2014/main" id="{EE614DBF-D6EE-6270-0A46-BB5F55AE6F34}"/>
                  </a:ext>
                </a:extLst>
              </p:cNvPr>
              <p:cNvSpPr/>
              <p:nvPr/>
            </p:nvSpPr>
            <p:spPr>
              <a:xfrm>
                <a:off x="6498166" y="1961358"/>
                <a:ext cx="28" cy="28"/>
              </a:xfrm>
              <a:custGeom>
                <a:avLst/>
                <a:gdLst/>
                <a:ahLst/>
                <a:cxnLst/>
                <a:rect l="l" t="t" r="r" b="b"/>
                <a:pathLst>
                  <a:path w="1" h="1" extrusionOk="0">
                    <a:moveTo>
                      <a:pt x="1" y="1"/>
                    </a:moveTo>
                    <a:lnTo>
                      <a:pt x="1" y="1"/>
                    </a:lnTo>
                    <a:lnTo>
                      <a:pt x="1" y="1"/>
                    </a:lnTo>
                    <a:close/>
                  </a:path>
                </a:pathLst>
              </a:custGeom>
              <a:solidFill>
                <a:srgbClr val="D0D6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8" name="Google Shape;1808;p39">
                <a:extLst>
                  <a:ext uri="{FF2B5EF4-FFF2-40B4-BE49-F238E27FC236}">
                    <a16:creationId xmlns:a16="http://schemas.microsoft.com/office/drawing/2014/main" id="{B2F862CE-A207-F80C-2C46-AD25556B7FD5}"/>
                  </a:ext>
                </a:extLst>
              </p:cNvPr>
              <p:cNvSpPr/>
              <p:nvPr/>
            </p:nvSpPr>
            <p:spPr>
              <a:xfrm>
                <a:off x="6485029" y="1940072"/>
                <a:ext cx="26783" cy="21314"/>
              </a:xfrm>
              <a:custGeom>
                <a:avLst/>
                <a:gdLst/>
                <a:ahLst/>
                <a:cxnLst/>
                <a:rect l="l" t="t" r="r" b="b"/>
                <a:pathLst>
                  <a:path w="950" h="756" extrusionOk="0">
                    <a:moveTo>
                      <a:pt x="467" y="0"/>
                    </a:moveTo>
                    <a:cubicBezTo>
                      <a:pt x="193" y="0"/>
                      <a:pt x="0" y="289"/>
                      <a:pt x="147" y="579"/>
                    </a:cubicBezTo>
                    <a:cubicBezTo>
                      <a:pt x="178" y="625"/>
                      <a:pt x="209" y="675"/>
                      <a:pt x="274" y="706"/>
                    </a:cubicBezTo>
                    <a:cubicBezTo>
                      <a:pt x="340" y="741"/>
                      <a:pt x="401" y="756"/>
                      <a:pt x="467" y="756"/>
                    </a:cubicBezTo>
                    <a:cubicBezTo>
                      <a:pt x="741" y="756"/>
                      <a:pt x="949" y="467"/>
                      <a:pt x="787" y="177"/>
                    </a:cubicBezTo>
                    <a:cubicBezTo>
                      <a:pt x="756" y="127"/>
                      <a:pt x="725" y="81"/>
                      <a:pt x="660" y="46"/>
                    </a:cubicBezTo>
                    <a:cubicBezTo>
                      <a:pt x="594" y="15"/>
                      <a:pt x="533" y="0"/>
                      <a:pt x="4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1809;p39">
                <a:extLst>
                  <a:ext uri="{FF2B5EF4-FFF2-40B4-BE49-F238E27FC236}">
                    <a16:creationId xmlns:a16="http://schemas.microsoft.com/office/drawing/2014/main" id="{F36B9B5F-4736-BC1D-9A81-1F8F76AAF622}"/>
                  </a:ext>
                </a:extLst>
              </p:cNvPr>
              <p:cNvSpPr/>
              <p:nvPr/>
            </p:nvSpPr>
            <p:spPr>
              <a:xfrm>
                <a:off x="6434789" y="1954535"/>
                <a:ext cx="124639" cy="134647"/>
              </a:xfrm>
              <a:custGeom>
                <a:avLst/>
                <a:gdLst/>
                <a:ahLst/>
                <a:cxnLst/>
                <a:rect l="l" t="t" r="r" b="b"/>
                <a:pathLst>
                  <a:path w="4421" h="4776" extrusionOk="0">
                    <a:moveTo>
                      <a:pt x="97" y="0"/>
                    </a:moveTo>
                    <a:lnTo>
                      <a:pt x="290" y="1416"/>
                    </a:lnTo>
                    <a:lnTo>
                      <a:pt x="660" y="2172"/>
                    </a:lnTo>
                    <a:lnTo>
                      <a:pt x="0" y="3151"/>
                    </a:lnTo>
                    <a:lnTo>
                      <a:pt x="97" y="4775"/>
                    </a:lnTo>
                    <a:lnTo>
                      <a:pt x="4420" y="4775"/>
                    </a:lnTo>
                    <a:lnTo>
                      <a:pt x="4289" y="710"/>
                    </a:lnTo>
                    <a:lnTo>
                      <a:pt x="442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0" name="Google Shape;1810;p39">
                <a:extLst>
                  <a:ext uri="{FF2B5EF4-FFF2-40B4-BE49-F238E27FC236}">
                    <a16:creationId xmlns:a16="http://schemas.microsoft.com/office/drawing/2014/main" id="{B3C2FB31-2A00-8375-B06B-040A4409946F}"/>
                  </a:ext>
                </a:extLst>
              </p:cNvPr>
              <p:cNvSpPr/>
              <p:nvPr/>
            </p:nvSpPr>
            <p:spPr>
              <a:xfrm>
                <a:off x="6440653" y="1977681"/>
                <a:ext cx="115505" cy="9050"/>
              </a:xfrm>
              <a:custGeom>
                <a:avLst/>
                <a:gdLst/>
                <a:ahLst/>
                <a:cxnLst/>
                <a:rect l="l" t="t" r="r" b="b"/>
                <a:pathLst>
                  <a:path w="4097" h="321" extrusionOk="0">
                    <a:moveTo>
                      <a:pt x="1" y="1"/>
                    </a:moveTo>
                    <a:lnTo>
                      <a:pt x="47" y="321"/>
                    </a:lnTo>
                    <a:lnTo>
                      <a:pt x="4097" y="321"/>
                    </a:lnTo>
                    <a:lnTo>
                      <a:pt x="408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1" name="Google Shape;1811;p39">
                <a:extLst>
                  <a:ext uri="{FF2B5EF4-FFF2-40B4-BE49-F238E27FC236}">
                    <a16:creationId xmlns:a16="http://schemas.microsoft.com/office/drawing/2014/main" id="{7ECCE6D9-4706-B3BA-3A1A-CCEF69BCAAA7}"/>
                  </a:ext>
                </a:extLst>
              </p:cNvPr>
              <p:cNvSpPr/>
              <p:nvPr/>
            </p:nvSpPr>
            <p:spPr>
              <a:xfrm>
                <a:off x="6447391" y="2003901"/>
                <a:ext cx="109331" cy="9585"/>
              </a:xfrm>
              <a:custGeom>
                <a:avLst/>
                <a:gdLst/>
                <a:ahLst/>
                <a:cxnLst/>
                <a:rect l="l" t="t" r="r" b="b"/>
                <a:pathLst>
                  <a:path w="3878" h="340" extrusionOk="0">
                    <a:moveTo>
                      <a:pt x="1" y="0"/>
                    </a:moveTo>
                    <a:lnTo>
                      <a:pt x="163" y="340"/>
                    </a:lnTo>
                    <a:lnTo>
                      <a:pt x="3877" y="340"/>
                    </a:lnTo>
                    <a:lnTo>
                      <a:pt x="387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2" name="Google Shape;1812;p39">
                <a:extLst>
                  <a:ext uri="{FF2B5EF4-FFF2-40B4-BE49-F238E27FC236}">
                    <a16:creationId xmlns:a16="http://schemas.microsoft.com/office/drawing/2014/main" id="{68D6BB58-96D6-0C8E-FFF9-E33B723B95A8}"/>
                  </a:ext>
                </a:extLst>
              </p:cNvPr>
              <p:cNvSpPr/>
              <p:nvPr/>
            </p:nvSpPr>
            <p:spPr>
              <a:xfrm>
                <a:off x="6437073" y="2030205"/>
                <a:ext cx="120495" cy="9585"/>
              </a:xfrm>
              <a:custGeom>
                <a:avLst/>
                <a:gdLst/>
                <a:ahLst/>
                <a:cxnLst/>
                <a:rect l="l" t="t" r="r" b="b"/>
                <a:pathLst>
                  <a:path w="4274" h="340" extrusionOk="0">
                    <a:moveTo>
                      <a:pt x="224" y="1"/>
                    </a:moveTo>
                    <a:lnTo>
                      <a:pt x="0" y="340"/>
                    </a:lnTo>
                    <a:lnTo>
                      <a:pt x="4274" y="340"/>
                    </a:lnTo>
                    <a:lnTo>
                      <a:pt x="427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3" name="Google Shape;1813;p39">
                <a:extLst>
                  <a:ext uri="{FF2B5EF4-FFF2-40B4-BE49-F238E27FC236}">
                    <a16:creationId xmlns:a16="http://schemas.microsoft.com/office/drawing/2014/main" id="{EF8C4DCC-4F99-006D-C820-BE2B59E61B7C}"/>
                  </a:ext>
                </a:extLst>
              </p:cNvPr>
              <p:cNvSpPr/>
              <p:nvPr/>
            </p:nvSpPr>
            <p:spPr>
              <a:xfrm>
                <a:off x="6435212" y="2056508"/>
                <a:ext cx="123229" cy="9501"/>
              </a:xfrm>
              <a:custGeom>
                <a:avLst/>
                <a:gdLst/>
                <a:ahLst/>
                <a:cxnLst/>
                <a:rect l="l" t="t" r="r" b="b"/>
                <a:pathLst>
                  <a:path w="4371" h="337" extrusionOk="0">
                    <a:moveTo>
                      <a:pt x="1" y="1"/>
                    </a:moveTo>
                    <a:lnTo>
                      <a:pt x="32" y="336"/>
                    </a:lnTo>
                    <a:lnTo>
                      <a:pt x="4371" y="336"/>
                    </a:lnTo>
                    <a:lnTo>
                      <a:pt x="435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4" name="Google Shape;1814;p39">
                <a:extLst>
                  <a:ext uri="{FF2B5EF4-FFF2-40B4-BE49-F238E27FC236}">
                    <a16:creationId xmlns:a16="http://schemas.microsoft.com/office/drawing/2014/main" id="{6567A6ED-315E-E80F-3CFB-84B90698BD4F}"/>
                  </a:ext>
                </a:extLst>
              </p:cNvPr>
              <p:cNvSpPr/>
              <p:nvPr/>
            </p:nvSpPr>
            <p:spPr>
              <a:xfrm>
                <a:off x="6436537" y="2034349"/>
                <a:ext cx="122891" cy="54834"/>
              </a:xfrm>
              <a:custGeom>
                <a:avLst/>
                <a:gdLst/>
                <a:ahLst/>
                <a:cxnLst/>
                <a:rect l="l" t="t" r="r" b="b"/>
                <a:pathLst>
                  <a:path w="4359" h="1945" extrusionOk="0">
                    <a:moveTo>
                      <a:pt x="4293" y="0"/>
                    </a:moveTo>
                    <a:cubicBezTo>
                      <a:pt x="3314" y="1242"/>
                      <a:pt x="2075" y="1521"/>
                      <a:pt x="1075" y="1521"/>
                    </a:cubicBezTo>
                    <a:cubicBezTo>
                      <a:pt x="665" y="1521"/>
                      <a:pt x="295" y="1474"/>
                      <a:pt x="0" y="1427"/>
                    </a:cubicBezTo>
                    <a:lnTo>
                      <a:pt x="0" y="1427"/>
                    </a:lnTo>
                    <a:lnTo>
                      <a:pt x="35" y="1944"/>
                    </a:lnTo>
                    <a:lnTo>
                      <a:pt x="4358" y="1944"/>
                    </a:lnTo>
                    <a:lnTo>
                      <a:pt x="429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766" name="Google Shape;1815;p39">
            <a:extLst>
              <a:ext uri="{FF2B5EF4-FFF2-40B4-BE49-F238E27FC236}">
                <a16:creationId xmlns:a16="http://schemas.microsoft.com/office/drawing/2014/main" id="{B2453C3F-275F-04AE-CD54-D6B1B8086463}"/>
              </a:ext>
            </a:extLst>
          </p:cNvPr>
          <p:cNvGrpSpPr/>
          <p:nvPr/>
        </p:nvGrpSpPr>
        <p:grpSpPr>
          <a:xfrm>
            <a:off x="9249450" y="1308789"/>
            <a:ext cx="756931" cy="891421"/>
            <a:chOff x="6024726" y="2154394"/>
            <a:chExt cx="216631" cy="255115"/>
          </a:xfrm>
        </p:grpSpPr>
        <p:sp>
          <p:nvSpPr>
            <p:cNvPr id="1767" name="Google Shape;1816;p39">
              <a:extLst>
                <a:ext uri="{FF2B5EF4-FFF2-40B4-BE49-F238E27FC236}">
                  <a16:creationId xmlns:a16="http://schemas.microsoft.com/office/drawing/2014/main" id="{95B0D137-E9F8-E911-611F-5570718AAB1A}"/>
                </a:ext>
              </a:extLst>
            </p:cNvPr>
            <p:cNvSpPr/>
            <p:nvPr/>
          </p:nvSpPr>
          <p:spPr>
            <a:xfrm>
              <a:off x="6033325" y="2223212"/>
              <a:ext cx="199885" cy="186296"/>
            </a:xfrm>
            <a:custGeom>
              <a:avLst/>
              <a:gdLst/>
              <a:ahLst/>
              <a:cxnLst/>
              <a:rect l="l" t="t" r="r" b="b"/>
              <a:pathLst>
                <a:path w="7090" h="6608" extrusionOk="0">
                  <a:moveTo>
                    <a:pt x="0" y="1"/>
                  </a:moveTo>
                  <a:lnTo>
                    <a:pt x="0" y="6608"/>
                  </a:lnTo>
                  <a:lnTo>
                    <a:pt x="7089" y="6608"/>
                  </a:lnTo>
                  <a:lnTo>
                    <a:pt x="7089" y="1"/>
                  </a:lnTo>
                  <a:close/>
                </a:path>
              </a:pathLst>
            </a:custGeom>
            <a:solidFill>
              <a:schemeClr val="lt1">
                <a:alpha val="344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8" name="Google Shape;1817;p39">
              <a:extLst>
                <a:ext uri="{FF2B5EF4-FFF2-40B4-BE49-F238E27FC236}">
                  <a16:creationId xmlns:a16="http://schemas.microsoft.com/office/drawing/2014/main" id="{86725B3F-6DA8-0E88-428A-21551F20F780}"/>
                </a:ext>
              </a:extLst>
            </p:cNvPr>
            <p:cNvSpPr/>
            <p:nvPr/>
          </p:nvSpPr>
          <p:spPr>
            <a:xfrm>
              <a:off x="6024726" y="2154394"/>
              <a:ext cx="216631" cy="238819"/>
            </a:xfrm>
            <a:custGeom>
              <a:avLst/>
              <a:gdLst/>
              <a:ahLst/>
              <a:cxnLst/>
              <a:rect l="l" t="t" r="r" b="b"/>
              <a:pathLst>
                <a:path w="7684" h="8471" extrusionOk="0">
                  <a:moveTo>
                    <a:pt x="0" y="0"/>
                  </a:moveTo>
                  <a:lnTo>
                    <a:pt x="0" y="8470"/>
                  </a:lnTo>
                  <a:lnTo>
                    <a:pt x="7684" y="8470"/>
                  </a:lnTo>
                  <a:lnTo>
                    <a:pt x="768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9" name="Google Shape;1818;p39">
              <a:extLst>
                <a:ext uri="{FF2B5EF4-FFF2-40B4-BE49-F238E27FC236}">
                  <a16:creationId xmlns:a16="http://schemas.microsoft.com/office/drawing/2014/main" id="{D1AFE93C-AE92-020A-146F-FCB92EF635E9}"/>
                </a:ext>
              </a:extLst>
            </p:cNvPr>
            <p:cNvSpPr/>
            <p:nvPr/>
          </p:nvSpPr>
          <p:spPr>
            <a:xfrm>
              <a:off x="6053200" y="2180585"/>
              <a:ext cx="159570" cy="186296"/>
            </a:xfrm>
            <a:custGeom>
              <a:avLst/>
              <a:gdLst/>
              <a:ahLst/>
              <a:cxnLst/>
              <a:rect l="l" t="t" r="r" b="b"/>
              <a:pathLst>
                <a:path w="5660" h="6608" extrusionOk="0">
                  <a:moveTo>
                    <a:pt x="1" y="1"/>
                  </a:moveTo>
                  <a:lnTo>
                    <a:pt x="1" y="6608"/>
                  </a:lnTo>
                  <a:lnTo>
                    <a:pt x="5659" y="6608"/>
                  </a:lnTo>
                  <a:lnTo>
                    <a:pt x="565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1819;p39">
              <a:extLst>
                <a:ext uri="{FF2B5EF4-FFF2-40B4-BE49-F238E27FC236}">
                  <a16:creationId xmlns:a16="http://schemas.microsoft.com/office/drawing/2014/main" id="{E6ED9A7E-EBFD-1B7D-65D9-F29652554060}"/>
                </a:ext>
              </a:extLst>
            </p:cNvPr>
            <p:cNvSpPr/>
            <p:nvPr/>
          </p:nvSpPr>
          <p:spPr>
            <a:xfrm>
              <a:off x="6039612" y="2169730"/>
              <a:ext cx="186747" cy="208484"/>
            </a:xfrm>
            <a:custGeom>
              <a:avLst/>
              <a:gdLst/>
              <a:ahLst/>
              <a:cxnLst/>
              <a:rect l="l" t="t" r="r" b="b"/>
              <a:pathLst>
                <a:path w="6624" h="7395" extrusionOk="0">
                  <a:moveTo>
                    <a:pt x="6558" y="81"/>
                  </a:moveTo>
                  <a:lnTo>
                    <a:pt x="6558" y="7313"/>
                  </a:lnTo>
                  <a:lnTo>
                    <a:pt x="82" y="7313"/>
                  </a:lnTo>
                  <a:lnTo>
                    <a:pt x="82" y="81"/>
                  </a:lnTo>
                  <a:close/>
                  <a:moveTo>
                    <a:pt x="1" y="0"/>
                  </a:moveTo>
                  <a:lnTo>
                    <a:pt x="1" y="7394"/>
                  </a:lnTo>
                  <a:lnTo>
                    <a:pt x="6623" y="7394"/>
                  </a:lnTo>
                  <a:lnTo>
                    <a:pt x="662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1" name="Google Shape;1820;p39">
              <a:extLst>
                <a:ext uri="{FF2B5EF4-FFF2-40B4-BE49-F238E27FC236}">
                  <a16:creationId xmlns:a16="http://schemas.microsoft.com/office/drawing/2014/main" id="{92E3BFF2-1586-716D-6E17-EBC46ECD959C}"/>
                </a:ext>
              </a:extLst>
            </p:cNvPr>
            <p:cNvSpPr/>
            <p:nvPr/>
          </p:nvSpPr>
          <p:spPr>
            <a:xfrm>
              <a:off x="6128475" y="2201024"/>
              <a:ext cx="86579" cy="67803"/>
            </a:xfrm>
            <a:custGeom>
              <a:avLst/>
              <a:gdLst/>
              <a:ahLst/>
              <a:cxnLst/>
              <a:rect l="l" t="t" r="r" b="b"/>
              <a:pathLst>
                <a:path w="3071" h="2405" extrusionOk="0">
                  <a:moveTo>
                    <a:pt x="2604" y="1"/>
                  </a:moveTo>
                  <a:lnTo>
                    <a:pt x="2604" y="1"/>
                  </a:lnTo>
                  <a:cubicBezTo>
                    <a:pt x="0" y="884"/>
                    <a:pt x="1269" y="2396"/>
                    <a:pt x="1269" y="2396"/>
                  </a:cubicBezTo>
                  <a:cubicBezTo>
                    <a:pt x="1269" y="2396"/>
                    <a:pt x="1324" y="2404"/>
                    <a:pt x="1413" y="2404"/>
                  </a:cubicBezTo>
                  <a:cubicBezTo>
                    <a:pt x="1844" y="2404"/>
                    <a:pt x="3071" y="2216"/>
                    <a:pt x="260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2" name="Google Shape;1821;p39">
              <a:extLst>
                <a:ext uri="{FF2B5EF4-FFF2-40B4-BE49-F238E27FC236}">
                  <a16:creationId xmlns:a16="http://schemas.microsoft.com/office/drawing/2014/main" id="{3C974C2A-83FF-7C6D-31AD-96B2B43DE0F0}"/>
                </a:ext>
              </a:extLst>
            </p:cNvPr>
            <p:cNvSpPr/>
            <p:nvPr/>
          </p:nvSpPr>
          <p:spPr>
            <a:xfrm>
              <a:off x="6159233" y="2215487"/>
              <a:ext cx="34931" cy="60839"/>
            </a:xfrm>
            <a:custGeom>
              <a:avLst/>
              <a:gdLst/>
              <a:ahLst/>
              <a:cxnLst/>
              <a:rect l="l" t="t" r="r" b="b"/>
              <a:pathLst>
                <a:path w="1239" h="2158" extrusionOk="0">
                  <a:moveTo>
                    <a:pt x="1208" y="1"/>
                  </a:moveTo>
                  <a:cubicBezTo>
                    <a:pt x="1192" y="1"/>
                    <a:pt x="1158" y="1"/>
                    <a:pt x="1158" y="16"/>
                  </a:cubicBezTo>
                  <a:lnTo>
                    <a:pt x="20" y="2091"/>
                  </a:lnTo>
                  <a:cubicBezTo>
                    <a:pt x="1" y="2107"/>
                    <a:pt x="1" y="2138"/>
                    <a:pt x="35" y="2138"/>
                  </a:cubicBezTo>
                  <a:cubicBezTo>
                    <a:pt x="35" y="2138"/>
                    <a:pt x="35" y="2157"/>
                    <a:pt x="51" y="2157"/>
                  </a:cubicBezTo>
                  <a:cubicBezTo>
                    <a:pt x="66" y="2157"/>
                    <a:pt x="66" y="2138"/>
                    <a:pt x="82" y="2122"/>
                  </a:cubicBezTo>
                  <a:lnTo>
                    <a:pt x="1223" y="51"/>
                  </a:lnTo>
                  <a:cubicBezTo>
                    <a:pt x="1239" y="36"/>
                    <a:pt x="1223" y="16"/>
                    <a:pt x="120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3" name="Google Shape;1822;p39">
              <a:extLst>
                <a:ext uri="{FF2B5EF4-FFF2-40B4-BE49-F238E27FC236}">
                  <a16:creationId xmlns:a16="http://schemas.microsoft.com/office/drawing/2014/main" id="{5A0471FE-453C-A6D9-3728-FFEE51A96850}"/>
                </a:ext>
              </a:extLst>
            </p:cNvPr>
            <p:cNvSpPr/>
            <p:nvPr/>
          </p:nvSpPr>
          <p:spPr>
            <a:xfrm>
              <a:off x="6180547" y="2219209"/>
              <a:ext cx="16352" cy="13053"/>
            </a:xfrm>
            <a:custGeom>
              <a:avLst/>
              <a:gdLst/>
              <a:ahLst/>
              <a:cxnLst/>
              <a:rect l="l" t="t" r="r" b="b"/>
              <a:pathLst>
                <a:path w="580" h="463" extrusionOk="0">
                  <a:moveTo>
                    <a:pt x="35" y="0"/>
                  </a:moveTo>
                  <a:cubicBezTo>
                    <a:pt x="1" y="16"/>
                    <a:pt x="1" y="31"/>
                    <a:pt x="1" y="46"/>
                  </a:cubicBezTo>
                  <a:lnTo>
                    <a:pt x="132" y="463"/>
                  </a:lnTo>
                  <a:lnTo>
                    <a:pt x="548" y="336"/>
                  </a:lnTo>
                  <a:cubicBezTo>
                    <a:pt x="564" y="320"/>
                    <a:pt x="579" y="305"/>
                    <a:pt x="579" y="289"/>
                  </a:cubicBezTo>
                  <a:cubicBezTo>
                    <a:pt x="564" y="270"/>
                    <a:pt x="548" y="255"/>
                    <a:pt x="533" y="255"/>
                  </a:cubicBezTo>
                  <a:lnTo>
                    <a:pt x="178" y="366"/>
                  </a:lnTo>
                  <a:lnTo>
                    <a:pt x="82" y="31"/>
                  </a:lnTo>
                  <a:cubicBezTo>
                    <a:pt x="66" y="16"/>
                    <a:pt x="51" y="0"/>
                    <a:pt x="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4" name="Google Shape;1823;p39">
              <a:extLst>
                <a:ext uri="{FF2B5EF4-FFF2-40B4-BE49-F238E27FC236}">
                  <a16:creationId xmlns:a16="http://schemas.microsoft.com/office/drawing/2014/main" id="{38E74464-1BD9-8820-03D5-CAFB4339570B}"/>
                </a:ext>
              </a:extLst>
            </p:cNvPr>
            <p:cNvSpPr/>
            <p:nvPr/>
          </p:nvSpPr>
          <p:spPr>
            <a:xfrm>
              <a:off x="6173809" y="2231388"/>
              <a:ext cx="16323" cy="13166"/>
            </a:xfrm>
            <a:custGeom>
              <a:avLst/>
              <a:gdLst/>
              <a:ahLst/>
              <a:cxnLst/>
              <a:rect l="l" t="t" r="r" b="b"/>
              <a:pathLst>
                <a:path w="579" h="467" extrusionOk="0">
                  <a:moveTo>
                    <a:pt x="31" y="0"/>
                  </a:moveTo>
                  <a:cubicBezTo>
                    <a:pt x="16" y="15"/>
                    <a:pt x="0" y="31"/>
                    <a:pt x="0" y="50"/>
                  </a:cubicBezTo>
                  <a:lnTo>
                    <a:pt x="128" y="467"/>
                  </a:lnTo>
                  <a:lnTo>
                    <a:pt x="544" y="339"/>
                  </a:lnTo>
                  <a:cubicBezTo>
                    <a:pt x="564" y="320"/>
                    <a:pt x="579" y="305"/>
                    <a:pt x="579" y="289"/>
                  </a:cubicBezTo>
                  <a:cubicBezTo>
                    <a:pt x="564" y="274"/>
                    <a:pt x="544" y="258"/>
                    <a:pt x="529" y="258"/>
                  </a:cubicBezTo>
                  <a:lnTo>
                    <a:pt x="178" y="370"/>
                  </a:lnTo>
                  <a:lnTo>
                    <a:pt x="81" y="31"/>
                  </a:lnTo>
                  <a:cubicBezTo>
                    <a:pt x="62" y="15"/>
                    <a:pt x="47" y="0"/>
                    <a:pt x="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5" name="Google Shape;1824;p39">
              <a:extLst>
                <a:ext uri="{FF2B5EF4-FFF2-40B4-BE49-F238E27FC236}">
                  <a16:creationId xmlns:a16="http://schemas.microsoft.com/office/drawing/2014/main" id="{B0A6A533-0F7F-CB34-7612-214D4CBBE2D9}"/>
                </a:ext>
              </a:extLst>
            </p:cNvPr>
            <p:cNvSpPr/>
            <p:nvPr/>
          </p:nvSpPr>
          <p:spPr>
            <a:xfrm>
              <a:off x="6166958" y="2243652"/>
              <a:ext cx="16323" cy="13081"/>
            </a:xfrm>
            <a:custGeom>
              <a:avLst/>
              <a:gdLst/>
              <a:ahLst/>
              <a:cxnLst/>
              <a:rect l="l" t="t" r="r" b="b"/>
              <a:pathLst>
                <a:path w="579" h="464" extrusionOk="0">
                  <a:moveTo>
                    <a:pt x="35" y="1"/>
                  </a:moveTo>
                  <a:cubicBezTo>
                    <a:pt x="16" y="16"/>
                    <a:pt x="0" y="32"/>
                    <a:pt x="0" y="47"/>
                  </a:cubicBezTo>
                  <a:lnTo>
                    <a:pt x="132" y="464"/>
                  </a:lnTo>
                  <a:lnTo>
                    <a:pt x="548" y="336"/>
                  </a:lnTo>
                  <a:cubicBezTo>
                    <a:pt x="564" y="321"/>
                    <a:pt x="579" y="306"/>
                    <a:pt x="579" y="290"/>
                  </a:cubicBezTo>
                  <a:cubicBezTo>
                    <a:pt x="564" y="271"/>
                    <a:pt x="548" y="255"/>
                    <a:pt x="533" y="255"/>
                  </a:cubicBezTo>
                  <a:lnTo>
                    <a:pt x="193" y="367"/>
                  </a:lnTo>
                  <a:lnTo>
                    <a:pt x="81" y="32"/>
                  </a:lnTo>
                  <a:cubicBezTo>
                    <a:pt x="66" y="16"/>
                    <a:pt x="51" y="1"/>
                    <a:pt x="3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6" name="Google Shape;1825;p39">
              <a:extLst>
                <a:ext uri="{FF2B5EF4-FFF2-40B4-BE49-F238E27FC236}">
                  <a16:creationId xmlns:a16="http://schemas.microsoft.com/office/drawing/2014/main" id="{55F9F174-26FC-7BE7-28CB-3E7BD06757D8}"/>
                </a:ext>
              </a:extLst>
            </p:cNvPr>
            <p:cNvSpPr/>
            <p:nvPr/>
          </p:nvSpPr>
          <p:spPr>
            <a:xfrm>
              <a:off x="6066818" y="2280753"/>
              <a:ext cx="90272" cy="70397"/>
            </a:xfrm>
            <a:custGeom>
              <a:avLst/>
              <a:gdLst/>
              <a:ahLst/>
              <a:cxnLst/>
              <a:rect l="l" t="t" r="r" b="b"/>
              <a:pathLst>
                <a:path w="3202" h="2497" extrusionOk="0">
                  <a:moveTo>
                    <a:pt x="0" y="0"/>
                  </a:moveTo>
                  <a:lnTo>
                    <a:pt x="0" y="0"/>
                  </a:lnTo>
                  <a:cubicBezTo>
                    <a:pt x="13" y="2130"/>
                    <a:pt x="949" y="2496"/>
                    <a:pt x="1592" y="2496"/>
                  </a:cubicBezTo>
                  <a:cubicBezTo>
                    <a:pt x="1930" y="2496"/>
                    <a:pt x="2187" y="2395"/>
                    <a:pt x="2187" y="2395"/>
                  </a:cubicBezTo>
                  <a:cubicBezTo>
                    <a:pt x="2187" y="2395"/>
                    <a:pt x="3201" y="386"/>
                    <a:pt x="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7" name="Google Shape;1826;p39">
              <a:extLst>
                <a:ext uri="{FF2B5EF4-FFF2-40B4-BE49-F238E27FC236}">
                  <a16:creationId xmlns:a16="http://schemas.microsoft.com/office/drawing/2014/main" id="{73D51241-9831-F5A5-1FF9-983C12943D41}"/>
                </a:ext>
              </a:extLst>
            </p:cNvPr>
            <p:cNvSpPr/>
            <p:nvPr/>
          </p:nvSpPr>
          <p:spPr>
            <a:xfrm>
              <a:off x="6079955" y="2295865"/>
              <a:ext cx="55398" cy="60163"/>
            </a:xfrm>
            <a:custGeom>
              <a:avLst/>
              <a:gdLst/>
              <a:ahLst/>
              <a:cxnLst/>
              <a:rect l="l" t="t" r="r" b="b"/>
              <a:pathLst>
                <a:path w="1965" h="2134" extrusionOk="0">
                  <a:moveTo>
                    <a:pt x="43" y="0"/>
                  </a:moveTo>
                  <a:cubicBezTo>
                    <a:pt x="35" y="0"/>
                    <a:pt x="26" y="4"/>
                    <a:pt x="16" y="12"/>
                  </a:cubicBezTo>
                  <a:cubicBezTo>
                    <a:pt x="1" y="12"/>
                    <a:pt x="1" y="43"/>
                    <a:pt x="16" y="58"/>
                  </a:cubicBezTo>
                  <a:lnTo>
                    <a:pt x="1898" y="2118"/>
                  </a:lnTo>
                  <a:cubicBezTo>
                    <a:pt x="1898" y="2133"/>
                    <a:pt x="1914" y="2133"/>
                    <a:pt x="1914" y="2133"/>
                  </a:cubicBezTo>
                  <a:lnTo>
                    <a:pt x="1945" y="2133"/>
                  </a:lnTo>
                  <a:cubicBezTo>
                    <a:pt x="1964" y="2118"/>
                    <a:pt x="1964" y="2083"/>
                    <a:pt x="1945" y="2068"/>
                  </a:cubicBezTo>
                  <a:lnTo>
                    <a:pt x="66" y="12"/>
                  </a:lnTo>
                  <a:cubicBezTo>
                    <a:pt x="59" y="4"/>
                    <a:pt x="51" y="0"/>
                    <a:pt x="4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8" name="Google Shape;1827;p39">
              <a:extLst>
                <a:ext uri="{FF2B5EF4-FFF2-40B4-BE49-F238E27FC236}">
                  <a16:creationId xmlns:a16="http://schemas.microsoft.com/office/drawing/2014/main" id="{B4927B7C-1744-1FA4-B4A8-BF561DF02A87}"/>
                </a:ext>
              </a:extLst>
            </p:cNvPr>
            <p:cNvSpPr/>
            <p:nvPr/>
          </p:nvSpPr>
          <p:spPr>
            <a:xfrm>
              <a:off x="6079955" y="2296626"/>
              <a:ext cx="15478" cy="15449"/>
            </a:xfrm>
            <a:custGeom>
              <a:avLst/>
              <a:gdLst/>
              <a:ahLst/>
              <a:cxnLst/>
              <a:rect l="l" t="t" r="r" b="b"/>
              <a:pathLst>
                <a:path w="549" h="548" extrusionOk="0">
                  <a:moveTo>
                    <a:pt x="518" y="0"/>
                  </a:moveTo>
                  <a:cubicBezTo>
                    <a:pt x="498" y="0"/>
                    <a:pt x="483" y="16"/>
                    <a:pt x="483" y="31"/>
                  </a:cubicBezTo>
                  <a:lnTo>
                    <a:pt x="467" y="467"/>
                  </a:lnTo>
                  <a:lnTo>
                    <a:pt x="36" y="452"/>
                  </a:lnTo>
                  <a:cubicBezTo>
                    <a:pt x="16" y="452"/>
                    <a:pt x="1" y="467"/>
                    <a:pt x="1" y="498"/>
                  </a:cubicBezTo>
                  <a:cubicBezTo>
                    <a:pt x="1" y="513"/>
                    <a:pt x="16" y="533"/>
                    <a:pt x="36" y="533"/>
                  </a:cubicBezTo>
                  <a:lnTo>
                    <a:pt x="548" y="548"/>
                  </a:lnTo>
                  <a:lnTo>
                    <a:pt x="548" y="31"/>
                  </a:lnTo>
                  <a:cubicBezTo>
                    <a:pt x="548" y="16"/>
                    <a:pt x="533" y="0"/>
                    <a:pt x="5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9" name="Google Shape;1828;p39">
              <a:extLst>
                <a:ext uri="{FF2B5EF4-FFF2-40B4-BE49-F238E27FC236}">
                  <a16:creationId xmlns:a16="http://schemas.microsoft.com/office/drawing/2014/main" id="{F5C15FB8-352D-6E81-85AB-E9E5BEDA51D1}"/>
                </a:ext>
              </a:extLst>
            </p:cNvPr>
            <p:cNvSpPr/>
            <p:nvPr/>
          </p:nvSpPr>
          <p:spPr>
            <a:xfrm>
              <a:off x="6090838" y="2308918"/>
              <a:ext cx="15901" cy="15337"/>
            </a:xfrm>
            <a:custGeom>
              <a:avLst/>
              <a:gdLst/>
              <a:ahLst/>
              <a:cxnLst/>
              <a:rect l="l" t="t" r="r" b="b"/>
              <a:pathLst>
                <a:path w="564" h="544" extrusionOk="0">
                  <a:moveTo>
                    <a:pt x="533" y="0"/>
                  </a:moveTo>
                  <a:cubicBezTo>
                    <a:pt x="498" y="0"/>
                    <a:pt x="483" y="16"/>
                    <a:pt x="483" y="31"/>
                  </a:cubicBezTo>
                  <a:lnTo>
                    <a:pt x="483" y="463"/>
                  </a:lnTo>
                  <a:lnTo>
                    <a:pt x="51" y="448"/>
                  </a:lnTo>
                  <a:cubicBezTo>
                    <a:pt x="16" y="448"/>
                    <a:pt x="0" y="463"/>
                    <a:pt x="0" y="498"/>
                  </a:cubicBezTo>
                  <a:cubicBezTo>
                    <a:pt x="0" y="513"/>
                    <a:pt x="16" y="529"/>
                    <a:pt x="51" y="529"/>
                  </a:cubicBezTo>
                  <a:lnTo>
                    <a:pt x="548" y="544"/>
                  </a:lnTo>
                  <a:lnTo>
                    <a:pt x="564" y="31"/>
                  </a:lnTo>
                  <a:cubicBezTo>
                    <a:pt x="564" y="16"/>
                    <a:pt x="548" y="0"/>
                    <a:pt x="53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0" name="Google Shape;1829;p39">
              <a:extLst>
                <a:ext uri="{FF2B5EF4-FFF2-40B4-BE49-F238E27FC236}">
                  <a16:creationId xmlns:a16="http://schemas.microsoft.com/office/drawing/2014/main" id="{DEDCECAA-357A-409A-5526-1DD697EFFE23}"/>
                </a:ext>
              </a:extLst>
            </p:cNvPr>
            <p:cNvSpPr/>
            <p:nvPr/>
          </p:nvSpPr>
          <p:spPr>
            <a:xfrm>
              <a:off x="6102143" y="2321097"/>
              <a:ext cx="15478" cy="15449"/>
            </a:xfrm>
            <a:custGeom>
              <a:avLst/>
              <a:gdLst/>
              <a:ahLst/>
              <a:cxnLst/>
              <a:rect l="l" t="t" r="r" b="b"/>
              <a:pathLst>
                <a:path w="549" h="548" extrusionOk="0">
                  <a:moveTo>
                    <a:pt x="517" y="0"/>
                  </a:moveTo>
                  <a:cubicBezTo>
                    <a:pt x="502" y="0"/>
                    <a:pt x="483" y="16"/>
                    <a:pt x="483" y="31"/>
                  </a:cubicBezTo>
                  <a:lnTo>
                    <a:pt x="467" y="467"/>
                  </a:lnTo>
                  <a:lnTo>
                    <a:pt x="35" y="451"/>
                  </a:lnTo>
                  <a:cubicBezTo>
                    <a:pt x="20" y="451"/>
                    <a:pt x="1" y="467"/>
                    <a:pt x="1" y="498"/>
                  </a:cubicBezTo>
                  <a:cubicBezTo>
                    <a:pt x="1" y="513"/>
                    <a:pt x="20" y="532"/>
                    <a:pt x="35" y="532"/>
                  </a:cubicBezTo>
                  <a:lnTo>
                    <a:pt x="548" y="548"/>
                  </a:lnTo>
                  <a:lnTo>
                    <a:pt x="548" y="31"/>
                  </a:lnTo>
                  <a:cubicBezTo>
                    <a:pt x="548" y="16"/>
                    <a:pt x="533" y="0"/>
                    <a:pt x="51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1" name="Google Shape;1830;p39">
              <a:extLst>
                <a:ext uri="{FF2B5EF4-FFF2-40B4-BE49-F238E27FC236}">
                  <a16:creationId xmlns:a16="http://schemas.microsoft.com/office/drawing/2014/main" id="{706E19DB-74A1-4EA7-9192-72AFC2274AC0}"/>
                </a:ext>
              </a:extLst>
            </p:cNvPr>
            <p:cNvSpPr/>
            <p:nvPr/>
          </p:nvSpPr>
          <p:spPr>
            <a:xfrm>
              <a:off x="6098111" y="2217771"/>
              <a:ext cx="34508" cy="26867"/>
            </a:xfrm>
            <a:custGeom>
              <a:avLst/>
              <a:gdLst/>
              <a:ahLst/>
              <a:cxnLst/>
              <a:rect l="l" t="t" r="r" b="b"/>
              <a:pathLst>
                <a:path w="1224" h="953" extrusionOk="0">
                  <a:moveTo>
                    <a:pt x="1224" y="1"/>
                  </a:moveTo>
                  <a:lnTo>
                    <a:pt x="1224" y="1"/>
                  </a:lnTo>
                  <a:cubicBezTo>
                    <a:pt x="1" y="113"/>
                    <a:pt x="402" y="919"/>
                    <a:pt x="402" y="919"/>
                  </a:cubicBezTo>
                  <a:cubicBezTo>
                    <a:pt x="402" y="919"/>
                    <a:pt x="489" y="953"/>
                    <a:pt x="607" y="953"/>
                  </a:cubicBezTo>
                  <a:cubicBezTo>
                    <a:pt x="842" y="953"/>
                    <a:pt x="1200" y="817"/>
                    <a:pt x="122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2" name="Google Shape;1831;p39">
              <a:extLst>
                <a:ext uri="{FF2B5EF4-FFF2-40B4-BE49-F238E27FC236}">
                  <a16:creationId xmlns:a16="http://schemas.microsoft.com/office/drawing/2014/main" id="{EC5B85AE-22C0-435A-6E0E-941F0E7B236A}"/>
                </a:ext>
              </a:extLst>
            </p:cNvPr>
            <p:cNvSpPr/>
            <p:nvPr/>
          </p:nvSpPr>
          <p:spPr>
            <a:xfrm>
              <a:off x="6080942" y="2240128"/>
              <a:ext cx="33098" cy="21877"/>
            </a:xfrm>
            <a:custGeom>
              <a:avLst/>
              <a:gdLst/>
              <a:ahLst/>
              <a:cxnLst/>
              <a:rect l="l" t="t" r="r" b="b"/>
              <a:pathLst>
                <a:path w="1174" h="776" extrusionOk="0">
                  <a:moveTo>
                    <a:pt x="446" y="0"/>
                  </a:moveTo>
                  <a:cubicBezTo>
                    <a:pt x="322" y="0"/>
                    <a:pt x="175" y="18"/>
                    <a:pt x="1" y="60"/>
                  </a:cubicBezTo>
                  <a:cubicBezTo>
                    <a:pt x="214" y="631"/>
                    <a:pt x="482" y="776"/>
                    <a:pt x="700" y="776"/>
                  </a:cubicBezTo>
                  <a:cubicBezTo>
                    <a:pt x="923" y="776"/>
                    <a:pt x="1092" y="623"/>
                    <a:pt x="1092" y="623"/>
                  </a:cubicBezTo>
                  <a:cubicBezTo>
                    <a:pt x="1092" y="623"/>
                    <a:pt x="1174" y="0"/>
                    <a:pt x="44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3" name="Google Shape;1832;p39">
              <a:extLst>
                <a:ext uri="{FF2B5EF4-FFF2-40B4-BE49-F238E27FC236}">
                  <a16:creationId xmlns:a16="http://schemas.microsoft.com/office/drawing/2014/main" id="{50CF302F-70AB-7F32-0438-52AA9BAD0A8E}"/>
                </a:ext>
              </a:extLst>
            </p:cNvPr>
            <p:cNvSpPr/>
            <p:nvPr/>
          </p:nvSpPr>
          <p:spPr>
            <a:xfrm>
              <a:off x="6114971" y="2262033"/>
              <a:ext cx="27544" cy="19199"/>
            </a:xfrm>
            <a:custGeom>
              <a:avLst/>
              <a:gdLst/>
              <a:ahLst/>
              <a:cxnLst/>
              <a:rect l="l" t="t" r="r" b="b"/>
              <a:pathLst>
                <a:path w="977" h="681" extrusionOk="0">
                  <a:moveTo>
                    <a:pt x="853" y="1"/>
                  </a:moveTo>
                  <a:cubicBezTo>
                    <a:pt x="1" y="1"/>
                    <a:pt x="205" y="618"/>
                    <a:pt x="205" y="618"/>
                  </a:cubicBezTo>
                  <a:cubicBezTo>
                    <a:pt x="205" y="618"/>
                    <a:pt x="311" y="680"/>
                    <a:pt x="446" y="680"/>
                  </a:cubicBezTo>
                  <a:cubicBezTo>
                    <a:pt x="632" y="680"/>
                    <a:pt x="874" y="563"/>
                    <a:pt x="977" y="5"/>
                  </a:cubicBezTo>
                  <a:cubicBezTo>
                    <a:pt x="933" y="2"/>
                    <a:pt x="892" y="1"/>
                    <a:pt x="85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4" name="Google Shape;1833;p39">
              <a:extLst>
                <a:ext uri="{FF2B5EF4-FFF2-40B4-BE49-F238E27FC236}">
                  <a16:creationId xmlns:a16="http://schemas.microsoft.com/office/drawing/2014/main" id="{BB6A77DD-743F-BCF3-CB4D-BB2C8B5B77EF}"/>
                </a:ext>
              </a:extLst>
            </p:cNvPr>
            <p:cNvSpPr/>
            <p:nvPr/>
          </p:nvSpPr>
          <p:spPr>
            <a:xfrm>
              <a:off x="6150212" y="2307057"/>
              <a:ext cx="37214" cy="28080"/>
            </a:xfrm>
            <a:custGeom>
              <a:avLst/>
              <a:gdLst/>
              <a:ahLst/>
              <a:cxnLst/>
              <a:rect l="l" t="t" r="r" b="b"/>
              <a:pathLst>
                <a:path w="1320" h="996" extrusionOk="0">
                  <a:moveTo>
                    <a:pt x="629" y="1"/>
                  </a:moveTo>
                  <a:lnTo>
                    <a:pt x="629" y="1"/>
                  </a:lnTo>
                  <a:cubicBezTo>
                    <a:pt x="0" y="787"/>
                    <a:pt x="691" y="996"/>
                    <a:pt x="691" y="996"/>
                  </a:cubicBezTo>
                  <a:cubicBezTo>
                    <a:pt x="691" y="996"/>
                    <a:pt x="1320" y="722"/>
                    <a:pt x="62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5" name="Google Shape;1834;p39">
              <a:extLst>
                <a:ext uri="{FF2B5EF4-FFF2-40B4-BE49-F238E27FC236}">
                  <a16:creationId xmlns:a16="http://schemas.microsoft.com/office/drawing/2014/main" id="{DE24D2AF-A264-E041-CB62-B8731AEC2763}"/>
                </a:ext>
              </a:extLst>
            </p:cNvPr>
            <p:cNvSpPr/>
            <p:nvPr/>
          </p:nvSpPr>
          <p:spPr>
            <a:xfrm>
              <a:off x="6126191" y="2284869"/>
              <a:ext cx="32872" cy="25373"/>
            </a:xfrm>
            <a:custGeom>
              <a:avLst/>
              <a:gdLst/>
              <a:ahLst/>
              <a:cxnLst/>
              <a:rect l="l" t="t" r="r" b="b"/>
              <a:pathLst>
                <a:path w="1166" h="900" extrusionOk="0">
                  <a:moveTo>
                    <a:pt x="918" y="1"/>
                  </a:moveTo>
                  <a:cubicBezTo>
                    <a:pt x="0" y="386"/>
                    <a:pt x="498" y="899"/>
                    <a:pt x="498" y="899"/>
                  </a:cubicBezTo>
                  <a:cubicBezTo>
                    <a:pt x="498" y="899"/>
                    <a:pt x="504" y="900"/>
                    <a:pt x="515" y="900"/>
                  </a:cubicBezTo>
                  <a:cubicBezTo>
                    <a:pt x="621" y="900"/>
                    <a:pt x="1166" y="859"/>
                    <a:pt x="91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6" name="Google Shape;1835;p39">
              <a:extLst>
                <a:ext uri="{FF2B5EF4-FFF2-40B4-BE49-F238E27FC236}">
                  <a16:creationId xmlns:a16="http://schemas.microsoft.com/office/drawing/2014/main" id="{531A61F2-D589-5E34-625C-03CA46AC5A8D}"/>
                </a:ext>
              </a:extLst>
            </p:cNvPr>
            <p:cNvSpPr/>
            <p:nvPr/>
          </p:nvSpPr>
          <p:spPr>
            <a:xfrm>
              <a:off x="6142487" y="2331895"/>
              <a:ext cx="26332" cy="16944"/>
            </a:xfrm>
            <a:custGeom>
              <a:avLst/>
              <a:gdLst/>
              <a:ahLst/>
              <a:cxnLst/>
              <a:rect l="l" t="t" r="r" b="b"/>
              <a:pathLst>
                <a:path w="934" h="601" extrusionOk="0">
                  <a:moveTo>
                    <a:pt x="588" y="1"/>
                  </a:moveTo>
                  <a:cubicBezTo>
                    <a:pt x="423" y="1"/>
                    <a:pt x="215" y="106"/>
                    <a:pt x="1" y="485"/>
                  </a:cubicBezTo>
                  <a:cubicBezTo>
                    <a:pt x="198" y="568"/>
                    <a:pt x="353" y="600"/>
                    <a:pt x="476" y="600"/>
                  </a:cubicBezTo>
                  <a:cubicBezTo>
                    <a:pt x="924" y="600"/>
                    <a:pt x="934" y="165"/>
                    <a:pt x="934" y="165"/>
                  </a:cubicBezTo>
                  <a:cubicBezTo>
                    <a:pt x="934" y="165"/>
                    <a:pt x="795" y="1"/>
                    <a:pt x="58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7" name="Google Shape;1836;p39">
              <a:extLst>
                <a:ext uri="{FF2B5EF4-FFF2-40B4-BE49-F238E27FC236}">
                  <a16:creationId xmlns:a16="http://schemas.microsoft.com/office/drawing/2014/main" id="{F647E6D9-6D10-25E7-A409-1B2D6E7F1302}"/>
                </a:ext>
              </a:extLst>
            </p:cNvPr>
            <p:cNvSpPr/>
            <p:nvPr/>
          </p:nvSpPr>
          <p:spPr>
            <a:xfrm>
              <a:off x="6104004" y="2212358"/>
              <a:ext cx="87876" cy="135944"/>
            </a:xfrm>
            <a:custGeom>
              <a:avLst/>
              <a:gdLst/>
              <a:ahLst/>
              <a:cxnLst/>
              <a:rect l="l" t="t" r="r" b="b"/>
              <a:pathLst>
                <a:path w="3117" h="4822" extrusionOk="0">
                  <a:moveTo>
                    <a:pt x="66" y="0"/>
                  </a:moveTo>
                  <a:cubicBezTo>
                    <a:pt x="31" y="0"/>
                    <a:pt x="16" y="16"/>
                    <a:pt x="16" y="31"/>
                  </a:cubicBezTo>
                  <a:cubicBezTo>
                    <a:pt x="16" y="66"/>
                    <a:pt x="0" y="3599"/>
                    <a:pt x="3055" y="4821"/>
                  </a:cubicBezTo>
                  <a:lnTo>
                    <a:pt x="3070" y="4821"/>
                  </a:lnTo>
                  <a:cubicBezTo>
                    <a:pt x="3086" y="4821"/>
                    <a:pt x="3101" y="4806"/>
                    <a:pt x="3101" y="4791"/>
                  </a:cubicBezTo>
                  <a:cubicBezTo>
                    <a:pt x="3117" y="4775"/>
                    <a:pt x="3101" y="4756"/>
                    <a:pt x="3086" y="4740"/>
                  </a:cubicBezTo>
                  <a:cubicBezTo>
                    <a:pt x="81" y="3552"/>
                    <a:pt x="97" y="66"/>
                    <a:pt x="97" y="31"/>
                  </a:cubicBezTo>
                  <a:cubicBezTo>
                    <a:pt x="97" y="16"/>
                    <a:pt x="81" y="0"/>
                    <a:pt x="6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8" name="Google Shape;1837;p39">
              <a:extLst>
                <a:ext uri="{FF2B5EF4-FFF2-40B4-BE49-F238E27FC236}">
                  <a16:creationId xmlns:a16="http://schemas.microsoft.com/office/drawing/2014/main" id="{DA430AC0-9E22-0B3C-34DD-22B0BA792404}"/>
                </a:ext>
              </a:extLst>
            </p:cNvPr>
            <p:cNvSpPr/>
            <p:nvPr/>
          </p:nvSpPr>
          <p:spPr>
            <a:xfrm>
              <a:off x="6084974" y="2193328"/>
              <a:ext cx="40795" cy="31322"/>
            </a:xfrm>
            <a:custGeom>
              <a:avLst/>
              <a:gdLst/>
              <a:ahLst/>
              <a:cxnLst/>
              <a:rect l="l" t="t" r="r" b="b"/>
              <a:pathLst>
                <a:path w="1447" h="1111" extrusionOk="0">
                  <a:moveTo>
                    <a:pt x="741" y="0"/>
                  </a:moveTo>
                  <a:cubicBezTo>
                    <a:pt x="0" y="822"/>
                    <a:pt x="741" y="1111"/>
                    <a:pt x="741" y="1111"/>
                  </a:cubicBezTo>
                  <a:cubicBezTo>
                    <a:pt x="741" y="1111"/>
                    <a:pt x="1447" y="837"/>
                    <a:pt x="74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89" name="Google Shape;1838;p39">
            <a:extLst>
              <a:ext uri="{FF2B5EF4-FFF2-40B4-BE49-F238E27FC236}">
                <a16:creationId xmlns:a16="http://schemas.microsoft.com/office/drawing/2014/main" id="{22BF8180-1E29-C33F-2A16-888B4DEACE2F}"/>
              </a:ext>
            </a:extLst>
          </p:cNvPr>
          <p:cNvGrpSpPr/>
          <p:nvPr/>
        </p:nvGrpSpPr>
        <p:grpSpPr>
          <a:xfrm>
            <a:off x="9249452" y="2469594"/>
            <a:ext cx="572518" cy="1293906"/>
            <a:chOff x="2646048" y="1369334"/>
            <a:chExt cx="330324" cy="746541"/>
          </a:xfrm>
        </p:grpSpPr>
        <p:sp>
          <p:nvSpPr>
            <p:cNvPr id="1790" name="Google Shape;1839;p39">
              <a:extLst>
                <a:ext uri="{FF2B5EF4-FFF2-40B4-BE49-F238E27FC236}">
                  <a16:creationId xmlns:a16="http://schemas.microsoft.com/office/drawing/2014/main" id="{E9CF8092-09E1-65D4-756B-20B865F06D30}"/>
                </a:ext>
              </a:extLst>
            </p:cNvPr>
            <p:cNvSpPr/>
            <p:nvPr/>
          </p:nvSpPr>
          <p:spPr>
            <a:xfrm>
              <a:off x="2646048" y="1647703"/>
              <a:ext cx="94982" cy="94982"/>
            </a:xfrm>
            <a:custGeom>
              <a:avLst/>
              <a:gdLst/>
              <a:ahLst/>
              <a:cxnLst/>
              <a:rect l="l" t="t" r="r" b="b"/>
              <a:pathLst>
                <a:path w="1706" h="1706" extrusionOk="0">
                  <a:moveTo>
                    <a:pt x="853" y="0"/>
                  </a:moveTo>
                  <a:cubicBezTo>
                    <a:pt x="853" y="467"/>
                    <a:pt x="467" y="853"/>
                    <a:pt x="0" y="853"/>
                  </a:cubicBezTo>
                  <a:cubicBezTo>
                    <a:pt x="467" y="853"/>
                    <a:pt x="853" y="1238"/>
                    <a:pt x="853" y="1705"/>
                  </a:cubicBezTo>
                  <a:cubicBezTo>
                    <a:pt x="853" y="1238"/>
                    <a:pt x="1238" y="853"/>
                    <a:pt x="1705" y="853"/>
                  </a:cubicBezTo>
                  <a:cubicBezTo>
                    <a:pt x="1238" y="853"/>
                    <a:pt x="853" y="467"/>
                    <a:pt x="8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1" name="Google Shape;1840;p39">
              <a:extLst>
                <a:ext uri="{FF2B5EF4-FFF2-40B4-BE49-F238E27FC236}">
                  <a16:creationId xmlns:a16="http://schemas.microsoft.com/office/drawing/2014/main" id="{5D27EBAB-FB3A-A4E8-F4F2-16EDF4A3DC39}"/>
                </a:ext>
              </a:extLst>
            </p:cNvPr>
            <p:cNvSpPr/>
            <p:nvPr/>
          </p:nvSpPr>
          <p:spPr>
            <a:xfrm>
              <a:off x="2881390" y="2020894"/>
              <a:ext cx="94982" cy="94982"/>
            </a:xfrm>
            <a:custGeom>
              <a:avLst/>
              <a:gdLst/>
              <a:ahLst/>
              <a:cxnLst/>
              <a:rect l="l" t="t" r="r" b="b"/>
              <a:pathLst>
                <a:path w="1706" h="1706" extrusionOk="0">
                  <a:moveTo>
                    <a:pt x="853" y="1"/>
                  </a:moveTo>
                  <a:cubicBezTo>
                    <a:pt x="853" y="467"/>
                    <a:pt x="467" y="853"/>
                    <a:pt x="1" y="853"/>
                  </a:cubicBezTo>
                  <a:cubicBezTo>
                    <a:pt x="467" y="853"/>
                    <a:pt x="853" y="1239"/>
                    <a:pt x="853" y="1706"/>
                  </a:cubicBezTo>
                  <a:cubicBezTo>
                    <a:pt x="853" y="1239"/>
                    <a:pt x="1223" y="853"/>
                    <a:pt x="1705" y="853"/>
                  </a:cubicBezTo>
                  <a:cubicBezTo>
                    <a:pt x="1223" y="853"/>
                    <a:pt x="853" y="467"/>
                    <a:pt x="8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2" name="Google Shape;1841;p39">
              <a:extLst>
                <a:ext uri="{FF2B5EF4-FFF2-40B4-BE49-F238E27FC236}">
                  <a16:creationId xmlns:a16="http://schemas.microsoft.com/office/drawing/2014/main" id="{A52BD8B0-4D5B-D406-BFD9-A9158F96D44F}"/>
                </a:ext>
              </a:extLst>
            </p:cNvPr>
            <p:cNvSpPr/>
            <p:nvPr/>
          </p:nvSpPr>
          <p:spPr>
            <a:xfrm>
              <a:off x="2892136" y="1553000"/>
              <a:ext cx="68981" cy="68981"/>
            </a:xfrm>
            <a:custGeom>
              <a:avLst/>
              <a:gdLst/>
              <a:ahLst/>
              <a:cxnLst/>
              <a:rect l="l" t="t" r="r" b="b"/>
              <a:pathLst>
                <a:path w="1239" h="1239" extrusionOk="0">
                  <a:moveTo>
                    <a:pt x="610" y="0"/>
                  </a:moveTo>
                  <a:cubicBezTo>
                    <a:pt x="610" y="351"/>
                    <a:pt x="336" y="625"/>
                    <a:pt x="0" y="625"/>
                  </a:cubicBezTo>
                  <a:cubicBezTo>
                    <a:pt x="336" y="625"/>
                    <a:pt x="610" y="899"/>
                    <a:pt x="610" y="1238"/>
                  </a:cubicBezTo>
                  <a:cubicBezTo>
                    <a:pt x="610" y="899"/>
                    <a:pt x="884" y="625"/>
                    <a:pt x="1239" y="625"/>
                  </a:cubicBezTo>
                  <a:cubicBezTo>
                    <a:pt x="884" y="625"/>
                    <a:pt x="610" y="351"/>
                    <a:pt x="61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3" name="Google Shape;1842;p39">
              <a:extLst>
                <a:ext uri="{FF2B5EF4-FFF2-40B4-BE49-F238E27FC236}">
                  <a16:creationId xmlns:a16="http://schemas.microsoft.com/office/drawing/2014/main" id="{23167A54-773A-1017-B948-93707D5BDBC1}"/>
                </a:ext>
              </a:extLst>
            </p:cNvPr>
            <p:cNvSpPr/>
            <p:nvPr/>
          </p:nvSpPr>
          <p:spPr>
            <a:xfrm>
              <a:off x="2752920" y="1369334"/>
              <a:ext cx="71213" cy="72409"/>
            </a:xfrm>
            <a:custGeom>
              <a:avLst/>
              <a:gdLst/>
              <a:ahLst/>
              <a:cxnLst/>
              <a:rect l="l" t="t" r="r" b="b"/>
              <a:pathLst>
                <a:path w="710" h="722" extrusionOk="0">
                  <a:moveTo>
                    <a:pt x="355" y="0"/>
                  </a:moveTo>
                  <a:cubicBezTo>
                    <a:pt x="355" y="209"/>
                    <a:pt x="193" y="371"/>
                    <a:pt x="0" y="371"/>
                  </a:cubicBezTo>
                  <a:cubicBezTo>
                    <a:pt x="193" y="371"/>
                    <a:pt x="355" y="529"/>
                    <a:pt x="355" y="722"/>
                  </a:cubicBezTo>
                  <a:cubicBezTo>
                    <a:pt x="355" y="529"/>
                    <a:pt x="517" y="371"/>
                    <a:pt x="710" y="371"/>
                  </a:cubicBezTo>
                  <a:cubicBezTo>
                    <a:pt x="517" y="371"/>
                    <a:pt x="355" y="209"/>
                    <a:pt x="3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87"/>
        <p:cNvGrpSpPr/>
        <p:nvPr/>
      </p:nvGrpSpPr>
      <p:grpSpPr>
        <a:xfrm>
          <a:off x="0" y="0"/>
          <a:ext cx="0" cy="0"/>
          <a:chOff x="0" y="0"/>
          <a:chExt cx="0" cy="0"/>
        </a:xfrm>
      </p:grpSpPr>
      <p:sp>
        <p:nvSpPr>
          <p:cNvPr id="1688" name="Google Shape;1688;p3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US" dirty="0"/>
              <a:t>Problem </a:t>
            </a:r>
            <a:r>
              <a:rPr lang="en-US" dirty="0">
                <a:solidFill>
                  <a:schemeClr val="lt1"/>
                </a:solidFill>
              </a:rPr>
              <a:t>Statement</a:t>
            </a:r>
            <a:endParaRPr dirty="0">
              <a:solidFill>
                <a:schemeClr val="lt1"/>
              </a:solidFill>
            </a:endParaRPr>
          </a:p>
        </p:txBody>
      </p:sp>
      <p:grpSp>
        <p:nvGrpSpPr>
          <p:cNvPr id="1690" name="Google Shape;1690;p39"/>
          <p:cNvGrpSpPr/>
          <p:nvPr/>
        </p:nvGrpSpPr>
        <p:grpSpPr>
          <a:xfrm>
            <a:off x="5735958" y="1409369"/>
            <a:ext cx="1416340" cy="2807558"/>
            <a:chOff x="2859950" y="2138070"/>
            <a:chExt cx="457592" cy="907069"/>
          </a:xfrm>
        </p:grpSpPr>
        <p:sp>
          <p:nvSpPr>
            <p:cNvPr id="1691" name="Google Shape;1691;p39"/>
            <p:cNvSpPr/>
            <p:nvPr/>
          </p:nvSpPr>
          <p:spPr>
            <a:xfrm>
              <a:off x="2859950" y="2500939"/>
              <a:ext cx="457592" cy="544200"/>
            </a:xfrm>
            <a:custGeom>
              <a:avLst/>
              <a:gdLst/>
              <a:ahLst/>
              <a:cxnLst/>
              <a:rect l="l" t="t" r="r" b="b"/>
              <a:pathLst>
                <a:path w="16231" h="19303" extrusionOk="0">
                  <a:moveTo>
                    <a:pt x="8131" y="1"/>
                  </a:moveTo>
                  <a:cubicBezTo>
                    <a:pt x="4771" y="1"/>
                    <a:pt x="2056" y="903"/>
                    <a:pt x="2056" y="4259"/>
                  </a:cubicBezTo>
                  <a:lnTo>
                    <a:pt x="2056" y="4598"/>
                  </a:lnTo>
                  <a:cubicBezTo>
                    <a:pt x="2137" y="5979"/>
                    <a:pt x="1797" y="7345"/>
                    <a:pt x="1107" y="8536"/>
                  </a:cubicBezTo>
                  <a:cubicBezTo>
                    <a:pt x="401" y="9774"/>
                    <a:pt x="0" y="11221"/>
                    <a:pt x="16" y="12744"/>
                  </a:cubicBezTo>
                  <a:cubicBezTo>
                    <a:pt x="97" y="17103"/>
                    <a:pt x="3664" y="19240"/>
                    <a:pt x="8003" y="19301"/>
                  </a:cubicBezTo>
                  <a:cubicBezTo>
                    <a:pt x="8068" y="19302"/>
                    <a:pt x="8132" y="19303"/>
                    <a:pt x="8196" y="19303"/>
                  </a:cubicBezTo>
                  <a:cubicBezTo>
                    <a:pt x="12639" y="19303"/>
                    <a:pt x="16231" y="17054"/>
                    <a:pt x="16231" y="12602"/>
                  </a:cubicBezTo>
                  <a:cubicBezTo>
                    <a:pt x="16231" y="11155"/>
                    <a:pt x="15845" y="9790"/>
                    <a:pt x="15170" y="8617"/>
                  </a:cubicBezTo>
                  <a:cubicBezTo>
                    <a:pt x="14479" y="7379"/>
                    <a:pt x="14109" y="5995"/>
                    <a:pt x="14190" y="4598"/>
                  </a:cubicBezTo>
                  <a:lnTo>
                    <a:pt x="14190" y="4259"/>
                  </a:lnTo>
                  <a:cubicBezTo>
                    <a:pt x="14190" y="903"/>
                    <a:pt x="11475" y="1"/>
                    <a:pt x="813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2" name="Google Shape;1692;p39"/>
            <p:cNvSpPr/>
            <p:nvPr/>
          </p:nvSpPr>
          <p:spPr>
            <a:xfrm>
              <a:off x="2893866" y="2529554"/>
              <a:ext cx="389761" cy="487082"/>
            </a:xfrm>
            <a:custGeom>
              <a:avLst/>
              <a:gdLst/>
              <a:ahLst/>
              <a:cxnLst/>
              <a:rect l="l" t="t" r="r" b="b"/>
              <a:pathLst>
                <a:path w="13825" h="17277" extrusionOk="0">
                  <a:moveTo>
                    <a:pt x="6928" y="0"/>
                  </a:moveTo>
                  <a:cubicBezTo>
                    <a:pt x="4340" y="0"/>
                    <a:pt x="2203" y="660"/>
                    <a:pt x="1817" y="3005"/>
                  </a:cubicBezTo>
                  <a:cubicBezTo>
                    <a:pt x="1771" y="3244"/>
                    <a:pt x="1752" y="3518"/>
                    <a:pt x="1752" y="3807"/>
                  </a:cubicBezTo>
                  <a:lnTo>
                    <a:pt x="1752" y="4112"/>
                  </a:lnTo>
                  <a:cubicBezTo>
                    <a:pt x="1817" y="5095"/>
                    <a:pt x="1640" y="6075"/>
                    <a:pt x="1269" y="6974"/>
                  </a:cubicBezTo>
                  <a:cubicBezTo>
                    <a:pt x="1223" y="7070"/>
                    <a:pt x="1173" y="7182"/>
                    <a:pt x="1127" y="7278"/>
                  </a:cubicBezTo>
                  <a:cubicBezTo>
                    <a:pt x="1077" y="7410"/>
                    <a:pt x="1015" y="7521"/>
                    <a:pt x="949" y="7649"/>
                  </a:cubicBezTo>
                  <a:cubicBezTo>
                    <a:pt x="918" y="7680"/>
                    <a:pt x="903" y="7730"/>
                    <a:pt x="868" y="7776"/>
                  </a:cubicBezTo>
                  <a:cubicBezTo>
                    <a:pt x="787" y="7938"/>
                    <a:pt x="710" y="8100"/>
                    <a:pt x="645" y="8277"/>
                  </a:cubicBezTo>
                  <a:cubicBezTo>
                    <a:pt x="228" y="9222"/>
                    <a:pt x="1" y="10283"/>
                    <a:pt x="16" y="11409"/>
                  </a:cubicBezTo>
                  <a:cubicBezTo>
                    <a:pt x="16" y="11587"/>
                    <a:pt x="35" y="11749"/>
                    <a:pt x="51" y="11907"/>
                  </a:cubicBezTo>
                  <a:cubicBezTo>
                    <a:pt x="51" y="12038"/>
                    <a:pt x="66" y="12181"/>
                    <a:pt x="97" y="12308"/>
                  </a:cubicBezTo>
                  <a:cubicBezTo>
                    <a:pt x="112" y="12455"/>
                    <a:pt x="132" y="12582"/>
                    <a:pt x="163" y="12713"/>
                  </a:cubicBezTo>
                  <a:cubicBezTo>
                    <a:pt x="209" y="12921"/>
                    <a:pt x="259" y="13114"/>
                    <a:pt x="325" y="13292"/>
                  </a:cubicBezTo>
                  <a:cubicBezTo>
                    <a:pt x="402" y="13546"/>
                    <a:pt x="498" y="13774"/>
                    <a:pt x="614" y="13997"/>
                  </a:cubicBezTo>
                  <a:cubicBezTo>
                    <a:pt x="1674" y="16150"/>
                    <a:pt x="4050" y="17226"/>
                    <a:pt x="6816" y="17276"/>
                  </a:cubicBezTo>
                  <a:cubicBezTo>
                    <a:pt x="6868" y="17277"/>
                    <a:pt x="6919" y="17277"/>
                    <a:pt x="6971" y="17277"/>
                  </a:cubicBezTo>
                  <a:cubicBezTo>
                    <a:pt x="9061" y="17277"/>
                    <a:pt x="10943" y="16667"/>
                    <a:pt x="12200" y="15444"/>
                  </a:cubicBezTo>
                  <a:cubicBezTo>
                    <a:pt x="12794" y="14865"/>
                    <a:pt x="13246" y="14140"/>
                    <a:pt x="13516" y="13292"/>
                  </a:cubicBezTo>
                  <a:cubicBezTo>
                    <a:pt x="13581" y="13114"/>
                    <a:pt x="13631" y="12921"/>
                    <a:pt x="13678" y="12713"/>
                  </a:cubicBezTo>
                  <a:cubicBezTo>
                    <a:pt x="13708" y="12582"/>
                    <a:pt x="13728" y="12455"/>
                    <a:pt x="13743" y="12308"/>
                  </a:cubicBezTo>
                  <a:cubicBezTo>
                    <a:pt x="13774" y="12181"/>
                    <a:pt x="13789" y="12038"/>
                    <a:pt x="13789" y="11907"/>
                  </a:cubicBezTo>
                  <a:cubicBezTo>
                    <a:pt x="13805" y="11699"/>
                    <a:pt x="13824" y="11490"/>
                    <a:pt x="13824" y="11282"/>
                  </a:cubicBezTo>
                  <a:cubicBezTo>
                    <a:pt x="13824" y="10206"/>
                    <a:pt x="13597" y="9191"/>
                    <a:pt x="13195" y="8277"/>
                  </a:cubicBezTo>
                  <a:cubicBezTo>
                    <a:pt x="13130" y="8100"/>
                    <a:pt x="13053" y="7938"/>
                    <a:pt x="12972" y="7776"/>
                  </a:cubicBezTo>
                  <a:cubicBezTo>
                    <a:pt x="12956" y="7745"/>
                    <a:pt x="12937" y="7730"/>
                    <a:pt x="12922" y="7699"/>
                  </a:cubicBezTo>
                  <a:cubicBezTo>
                    <a:pt x="12860" y="7568"/>
                    <a:pt x="12779" y="7425"/>
                    <a:pt x="12713" y="7278"/>
                  </a:cubicBezTo>
                  <a:cubicBezTo>
                    <a:pt x="12667" y="7182"/>
                    <a:pt x="12617" y="7070"/>
                    <a:pt x="12586" y="6974"/>
                  </a:cubicBezTo>
                  <a:cubicBezTo>
                    <a:pt x="12216" y="6060"/>
                    <a:pt x="12038" y="5095"/>
                    <a:pt x="12088" y="4112"/>
                  </a:cubicBezTo>
                  <a:lnTo>
                    <a:pt x="12088" y="3807"/>
                  </a:lnTo>
                  <a:cubicBezTo>
                    <a:pt x="12088" y="3583"/>
                    <a:pt x="12069" y="3360"/>
                    <a:pt x="12054" y="3167"/>
                  </a:cubicBezTo>
                  <a:cubicBezTo>
                    <a:pt x="11734" y="691"/>
                    <a:pt x="9562" y="0"/>
                    <a:pt x="692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3" name="Google Shape;1693;p39"/>
            <p:cNvSpPr/>
            <p:nvPr/>
          </p:nvSpPr>
          <p:spPr>
            <a:xfrm>
              <a:off x="2945092" y="2530400"/>
              <a:ext cx="288607" cy="88440"/>
            </a:xfrm>
            <a:custGeom>
              <a:avLst/>
              <a:gdLst/>
              <a:ahLst/>
              <a:cxnLst/>
              <a:rect l="l" t="t" r="r" b="b"/>
              <a:pathLst>
                <a:path w="10237" h="3137" extrusionOk="0">
                  <a:moveTo>
                    <a:pt x="4162" y="1"/>
                  </a:moveTo>
                  <a:cubicBezTo>
                    <a:pt x="2010" y="163"/>
                    <a:pt x="340" y="919"/>
                    <a:pt x="0" y="2975"/>
                  </a:cubicBezTo>
                  <a:cubicBezTo>
                    <a:pt x="513" y="2172"/>
                    <a:pt x="1223" y="742"/>
                    <a:pt x="4162" y="452"/>
                  </a:cubicBezTo>
                  <a:lnTo>
                    <a:pt x="4162" y="1"/>
                  </a:lnTo>
                  <a:close/>
                  <a:moveTo>
                    <a:pt x="6060" y="1"/>
                  </a:moveTo>
                  <a:lnTo>
                    <a:pt x="6060" y="437"/>
                  </a:lnTo>
                  <a:cubicBezTo>
                    <a:pt x="8902" y="661"/>
                    <a:pt x="9546" y="2122"/>
                    <a:pt x="10237" y="3137"/>
                  </a:cubicBezTo>
                  <a:cubicBezTo>
                    <a:pt x="9947" y="965"/>
                    <a:pt x="8247" y="163"/>
                    <a:pt x="606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4" name="Google Shape;1694;p39"/>
            <p:cNvSpPr/>
            <p:nvPr/>
          </p:nvSpPr>
          <p:spPr>
            <a:xfrm>
              <a:off x="2896573" y="2876522"/>
              <a:ext cx="384771" cy="27770"/>
            </a:xfrm>
            <a:custGeom>
              <a:avLst/>
              <a:gdLst/>
              <a:ahLst/>
              <a:cxnLst/>
              <a:rect l="l" t="t" r="r" b="b"/>
              <a:pathLst>
                <a:path w="13648" h="985" extrusionOk="0">
                  <a:moveTo>
                    <a:pt x="1" y="1"/>
                  </a:moveTo>
                  <a:cubicBezTo>
                    <a:pt x="16" y="148"/>
                    <a:pt x="36" y="275"/>
                    <a:pt x="67" y="406"/>
                  </a:cubicBezTo>
                  <a:cubicBezTo>
                    <a:pt x="113" y="614"/>
                    <a:pt x="163" y="807"/>
                    <a:pt x="229" y="985"/>
                  </a:cubicBezTo>
                  <a:lnTo>
                    <a:pt x="13420" y="985"/>
                  </a:lnTo>
                  <a:cubicBezTo>
                    <a:pt x="13485" y="807"/>
                    <a:pt x="13535" y="614"/>
                    <a:pt x="13582" y="406"/>
                  </a:cubicBezTo>
                  <a:cubicBezTo>
                    <a:pt x="13612" y="275"/>
                    <a:pt x="13632" y="148"/>
                    <a:pt x="1364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5" name="Google Shape;1695;p39"/>
            <p:cNvSpPr/>
            <p:nvPr/>
          </p:nvSpPr>
          <p:spPr>
            <a:xfrm>
              <a:off x="2912022" y="2734741"/>
              <a:ext cx="353872" cy="28192"/>
            </a:xfrm>
            <a:custGeom>
              <a:avLst/>
              <a:gdLst/>
              <a:ahLst/>
              <a:cxnLst/>
              <a:rect l="l" t="t" r="r" b="b"/>
              <a:pathLst>
                <a:path w="12552" h="1000" extrusionOk="0">
                  <a:moveTo>
                    <a:pt x="483" y="0"/>
                  </a:moveTo>
                  <a:cubicBezTo>
                    <a:pt x="433" y="132"/>
                    <a:pt x="371" y="243"/>
                    <a:pt x="305" y="371"/>
                  </a:cubicBezTo>
                  <a:cubicBezTo>
                    <a:pt x="274" y="402"/>
                    <a:pt x="259" y="452"/>
                    <a:pt x="224" y="498"/>
                  </a:cubicBezTo>
                  <a:cubicBezTo>
                    <a:pt x="143" y="660"/>
                    <a:pt x="66" y="822"/>
                    <a:pt x="1" y="999"/>
                  </a:cubicBezTo>
                  <a:lnTo>
                    <a:pt x="12551" y="999"/>
                  </a:lnTo>
                  <a:cubicBezTo>
                    <a:pt x="12486" y="822"/>
                    <a:pt x="12409" y="660"/>
                    <a:pt x="12328" y="498"/>
                  </a:cubicBezTo>
                  <a:cubicBezTo>
                    <a:pt x="12312" y="467"/>
                    <a:pt x="12293" y="452"/>
                    <a:pt x="12278" y="421"/>
                  </a:cubicBezTo>
                  <a:cubicBezTo>
                    <a:pt x="12216" y="290"/>
                    <a:pt x="12135" y="147"/>
                    <a:pt x="120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6" name="Google Shape;1696;p39"/>
            <p:cNvSpPr/>
            <p:nvPr/>
          </p:nvSpPr>
          <p:spPr>
            <a:xfrm>
              <a:off x="2895276" y="2865217"/>
              <a:ext cx="387365" cy="22751"/>
            </a:xfrm>
            <a:custGeom>
              <a:avLst/>
              <a:gdLst/>
              <a:ahLst/>
              <a:cxnLst/>
              <a:rect l="l" t="t" r="r" b="b"/>
              <a:pathLst>
                <a:path w="13740" h="807" extrusionOk="0">
                  <a:moveTo>
                    <a:pt x="1" y="1"/>
                  </a:moveTo>
                  <a:cubicBezTo>
                    <a:pt x="16" y="275"/>
                    <a:pt x="62" y="549"/>
                    <a:pt x="113" y="807"/>
                  </a:cubicBezTo>
                  <a:lnTo>
                    <a:pt x="13628" y="807"/>
                  </a:lnTo>
                  <a:cubicBezTo>
                    <a:pt x="13678" y="549"/>
                    <a:pt x="13724" y="275"/>
                    <a:pt x="1373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7" name="Google Shape;1697;p39"/>
            <p:cNvSpPr/>
            <p:nvPr/>
          </p:nvSpPr>
          <p:spPr>
            <a:xfrm>
              <a:off x="2918338" y="2726142"/>
              <a:ext cx="341242" cy="22639"/>
            </a:xfrm>
            <a:custGeom>
              <a:avLst/>
              <a:gdLst/>
              <a:ahLst/>
              <a:cxnLst/>
              <a:rect l="l" t="t" r="r" b="b"/>
              <a:pathLst>
                <a:path w="12104" h="803" extrusionOk="0">
                  <a:moveTo>
                    <a:pt x="401" y="1"/>
                  </a:moveTo>
                  <a:cubicBezTo>
                    <a:pt x="305" y="224"/>
                    <a:pt x="193" y="452"/>
                    <a:pt x="81" y="676"/>
                  </a:cubicBezTo>
                  <a:cubicBezTo>
                    <a:pt x="50" y="707"/>
                    <a:pt x="35" y="757"/>
                    <a:pt x="0" y="803"/>
                  </a:cubicBezTo>
                  <a:lnTo>
                    <a:pt x="12104" y="803"/>
                  </a:lnTo>
                  <a:cubicBezTo>
                    <a:pt x="12088" y="772"/>
                    <a:pt x="12069" y="757"/>
                    <a:pt x="12054" y="726"/>
                  </a:cubicBezTo>
                  <a:cubicBezTo>
                    <a:pt x="11926" y="483"/>
                    <a:pt x="11814" y="244"/>
                    <a:pt x="117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8" name="Google Shape;1698;p39"/>
            <p:cNvSpPr/>
            <p:nvPr/>
          </p:nvSpPr>
          <p:spPr>
            <a:xfrm>
              <a:off x="3026203" y="2157551"/>
              <a:ext cx="28080" cy="22187"/>
            </a:xfrm>
            <a:custGeom>
              <a:avLst/>
              <a:gdLst/>
              <a:ahLst/>
              <a:cxnLst/>
              <a:rect l="l" t="t" r="r" b="b"/>
              <a:pathLst>
                <a:path w="996" h="787" extrusionOk="0">
                  <a:moveTo>
                    <a:pt x="1" y="0"/>
                  </a:moveTo>
                  <a:lnTo>
                    <a:pt x="1" y="787"/>
                  </a:lnTo>
                  <a:lnTo>
                    <a:pt x="996" y="787"/>
                  </a:lnTo>
                  <a:lnTo>
                    <a:pt x="99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9" name="Google Shape;1699;p39"/>
            <p:cNvSpPr/>
            <p:nvPr/>
          </p:nvSpPr>
          <p:spPr>
            <a:xfrm>
              <a:off x="3018478" y="2151659"/>
              <a:ext cx="15478" cy="35382"/>
            </a:xfrm>
            <a:custGeom>
              <a:avLst/>
              <a:gdLst/>
              <a:ahLst/>
              <a:cxnLst/>
              <a:rect l="l" t="t" r="r" b="b"/>
              <a:pathLst>
                <a:path w="549" h="1255" extrusionOk="0">
                  <a:moveTo>
                    <a:pt x="224" y="1"/>
                  </a:moveTo>
                  <a:cubicBezTo>
                    <a:pt x="97" y="1"/>
                    <a:pt x="1" y="97"/>
                    <a:pt x="1" y="225"/>
                  </a:cubicBezTo>
                  <a:lnTo>
                    <a:pt x="1" y="1027"/>
                  </a:lnTo>
                  <a:cubicBezTo>
                    <a:pt x="1" y="1158"/>
                    <a:pt x="97" y="1254"/>
                    <a:pt x="224" y="1254"/>
                  </a:cubicBezTo>
                  <a:lnTo>
                    <a:pt x="321" y="1254"/>
                  </a:lnTo>
                  <a:cubicBezTo>
                    <a:pt x="452" y="1254"/>
                    <a:pt x="548" y="1158"/>
                    <a:pt x="548" y="1027"/>
                  </a:cubicBezTo>
                  <a:lnTo>
                    <a:pt x="548" y="225"/>
                  </a:lnTo>
                  <a:cubicBezTo>
                    <a:pt x="548" y="97"/>
                    <a:pt x="452" y="1"/>
                    <a:pt x="32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0" name="Google Shape;1700;p39"/>
            <p:cNvSpPr/>
            <p:nvPr/>
          </p:nvSpPr>
          <p:spPr>
            <a:xfrm>
              <a:off x="3030234" y="2205592"/>
              <a:ext cx="28192" cy="22667"/>
            </a:xfrm>
            <a:custGeom>
              <a:avLst/>
              <a:gdLst/>
              <a:ahLst/>
              <a:cxnLst/>
              <a:rect l="l" t="t" r="r" b="b"/>
              <a:pathLst>
                <a:path w="1000" h="804" extrusionOk="0">
                  <a:moveTo>
                    <a:pt x="0" y="1"/>
                  </a:moveTo>
                  <a:lnTo>
                    <a:pt x="0" y="803"/>
                  </a:lnTo>
                  <a:lnTo>
                    <a:pt x="999" y="803"/>
                  </a:lnTo>
                  <a:lnTo>
                    <a:pt x="99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1" name="Google Shape;1701;p39"/>
            <p:cNvSpPr/>
            <p:nvPr/>
          </p:nvSpPr>
          <p:spPr>
            <a:xfrm>
              <a:off x="3022622" y="2199615"/>
              <a:ext cx="15365" cy="35917"/>
            </a:xfrm>
            <a:custGeom>
              <a:avLst/>
              <a:gdLst/>
              <a:ahLst/>
              <a:cxnLst/>
              <a:rect l="l" t="t" r="r" b="b"/>
              <a:pathLst>
                <a:path w="545" h="1274" extrusionOk="0">
                  <a:moveTo>
                    <a:pt x="224" y="1"/>
                  </a:moveTo>
                  <a:cubicBezTo>
                    <a:pt x="97" y="1"/>
                    <a:pt x="0" y="117"/>
                    <a:pt x="0" y="244"/>
                  </a:cubicBezTo>
                  <a:lnTo>
                    <a:pt x="0" y="1046"/>
                  </a:lnTo>
                  <a:cubicBezTo>
                    <a:pt x="0" y="1177"/>
                    <a:pt x="97" y="1274"/>
                    <a:pt x="224" y="1274"/>
                  </a:cubicBezTo>
                  <a:lnTo>
                    <a:pt x="320" y="1274"/>
                  </a:lnTo>
                  <a:cubicBezTo>
                    <a:pt x="448" y="1274"/>
                    <a:pt x="544" y="1177"/>
                    <a:pt x="544" y="1046"/>
                  </a:cubicBezTo>
                  <a:lnTo>
                    <a:pt x="544" y="244"/>
                  </a:lnTo>
                  <a:cubicBezTo>
                    <a:pt x="544" y="117"/>
                    <a:pt x="448" y="1"/>
                    <a:pt x="32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2" name="Google Shape;1702;p39"/>
            <p:cNvSpPr/>
            <p:nvPr/>
          </p:nvSpPr>
          <p:spPr>
            <a:xfrm>
              <a:off x="3123637" y="2157551"/>
              <a:ext cx="28080" cy="22187"/>
            </a:xfrm>
            <a:custGeom>
              <a:avLst/>
              <a:gdLst/>
              <a:ahLst/>
              <a:cxnLst/>
              <a:rect l="l" t="t" r="r" b="b"/>
              <a:pathLst>
                <a:path w="996" h="787" extrusionOk="0">
                  <a:moveTo>
                    <a:pt x="0" y="0"/>
                  </a:moveTo>
                  <a:lnTo>
                    <a:pt x="0" y="787"/>
                  </a:lnTo>
                  <a:lnTo>
                    <a:pt x="996" y="787"/>
                  </a:lnTo>
                  <a:lnTo>
                    <a:pt x="99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3" name="Google Shape;1703;p39"/>
            <p:cNvSpPr/>
            <p:nvPr/>
          </p:nvSpPr>
          <p:spPr>
            <a:xfrm>
              <a:off x="3143964" y="2151659"/>
              <a:ext cx="15478" cy="35382"/>
            </a:xfrm>
            <a:custGeom>
              <a:avLst/>
              <a:gdLst/>
              <a:ahLst/>
              <a:cxnLst/>
              <a:rect l="l" t="t" r="r" b="b"/>
              <a:pathLst>
                <a:path w="549" h="1255" extrusionOk="0">
                  <a:moveTo>
                    <a:pt x="228" y="1"/>
                  </a:moveTo>
                  <a:cubicBezTo>
                    <a:pt x="97" y="1"/>
                    <a:pt x="1" y="97"/>
                    <a:pt x="1" y="225"/>
                  </a:cubicBezTo>
                  <a:lnTo>
                    <a:pt x="1" y="1027"/>
                  </a:lnTo>
                  <a:cubicBezTo>
                    <a:pt x="1" y="1158"/>
                    <a:pt x="97" y="1254"/>
                    <a:pt x="228" y="1254"/>
                  </a:cubicBezTo>
                  <a:lnTo>
                    <a:pt x="325" y="1254"/>
                  </a:lnTo>
                  <a:cubicBezTo>
                    <a:pt x="452" y="1254"/>
                    <a:pt x="548" y="1158"/>
                    <a:pt x="548" y="1027"/>
                  </a:cubicBezTo>
                  <a:lnTo>
                    <a:pt x="548" y="225"/>
                  </a:lnTo>
                  <a:cubicBezTo>
                    <a:pt x="548" y="97"/>
                    <a:pt x="452" y="1"/>
                    <a:pt x="32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4" name="Google Shape;1704;p39"/>
            <p:cNvSpPr/>
            <p:nvPr/>
          </p:nvSpPr>
          <p:spPr>
            <a:xfrm>
              <a:off x="3119493" y="2205592"/>
              <a:ext cx="28192" cy="22667"/>
            </a:xfrm>
            <a:custGeom>
              <a:avLst/>
              <a:gdLst/>
              <a:ahLst/>
              <a:cxnLst/>
              <a:rect l="l" t="t" r="r" b="b"/>
              <a:pathLst>
                <a:path w="1000" h="804" extrusionOk="0">
                  <a:moveTo>
                    <a:pt x="1" y="1"/>
                  </a:moveTo>
                  <a:lnTo>
                    <a:pt x="1" y="803"/>
                  </a:lnTo>
                  <a:lnTo>
                    <a:pt x="1000" y="803"/>
                  </a:lnTo>
                  <a:lnTo>
                    <a:pt x="100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5" name="Google Shape;1705;p39"/>
            <p:cNvSpPr/>
            <p:nvPr/>
          </p:nvSpPr>
          <p:spPr>
            <a:xfrm>
              <a:off x="3139932" y="2199615"/>
              <a:ext cx="15365" cy="35917"/>
            </a:xfrm>
            <a:custGeom>
              <a:avLst/>
              <a:gdLst/>
              <a:ahLst/>
              <a:cxnLst/>
              <a:rect l="l" t="t" r="r" b="b"/>
              <a:pathLst>
                <a:path w="545" h="1274" extrusionOk="0">
                  <a:moveTo>
                    <a:pt x="225" y="1"/>
                  </a:moveTo>
                  <a:cubicBezTo>
                    <a:pt x="97" y="1"/>
                    <a:pt x="1" y="117"/>
                    <a:pt x="1" y="244"/>
                  </a:cubicBezTo>
                  <a:lnTo>
                    <a:pt x="1" y="1046"/>
                  </a:lnTo>
                  <a:cubicBezTo>
                    <a:pt x="1" y="1177"/>
                    <a:pt x="97" y="1274"/>
                    <a:pt x="225" y="1274"/>
                  </a:cubicBezTo>
                  <a:lnTo>
                    <a:pt x="321" y="1274"/>
                  </a:lnTo>
                  <a:cubicBezTo>
                    <a:pt x="448" y="1274"/>
                    <a:pt x="545" y="1177"/>
                    <a:pt x="545" y="1046"/>
                  </a:cubicBezTo>
                  <a:lnTo>
                    <a:pt x="545" y="244"/>
                  </a:lnTo>
                  <a:cubicBezTo>
                    <a:pt x="545" y="117"/>
                    <a:pt x="448" y="1"/>
                    <a:pt x="32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6" name="Google Shape;1706;p39"/>
            <p:cNvSpPr/>
            <p:nvPr/>
          </p:nvSpPr>
          <p:spPr>
            <a:xfrm>
              <a:off x="3061980" y="2236378"/>
              <a:ext cx="53960" cy="315812"/>
            </a:xfrm>
            <a:custGeom>
              <a:avLst/>
              <a:gdLst/>
              <a:ahLst/>
              <a:cxnLst/>
              <a:rect l="l" t="t" r="r" b="b"/>
              <a:pathLst>
                <a:path w="1914" h="11202" extrusionOk="0">
                  <a:moveTo>
                    <a:pt x="16" y="0"/>
                  </a:moveTo>
                  <a:lnTo>
                    <a:pt x="16" y="980"/>
                  </a:lnTo>
                  <a:lnTo>
                    <a:pt x="16" y="10943"/>
                  </a:lnTo>
                  <a:cubicBezTo>
                    <a:pt x="0" y="11090"/>
                    <a:pt x="128" y="11201"/>
                    <a:pt x="259" y="11201"/>
                  </a:cubicBezTo>
                  <a:lnTo>
                    <a:pt x="1655" y="11201"/>
                  </a:lnTo>
                  <a:cubicBezTo>
                    <a:pt x="1802" y="11201"/>
                    <a:pt x="1914" y="11090"/>
                    <a:pt x="1914" y="10943"/>
                  </a:cubicBezTo>
                  <a:lnTo>
                    <a:pt x="1914" y="980"/>
                  </a:lnTo>
                  <a:lnTo>
                    <a:pt x="191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7" name="Google Shape;1707;p39"/>
            <p:cNvSpPr/>
            <p:nvPr/>
          </p:nvSpPr>
          <p:spPr>
            <a:xfrm>
              <a:off x="3062402" y="2236378"/>
              <a:ext cx="53538" cy="27657"/>
            </a:xfrm>
            <a:custGeom>
              <a:avLst/>
              <a:gdLst/>
              <a:ahLst/>
              <a:cxnLst/>
              <a:rect l="l" t="t" r="r" b="b"/>
              <a:pathLst>
                <a:path w="1899" h="981" extrusionOk="0">
                  <a:moveTo>
                    <a:pt x="1" y="0"/>
                  </a:moveTo>
                  <a:lnTo>
                    <a:pt x="1" y="980"/>
                  </a:lnTo>
                  <a:lnTo>
                    <a:pt x="1899" y="980"/>
                  </a:lnTo>
                  <a:lnTo>
                    <a:pt x="189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8" name="Google Shape;1708;p39"/>
            <p:cNvSpPr/>
            <p:nvPr/>
          </p:nvSpPr>
          <p:spPr>
            <a:xfrm>
              <a:off x="3046530" y="2138070"/>
              <a:ext cx="84859" cy="115082"/>
            </a:xfrm>
            <a:custGeom>
              <a:avLst/>
              <a:gdLst/>
              <a:ahLst/>
              <a:cxnLst/>
              <a:rect l="l" t="t" r="r" b="b"/>
              <a:pathLst>
                <a:path w="3010" h="4082" extrusionOk="0">
                  <a:moveTo>
                    <a:pt x="371" y="1"/>
                  </a:moveTo>
                  <a:cubicBezTo>
                    <a:pt x="163" y="1"/>
                    <a:pt x="1" y="159"/>
                    <a:pt x="1" y="371"/>
                  </a:cubicBezTo>
                  <a:lnTo>
                    <a:pt x="147" y="4081"/>
                  </a:lnTo>
                  <a:lnTo>
                    <a:pt x="2863" y="4081"/>
                  </a:lnTo>
                  <a:lnTo>
                    <a:pt x="3009" y="371"/>
                  </a:lnTo>
                  <a:cubicBezTo>
                    <a:pt x="3009" y="159"/>
                    <a:pt x="2847" y="1"/>
                    <a:pt x="263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9" name="Google Shape;1709;p39"/>
            <p:cNvSpPr/>
            <p:nvPr/>
          </p:nvSpPr>
          <p:spPr>
            <a:xfrm>
              <a:off x="3062402" y="2288478"/>
              <a:ext cx="53538" cy="8176"/>
            </a:xfrm>
            <a:custGeom>
              <a:avLst/>
              <a:gdLst/>
              <a:ahLst/>
              <a:cxnLst/>
              <a:rect l="l" t="t" r="r" b="b"/>
              <a:pathLst>
                <a:path w="1899" h="290" extrusionOk="0">
                  <a:moveTo>
                    <a:pt x="1" y="0"/>
                  </a:moveTo>
                  <a:lnTo>
                    <a:pt x="1" y="289"/>
                  </a:lnTo>
                  <a:lnTo>
                    <a:pt x="1899" y="289"/>
                  </a:lnTo>
                  <a:lnTo>
                    <a:pt x="189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0" name="Google Shape;1710;p39"/>
            <p:cNvSpPr/>
            <p:nvPr/>
          </p:nvSpPr>
          <p:spPr>
            <a:xfrm>
              <a:off x="3061980" y="2346414"/>
              <a:ext cx="53960" cy="8204"/>
            </a:xfrm>
            <a:custGeom>
              <a:avLst/>
              <a:gdLst/>
              <a:ahLst/>
              <a:cxnLst/>
              <a:rect l="l" t="t" r="r" b="b"/>
              <a:pathLst>
                <a:path w="1914" h="291" extrusionOk="0">
                  <a:moveTo>
                    <a:pt x="0" y="1"/>
                  </a:moveTo>
                  <a:lnTo>
                    <a:pt x="0" y="290"/>
                  </a:lnTo>
                  <a:lnTo>
                    <a:pt x="1914" y="290"/>
                  </a:lnTo>
                  <a:lnTo>
                    <a:pt x="191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1" name="Google Shape;1711;p39"/>
            <p:cNvSpPr/>
            <p:nvPr/>
          </p:nvSpPr>
          <p:spPr>
            <a:xfrm>
              <a:off x="3061980" y="2404491"/>
              <a:ext cx="53538" cy="7753"/>
            </a:xfrm>
            <a:custGeom>
              <a:avLst/>
              <a:gdLst/>
              <a:ahLst/>
              <a:cxnLst/>
              <a:rect l="l" t="t" r="r" b="b"/>
              <a:pathLst>
                <a:path w="1899" h="275" extrusionOk="0">
                  <a:moveTo>
                    <a:pt x="0" y="1"/>
                  </a:moveTo>
                  <a:lnTo>
                    <a:pt x="0" y="274"/>
                  </a:lnTo>
                  <a:lnTo>
                    <a:pt x="1898" y="274"/>
                  </a:lnTo>
                  <a:lnTo>
                    <a:pt x="189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2" name="Google Shape;1712;p39"/>
            <p:cNvSpPr/>
            <p:nvPr/>
          </p:nvSpPr>
          <p:spPr>
            <a:xfrm>
              <a:off x="3061557" y="2462456"/>
              <a:ext cx="53509" cy="7753"/>
            </a:xfrm>
            <a:custGeom>
              <a:avLst/>
              <a:gdLst/>
              <a:ahLst/>
              <a:cxnLst/>
              <a:rect l="l" t="t" r="r" b="b"/>
              <a:pathLst>
                <a:path w="1898" h="275" extrusionOk="0">
                  <a:moveTo>
                    <a:pt x="0" y="0"/>
                  </a:moveTo>
                  <a:lnTo>
                    <a:pt x="0" y="274"/>
                  </a:lnTo>
                  <a:lnTo>
                    <a:pt x="1898" y="274"/>
                  </a:lnTo>
                  <a:lnTo>
                    <a:pt x="189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3" name="Google Shape;1713;p39"/>
            <p:cNvSpPr/>
            <p:nvPr/>
          </p:nvSpPr>
          <p:spPr>
            <a:xfrm>
              <a:off x="3074272" y="2163838"/>
              <a:ext cx="3609" cy="388352"/>
            </a:xfrm>
            <a:custGeom>
              <a:avLst/>
              <a:gdLst/>
              <a:ahLst/>
              <a:cxnLst/>
              <a:rect l="l" t="t" r="r" b="b"/>
              <a:pathLst>
                <a:path w="128" h="13775" extrusionOk="0">
                  <a:moveTo>
                    <a:pt x="0" y="1"/>
                  </a:moveTo>
                  <a:lnTo>
                    <a:pt x="0" y="13774"/>
                  </a:lnTo>
                  <a:lnTo>
                    <a:pt x="128" y="13774"/>
                  </a:lnTo>
                  <a:lnTo>
                    <a:pt x="12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4" name="Google Shape;1714;p39"/>
            <p:cNvSpPr/>
            <p:nvPr/>
          </p:nvSpPr>
          <p:spPr>
            <a:xfrm>
              <a:off x="3089157" y="2186026"/>
              <a:ext cx="3637" cy="366164"/>
            </a:xfrm>
            <a:custGeom>
              <a:avLst/>
              <a:gdLst/>
              <a:ahLst/>
              <a:cxnLst/>
              <a:rect l="l" t="t" r="r" b="b"/>
              <a:pathLst>
                <a:path w="129" h="12988" extrusionOk="0">
                  <a:moveTo>
                    <a:pt x="1" y="1"/>
                  </a:moveTo>
                  <a:lnTo>
                    <a:pt x="1" y="12987"/>
                  </a:lnTo>
                  <a:lnTo>
                    <a:pt x="128" y="12987"/>
                  </a:lnTo>
                  <a:lnTo>
                    <a:pt x="12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5" name="Google Shape;1715;p39"/>
            <p:cNvSpPr/>
            <p:nvPr/>
          </p:nvSpPr>
          <p:spPr>
            <a:xfrm>
              <a:off x="3103620" y="2163838"/>
              <a:ext cx="4172" cy="388352"/>
            </a:xfrm>
            <a:custGeom>
              <a:avLst/>
              <a:gdLst/>
              <a:ahLst/>
              <a:cxnLst/>
              <a:rect l="l" t="t" r="r" b="b"/>
              <a:pathLst>
                <a:path w="148" h="13775" extrusionOk="0">
                  <a:moveTo>
                    <a:pt x="1" y="1"/>
                  </a:moveTo>
                  <a:lnTo>
                    <a:pt x="1" y="13774"/>
                  </a:lnTo>
                  <a:lnTo>
                    <a:pt x="147" y="13774"/>
                  </a:lnTo>
                  <a:lnTo>
                    <a:pt x="14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6" name="Google Shape;1716;p39"/>
            <p:cNvSpPr/>
            <p:nvPr/>
          </p:nvSpPr>
          <p:spPr>
            <a:xfrm>
              <a:off x="3068351" y="2161385"/>
              <a:ext cx="15337" cy="12348"/>
            </a:xfrm>
            <a:custGeom>
              <a:avLst/>
              <a:gdLst/>
              <a:ahLst/>
              <a:cxnLst/>
              <a:rect l="l" t="t" r="r" b="b"/>
              <a:pathLst>
                <a:path w="544" h="438" extrusionOk="0">
                  <a:moveTo>
                    <a:pt x="271" y="1"/>
                  </a:moveTo>
                  <a:cubicBezTo>
                    <a:pt x="236" y="1"/>
                    <a:pt x="198" y="9"/>
                    <a:pt x="160" y="26"/>
                  </a:cubicBezTo>
                  <a:cubicBezTo>
                    <a:pt x="129" y="42"/>
                    <a:pt x="95" y="72"/>
                    <a:pt x="79" y="103"/>
                  </a:cubicBezTo>
                  <a:cubicBezTo>
                    <a:pt x="0" y="277"/>
                    <a:pt x="115" y="437"/>
                    <a:pt x="273" y="437"/>
                  </a:cubicBezTo>
                  <a:cubicBezTo>
                    <a:pt x="309" y="437"/>
                    <a:pt x="346" y="429"/>
                    <a:pt x="384" y="412"/>
                  </a:cubicBezTo>
                  <a:cubicBezTo>
                    <a:pt x="419" y="393"/>
                    <a:pt x="449" y="362"/>
                    <a:pt x="465" y="331"/>
                  </a:cubicBezTo>
                  <a:cubicBezTo>
                    <a:pt x="544" y="161"/>
                    <a:pt x="429" y="1"/>
                    <a:pt x="2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7" name="Google Shape;1717;p39"/>
            <p:cNvSpPr/>
            <p:nvPr/>
          </p:nvSpPr>
          <p:spPr>
            <a:xfrm>
              <a:off x="3068351" y="2211625"/>
              <a:ext cx="15337" cy="12348"/>
            </a:xfrm>
            <a:custGeom>
              <a:avLst/>
              <a:gdLst/>
              <a:ahLst/>
              <a:cxnLst/>
              <a:rect l="l" t="t" r="r" b="b"/>
              <a:pathLst>
                <a:path w="544" h="438" extrusionOk="0">
                  <a:moveTo>
                    <a:pt x="272" y="0"/>
                  </a:moveTo>
                  <a:cubicBezTo>
                    <a:pt x="236" y="0"/>
                    <a:pt x="198" y="8"/>
                    <a:pt x="160" y="26"/>
                  </a:cubicBezTo>
                  <a:cubicBezTo>
                    <a:pt x="129" y="42"/>
                    <a:pt x="95" y="76"/>
                    <a:pt x="79" y="107"/>
                  </a:cubicBezTo>
                  <a:cubicBezTo>
                    <a:pt x="0" y="277"/>
                    <a:pt x="115" y="437"/>
                    <a:pt x="273" y="437"/>
                  </a:cubicBezTo>
                  <a:cubicBezTo>
                    <a:pt x="308" y="437"/>
                    <a:pt x="346" y="429"/>
                    <a:pt x="384" y="412"/>
                  </a:cubicBezTo>
                  <a:cubicBezTo>
                    <a:pt x="419" y="396"/>
                    <a:pt x="449" y="366"/>
                    <a:pt x="465" y="315"/>
                  </a:cubicBezTo>
                  <a:cubicBezTo>
                    <a:pt x="544" y="158"/>
                    <a:pt x="430" y="0"/>
                    <a:pt x="27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8" name="Google Shape;1718;p39"/>
            <p:cNvSpPr/>
            <p:nvPr/>
          </p:nvSpPr>
          <p:spPr>
            <a:xfrm>
              <a:off x="3097897" y="2161385"/>
              <a:ext cx="15703" cy="12348"/>
            </a:xfrm>
            <a:custGeom>
              <a:avLst/>
              <a:gdLst/>
              <a:ahLst/>
              <a:cxnLst/>
              <a:rect l="l" t="t" r="r" b="b"/>
              <a:pathLst>
                <a:path w="557" h="438" extrusionOk="0">
                  <a:moveTo>
                    <a:pt x="278" y="1"/>
                  </a:moveTo>
                  <a:cubicBezTo>
                    <a:pt x="244" y="1"/>
                    <a:pt x="208" y="9"/>
                    <a:pt x="173" y="26"/>
                  </a:cubicBezTo>
                  <a:cubicBezTo>
                    <a:pt x="142" y="42"/>
                    <a:pt x="107" y="72"/>
                    <a:pt x="92" y="103"/>
                  </a:cubicBezTo>
                  <a:cubicBezTo>
                    <a:pt x="0" y="277"/>
                    <a:pt x="123" y="437"/>
                    <a:pt x="276" y="437"/>
                  </a:cubicBezTo>
                  <a:cubicBezTo>
                    <a:pt x="310" y="437"/>
                    <a:pt x="346" y="429"/>
                    <a:pt x="381" y="412"/>
                  </a:cubicBezTo>
                  <a:cubicBezTo>
                    <a:pt x="431" y="393"/>
                    <a:pt x="462" y="362"/>
                    <a:pt x="478" y="331"/>
                  </a:cubicBezTo>
                  <a:cubicBezTo>
                    <a:pt x="556" y="161"/>
                    <a:pt x="432" y="1"/>
                    <a:pt x="2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9" name="Google Shape;1719;p39"/>
            <p:cNvSpPr/>
            <p:nvPr/>
          </p:nvSpPr>
          <p:spPr>
            <a:xfrm>
              <a:off x="3097897" y="2211625"/>
              <a:ext cx="15703" cy="12348"/>
            </a:xfrm>
            <a:custGeom>
              <a:avLst/>
              <a:gdLst/>
              <a:ahLst/>
              <a:cxnLst/>
              <a:rect l="l" t="t" r="r" b="b"/>
              <a:pathLst>
                <a:path w="557" h="438" extrusionOk="0">
                  <a:moveTo>
                    <a:pt x="279" y="0"/>
                  </a:moveTo>
                  <a:cubicBezTo>
                    <a:pt x="244" y="0"/>
                    <a:pt x="208" y="8"/>
                    <a:pt x="173" y="26"/>
                  </a:cubicBezTo>
                  <a:cubicBezTo>
                    <a:pt x="142" y="42"/>
                    <a:pt x="107" y="76"/>
                    <a:pt x="92" y="107"/>
                  </a:cubicBezTo>
                  <a:cubicBezTo>
                    <a:pt x="0" y="277"/>
                    <a:pt x="123" y="437"/>
                    <a:pt x="276" y="437"/>
                  </a:cubicBezTo>
                  <a:cubicBezTo>
                    <a:pt x="310" y="437"/>
                    <a:pt x="346" y="429"/>
                    <a:pt x="381" y="412"/>
                  </a:cubicBezTo>
                  <a:cubicBezTo>
                    <a:pt x="431" y="396"/>
                    <a:pt x="462" y="366"/>
                    <a:pt x="478" y="315"/>
                  </a:cubicBezTo>
                  <a:cubicBezTo>
                    <a:pt x="556" y="158"/>
                    <a:pt x="432" y="0"/>
                    <a:pt x="2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0" name="Google Shape;1720;p39"/>
            <p:cNvSpPr/>
            <p:nvPr/>
          </p:nvSpPr>
          <p:spPr>
            <a:xfrm>
              <a:off x="3083350" y="2183122"/>
              <a:ext cx="15365" cy="12348"/>
            </a:xfrm>
            <a:custGeom>
              <a:avLst/>
              <a:gdLst/>
              <a:ahLst/>
              <a:cxnLst/>
              <a:rect l="l" t="t" r="r" b="b"/>
              <a:pathLst>
                <a:path w="545" h="438" extrusionOk="0">
                  <a:moveTo>
                    <a:pt x="271" y="1"/>
                  </a:moveTo>
                  <a:cubicBezTo>
                    <a:pt x="236" y="1"/>
                    <a:pt x="198" y="9"/>
                    <a:pt x="160" y="27"/>
                  </a:cubicBezTo>
                  <a:cubicBezTo>
                    <a:pt x="126" y="42"/>
                    <a:pt x="95" y="73"/>
                    <a:pt x="79" y="104"/>
                  </a:cubicBezTo>
                  <a:cubicBezTo>
                    <a:pt x="1" y="277"/>
                    <a:pt x="115" y="438"/>
                    <a:pt x="274" y="438"/>
                  </a:cubicBezTo>
                  <a:cubicBezTo>
                    <a:pt x="309" y="438"/>
                    <a:pt x="346" y="430"/>
                    <a:pt x="384" y="412"/>
                  </a:cubicBezTo>
                  <a:cubicBezTo>
                    <a:pt x="415" y="393"/>
                    <a:pt x="450" y="362"/>
                    <a:pt x="465" y="331"/>
                  </a:cubicBezTo>
                  <a:cubicBezTo>
                    <a:pt x="544" y="161"/>
                    <a:pt x="429" y="1"/>
                    <a:pt x="2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1" name="Google Shape;1721;p39"/>
            <p:cNvSpPr/>
            <p:nvPr/>
          </p:nvSpPr>
          <p:spPr>
            <a:xfrm>
              <a:off x="2911148" y="2924168"/>
              <a:ext cx="326695" cy="92443"/>
            </a:xfrm>
            <a:custGeom>
              <a:avLst/>
              <a:gdLst/>
              <a:ahLst/>
              <a:cxnLst/>
              <a:rect l="l" t="t" r="r" b="b"/>
              <a:pathLst>
                <a:path w="11588" h="3279" extrusionOk="0">
                  <a:moveTo>
                    <a:pt x="1" y="0"/>
                  </a:moveTo>
                  <a:lnTo>
                    <a:pt x="1" y="0"/>
                  </a:lnTo>
                  <a:cubicBezTo>
                    <a:pt x="1061" y="2153"/>
                    <a:pt x="3437" y="3229"/>
                    <a:pt x="6203" y="3279"/>
                  </a:cubicBezTo>
                  <a:lnTo>
                    <a:pt x="6365" y="3279"/>
                  </a:lnTo>
                  <a:cubicBezTo>
                    <a:pt x="8452" y="3279"/>
                    <a:pt x="10334" y="2669"/>
                    <a:pt x="11587" y="1447"/>
                  </a:cubicBezTo>
                  <a:lnTo>
                    <a:pt x="11587" y="1447"/>
                  </a:lnTo>
                  <a:cubicBezTo>
                    <a:pt x="9994" y="1863"/>
                    <a:pt x="8548" y="2025"/>
                    <a:pt x="7248" y="2025"/>
                  </a:cubicBezTo>
                  <a:cubicBezTo>
                    <a:pt x="3808" y="2025"/>
                    <a:pt x="1351" y="868"/>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2" name="Google Shape;1722;p39"/>
            <p:cNvSpPr/>
            <p:nvPr/>
          </p:nvSpPr>
          <p:spPr>
            <a:xfrm>
              <a:off x="2988566" y="2607958"/>
              <a:ext cx="32224" cy="58415"/>
            </a:xfrm>
            <a:custGeom>
              <a:avLst/>
              <a:gdLst/>
              <a:ahLst/>
              <a:cxnLst/>
              <a:rect l="l" t="t" r="r" b="b"/>
              <a:pathLst>
                <a:path w="1143" h="2072" extrusionOk="0">
                  <a:moveTo>
                    <a:pt x="1" y="0"/>
                  </a:moveTo>
                  <a:lnTo>
                    <a:pt x="1" y="0"/>
                  </a:lnTo>
                  <a:cubicBezTo>
                    <a:pt x="67" y="1508"/>
                    <a:pt x="1143" y="2071"/>
                    <a:pt x="1143" y="2071"/>
                  </a:cubicBezTo>
                  <a:cubicBezTo>
                    <a:pt x="1143" y="2071"/>
                    <a:pt x="1143" y="802"/>
                    <a:pt x="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3" name="Google Shape;1723;p39"/>
            <p:cNvSpPr/>
            <p:nvPr/>
          </p:nvSpPr>
          <p:spPr>
            <a:xfrm>
              <a:off x="3008047" y="2594341"/>
              <a:ext cx="36340" cy="66591"/>
            </a:xfrm>
            <a:custGeom>
              <a:avLst/>
              <a:gdLst/>
              <a:ahLst/>
              <a:cxnLst/>
              <a:rect l="l" t="t" r="r" b="b"/>
              <a:pathLst>
                <a:path w="1289" h="2362" extrusionOk="0">
                  <a:moveTo>
                    <a:pt x="660" y="1"/>
                  </a:moveTo>
                  <a:lnTo>
                    <a:pt x="660" y="1"/>
                  </a:lnTo>
                  <a:cubicBezTo>
                    <a:pt x="0" y="1351"/>
                    <a:pt x="675" y="2361"/>
                    <a:pt x="675" y="2361"/>
                  </a:cubicBezTo>
                  <a:cubicBezTo>
                    <a:pt x="675" y="2361"/>
                    <a:pt x="1289" y="1235"/>
                    <a:pt x="66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4" name="Google Shape;1724;p39"/>
            <p:cNvSpPr/>
            <p:nvPr/>
          </p:nvSpPr>
          <p:spPr>
            <a:xfrm>
              <a:off x="3039369" y="2607958"/>
              <a:ext cx="32196" cy="58415"/>
            </a:xfrm>
            <a:custGeom>
              <a:avLst/>
              <a:gdLst/>
              <a:ahLst/>
              <a:cxnLst/>
              <a:rect l="l" t="t" r="r" b="b"/>
              <a:pathLst>
                <a:path w="1142" h="2072" extrusionOk="0">
                  <a:moveTo>
                    <a:pt x="0" y="0"/>
                  </a:moveTo>
                  <a:lnTo>
                    <a:pt x="0" y="0"/>
                  </a:lnTo>
                  <a:cubicBezTo>
                    <a:pt x="62" y="1508"/>
                    <a:pt x="1142" y="2071"/>
                    <a:pt x="1142" y="2071"/>
                  </a:cubicBezTo>
                  <a:cubicBezTo>
                    <a:pt x="1142" y="2071"/>
                    <a:pt x="1142" y="802"/>
                    <a:pt x="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5" name="Google Shape;1725;p39"/>
            <p:cNvSpPr/>
            <p:nvPr/>
          </p:nvSpPr>
          <p:spPr>
            <a:xfrm>
              <a:off x="3058822" y="2594341"/>
              <a:ext cx="36256" cy="66591"/>
            </a:xfrm>
            <a:custGeom>
              <a:avLst/>
              <a:gdLst/>
              <a:ahLst/>
              <a:cxnLst/>
              <a:rect l="l" t="t" r="r" b="b"/>
              <a:pathLst>
                <a:path w="1286" h="2362" extrusionOk="0">
                  <a:moveTo>
                    <a:pt x="645" y="1"/>
                  </a:moveTo>
                  <a:lnTo>
                    <a:pt x="645" y="1"/>
                  </a:lnTo>
                  <a:cubicBezTo>
                    <a:pt x="1" y="1351"/>
                    <a:pt x="676" y="2361"/>
                    <a:pt x="676" y="2361"/>
                  </a:cubicBezTo>
                  <a:cubicBezTo>
                    <a:pt x="676" y="2361"/>
                    <a:pt x="1285" y="1235"/>
                    <a:pt x="64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39"/>
            <p:cNvSpPr/>
            <p:nvPr/>
          </p:nvSpPr>
          <p:spPr>
            <a:xfrm>
              <a:off x="3030234" y="2600656"/>
              <a:ext cx="35917" cy="64843"/>
            </a:xfrm>
            <a:custGeom>
              <a:avLst/>
              <a:gdLst/>
              <a:ahLst/>
              <a:cxnLst/>
              <a:rect l="l" t="t" r="r" b="b"/>
              <a:pathLst>
                <a:path w="1274" h="2300" extrusionOk="0">
                  <a:moveTo>
                    <a:pt x="965" y="1"/>
                  </a:moveTo>
                  <a:lnTo>
                    <a:pt x="965" y="1"/>
                  </a:lnTo>
                  <a:cubicBezTo>
                    <a:pt x="0" y="1158"/>
                    <a:pt x="405" y="2299"/>
                    <a:pt x="405" y="2299"/>
                  </a:cubicBezTo>
                  <a:cubicBezTo>
                    <a:pt x="405" y="2299"/>
                    <a:pt x="1273" y="1366"/>
                    <a:pt x="9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7" name="Google Shape;1727;p39"/>
            <p:cNvSpPr/>
            <p:nvPr/>
          </p:nvSpPr>
          <p:spPr>
            <a:xfrm>
              <a:off x="3073736" y="2607958"/>
              <a:ext cx="32647" cy="58415"/>
            </a:xfrm>
            <a:custGeom>
              <a:avLst/>
              <a:gdLst/>
              <a:ahLst/>
              <a:cxnLst/>
              <a:rect l="l" t="t" r="r" b="b"/>
              <a:pathLst>
                <a:path w="1158" h="2072" extrusionOk="0">
                  <a:moveTo>
                    <a:pt x="0" y="0"/>
                  </a:moveTo>
                  <a:cubicBezTo>
                    <a:pt x="81" y="1508"/>
                    <a:pt x="1157" y="2071"/>
                    <a:pt x="1157" y="2071"/>
                  </a:cubicBezTo>
                  <a:cubicBezTo>
                    <a:pt x="1157" y="2071"/>
                    <a:pt x="1142" y="802"/>
                    <a:pt x="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8" name="Google Shape;1728;p39"/>
            <p:cNvSpPr/>
            <p:nvPr/>
          </p:nvSpPr>
          <p:spPr>
            <a:xfrm>
              <a:off x="3093725" y="2594341"/>
              <a:ext cx="35804" cy="66591"/>
            </a:xfrm>
            <a:custGeom>
              <a:avLst/>
              <a:gdLst/>
              <a:ahLst/>
              <a:cxnLst/>
              <a:rect l="l" t="t" r="r" b="b"/>
              <a:pathLst>
                <a:path w="1270" h="2362" extrusionOk="0">
                  <a:moveTo>
                    <a:pt x="641" y="1"/>
                  </a:moveTo>
                  <a:lnTo>
                    <a:pt x="641" y="1"/>
                  </a:lnTo>
                  <a:cubicBezTo>
                    <a:pt x="1" y="1351"/>
                    <a:pt x="676" y="2361"/>
                    <a:pt x="676" y="2361"/>
                  </a:cubicBezTo>
                  <a:cubicBezTo>
                    <a:pt x="676" y="2361"/>
                    <a:pt x="1270" y="1235"/>
                    <a:pt x="64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9" name="Google Shape;1729;p39"/>
            <p:cNvSpPr/>
            <p:nvPr/>
          </p:nvSpPr>
          <p:spPr>
            <a:xfrm>
              <a:off x="3124511" y="2607958"/>
              <a:ext cx="32196" cy="58415"/>
            </a:xfrm>
            <a:custGeom>
              <a:avLst/>
              <a:gdLst/>
              <a:ahLst/>
              <a:cxnLst/>
              <a:rect l="l" t="t" r="r" b="b"/>
              <a:pathLst>
                <a:path w="1142" h="2072" extrusionOk="0">
                  <a:moveTo>
                    <a:pt x="0" y="0"/>
                  </a:moveTo>
                  <a:cubicBezTo>
                    <a:pt x="81" y="1508"/>
                    <a:pt x="1142" y="2071"/>
                    <a:pt x="1142" y="2071"/>
                  </a:cubicBezTo>
                  <a:cubicBezTo>
                    <a:pt x="1142" y="2071"/>
                    <a:pt x="1142" y="802"/>
                    <a:pt x="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730;p39"/>
            <p:cNvSpPr/>
            <p:nvPr/>
          </p:nvSpPr>
          <p:spPr>
            <a:xfrm>
              <a:off x="3143964" y="2607958"/>
              <a:ext cx="36340" cy="66985"/>
            </a:xfrm>
            <a:custGeom>
              <a:avLst/>
              <a:gdLst/>
              <a:ahLst/>
              <a:cxnLst/>
              <a:rect l="l" t="t" r="r" b="b"/>
              <a:pathLst>
                <a:path w="1289" h="2376" extrusionOk="0">
                  <a:moveTo>
                    <a:pt x="660" y="0"/>
                  </a:moveTo>
                  <a:lnTo>
                    <a:pt x="660" y="0"/>
                  </a:lnTo>
                  <a:cubicBezTo>
                    <a:pt x="1" y="1365"/>
                    <a:pt x="676" y="2376"/>
                    <a:pt x="676" y="2376"/>
                  </a:cubicBezTo>
                  <a:cubicBezTo>
                    <a:pt x="676" y="2376"/>
                    <a:pt x="1289" y="1234"/>
                    <a:pt x="66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1731;p39"/>
            <p:cNvSpPr/>
            <p:nvPr/>
          </p:nvSpPr>
          <p:spPr>
            <a:xfrm>
              <a:off x="3115489" y="2600656"/>
              <a:ext cx="35804" cy="64843"/>
            </a:xfrm>
            <a:custGeom>
              <a:avLst/>
              <a:gdLst/>
              <a:ahLst/>
              <a:cxnLst/>
              <a:rect l="l" t="t" r="r" b="b"/>
              <a:pathLst>
                <a:path w="1270" h="2300" extrusionOk="0">
                  <a:moveTo>
                    <a:pt x="980" y="1"/>
                  </a:moveTo>
                  <a:cubicBezTo>
                    <a:pt x="0" y="1158"/>
                    <a:pt x="401" y="2299"/>
                    <a:pt x="401" y="2299"/>
                  </a:cubicBezTo>
                  <a:cubicBezTo>
                    <a:pt x="401" y="2299"/>
                    <a:pt x="1269" y="1366"/>
                    <a:pt x="9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39"/>
            <p:cNvSpPr/>
            <p:nvPr/>
          </p:nvSpPr>
          <p:spPr>
            <a:xfrm>
              <a:off x="2973144" y="2652756"/>
              <a:ext cx="234787" cy="72116"/>
            </a:xfrm>
            <a:custGeom>
              <a:avLst/>
              <a:gdLst/>
              <a:ahLst/>
              <a:cxnLst/>
              <a:rect l="l" t="t" r="r" b="b"/>
              <a:pathLst>
                <a:path w="8328" h="2558" extrusionOk="0">
                  <a:moveTo>
                    <a:pt x="0" y="0"/>
                  </a:moveTo>
                  <a:lnTo>
                    <a:pt x="0" y="1898"/>
                  </a:lnTo>
                  <a:cubicBezTo>
                    <a:pt x="0" y="2268"/>
                    <a:pt x="309" y="2557"/>
                    <a:pt x="660" y="2557"/>
                  </a:cubicBezTo>
                  <a:lnTo>
                    <a:pt x="1015" y="2557"/>
                  </a:lnTo>
                  <a:cubicBezTo>
                    <a:pt x="1127" y="2557"/>
                    <a:pt x="1208" y="2476"/>
                    <a:pt x="1208" y="2365"/>
                  </a:cubicBezTo>
                  <a:lnTo>
                    <a:pt x="1208" y="2203"/>
                  </a:lnTo>
                  <a:cubicBezTo>
                    <a:pt x="1208" y="2091"/>
                    <a:pt x="1304" y="1994"/>
                    <a:pt x="1431" y="1994"/>
                  </a:cubicBezTo>
                  <a:cubicBezTo>
                    <a:pt x="1543" y="1994"/>
                    <a:pt x="1640" y="2091"/>
                    <a:pt x="1640" y="2203"/>
                  </a:cubicBezTo>
                  <a:lnTo>
                    <a:pt x="1640" y="2380"/>
                  </a:lnTo>
                  <a:cubicBezTo>
                    <a:pt x="1640" y="2476"/>
                    <a:pt x="1721" y="2557"/>
                    <a:pt x="1832" y="2557"/>
                  </a:cubicBezTo>
                  <a:cubicBezTo>
                    <a:pt x="1929" y="2557"/>
                    <a:pt x="2010" y="2476"/>
                    <a:pt x="2010" y="2380"/>
                  </a:cubicBezTo>
                  <a:lnTo>
                    <a:pt x="2010" y="2218"/>
                  </a:lnTo>
                  <a:cubicBezTo>
                    <a:pt x="2010" y="2091"/>
                    <a:pt x="2106" y="1994"/>
                    <a:pt x="2218" y="1994"/>
                  </a:cubicBezTo>
                  <a:cubicBezTo>
                    <a:pt x="2227" y="1993"/>
                    <a:pt x="2236" y="1993"/>
                    <a:pt x="2245" y="1993"/>
                  </a:cubicBezTo>
                  <a:cubicBezTo>
                    <a:pt x="2362" y="1993"/>
                    <a:pt x="2446" y="2084"/>
                    <a:pt x="2446" y="2203"/>
                  </a:cubicBezTo>
                  <a:lnTo>
                    <a:pt x="2446" y="2380"/>
                  </a:lnTo>
                  <a:cubicBezTo>
                    <a:pt x="2446" y="2476"/>
                    <a:pt x="2527" y="2557"/>
                    <a:pt x="2623" y="2557"/>
                  </a:cubicBezTo>
                  <a:cubicBezTo>
                    <a:pt x="2735" y="2557"/>
                    <a:pt x="2816" y="2476"/>
                    <a:pt x="2816" y="2380"/>
                  </a:cubicBezTo>
                  <a:lnTo>
                    <a:pt x="2816" y="2218"/>
                  </a:lnTo>
                  <a:cubicBezTo>
                    <a:pt x="2816" y="2091"/>
                    <a:pt x="2893" y="1994"/>
                    <a:pt x="3024" y="1994"/>
                  </a:cubicBezTo>
                  <a:cubicBezTo>
                    <a:pt x="3032" y="1993"/>
                    <a:pt x="3040" y="1993"/>
                    <a:pt x="3048" y="1993"/>
                  </a:cubicBezTo>
                  <a:cubicBezTo>
                    <a:pt x="3151" y="1993"/>
                    <a:pt x="3248" y="2084"/>
                    <a:pt x="3248" y="2203"/>
                  </a:cubicBezTo>
                  <a:lnTo>
                    <a:pt x="3248" y="2365"/>
                  </a:lnTo>
                  <a:cubicBezTo>
                    <a:pt x="3248" y="2476"/>
                    <a:pt x="3329" y="2557"/>
                    <a:pt x="3441" y="2557"/>
                  </a:cubicBezTo>
                  <a:lnTo>
                    <a:pt x="6943" y="2557"/>
                  </a:lnTo>
                  <a:cubicBezTo>
                    <a:pt x="7313" y="2557"/>
                    <a:pt x="7603" y="2268"/>
                    <a:pt x="7603" y="1898"/>
                  </a:cubicBezTo>
                  <a:lnTo>
                    <a:pt x="7603" y="1366"/>
                  </a:lnTo>
                  <a:lnTo>
                    <a:pt x="8328" y="1366"/>
                  </a:lnTo>
                  <a:lnTo>
                    <a:pt x="8328" y="370"/>
                  </a:lnTo>
                  <a:lnTo>
                    <a:pt x="7603" y="370"/>
                  </a:lnTo>
                  <a:lnTo>
                    <a:pt x="760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3" name="Google Shape;1733;p39"/>
            <p:cNvSpPr/>
            <p:nvPr/>
          </p:nvSpPr>
          <p:spPr>
            <a:xfrm>
              <a:off x="2983153" y="2652756"/>
              <a:ext cx="194867" cy="48942"/>
            </a:xfrm>
            <a:custGeom>
              <a:avLst/>
              <a:gdLst/>
              <a:ahLst/>
              <a:cxnLst/>
              <a:rect l="l" t="t" r="r" b="b"/>
              <a:pathLst>
                <a:path w="6912" h="1736" extrusionOk="0">
                  <a:moveTo>
                    <a:pt x="0" y="0"/>
                  </a:moveTo>
                  <a:lnTo>
                    <a:pt x="0" y="1076"/>
                  </a:lnTo>
                  <a:cubicBezTo>
                    <a:pt x="0" y="1447"/>
                    <a:pt x="289" y="1736"/>
                    <a:pt x="660" y="1736"/>
                  </a:cubicBezTo>
                  <a:lnTo>
                    <a:pt x="6252" y="1736"/>
                  </a:lnTo>
                  <a:cubicBezTo>
                    <a:pt x="6607" y="1736"/>
                    <a:pt x="6912" y="1447"/>
                    <a:pt x="6912" y="1076"/>
                  </a:cubicBezTo>
                  <a:lnTo>
                    <a:pt x="691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4" name="Google Shape;1734;p39"/>
            <p:cNvSpPr/>
            <p:nvPr/>
          </p:nvSpPr>
          <p:spPr>
            <a:xfrm>
              <a:off x="3201054" y="2660481"/>
              <a:ext cx="13194" cy="33944"/>
            </a:xfrm>
            <a:custGeom>
              <a:avLst/>
              <a:gdLst/>
              <a:ahLst/>
              <a:cxnLst/>
              <a:rect l="l" t="t" r="r" b="b"/>
              <a:pathLst>
                <a:path w="468" h="1204" extrusionOk="0">
                  <a:moveTo>
                    <a:pt x="132" y="0"/>
                  </a:moveTo>
                  <a:cubicBezTo>
                    <a:pt x="66" y="0"/>
                    <a:pt x="1" y="46"/>
                    <a:pt x="1" y="112"/>
                  </a:cubicBezTo>
                  <a:lnTo>
                    <a:pt x="1" y="1076"/>
                  </a:lnTo>
                  <a:cubicBezTo>
                    <a:pt x="1" y="1142"/>
                    <a:pt x="66" y="1203"/>
                    <a:pt x="132" y="1203"/>
                  </a:cubicBezTo>
                  <a:lnTo>
                    <a:pt x="356" y="1203"/>
                  </a:lnTo>
                  <a:cubicBezTo>
                    <a:pt x="421" y="1203"/>
                    <a:pt x="467" y="1142"/>
                    <a:pt x="467" y="1076"/>
                  </a:cubicBezTo>
                  <a:lnTo>
                    <a:pt x="467" y="112"/>
                  </a:lnTo>
                  <a:cubicBezTo>
                    <a:pt x="467" y="46"/>
                    <a:pt x="421" y="0"/>
                    <a:pt x="35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1735;p39"/>
            <p:cNvSpPr/>
            <p:nvPr/>
          </p:nvSpPr>
          <p:spPr>
            <a:xfrm>
              <a:off x="2983153" y="2675903"/>
              <a:ext cx="194867" cy="25796"/>
            </a:xfrm>
            <a:custGeom>
              <a:avLst/>
              <a:gdLst/>
              <a:ahLst/>
              <a:cxnLst/>
              <a:rect l="l" t="t" r="r" b="b"/>
              <a:pathLst>
                <a:path w="6912" h="915" extrusionOk="0">
                  <a:moveTo>
                    <a:pt x="5720" y="448"/>
                  </a:moveTo>
                  <a:cubicBezTo>
                    <a:pt x="5755" y="448"/>
                    <a:pt x="5770" y="448"/>
                    <a:pt x="5786" y="464"/>
                  </a:cubicBezTo>
                  <a:cubicBezTo>
                    <a:pt x="5801" y="464"/>
                    <a:pt x="5817" y="483"/>
                    <a:pt x="5817" y="498"/>
                  </a:cubicBezTo>
                  <a:cubicBezTo>
                    <a:pt x="5867" y="579"/>
                    <a:pt x="5817" y="656"/>
                    <a:pt x="5720" y="656"/>
                  </a:cubicBezTo>
                  <a:cubicBezTo>
                    <a:pt x="5705" y="656"/>
                    <a:pt x="5689" y="656"/>
                    <a:pt x="5674" y="641"/>
                  </a:cubicBezTo>
                  <a:cubicBezTo>
                    <a:pt x="5658" y="641"/>
                    <a:pt x="5643" y="626"/>
                    <a:pt x="5643" y="610"/>
                  </a:cubicBezTo>
                  <a:cubicBezTo>
                    <a:pt x="5593" y="529"/>
                    <a:pt x="5643" y="448"/>
                    <a:pt x="5720" y="448"/>
                  </a:cubicBezTo>
                  <a:close/>
                  <a:moveTo>
                    <a:pt x="6156" y="386"/>
                  </a:moveTo>
                  <a:cubicBezTo>
                    <a:pt x="6187" y="386"/>
                    <a:pt x="6222" y="402"/>
                    <a:pt x="6252" y="417"/>
                  </a:cubicBezTo>
                  <a:cubicBezTo>
                    <a:pt x="6268" y="433"/>
                    <a:pt x="6283" y="433"/>
                    <a:pt x="6299" y="464"/>
                  </a:cubicBezTo>
                  <a:cubicBezTo>
                    <a:pt x="6380" y="595"/>
                    <a:pt x="6283" y="722"/>
                    <a:pt x="6156" y="722"/>
                  </a:cubicBezTo>
                  <a:cubicBezTo>
                    <a:pt x="6141" y="722"/>
                    <a:pt x="6106" y="707"/>
                    <a:pt x="6075" y="691"/>
                  </a:cubicBezTo>
                  <a:cubicBezTo>
                    <a:pt x="6044" y="676"/>
                    <a:pt x="6044" y="656"/>
                    <a:pt x="6029" y="641"/>
                  </a:cubicBezTo>
                  <a:cubicBezTo>
                    <a:pt x="5948" y="514"/>
                    <a:pt x="6044" y="386"/>
                    <a:pt x="6156" y="386"/>
                  </a:cubicBezTo>
                  <a:close/>
                  <a:moveTo>
                    <a:pt x="0" y="1"/>
                  </a:moveTo>
                  <a:lnTo>
                    <a:pt x="0" y="255"/>
                  </a:lnTo>
                  <a:cubicBezTo>
                    <a:pt x="0" y="626"/>
                    <a:pt x="289" y="915"/>
                    <a:pt x="660" y="915"/>
                  </a:cubicBezTo>
                  <a:lnTo>
                    <a:pt x="6252" y="915"/>
                  </a:lnTo>
                  <a:cubicBezTo>
                    <a:pt x="6607" y="915"/>
                    <a:pt x="6912" y="626"/>
                    <a:pt x="6912" y="255"/>
                  </a:cubicBezTo>
                  <a:lnTo>
                    <a:pt x="6912" y="62"/>
                  </a:lnTo>
                  <a:cubicBezTo>
                    <a:pt x="5898" y="271"/>
                    <a:pt x="4852" y="336"/>
                    <a:pt x="3873" y="336"/>
                  </a:cubicBezTo>
                  <a:cubicBezTo>
                    <a:pt x="2268" y="336"/>
                    <a:pt x="837" y="143"/>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39"/>
            <p:cNvSpPr/>
            <p:nvPr/>
          </p:nvSpPr>
          <p:spPr>
            <a:xfrm>
              <a:off x="3013911" y="2669052"/>
              <a:ext cx="7753" cy="6343"/>
            </a:xfrm>
            <a:custGeom>
              <a:avLst/>
              <a:gdLst/>
              <a:ahLst/>
              <a:cxnLst/>
              <a:rect l="l" t="t" r="r" b="b"/>
              <a:pathLst>
                <a:path w="275" h="225" extrusionOk="0">
                  <a:moveTo>
                    <a:pt x="132" y="1"/>
                  </a:moveTo>
                  <a:cubicBezTo>
                    <a:pt x="51" y="1"/>
                    <a:pt x="1" y="82"/>
                    <a:pt x="51" y="178"/>
                  </a:cubicBezTo>
                  <a:cubicBezTo>
                    <a:pt x="51" y="194"/>
                    <a:pt x="66" y="194"/>
                    <a:pt x="82" y="209"/>
                  </a:cubicBezTo>
                  <a:cubicBezTo>
                    <a:pt x="97" y="209"/>
                    <a:pt x="116" y="224"/>
                    <a:pt x="132" y="224"/>
                  </a:cubicBezTo>
                  <a:cubicBezTo>
                    <a:pt x="213" y="224"/>
                    <a:pt x="275" y="128"/>
                    <a:pt x="228" y="51"/>
                  </a:cubicBezTo>
                  <a:cubicBezTo>
                    <a:pt x="228" y="32"/>
                    <a:pt x="213" y="32"/>
                    <a:pt x="194" y="16"/>
                  </a:cubicBezTo>
                  <a:cubicBezTo>
                    <a:pt x="178" y="1"/>
                    <a:pt x="163" y="1"/>
                    <a:pt x="1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7" name="Google Shape;1737;p39"/>
            <p:cNvSpPr/>
            <p:nvPr/>
          </p:nvSpPr>
          <p:spPr>
            <a:xfrm>
              <a:off x="3130375" y="2670913"/>
              <a:ext cx="8176" cy="6315"/>
            </a:xfrm>
            <a:custGeom>
              <a:avLst/>
              <a:gdLst/>
              <a:ahLst/>
              <a:cxnLst/>
              <a:rect l="l" t="t" r="r" b="b"/>
              <a:pathLst>
                <a:path w="290" h="224" extrusionOk="0">
                  <a:moveTo>
                    <a:pt x="147" y="0"/>
                  </a:moveTo>
                  <a:cubicBezTo>
                    <a:pt x="66" y="0"/>
                    <a:pt x="1" y="97"/>
                    <a:pt x="51" y="178"/>
                  </a:cubicBezTo>
                  <a:cubicBezTo>
                    <a:pt x="66" y="193"/>
                    <a:pt x="82" y="193"/>
                    <a:pt x="82" y="209"/>
                  </a:cubicBezTo>
                  <a:cubicBezTo>
                    <a:pt x="112" y="224"/>
                    <a:pt x="132" y="224"/>
                    <a:pt x="147" y="224"/>
                  </a:cubicBezTo>
                  <a:cubicBezTo>
                    <a:pt x="228" y="224"/>
                    <a:pt x="290" y="143"/>
                    <a:pt x="244" y="47"/>
                  </a:cubicBezTo>
                  <a:cubicBezTo>
                    <a:pt x="244" y="31"/>
                    <a:pt x="228" y="31"/>
                    <a:pt x="209" y="16"/>
                  </a:cubicBezTo>
                  <a:cubicBezTo>
                    <a:pt x="193" y="16"/>
                    <a:pt x="163" y="0"/>
                    <a:pt x="1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8" name="Google Shape;1738;p39"/>
            <p:cNvSpPr/>
            <p:nvPr/>
          </p:nvSpPr>
          <p:spPr>
            <a:xfrm>
              <a:off x="3150392" y="2662314"/>
              <a:ext cx="8176" cy="6343"/>
            </a:xfrm>
            <a:custGeom>
              <a:avLst/>
              <a:gdLst/>
              <a:ahLst/>
              <a:cxnLst/>
              <a:rect l="l" t="t" r="r" b="b"/>
              <a:pathLst>
                <a:path w="290" h="225" extrusionOk="0">
                  <a:moveTo>
                    <a:pt x="143" y="1"/>
                  </a:moveTo>
                  <a:cubicBezTo>
                    <a:pt x="62" y="1"/>
                    <a:pt x="0" y="97"/>
                    <a:pt x="47" y="174"/>
                  </a:cubicBezTo>
                  <a:cubicBezTo>
                    <a:pt x="62" y="193"/>
                    <a:pt x="77" y="209"/>
                    <a:pt x="77" y="209"/>
                  </a:cubicBezTo>
                  <a:cubicBezTo>
                    <a:pt x="112" y="224"/>
                    <a:pt x="128" y="224"/>
                    <a:pt x="143" y="224"/>
                  </a:cubicBezTo>
                  <a:cubicBezTo>
                    <a:pt x="224" y="224"/>
                    <a:pt x="290" y="143"/>
                    <a:pt x="239" y="62"/>
                  </a:cubicBezTo>
                  <a:cubicBezTo>
                    <a:pt x="239" y="47"/>
                    <a:pt x="224" y="31"/>
                    <a:pt x="209" y="31"/>
                  </a:cubicBezTo>
                  <a:cubicBezTo>
                    <a:pt x="193" y="16"/>
                    <a:pt x="158" y="1"/>
                    <a:pt x="1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1739;p39"/>
            <p:cNvSpPr/>
            <p:nvPr/>
          </p:nvSpPr>
          <p:spPr>
            <a:xfrm>
              <a:off x="3140806" y="2688533"/>
              <a:ext cx="7753" cy="5892"/>
            </a:xfrm>
            <a:custGeom>
              <a:avLst/>
              <a:gdLst/>
              <a:ahLst/>
              <a:cxnLst/>
              <a:rect l="l" t="t" r="r" b="b"/>
              <a:pathLst>
                <a:path w="275" h="209" extrusionOk="0">
                  <a:moveTo>
                    <a:pt x="128" y="0"/>
                  </a:moveTo>
                  <a:cubicBezTo>
                    <a:pt x="51" y="0"/>
                    <a:pt x="1" y="81"/>
                    <a:pt x="51" y="162"/>
                  </a:cubicBezTo>
                  <a:cubicBezTo>
                    <a:pt x="51" y="178"/>
                    <a:pt x="66" y="193"/>
                    <a:pt x="82" y="193"/>
                  </a:cubicBezTo>
                  <a:cubicBezTo>
                    <a:pt x="97" y="208"/>
                    <a:pt x="113" y="208"/>
                    <a:pt x="128" y="208"/>
                  </a:cubicBezTo>
                  <a:cubicBezTo>
                    <a:pt x="225" y="208"/>
                    <a:pt x="275" y="131"/>
                    <a:pt x="225" y="50"/>
                  </a:cubicBezTo>
                  <a:cubicBezTo>
                    <a:pt x="225" y="35"/>
                    <a:pt x="209" y="16"/>
                    <a:pt x="194" y="16"/>
                  </a:cubicBezTo>
                  <a:cubicBezTo>
                    <a:pt x="178" y="0"/>
                    <a:pt x="163" y="0"/>
                    <a:pt x="128" y="0"/>
                  </a:cubicBezTo>
                  <a:close/>
                </a:path>
              </a:pathLst>
            </a:custGeom>
            <a:solidFill>
              <a:srgbClr val="0C22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0" name="Google Shape;1740;p39"/>
            <p:cNvSpPr/>
            <p:nvPr/>
          </p:nvSpPr>
          <p:spPr>
            <a:xfrm>
              <a:off x="3028487" y="2665471"/>
              <a:ext cx="12207" cy="9473"/>
            </a:xfrm>
            <a:custGeom>
              <a:avLst/>
              <a:gdLst/>
              <a:ahLst/>
              <a:cxnLst/>
              <a:rect l="l" t="t" r="r" b="b"/>
              <a:pathLst>
                <a:path w="433" h="336" extrusionOk="0">
                  <a:moveTo>
                    <a:pt x="224" y="0"/>
                  </a:moveTo>
                  <a:cubicBezTo>
                    <a:pt x="97" y="0"/>
                    <a:pt x="1" y="128"/>
                    <a:pt x="82" y="255"/>
                  </a:cubicBezTo>
                  <a:cubicBezTo>
                    <a:pt x="97" y="274"/>
                    <a:pt x="112" y="290"/>
                    <a:pt x="128" y="305"/>
                  </a:cubicBezTo>
                  <a:cubicBezTo>
                    <a:pt x="159" y="321"/>
                    <a:pt x="193" y="336"/>
                    <a:pt x="224" y="336"/>
                  </a:cubicBezTo>
                  <a:cubicBezTo>
                    <a:pt x="336" y="336"/>
                    <a:pt x="433" y="209"/>
                    <a:pt x="352" y="81"/>
                  </a:cubicBezTo>
                  <a:cubicBezTo>
                    <a:pt x="336" y="62"/>
                    <a:pt x="336" y="47"/>
                    <a:pt x="305" y="31"/>
                  </a:cubicBezTo>
                  <a:cubicBezTo>
                    <a:pt x="274" y="16"/>
                    <a:pt x="240" y="0"/>
                    <a:pt x="2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1" name="Google Shape;1741;p39"/>
            <p:cNvSpPr/>
            <p:nvPr/>
          </p:nvSpPr>
          <p:spPr>
            <a:xfrm>
              <a:off x="3150815" y="2686785"/>
              <a:ext cx="12207" cy="9473"/>
            </a:xfrm>
            <a:custGeom>
              <a:avLst/>
              <a:gdLst/>
              <a:ahLst/>
              <a:cxnLst/>
              <a:rect l="l" t="t" r="r" b="b"/>
              <a:pathLst>
                <a:path w="433" h="336" extrusionOk="0">
                  <a:moveTo>
                    <a:pt x="209" y="0"/>
                  </a:moveTo>
                  <a:cubicBezTo>
                    <a:pt x="97" y="0"/>
                    <a:pt x="1" y="128"/>
                    <a:pt x="82" y="255"/>
                  </a:cubicBezTo>
                  <a:cubicBezTo>
                    <a:pt x="97" y="270"/>
                    <a:pt x="97" y="290"/>
                    <a:pt x="128" y="305"/>
                  </a:cubicBezTo>
                  <a:cubicBezTo>
                    <a:pt x="159" y="321"/>
                    <a:pt x="194" y="336"/>
                    <a:pt x="209" y="336"/>
                  </a:cubicBezTo>
                  <a:cubicBezTo>
                    <a:pt x="336" y="336"/>
                    <a:pt x="433" y="209"/>
                    <a:pt x="352" y="78"/>
                  </a:cubicBezTo>
                  <a:cubicBezTo>
                    <a:pt x="336" y="47"/>
                    <a:pt x="321" y="47"/>
                    <a:pt x="305" y="31"/>
                  </a:cubicBezTo>
                  <a:cubicBezTo>
                    <a:pt x="275" y="16"/>
                    <a:pt x="240" y="0"/>
                    <a:pt x="209" y="0"/>
                  </a:cubicBezTo>
                  <a:close/>
                </a:path>
              </a:pathLst>
            </a:custGeom>
            <a:solidFill>
              <a:srgbClr val="0C22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2" name="Google Shape;1742;p39"/>
            <p:cNvSpPr/>
            <p:nvPr/>
          </p:nvSpPr>
          <p:spPr>
            <a:xfrm>
              <a:off x="2994007" y="2660904"/>
              <a:ext cx="12320" cy="9585"/>
            </a:xfrm>
            <a:custGeom>
              <a:avLst/>
              <a:gdLst/>
              <a:ahLst/>
              <a:cxnLst/>
              <a:rect l="l" t="t" r="r" b="b"/>
              <a:pathLst>
                <a:path w="437" h="340" extrusionOk="0">
                  <a:moveTo>
                    <a:pt x="209" y="0"/>
                  </a:moveTo>
                  <a:cubicBezTo>
                    <a:pt x="97" y="0"/>
                    <a:pt x="1" y="128"/>
                    <a:pt x="82" y="259"/>
                  </a:cubicBezTo>
                  <a:cubicBezTo>
                    <a:pt x="97" y="274"/>
                    <a:pt x="97" y="290"/>
                    <a:pt x="128" y="305"/>
                  </a:cubicBezTo>
                  <a:cubicBezTo>
                    <a:pt x="163" y="321"/>
                    <a:pt x="194" y="340"/>
                    <a:pt x="209" y="340"/>
                  </a:cubicBezTo>
                  <a:cubicBezTo>
                    <a:pt x="340" y="340"/>
                    <a:pt x="437" y="193"/>
                    <a:pt x="356" y="81"/>
                  </a:cubicBezTo>
                  <a:cubicBezTo>
                    <a:pt x="340" y="51"/>
                    <a:pt x="321" y="31"/>
                    <a:pt x="306" y="31"/>
                  </a:cubicBezTo>
                  <a:cubicBezTo>
                    <a:pt x="275" y="16"/>
                    <a:pt x="244" y="0"/>
                    <a:pt x="20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3" name="Google Shape;1743;p39"/>
            <p:cNvSpPr/>
            <p:nvPr/>
          </p:nvSpPr>
          <p:spPr>
            <a:xfrm>
              <a:off x="2987269" y="2673196"/>
              <a:ext cx="8627" cy="34395"/>
            </a:xfrm>
            <a:custGeom>
              <a:avLst/>
              <a:gdLst/>
              <a:ahLst/>
              <a:cxnLst/>
              <a:rect l="l" t="t" r="r" b="b"/>
              <a:pathLst>
                <a:path w="306" h="1220" extrusionOk="0">
                  <a:moveTo>
                    <a:pt x="159" y="0"/>
                  </a:moveTo>
                  <a:cubicBezTo>
                    <a:pt x="62" y="0"/>
                    <a:pt x="1" y="62"/>
                    <a:pt x="1" y="143"/>
                  </a:cubicBezTo>
                  <a:lnTo>
                    <a:pt x="1" y="1076"/>
                  </a:lnTo>
                  <a:cubicBezTo>
                    <a:pt x="1" y="1157"/>
                    <a:pt x="62" y="1219"/>
                    <a:pt x="159" y="1219"/>
                  </a:cubicBezTo>
                  <a:cubicBezTo>
                    <a:pt x="240" y="1219"/>
                    <a:pt x="305" y="1157"/>
                    <a:pt x="305" y="1076"/>
                  </a:cubicBezTo>
                  <a:lnTo>
                    <a:pt x="305" y="143"/>
                  </a:lnTo>
                  <a:cubicBezTo>
                    <a:pt x="305" y="62"/>
                    <a:pt x="240" y="0"/>
                    <a:pt x="1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4" name="Google Shape;1744;p39"/>
            <p:cNvSpPr/>
            <p:nvPr/>
          </p:nvSpPr>
          <p:spPr>
            <a:xfrm>
              <a:off x="2940525" y="2791380"/>
              <a:ext cx="67549" cy="73864"/>
            </a:xfrm>
            <a:custGeom>
              <a:avLst/>
              <a:gdLst/>
              <a:ahLst/>
              <a:cxnLst/>
              <a:rect l="l" t="t" r="r" b="b"/>
              <a:pathLst>
                <a:path w="2396" h="2620" extrusionOk="0">
                  <a:moveTo>
                    <a:pt x="0" y="1"/>
                  </a:moveTo>
                  <a:lnTo>
                    <a:pt x="50" y="757"/>
                  </a:lnTo>
                  <a:lnTo>
                    <a:pt x="147" y="2620"/>
                  </a:lnTo>
                  <a:lnTo>
                    <a:pt x="2237" y="2620"/>
                  </a:lnTo>
                  <a:lnTo>
                    <a:pt x="2349" y="757"/>
                  </a:lnTo>
                  <a:lnTo>
                    <a:pt x="239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5" name="Google Shape;1745;p39"/>
            <p:cNvSpPr/>
            <p:nvPr/>
          </p:nvSpPr>
          <p:spPr>
            <a:xfrm>
              <a:off x="2940525" y="2791380"/>
              <a:ext cx="67549" cy="21342"/>
            </a:xfrm>
            <a:custGeom>
              <a:avLst/>
              <a:gdLst/>
              <a:ahLst/>
              <a:cxnLst/>
              <a:rect l="l" t="t" r="r" b="b"/>
              <a:pathLst>
                <a:path w="2396" h="757" extrusionOk="0">
                  <a:moveTo>
                    <a:pt x="0" y="1"/>
                  </a:moveTo>
                  <a:lnTo>
                    <a:pt x="50" y="757"/>
                  </a:lnTo>
                  <a:lnTo>
                    <a:pt x="2349" y="757"/>
                  </a:lnTo>
                  <a:lnTo>
                    <a:pt x="239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6" name="Google Shape;1746;p39"/>
            <p:cNvSpPr/>
            <p:nvPr/>
          </p:nvSpPr>
          <p:spPr>
            <a:xfrm>
              <a:off x="2932913" y="2783684"/>
              <a:ext cx="82886" cy="15449"/>
            </a:xfrm>
            <a:custGeom>
              <a:avLst/>
              <a:gdLst/>
              <a:ahLst/>
              <a:cxnLst/>
              <a:rect l="l" t="t" r="r" b="b"/>
              <a:pathLst>
                <a:path w="2940" h="548" extrusionOk="0">
                  <a:moveTo>
                    <a:pt x="174" y="0"/>
                  </a:moveTo>
                  <a:cubicBezTo>
                    <a:pt x="77" y="0"/>
                    <a:pt x="0" y="81"/>
                    <a:pt x="0" y="177"/>
                  </a:cubicBezTo>
                  <a:lnTo>
                    <a:pt x="0" y="355"/>
                  </a:lnTo>
                  <a:cubicBezTo>
                    <a:pt x="0" y="467"/>
                    <a:pt x="77" y="548"/>
                    <a:pt x="174" y="548"/>
                  </a:cubicBezTo>
                  <a:lnTo>
                    <a:pt x="2746" y="548"/>
                  </a:lnTo>
                  <a:cubicBezTo>
                    <a:pt x="2858" y="548"/>
                    <a:pt x="2939" y="467"/>
                    <a:pt x="2939" y="355"/>
                  </a:cubicBezTo>
                  <a:lnTo>
                    <a:pt x="2939" y="177"/>
                  </a:lnTo>
                  <a:cubicBezTo>
                    <a:pt x="2939" y="81"/>
                    <a:pt x="2858" y="0"/>
                    <a:pt x="274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7" name="Google Shape;1747;p39"/>
            <p:cNvSpPr/>
            <p:nvPr/>
          </p:nvSpPr>
          <p:spPr>
            <a:xfrm>
              <a:off x="2950083" y="2825437"/>
              <a:ext cx="6343" cy="25345"/>
            </a:xfrm>
            <a:custGeom>
              <a:avLst/>
              <a:gdLst/>
              <a:ahLst/>
              <a:cxnLst/>
              <a:rect l="l" t="t" r="r" b="b"/>
              <a:pathLst>
                <a:path w="225" h="899" extrusionOk="0">
                  <a:moveTo>
                    <a:pt x="112" y="0"/>
                  </a:moveTo>
                  <a:cubicBezTo>
                    <a:pt x="47" y="0"/>
                    <a:pt x="1" y="193"/>
                    <a:pt x="1" y="448"/>
                  </a:cubicBezTo>
                  <a:cubicBezTo>
                    <a:pt x="1" y="691"/>
                    <a:pt x="47" y="899"/>
                    <a:pt x="112" y="899"/>
                  </a:cubicBezTo>
                  <a:cubicBezTo>
                    <a:pt x="178" y="899"/>
                    <a:pt x="224" y="691"/>
                    <a:pt x="224" y="448"/>
                  </a:cubicBezTo>
                  <a:cubicBezTo>
                    <a:pt x="224" y="193"/>
                    <a:pt x="178" y="0"/>
                    <a:pt x="11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8" name="Google Shape;1748;p39"/>
            <p:cNvSpPr/>
            <p:nvPr/>
          </p:nvSpPr>
          <p:spPr>
            <a:xfrm>
              <a:off x="2964123" y="2825437"/>
              <a:ext cx="6879" cy="25345"/>
            </a:xfrm>
            <a:custGeom>
              <a:avLst/>
              <a:gdLst/>
              <a:ahLst/>
              <a:cxnLst/>
              <a:rect l="l" t="t" r="r" b="b"/>
              <a:pathLst>
                <a:path w="244" h="899" extrusionOk="0">
                  <a:moveTo>
                    <a:pt x="127" y="0"/>
                  </a:moveTo>
                  <a:cubicBezTo>
                    <a:pt x="66" y="0"/>
                    <a:pt x="0" y="193"/>
                    <a:pt x="0" y="448"/>
                  </a:cubicBezTo>
                  <a:cubicBezTo>
                    <a:pt x="0" y="691"/>
                    <a:pt x="66" y="899"/>
                    <a:pt x="127" y="899"/>
                  </a:cubicBezTo>
                  <a:cubicBezTo>
                    <a:pt x="193" y="899"/>
                    <a:pt x="243" y="691"/>
                    <a:pt x="243" y="448"/>
                  </a:cubicBezTo>
                  <a:cubicBezTo>
                    <a:pt x="243" y="193"/>
                    <a:pt x="193" y="0"/>
                    <a:pt x="1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9" name="Google Shape;1749;p39"/>
            <p:cNvSpPr/>
            <p:nvPr/>
          </p:nvSpPr>
          <p:spPr>
            <a:xfrm>
              <a:off x="2978585" y="2825437"/>
              <a:ext cx="6879" cy="25345"/>
            </a:xfrm>
            <a:custGeom>
              <a:avLst/>
              <a:gdLst/>
              <a:ahLst/>
              <a:cxnLst/>
              <a:rect l="l" t="t" r="r" b="b"/>
              <a:pathLst>
                <a:path w="244" h="899" extrusionOk="0">
                  <a:moveTo>
                    <a:pt x="116" y="0"/>
                  </a:moveTo>
                  <a:cubicBezTo>
                    <a:pt x="50" y="0"/>
                    <a:pt x="0" y="193"/>
                    <a:pt x="0" y="448"/>
                  </a:cubicBezTo>
                  <a:cubicBezTo>
                    <a:pt x="0" y="691"/>
                    <a:pt x="50" y="899"/>
                    <a:pt x="116" y="899"/>
                  </a:cubicBezTo>
                  <a:cubicBezTo>
                    <a:pt x="178" y="899"/>
                    <a:pt x="243" y="691"/>
                    <a:pt x="243" y="448"/>
                  </a:cubicBezTo>
                  <a:cubicBezTo>
                    <a:pt x="243" y="193"/>
                    <a:pt x="178" y="0"/>
                    <a:pt x="1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0" name="Google Shape;1750;p39"/>
            <p:cNvSpPr/>
            <p:nvPr/>
          </p:nvSpPr>
          <p:spPr>
            <a:xfrm>
              <a:off x="2993133" y="2825437"/>
              <a:ext cx="6343" cy="25345"/>
            </a:xfrm>
            <a:custGeom>
              <a:avLst/>
              <a:gdLst/>
              <a:ahLst/>
              <a:cxnLst/>
              <a:rect l="l" t="t" r="r" b="b"/>
              <a:pathLst>
                <a:path w="225" h="899" extrusionOk="0">
                  <a:moveTo>
                    <a:pt x="113" y="0"/>
                  </a:moveTo>
                  <a:cubicBezTo>
                    <a:pt x="47" y="0"/>
                    <a:pt x="1" y="193"/>
                    <a:pt x="1" y="448"/>
                  </a:cubicBezTo>
                  <a:cubicBezTo>
                    <a:pt x="1" y="691"/>
                    <a:pt x="47" y="899"/>
                    <a:pt x="113" y="899"/>
                  </a:cubicBezTo>
                  <a:cubicBezTo>
                    <a:pt x="178" y="899"/>
                    <a:pt x="225" y="691"/>
                    <a:pt x="225" y="448"/>
                  </a:cubicBezTo>
                  <a:cubicBezTo>
                    <a:pt x="225" y="193"/>
                    <a:pt x="178" y="0"/>
                    <a:pt x="1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1" name="Google Shape;1751;p39"/>
            <p:cNvSpPr/>
            <p:nvPr/>
          </p:nvSpPr>
          <p:spPr>
            <a:xfrm>
              <a:off x="3142216" y="2817712"/>
              <a:ext cx="107357" cy="46659"/>
            </a:xfrm>
            <a:custGeom>
              <a:avLst/>
              <a:gdLst/>
              <a:ahLst/>
              <a:cxnLst/>
              <a:rect l="l" t="t" r="r" b="b"/>
              <a:pathLst>
                <a:path w="3808" h="1655" extrusionOk="0">
                  <a:moveTo>
                    <a:pt x="1" y="0"/>
                  </a:moveTo>
                  <a:lnTo>
                    <a:pt x="1" y="1300"/>
                  </a:lnTo>
                  <a:cubicBezTo>
                    <a:pt x="1" y="1493"/>
                    <a:pt x="159" y="1655"/>
                    <a:pt x="352" y="1655"/>
                  </a:cubicBezTo>
                  <a:lnTo>
                    <a:pt x="3472" y="1655"/>
                  </a:lnTo>
                  <a:cubicBezTo>
                    <a:pt x="3665" y="1655"/>
                    <a:pt x="3808" y="1493"/>
                    <a:pt x="3808" y="1300"/>
                  </a:cubicBezTo>
                  <a:lnTo>
                    <a:pt x="380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2" name="Google Shape;1752;p39"/>
            <p:cNvSpPr/>
            <p:nvPr/>
          </p:nvSpPr>
          <p:spPr>
            <a:xfrm>
              <a:off x="3212923" y="2770066"/>
              <a:ext cx="10882" cy="62559"/>
            </a:xfrm>
            <a:custGeom>
              <a:avLst/>
              <a:gdLst/>
              <a:ahLst/>
              <a:cxnLst/>
              <a:rect l="l" t="t" r="r" b="b"/>
              <a:pathLst>
                <a:path w="386" h="2219" extrusionOk="0">
                  <a:moveTo>
                    <a:pt x="305" y="1"/>
                  </a:moveTo>
                  <a:cubicBezTo>
                    <a:pt x="270" y="1"/>
                    <a:pt x="224" y="16"/>
                    <a:pt x="224" y="66"/>
                  </a:cubicBezTo>
                  <a:lnTo>
                    <a:pt x="0" y="2122"/>
                  </a:lnTo>
                  <a:cubicBezTo>
                    <a:pt x="0" y="2172"/>
                    <a:pt x="31" y="2203"/>
                    <a:pt x="62" y="2219"/>
                  </a:cubicBezTo>
                  <a:lnTo>
                    <a:pt x="77" y="2219"/>
                  </a:lnTo>
                  <a:cubicBezTo>
                    <a:pt x="112" y="2219"/>
                    <a:pt x="143" y="2188"/>
                    <a:pt x="158" y="2138"/>
                  </a:cubicBezTo>
                  <a:lnTo>
                    <a:pt x="366" y="82"/>
                  </a:lnTo>
                  <a:cubicBezTo>
                    <a:pt x="386" y="36"/>
                    <a:pt x="351" y="1"/>
                    <a:pt x="30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3" name="Google Shape;1753;p39"/>
            <p:cNvSpPr/>
            <p:nvPr/>
          </p:nvSpPr>
          <p:spPr>
            <a:xfrm>
              <a:off x="3195134" y="2793184"/>
              <a:ext cx="22272" cy="16464"/>
            </a:xfrm>
            <a:custGeom>
              <a:avLst/>
              <a:gdLst/>
              <a:ahLst/>
              <a:cxnLst/>
              <a:rect l="l" t="t" r="r" b="b"/>
              <a:pathLst>
                <a:path w="790" h="584" extrusionOk="0">
                  <a:moveTo>
                    <a:pt x="150" y="0"/>
                  </a:moveTo>
                  <a:cubicBezTo>
                    <a:pt x="118" y="0"/>
                    <a:pt x="99" y="2"/>
                    <a:pt x="99" y="2"/>
                  </a:cubicBezTo>
                  <a:cubicBezTo>
                    <a:pt x="99" y="2"/>
                    <a:pt x="1" y="584"/>
                    <a:pt x="528" y="584"/>
                  </a:cubicBezTo>
                  <a:cubicBezTo>
                    <a:pt x="602" y="584"/>
                    <a:pt x="689" y="572"/>
                    <a:pt x="789" y="546"/>
                  </a:cubicBezTo>
                  <a:cubicBezTo>
                    <a:pt x="723" y="45"/>
                    <a:pt x="298" y="0"/>
                    <a:pt x="15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4" name="Google Shape;1754;p39"/>
            <p:cNvSpPr/>
            <p:nvPr/>
          </p:nvSpPr>
          <p:spPr>
            <a:xfrm>
              <a:off x="3171142" y="2783684"/>
              <a:ext cx="24950" cy="29489"/>
            </a:xfrm>
            <a:custGeom>
              <a:avLst/>
              <a:gdLst/>
              <a:ahLst/>
              <a:cxnLst/>
              <a:rect l="l" t="t" r="r" b="b"/>
              <a:pathLst>
                <a:path w="885" h="1046" extrusionOk="0">
                  <a:moveTo>
                    <a:pt x="691" y="0"/>
                  </a:moveTo>
                  <a:cubicBezTo>
                    <a:pt x="691" y="0"/>
                    <a:pt x="1" y="208"/>
                    <a:pt x="132" y="1045"/>
                  </a:cubicBezTo>
                  <a:cubicBezTo>
                    <a:pt x="884" y="852"/>
                    <a:pt x="691" y="0"/>
                    <a:pt x="69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5" name="Google Shape;1755;p39"/>
            <p:cNvSpPr/>
            <p:nvPr/>
          </p:nvSpPr>
          <p:spPr>
            <a:xfrm>
              <a:off x="3217378" y="2805307"/>
              <a:ext cx="24048" cy="14632"/>
            </a:xfrm>
            <a:custGeom>
              <a:avLst/>
              <a:gdLst/>
              <a:ahLst/>
              <a:cxnLst/>
              <a:rect l="l" t="t" r="r" b="b"/>
              <a:pathLst>
                <a:path w="853" h="519" extrusionOk="0">
                  <a:moveTo>
                    <a:pt x="452" y="0"/>
                  </a:moveTo>
                  <a:cubicBezTo>
                    <a:pt x="295" y="0"/>
                    <a:pt x="123" y="99"/>
                    <a:pt x="0" y="440"/>
                  </a:cubicBezTo>
                  <a:cubicBezTo>
                    <a:pt x="112" y="496"/>
                    <a:pt x="214" y="519"/>
                    <a:pt x="305" y="519"/>
                  </a:cubicBezTo>
                  <a:cubicBezTo>
                    <a:pt x="660" y="519"/>
                    <a:pt x="853" y="182"/>
                    <a:pt x="853" y="182"/>
                  </a:cubicBezTo>
                  <a:cubicBezTo>
                    <a:pt x="853" y="182"/>
                    <a:pt x="666" y="0"/>
                    <a:pt x="45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6" name="Google Shape;1756;p39"/>
            <p:cNvSpPr/>
            <p:nvPr/>
          </p:nvSpPr>
          <p:spPr>
            <a:xfrm>
              <a:off x="3193414" y="2741535"/>
              <a:ext cx="57992" cy="47025"/>
            </a:xfrm>
            <a:custGeom>
              <a:avLst/>
              <a:gdLst/>
              <a:ahLst/>
              <a:cxnLst/>
              <a:rect l="l" t="t" r="r" b="b"/>
              <a:pathLst>
                <a:path w="2057" h="1668" extrusionOk="0">
                  <a:moveTo>
                    <a:pt x="1022" y="1"/>
                  </a:moveTo>
                  <a:cubicBezTo>
                    <a:pt x="440" y="1"/>
                    <a:pt x="0" y="610"/>
                    <a:pt x="287" y="1240"/>
                  </a:cubicBezTo>
                  <a:cubicBezTo>
                    <a:pt x="353" y="1383"/>
                    <a:pt x="480" y="1510"/>
                    <a:pt x="627" y="1576"/>
                  </a:cubicBezTo>
                  <a:cubicBezTo>
                    <a:pt x="761" y="1639"/>
                    <a:pt x="894" y="1668"/>
                    <a:pt x="1021" y="1668"/>
                  </a:cubicBezTo>
                  <a:cubicBezTo>
                    <a:pt x="1610" y="1668"/>
                    <a:pt x="2057" y="1056"/>
                    <a:pt x="1768" y="434"/>
                  </a:cubicBezTo>
                  <a:cubicBezTo>
                    <a:pt x="1703" y="292"/>
                    <a:pt x="1575" y="161"/>
                    <a:pt x="1429" y="99"/>
                  </a:cubicBezTo>
                  <a:cubicBezTo>
                    <a:pt x="1290" y="31"/>
                    <a:pt x="1153" y="1"/>
                    <a:pt x="102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7" name="Google Shape;1757;p39"/>
            <p:cNvSpPr/>
            <p:nvPr/>
          </p:nvSpPr>
          <p:spPr>
            <a:xfrm>
              <a:off x="3205819" y="2751769"/>
              <a:ext cx="33211" cy="26755"/>
            </a:xfrm>
            <a:custGeom>
              <a:avLst/>
              <a:gdLst/>
              <a:ahLst/>
              <a:cxnLst/>
              <a:rect l="l" t="t" r="r" b="b"/>
              <a:pathLst>
                <a:path w="1178" h="949" extrusionOk="0">
                  <a:moveTo>
                    <a:pt x="580" y="1"/>
                  </a:moveTo>
                  <a:cubicBezTo>
                    <a:pt x="248" y="1"/>
                    <a:pt x="1" y="344"/>
                    <a:pt x="171" y="700"/>
                  </a:cubicBezTo>
                  <a:cubicBezTo>
                    <a:pt x="202" y="781"/>
                    <a:pt x="267" y="858"/>
                    <a:pt x="364" y="893"/>
                  </a:cubicBezTo>
                  <a:cubicBezTo>
                    <a:pt x="443" y="931"/>
                    <a:pt x="522" y="948"/>
                    <a:pt x="596" y="948"/>
                  </a:cubicBezTo>
                  <a:cubicBezTo>
                    <a:pt x="929" y="948"/>
                    <a:pt x="1178" y="605"/>
                    <a:pt x="1004" y="249"/>
                  </a:cubicBezTo>
                  <a:cubicBezTo>
                    <a:pt x="973" y="152"/>
                    <a:pt x="892" y="87"/>
                    <a:pt x="811" y="56"/>
                  </a:cubicBezTo>
                  <a:cubicBezTo>
                    <a:pt x="732" y="18"/>
                    <a:pt x="654" y="1"/>
                    <a:pt x="58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8" name="Google Shape;1758;p39"/>
            <p:cNvSpPr/>
            <p:nvPr/>
          </p:nvSpPr>
          <p:spPr>
            <a:xfrm>
              <a:off x="3214700" y="2758930"/>
              <a:ext cx="15365" cy="12320"/>
            </a:xfrm>
            <a:custGeom>
              <a:avLst/>
              <a:gdLst/>
              <a:ahLst/>
              <a:cxnLst/>
              <a:rect l="l" t="t" r="r" b="b"/>
              <a:pathLst>
                <a:path w="545" h="437" extrusionOk="0">
                  <a:moveTo>
                    <a:pt x="274" y="0"/>
                  </a:moveTo>
                  <a:cubicBezTo>
                    <a:pt x="116" y="0"/>
                    <a:pt x="1" y="161"/>
                    <a:pt x="80" y="334"/>
                  </a:cubicBezTo>
                  <a:cubicBezTo>
                    <a:pt x="95" y="365"/>
                    <a:pt x="130" y="396"/>
                    <a:pt x="161" y="411"/>
                  </a:cubicBezTo>
                  <a:cubicBezTo>
                    <a:pt x="199" y="429"/>
                    <a:pt x="236" y="437"/>
                    <a:pt x="272" y="437"/>
                  </a:cubicBezTo>
                  <a:cubicBezTo>
                    <a:pt x="430" y="437"/>
                    <a:pt x="544" y="277"/>
                    <a:pt x="465" y="107"/>
                  </a:cubicBezTo>
                  <a:cubicBezTo>
                    <a:pt x="450" y="76"/>
                    <a:pt x="419" y="45"/>
                    <a:pt x="384" y="26"/>
                  </a:cubicBezTo>
                  <a:cubicBezTo>
                    <a:pt x="347" y="8"/>
                    <a:pt x="309" y="0"/>
                    <a:pt x="2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9" name="Google Shape;1759;p39"/>
            <p:cNvSpPr/>
            <p:nvPr/>
          </p:nvSpPr>
          <p:spPr>
            <a:xfrm>
              <a:off x="3162994" y="2785262"/>
              <a:ext cx="19509" cy="50521"/>
            </a:xfrm>
            <a:custGeom>
              <a:avLst/>
              <a:gdLst/>
              <a:ahLst/>
              <a:cxnLst/>
              <a:rect l="l" t="t" r="r" b="b"/>
              <a:pathLst>
                <a:path w="692" h="1792" extrusionOk="0">
                  <a:moveTo>
                    <a:pt x="101" y="0"/>
                  </a:moveTo>
                  <a:cubicBezTo>
                    <a:pt x="85" y="0"/>
                    <a:pt x="68" y="4"/>
                    <a:pt x="51" y="10"/>
                  </a:cubicBezTo>
                  <a:cubicBezTo>
                    <a:pt x="16" y="25"/>
                    <a:pt x="1" y="75"/>
                    <a:pt x="35" y="106"/>
                  </a:cubicBezTo>
                  <a:cubicBezTo>
                    <a:pt x="35" y="121"/>
                    <a:pt x="467" y="877"/>
                    <a:pt x="548" y="1730"/>
                  </a:cubicBezTo>
                  <a:cubicBezTo>
                    <a:pt x="548" y="1761"/>
                    <a:pt x="579" y="1792"/>
                    <a:pt x="614" y="1792"/>
                  </a:cubicBezTo>
                  <a:lnTo>
                    <a:pt x="629" y="1792"/>
                  </a:lnTo>
                  <a:cubicBezTo>
                    <a:pt x="660" y="1792"/>
                    <a:pt x="691" y="1745"/>
                    <a:pt x="691" y="1714"/>
                  </a:cubicBezTo>
                  <a:cubicBezTo>
                    <a:pt x="614" y="827"/>
                    <a:pt x="178" y="75"/>
                    <a:pt x="163" y="40"/>
                  </a:cubicBezTo>
                  <a:cubicBezTo>
                    <a:pt x="153" y="11"/>
                    <a:pt x="129" y="0"/>
                    <a:pt x="1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0" name="Google Shape;1760;p39"/>
            <p:cNvSpPr/>
            <p:nvPr/>
          </p:nvSpPr>
          <p:spPr>
            <a:xfrm>
              <a:off x="3123637" y="2740605"/>
              <a:ext cx="68846" cy="48886"/>
            </a:xfrm>
            <a:custGeom>
              <a:avLst/>
              <a:gdLst/>
              <a:ahLst/>
              <a:cxnLst/>
              <a:rect l="l" t="t" r="r" b="b"/>
              <a:pathLst>
                <a:path w="2442" h="1734" extrusionOk="0">
                  <a:moveTo>
                    <a:pt x="1879" y="1"/>
                  </a:moveTo>
                  <a:lnTo>
                    <a:pt x="1447" y="645"/>
                  </a:lnTo>
                  <a:lnTo>
                    <a:pt x="772" y="97"/>
                  </a:lnTo>
                  <a:lnTo>
                    <a:pt x="772" y="903"/>
                  </a:lnTo>
                  <a:lnTo>
                    <a:pt x="0" y="934"/>
                  </a:lnTo>
                  <a:cubicBezTo>
                    <a:pt x="0" y="934"/>
                    <a:pt x="422" y="1734"/>
                    <a:pt x="1102" y="1734"/>
                  </a:cubicBezTo>
                  <a:cubicBezTo>
                    <a:pt x="1229" y="1734"/>
                    <a:pt x="1365" y="1706"/>
                    <a:pt x="1509" y="1640"/>
                  </a:cubicBezTo>
                  <a:cubicBezTo>
                    <a:pt x="2442" y="1223"/>
                    <a:pt x="1879" y="1"/>
                    <a:pt x="187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1" name="Google Shape;1761;p39"/>
            <p:cNvSpPr/>
            <p:nvPr/>
          </p:nvSpPr>
          <p:spPr>
            <a:xfrm>
              <a:off x="3152563" y="2825437"/>
              <a:ext cx="87030" cy="31237"/>
            </a:xfrm>
            <a:custGeom>
              <a:avLst/>
              <a:gdLst/>
              <a:ahLst/>
              <a:cxnLst/>
              <a:rect l="l" t="t" r="r" b="b"/>
              <a:pathLst>
                <a:path w="3087" h="1108" extrusionOk="0">
                  <a:moveTo>
                    <a:pt x="0" y="0"/>
                  </a:moveTo>
                  <a:lnTo>
                    <a:pt x="0" y="833"/>
                  </a:lnTo>
                  <a:cubicBezTo>
                    <a:pt x="0" y="980"/>
                    <a:pt x="116" y="1107"/>
                    <a:pt x="259" y="1107"/>
                  </a:cubicBezTo>
                  <a:lnTo>
                    <a:pt x="2816" y="1107"/>
                  </a:lnTo>
                  <a:cubicBezTo>
                    <a:pt x="2974" y="1107"/>
                    <a:pt x="3086" y="980"/>
                    <a:pt x="3086" y="833"/>
                  </a:cubicBezTo>
                  <a:lnTo>
                    <a:pt x="308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2" name="Google Shape;1762;p39"/>
            <p:cNvSpPr/>
            <p:nvPr/>
          </p:nvSpPr>
          <p:spPr>
            <a:xfrm>
              <a:off x="3152563" y="2836742"/>
              <a:ext cx="87030" cy="19932"/>
            </a:xfrm>
            <a:custGeom>
              <a:avLst/>
              <a:gdLst/>
              <a:ahLst/>
              <a:cxnLst/>
              <a:rect l="l" t="t" r="r" b="b"/>
              <a:pathLst>
                <a:path w="3087" h="707" extrusionOk="0">
                  <a:moveTo>
                    <a:pt x="0" y="0"/>
                  </a:moveTo>
                  <a:lnTo>
                    <a:pt x="0" y="706"/>
                  </a:lnTo>
                  <a:lnTo>
                    <a:pt x="3086" y="706"/>
                  </a:lnTo>
                  <a:lnTo>
                    <a:pt x="308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3" name="Google Shape;1763;p39"/>
            <p:cNvSpPr/>
            <p:nvPr/>
          </p:nvSpPr>
          <p:spPr>
            <a:xfrm>
              <a:off x="3158540" y="2829017"/>
              <a:ext cx="8176" cy="21342"/>
            </a:xfrm>
            <a:custGeom>
              <a:avLst/>
              <a:gdLst/>
              <a:ahLst/>
              <a:cxnLst/>
              <a:rect l="l" t="t" r="r" b="b"/>
              <a:pathLst>
                <a:path w="290" h="757" extrusionOk="0">
                  <a:moveTo>
                    <a:pt x="143" y="0"/>
                  </a:moveTo>
                  <a:cubicBezTo>
                    <a:pt x="62" y="0"/>
                    <a:pt x="1" y="66"/>
                    <a:pt x="1" y="162"/>
                  </a:cubicBezTo>
                  <a:lnTo>
                    <a:pt x="1" y="594"/>
                  </a:lnTo>
                  <a:cubicBezTo>
                    <a:pt x="1" y="691"/>
                    <a:pt x="62" y="756"/>
                    <a:pt x="143" y="756"/>
                  </a:cubicBezTo>
                  <a:cubicBezTo>
                    <a:pt x="224" y="756"/>
                    <a:pt x="290" y="691"/>
                    <a:pt x="290" y="594"/>
                  </a:cubicBezTo>
                  <a:lnTo>
                    <a:pt x="290" y="162"/>
                  </a:lnTo>
                  <a:cubicBezTo>
                    <a:pt x="290" y="66"/>
                    <a:pt x="224" y="0"/>
                    <a:pt x="1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4" name="Google Shape;1764;p39"/>
            <p:cNvSpPr/>
            <p:nvPr/>
          </p:nvSpPr>
          <p:spPr>
            <a:xfrm>
              <a:off x="3045656" y="2803672"/>
              <a:ext cx="48970" cy="61572"/>
            </a:xfrm>
            <a:custGeom>
              <a:avLst/>
              <a:gdLst/>
              <a:ahLst/>
              <a:cxnLst/>
              <a:rect l="l" t="t" r="r" b="b"/>
              <a:pathLst>
                <a:path w="1737" h="2184" extrusionOk="0">
                  <a:moveTo>
                    <a:pt x="128" y="1"/>
                  </a:moveTo>
                  <a:cubicBezTo>
                    <a:pt x="67" y="1"/>
                    <a:pt x="1" y="47"/>
                    <a:pt x="1" y="128"/>
                  </a:cubicBezTo>
                  <a:lnTo>
                    <a:pt x="1" y="2057"/>
                  </a:lnTo>
                  <a:cubicBezTo>
                    <a:pt x="1" y="2122"/>
                    <a:pt x="67" y="2184"/>
                    <a:pt x="128" y="2184"/>
                  </a:cubicBezTo>
                  <a:lnTo>
                    <a:pt x="1609" y="2184"/>
                  </a:lnTo>
                  <a:cubicBezTo>
                    <a:pt x="1690" y="2184"/>
                    <a:pt x="1737" y="2122"/>
                    <a:pt x="1737" y="2057"/>
                  </a:cubicBezTo>
                  <a:lnTo>
                    <a:pt x="1737" y="128"/>
                  </a:lnTo>
                  <a:cubicBezTo>
                    <a:pt x="1737" y="47"/>
                    <a:pt x="1690" y="1"/>
                    <a:pt x="160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5" name="Google Shape;1765;p39"/>
            <p:cNvSpPr/>
            <p:nvPr/>
          </p:nvSpPr>
          <p:spPr>
            <a:xfrm>
              <a:off x="3067421" y="2782810"/>
              <a:ext cx="7302" cy="38962"/>
            </a:xfrm>
            <a:custGeom>
              <a:avLst/>
              <a:gdLst/>
              <a:ahLst/>
              <a:cxnLst/>
              <a:rect l="l" t="t" r="r" b="b"/>
              <a:pathLst>
                <a:path w="259" h="1382" extrusionOk="0">
                  <a:moveTo>
                    <a:pt x="193" y="0"/>
                  </a:moveTo>
                  <a:cubicBezTo>
                    <a:pt x="162" y="0"/>
                    <a:pt x="112" y="16"/>
                    <a:pt x="112" y="66"/>
                  </a:cubicBezTo>
                  <a:cubicBezTo>
                    <a:pt x="97" y="81"/>
                    <a:pt x="0" y="610"/>
                    <a:pt x="16" y="1319"/>
                  </a:cubicBezTo>
                  <a:cubicBezTo>
                    <a:pt x="31" y="1350"/>
                    <a:pt x="66" y="1381"/>
                    <a:pt x="97" y="1381"/>
                  </a:cubicBezTo>
                  <a:cubicBezTo>
                    <a:pt x="147" y="1381"/>
                    <a:pt x="178" y="1350"/>
                    <a:pt x="178" y="1300"/>
                  </a:cubicBezTo>
                  <a:cubicBezTo>
                    <a:pt x="147" y="625"/>
                    <a:pt x="259" y="97"/>
                    <a:pt x="259" y="97"/>
                  </a:cubicBezTo>
                  <a:cubicBezTo>
                    <a:pt x="259" y="46"/>
                    <a:pt x="243" y="16"/>
                    <a:pt x="19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6" name="Google Shape;1766;p39"/>
            <p:cNvSpPr/>
            <p:nvPr/>
          </p:nvSpPr>
          <p:spPr>
            <a:xfrm>
              <a:off x="3047094" y="2766486"/>
              <a:ext cx="29377" cy="31237"/>
            </a:xfrm>
            <a:custGeom>
              <a:avLst/>
              <a:gdLst/>
              <a:ahLst/>
              <a:cxnLst/>
              <a:rect l="l" t="t" r="r" b="b"/>
              <a:pathLst>
                <a:path w="1042" h="1108" extrusionOk="0">
                  <a:moveTo>
                    <a:pt x="255" y="1"/>
                  </a:moveTo>
                  <a:cubicBezTo>
                    <a:pt x="255" y="1"/>
                    <a:pt x="0" y="676"/>
                    <a:pt x="721" y="1108"/>
                  </a:cubicBezTo>
                  <a:cubicBezTo>
                    <a:pt x="1041" y="386"/>
                    <a:pt x="255" y="1"/>
                    <a:pt x="2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7" name="Google Shape;1767;p39"/>
            <p:cNvSpPr/>
            <p:nvPr/>
          </p:nvSpPr>
          <p:spPr>
            <a:xfrm>
              <a:off x="3071537" y="2780667"/>
              <a:ext cx="28108" cy="19594"/>
            </a:xfrm>
            <a:custGeom>
              <a:avLst/>
              <a:gdLst/>
              <a:ahLst/>
              <a:cxnLst/>
              <a:rect l="l" t="t" r="r" b="b"/>
              <a:pathLst>
                <a:path w="997" h="695" extrusionOk="0">
                  <a:moveTo>
                    <a:pt x="871" y="1"/>
                  </a:moveTo>
                  <a:cubicBezTo>
                    <a:pt x="654" y="1"/>
                    <a:pt x="214" y="78"/>
                    <a:pt x="1" y="670"/>
                  </a:cubicBezTo>
                  <a:cubicBezTo>
                    <a:pt x="73" y="687"/>
                    <a:pt x="140" y="695"/>
                    <a:pt x="203" y="695"/>
                  </a:cubicBezTo>
                  <a:cubicBezTo>
                    <a:pt x="797" y="695"/>
                    <a:pt x="996" y="11"/>
                    <a:pt x="996" y="11"/>
                  </a:cubicBezTo>
                  <a:cubicBezTo>
                    <a:pt x="996" y="11"/>
                    <a:pt x="947" y="1"/>
                    <a:pt x="87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8" name="Google Shape;1768;p39"/>
            <p:cNvSpPr/>
            <p:nvPr/>
          </p:nvSpPr>
          <p:spPr>
            <a:xfrm>
              <a:off x="3051548" y="2809564"/>
              <a:ext cx="37214" cy="49393"/>
            </a:xfrm>
            <a:custGeom>
              <a:avLst/>
              <a:gdLst/>
              <a:ahLst/>
              <a:cxnLst/>
              <a:rect l="l" t="t" r="r" b="b"/>
              <a:pathLst>
                <a:path w="1320" h="1752" extrusionOk="0">
                  <a:moveTo>
                    <a:pt x="147" y="0"/>
                  </a:moveTo>
                  <a:cubicBezTo>
                    <a:pt x="66" y="0"/>
                    <a:pt x="0" y="62"/>
                    <a:pt x="0" y="143"/>
                  </a:cubicBezTo>
                  <a:lnTo>
                    <a:pt x="0" y="1605"/>
                  </a:lnTo>
                  <a:cubicBezTo>
                    <a:pt x="0" y="1686"/>
                    <a:pt x="66" y="1751"/>
                    <a:pt x="147" y="1751"/>
                  </a:cubicBezTo>
                  <a:lnTo>
                    <a:pt x="1173" y="1751"/>
                  </a:lnTo>
                  <a:cubicBezTo>
                    <a:pt x="1254" y="1751"/>
                    <a:pt x="1319" y="1686"/>
                    <a:pt x="1319" y="1605"/>
                  </a:cubicBezTo>
                  <a:lnTo>
                    <a:pt x="1319" y="143"/>
                  </a:lnTo>
                  <a:cubicBezTo>
                    <a:pt x="1319" y="62"/>
                    <a:pt x="1254" y="0"/>
                    <a:pt x="117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9" name="Google Shape;1769;p39"/>
            <p:cNvSpPr/>
            <p:nvPr/>
          </p:nvSpPr>
          <p:spPr>
            <a:xfrm>
              <a:off x="3051548" y="2844890"/>
              <a:ext cx="37214" cy="14068"/>
            </a:xfrm>
            <a:custGeom>
              <a:avLst/>
              <a:gdLst/>
              <a:ahLst/>
              <a:cxnLst/>
              <a:rect l="l" t="t" r="r" b="b"/>
              <a:pathLst>
                <a:path w="1320" h="499" extrusionOk="0">
                  <a:moveTo>
                    <a:pt x="0" y="1"/>
                  </a:moveTo>
                  <a:lnTo>
                    <a:pt x="0" y="352"/>
                  </a:lnTo>
                  <a:cubicBezTo>
                    <a:pt x="0" y="433"/>
                    <a:pt x="66" y="498"/>
                    <a:pt x="147" y="498"/>
                  </a:cubicBezTo>
                  <a:lnTo>
                    <a:pt x="1173" y="498"/>
                  </a:lnTo>
                  <a:cubicBezTo>
                    <a:pt x="1254" y="498"/>
                    <a:pt x="1319" y="433"/>
                    <a:pt x="1319" y="352"/>
                  </a:cubicBezTo>
                  <a:lnTo>
                    <a:pt x="1319" y="82"/>
                  </a:lnTo>
                  <a:cubicBezTo>
                    <a:pt x="1157" y="143"/>
                    <a:pt x="980" y="178"/>
                    <a:pt x="806" y="178"/>
                  </a:cubicBezTo>
                  <a:cubicBezTo>
                    <a:pt x="517" y="178"/>
                    <a:pt x="228" y="97"/>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1770;p39"/>
            <p:cNvSpPr/>
            <p:nvPr/>
          </p:nvSpPr>
          <p:spPr>
            <a:xfrm>
              <a:off x="3073285" y="2835333"/>
              <a:ext cx="9614" cy="7753"/>
            </a:xfrm>
            <a:custGeom>
              <a:avLst/>
              <a:gdLst/>
              <a:ahLst/>
              <a:cxnLst/>
              <a:rect l="l" t="t" r="r" b="b"/>
              <a:pathLst>
                <a:path w="341" h="275" extrusionOk="0">
                  <a:moveTo>
                    <a:pt x="178" y="0"/>
                  </a:moveTo>
                  <a:cubicBezTo>
                    <a:pt x="82" y="0"/>
                    <a:pt x="1" y="112"/>
                    <a:pt x="51" y="208"/>
                  </a:cubicBezTo>
                  <a:cubicBezTo>
                    <a:pt x="66" y="228"/>
                    <a:pt x="82" y="259"/>
                    <a:pt x="112" y="274"/>
                  </a:cubicBezTo>
                  <a:lnTo>
                    <a:pt x="178" y="274"/>
                  </a:lnTo>
                  <a:cubicBezTo>
                    <a:pt x="259" y="274"/>
                    <a:pt x="340" y="178"/>
                    <a:pt x="290" y="81"/>
                  </a:cubicBezTo>
                  <a:cubicBezTo>
                    <a:pt x="274" y="50"/>
                    <a:pt x="259" y="35"/>
                    <a:pt x="228" y="16"/>
                  </a:cubicBezTo>
                  <a:cubicBezTo>
                    <a:pt x="209" y="16"/>
                    <a:pt x="193" y="0"/>
                    <a:pt x="1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1" name="Google Shape;1771;p39"/>
            <p:cNvSpPr/>
            <p:nvPr/>
          </p:nvSpPr>
          <p:spPr>
            <a:xfrm>
              <a:off x="3056989" y="2828595"/>
              <a:ext cx="11869" cy="9473"/>
            </a:xfrm>
            <a:custGeom>
              <a:avLst/>
              <a:gdLst/>
              <a:ahLst/>
              <a:cxnLst/>
              <a:rect l="l" t="t" r="r" b="b"/>
              <a:pathLst>
                <a:path w="421" h="336" extrusionOk="0">
                  <a:moveTo>
                    <a:pt x="208" y="0"/>
                  </a:moveTo>
                  <a:cubicBezTo>
                    <a:pt x="97" y="0"/>
                    <a:pt x="0" y="143"/>
                    <a:pt x="81" y="255"/>
                  </a:cubicBezTo>
                  <a:cubicBezTo>
                    <a:pt x="81" y="289"/>
                    <a:pt x="97" y="305"/>
                    <a:pt x="112" y="305"/>
                  </a:cubicBezTo>
                  <a:cubicBezTo>
                    <a:pt x="147" y="320"/>
                    <a:pt x="177" y="336"/>
                    <a:pt x="208" y="336"/>
                  </a:cubicBezTo>
                  <a:cubicBezTo>
                    <a:pt x="339" y="336"/>
                    <a:pt x="420" y="208"/>
                    <a:pt x="355" y="81"/>
                  </a:cubicBezTo>
                  <a:cubicBezTo>
                    <a:pt x="339" y="62"/>
                    <a:pt x="324" y="46"/>
                    <a:pt x="305" y="31"/>
                  </a:cubicBezTo>
                  <a:cubicBezTo>
                    <a:pt x="274" y="15"/>
                    <a:pt x="243" y="0"/>
                    <a:pt x="20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2" name="Google Shape;1772;p39"/>
            <p:cNvSpPr/>
            <p:nvPr/>
          </p:nvSpPr>
          <p:spPr>
            <a:xfrm>
              <a:off x="3054255" y="2815429"/>
              <a:ext cx="8176" cy="28080"/>
            </a:xfrm>
            <a:custGeom>
              <a:avLst/>
              <a:gdLst/>
              <a:ahLst/>
              <a:cxnLst/>
              <a:rect l="l" t="t" r="r" b="b"/>
              <a:pathLst>
                <a:path w="290" h="996" extrusionOk="0">
                  <a:moveTo>
                    <a:pt x="147" y="0"/>
                  </a:moveTo>
                  <a:cubicBezTo>
                    <a:pt x="66" y="0"/>
                    <a:pt x="1" y="66"/>
                    <a:pt x="1" y="162"/>
                  </a:cubicBezTo>
                  <a:lnTo>
                    <a:pt x="1" y="853"/>
                  </a:lnTo>
                  <a:cubicBezTo>
                    <a:pt x="1" y="934"/>
                    <a:pt x="66" y="995"/>
                    <a:pt x="147" y="995"/>
                  </a:cubicBezTo>
                  <a:cubicBezTo>
                    <a:pt x="228" y="995"/>
                    <a:pt x="290" y="934"/>
                    <a:pt x="290" y="853"/>
                  </a:cubicBezTo>
                  <a:lnTo>
                    <a:pt x="290" y="162"/>
                  </a:lnTo>
                  <a:cubicBezTo>
                    <a:pt x="290" y="66"/>
                    <a:pt x="228" y="0"/>
                    <a:pt x="1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3" name="Google Shape;1773;p39"/>
            <p:cNvSpPr/>
            <p:nvPr/>
          </p:nvSpPr>
          <p:spPr>
            <a:xfrm>
              <a:off x="3073285" y="2823153"/>
              <a:ext cx="7753" cy="5469"/>
            </a:xfrm>
            <a:custGeom>
              <a:avLst/>
              <a:gdLst/>
              <a:ahLst/>
              <a:cxnLst/>
              <a:rect l="l" t="t" r="r" b="b"/>
              <a:pathLst>
                <a:path w="275" h="194" extrusionOk="0">
                  <a:moveTo>
                    <a:pt x="147" y="0"/>
                  </a:moveTo>
                  <a:cubicBezTo>
                    <a:pt x="66" y="0"/>
                    <a:pt x="1" y="81"/>
                    <a:pt x="51" y="158"/>
                  </a:cubicBezTo>
                  <a:cubicBezTo>
                    <a:pt x="66" y="158"/>
                    <a:pt x="66" y="178"/>
                    <a:pt x="82" y="178"/>
                  </a:cubicBezTo>
                  <a:cubicBezTo>
                    <a:pt x="97" y="193"/>
                    <a:pt x="112" y="193"/>
                    <a:pt x="147" y="193"/>
                  </a:cubicBezTo>
                  <a:cubicBezTo>
                    <a:pt x="209" y="193"/>
                    <a:pt x="274" y="112"/>
                    <a:pt x="228" y="31"/>
                  </a:cubicBezTo>
                  <a:cubicBezTo>
                    <a:pt x="228" y="31"/>
                    <a:pt x="209" y="16"/>
                    <a:pt x="193" y="16"/>
                  </a:cubicBezTo>
                  <a:cubicBezTo>
                    <a:pt x="178" y="0"/>
                    <a:pt x="163" y="0"/>
                    <a:pt x="1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74" name="Google Shape;1774;p39"/>
          <p:cNvGrpSpPr/>
          <p:nvPr/>
        </p:nvGrpSpPr>
        <p:grpSpPr>
          <a:xfrm>
            <a:off x="6951239" y="1745852"/>
            <a:ext cx="1254521" cy="881026"/>
            <a:chOff x="7315864" y="1745852"/>
            <a:chExt cx="1254521" cy="881026"/>
          </a:xfrm>
        </p:grpSpPr>
        <p:grpSp>
          <p:nvGrpSpPr>
            <p:cNvPr id="1775" name="Google Shape;1775;p39"/>
            <p:cNvGrpSpPr/>
            <p:nvPr/>
          </p:nvGrpSpPr>
          <p:grpSpPr>
            <a:xfrm>
              <a:off x="8026723" y="1745852"/>
              <a:ext cx="343305" cy="519921"/>
              <a:chOff x="6673046" y="1861217"/>
              <a:chExt cx="150520" cy="227966"/>
            </a:xfrm>
          </p:grpSpPr>
          <p:sp>
            <p:nvSpPr>
              <p:cNvPr id="1776" name="Google Shape;1776;p39"/>
              <p:cNvSpPr/>
              <p:nvPr/>
            </p:nvSpPr>
            <p:spPr>
              <a:xfrm>
                <a:off x="6707949" y="1871649"/>
                <a:ext cx="84296" cy="42571"/>
              </a:xfrm>
              <a:custGeom>
                <a:avLst/>
                <a:gdLst/>
                <a:ahLst/>
                <a:cxnLst/>
                <a:rect l="l" t="t" r="r" b="b"/>
                <a:pathLst>
                  <a:path w="2990" h="1510" extrusionOk="0">
                    <a:moveTo>
                      <a:pt x="2588" y="1"/>
                    </a:moveTo>
                    <a:cubicBezTo>
                      <a:pt x="1929" y="352"/>
                      <a:pt x="1801" y="1062"/>
                      <a:pt x="1801" y="1062"/>
                    </a:cubicBezTo>
                    <a:lnTo>
                      <a:pt x="1238" y="930"/>
                    </a:lnTo>
                    <a:cubicBezTo>
                      <a:pt x="1238" y="930"/>
                      <a:pt x="1045" y="225"/>
                      <a:pt x="563" y="63"/>
                    </a:cubicBezTo>
                    <a:cubicBezTo>
                      <a:pt x="0" y="788"/>
                      <a:pt x="532" y="1509"/>
                      <a:pt x="532" y="1509"/>
                    </a:cubicBezTo>
                    <a:lnTo>
                      <a:pt x="2588" y="1254"/>
                    </a:lnTo>
                    <a:cubicBezTo>
                      <a:pt x="2588" y="1254"/>
                      <a:pt x="2989" y="579"/>
                      <a:pt x="25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7" name="Google Shape;1777;p39"/>
              <p:cNvSpPr/>
              <p:nvPr/>
            </p:nvSpPr>
            <p:spPr>
              <a:xfrm>
                <a:off x="6717957" y="1861217"/>
                <a:ext cx="61657" cy="48970"/>
              </a:xfrm>
              <a:custGeom>
                <a:avLst/>
                <a:gdLst/>
                <a:ahLst/>
                <a:cxnLst/>
                <a:rect l="l" t="t" r="r" b="b"/>
                <a:pathLst>
                  <a:path w="2187" h="1737" extrusionOk="0">
                    <a:moveTo>
                      <a:pt x="899" y="1"/>
                    </a:moveTo>
                    <a:cubicBezTo>
                      <a:pt x="0" y="838"/>
                      <a:pt x="467" y="1736"/>
                      <a:pt x="467" y="1736"/>
                    </a:cubicBezTo>
                    <a:lnTo>
                      <a:pt x="1975" y="1223"/>
                    </a:lnTo>
                    <a:cubicBezTo>
                      <a:pt x="1975" y="1204"/>
                      <a:pt x="2187" y="467"/>
                      <a:pt x="8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8" name="Google Shape;1778;p39"/>
              <p:cNvSpPr/>
              <p:nvPr/>
            </p:nvSpPr>
            <p:spPr>
              <a:xfrm>
                <a:off x="6693035" y="1874383"/>
                <a:ext cx="117760" cy="72004"/>
              </a:xfrm>
              <a:custGeom>
                <a:avLst/>
                <a:gdLst/>
                <a:ahLst/>
                <a:cxnLst/>
                <a:rect l="l" t="t" r="r" b="b"/>
                <a:pathLst>
                  <a:path w="4177" h="2554" extrusionOk="0">
                    <a:moveTo>
                      <a:pt x="2090" y="0"/>
                    </a:moveTo>
                    <a:cubicBezTo>
                      <a:pt x="2084" y="0"/>
                      <a:pt x="2078" y="0"/>
                      <a:pt x="2072" y="0"/>
                    </a:cubicBezTo>
                    <a:cubicBezTo>
                      <a:pt x="1478" y="16"/>
                      <a:pt x="1204" y="756"/>
                      <a:pt x="1204" y="756"/>
                    </a:cubicBezTo>
                    <a:cubicBezTo>
                      <a:pt x="1204" y="756"/>
                      <a:pt x="965" y="336"/>
                      <a:pt x="352" y="255"/>
                    </a:cubicBezTo>
                    <a:lnTo>
                      <a:pt x="352" y="255"/>
                    </a:lnTo>
                    <a:cubicBezTo>
                      <a:pt x="1" y="1204"/>
                      <a:pt x="818" y="2538"/>
                      <a:pt x="2041" y="2554"/>
                    </a:cubicBezTo>
                    <a:cubicBezTo>
                      <a:pt x="2048" y="2554"/>
                      <a:pt x="2056" y="2554"/>
                      <a:pt x="2063" y="2554"/>
                    </a:cubicBezTo>
                    <a:cubicBezTo>
                      <a:pt x="3479" y="2554"/>
                      <a:pt x="4176" y="1042"/>
                      <a:pt x="3823" y="274"/>
                    </a:cubicBezTo>
                    <a:lnTo>
                      <a:pt x="3823" y="274"/>
                    </a:lnTo>
                    <a:cubicBezTo>
                      <a:pt x="3437" y="320"/>
                      <a:pt x="2924" y="756"/>
                      <a:pt x="2924" y="756"/>
                    </a:cubicBezTo>
                    <a:cubicBezTo>
                      <a:pt x="2924" y="756"/>
                      <a:pt x="2671" y="0"/>
                      <a:pt x="209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9" name="Google Shape;1779;p39"/>
              <p:cNvSpPr/>
              <p:nvPr/>
            </p:nvSpPr>
            <p:spPr>
              <a:xfrm>
                <a:off x="6690328" y="1889720"/>
                <a:ext cx="122355" cy="58528"/>
              </a:xfrm>
              <a:custGeom>
                <a:avLst/>
                <a:gdLst/>
                <a:ahLst/>
                <a:cxnLst/>
                <a:rect l="l" t="t" r="r" b="b"/>
                <a:pathLst>
                  <a:path w="4340" h="2076" extrusionOk="0">
                    <a:moveTo>
                      <a:pt x="2183" y="0"/>
                    </a:moveTo>
                    <a:cubicBezTo>
                      <a:pt x="2178" y="0"/>
                      <a:pt x="2173" y="0"/>
                      <a:pt x="2168" y="0"/>
                    </a:cubicBezTo>
                    <a:cubicBezTo>
                      <a:pt x="1508" y="0"/>
                      <a:pt x="1219" y="949"/>
                      <a:pt x="1219" y="949"/>
                    </a:cubicBezTo>
                    <a:cubicBezTo>
                      <a:pt x="1219" y="949"/>
                      <a:pt x="913" y="418"/>
                      <a:pt x="339" y="418"/>
                    </a:cubicBezTo>
                    <a:cubicBezTo>
                      <a:pt x="243" y="418"/>
                      <a:pt x="141" y="433"/>
                      <a:pt x="31" y="467"/>
                    </a:cubicBezTo>
                    <a:cubicBezTo>
                      <a:pt x="0" y="1528"/>
                      <a:pt x="787" y="2060"/>
                      <a:pt x="2137" y="2075"/>
                    </a:cubicBezTo>
                    <a:cubicBezTo>
                      <a:pt x="2163" y="2076"/>
                      <a:pt x="2189" y="2076"/>
                      <a:pt x="2214" y="2076"/>
                    </a:cubicBezTo>
                    <a:cubicBezTo>
                      <a:pt x="3731" y="2076"/>
                      <a:pt x="4340" y="1620"/>
                      <a:pt x="4340" y="451"/>
                    </a:cubicBezTo>
                    <a:cubicBezTo>
                      <a:pt x="4234" y="432"/>
                      <a:pt x="4137" y="423"/>
                      <a:pt x="4047" y="423"/>
                    </a:cubicBezTo>
                    <a:cubicBezTo>
                      <a:pt x="3330" y="423"/>
                      <a:pt x="3101" y="984"/>
                      <a:pt x="3101" y="984"/>
                    </a:cubicBezTo>
                    <a:cubicBezTo>
                      <a:pt x="3101" y="984"/>
                      <a:pt x="2817" y="0"/>
                      <a:pt x="218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0" name="Google Shape;1780;p39"/>
              <p:cNvSpPr/>
              <p:nvPr/>
            </p:nvSpPr>
            <p:spPr>
              <a:xfrm>
                <a:off x="6683900" y="1929528"/>
                <a:ext cx="128783" cy="42740"/>
              </a:xfrm>
              <a:custGeom>
                <a:avLst/>
                <a:gdLst/>
                <a:ahLst/>
                <a:cxnLst/>
                <a:rect l="l" t="t" r="r" b="b"/>
                <a:pathLst>
                  <a:path w="4568" h="1516" extrusionOk="0">
                    <a:moveTo>
                      <a:pt x="2108" y="1"/>
                    </a:moveTo>
                    <a:cubicBezTo>
                      <a:pt x="247" y="1"/>
                      <a:pt x="1" y="1516"/>
                      <a:pt x="1" y="1516"/>
                    </a:cubicBezTo>
                    <a:lnTo>
                      <a:pt x="4568" y="1516"/>
                    </a:lnTo>
                    <a:cubicBezTo>
                      <a:pt x="4568" y="1516"/>
                      <a:pt x="4244" y="85"/>
                      <a:pt x="2253" y="4"/>
                    </a:cubicBezTo>
                    <a:cubicBezTo>
                      <a:pt x="2204" y="2"/>
                      <a:pt x="2156" y="1"/>
                      <a:pt x="21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1" name="Google Shape;1781;p39"/>
              <p:cNvSpPr/>
              <p:nvPr/>
            </p:nvSpPr>
            <p:spPr>
              <a:xfrm>
                <a:off x="6769606" y="1953210"/>
                <a:ext cx="20355" cy="16352"/>
              </a:xfrm>
              <a:custGeom>
                <a:avLst/>
                <a:gdLst/>
                <a:ahLst/>
                <a:cxnLst/>
                <a:rect l="l" t="t" r="r" b="b"/>
                <a:pathLst>
                  <a:path w="722" h="580" extrusionOk="0">
                    <a:moveTo>
                      <a:pt x="0" y="1"/>
                    </a:moveTo>
                    <a:lnTo>
                      <a:pt x="0" y="579"/>
                    </a:lnTo>
                    <a:lnTo>
                      <a:pt x="721" y="579"/>
                    </a:lnTo>
                    <a:lnTo>
                      <a:pt x="7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2" name="Google Shape;1782;p39"/>
              <p:cNvSpPr/>
              <p:nvPr/>
            </p:nvSpPr>
            <p:spPr>
              <a:xfrm>
                <a:off x="6749702" y="1972240"/>
                <a:ext cx="451" cy="28"/>
              </a:xfrm>
              <a:custGeom>
                <a:avLst/>
                <a:gdLst/>
                <a:ahLst/>
                <a:cxnLst/>
                <a:rect l="l" t="t" r="r" b="b"/>
                <a:pathLst>
                  <a:path w="16" h="1" extrusionOk="0">
                    <a:moveTo>
                      <a:pt x="16" y="1"/>
                    </a:moveTo>
                    <a:lnTo>
                      <a:pt x="0" y="1"/>
                    </a:lnTo>
                    <a:lnTo>
                      <a:pt x="16" y="1"/>
                    </a:lnTo>
                    <a:close/>
                  </a:path>
                </a:pathLst>
              </a:custGeom>
              <a:solidFill>
                <a:srgbClr val="D0D6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3" name="Google Shape;1783;p39"/>
              <p:cNvSpPr/>
              <p:nvPr/>
            </p:nvSpPr>
            <p:spPr>
              <a:xfrm>
                <a:off x="6734252" y="1946359"/>
                <a:ext cx="31773" cy="25909"/>
              </a:xfrm>
              <a:custGeom>
                <a:avLst/>
                <a:gdLst/>
                <a:ahLst/>
                <a:cxnLst/>
                <a:rect l="l" t="t" r="r" b="b"/>
                <a:pathLst>
                  <a:path w="1127" h="919" extrusionOk="0">
                    <a:moveTo>
                      <a:pt x="564" y="1"/>
                    </a:moveTo>
                    <a:cubicBezTo>
                      <a:pt x="483" y="1"/>
                      <a:pt x="417" y="16"/>
                      <a:pt x="336" y="66"/>
                    </a:cubicBezTo>
                    <a:cubicBezTo>
                      <a:pt x="259" y="97"/>
                      <a:pt x="193" y="163"/>
                      <a:pt x="163" y="244"/>
                    </a:cubicBezTo>
                    <a:cubicBezTo>
                      <a:pt x="1" y="579"/>
                      <a:pt x="240" y="903"/>
                      <a:pt x="548" y="919"/>
                    </a:cubicBezTo>
                    <a:lnTo>
                      <a:pt x="564" y="919"/>
                    </a:lnTo>
                    <a:cubicBezTo>
                      <a:pt x="625" y="903"/>
                      <a:pt x="706" y="884"/>
                      <a:pt x="772" y="853"/>
                    </a:cubicBezTo>
                    <a:cubicBezTo>
                      <a:pt x="853" y="822"/>
                      <a:pt x="915" y="757"/>
                      <a:pt x="965" y="676"/>
                    </a:cubicBezTo>
                    <a:cubicBezTo>
                      <a:pt x="1127" y="340"/>
                      <a:pt x="868" y="1"/>
                      <a:pt x="5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4" name="Google Shape;1784;p39"/>
              <p:cNvSpPr/>
              <p:nvPr/>
            </p:nvSpPr>
            <p:spPr>
              <a:xfrm>
                <a:off x="6673046" y="1955494"/>
                <a:ext cx="150520" cy="133689"/>
              </a:xfrm>
              <a:custGeom>
                <a:avLst/>
                <a:gdLst/>
                <a:ahLst/>
                <a:cxnLst/>
                <a:rect l="l" t="t" r="r" b="b"/>
                <a:pathLst>
                  <a:path w="5339" h="4742" extrusionOk="0">
                    <a:moveTo>
                      <a:pt x="0" y="1"/>
                    </a:moveTo>
                    <a:lnTo>
                      <a:pt x="502" y="2361"/>
                    </a:lnTo>
                    <a:lnTo>
                      <a:pt x="0" y="4741"/>
                    </a:lnTo>
                    <a:lnTo>
                      <a:pt x="5049" y="4741"/>
                    </a:lnTo>
                    <a:lnTo>
                      <a:pt x="5145" y="3584"/>
                    </a:lnTo>
                    <a:lnTo>
                      <a:pt x="4470" y="3198"/>
                    </a:lnTo>
                    <a:lnTo>
                      <a:pt x="5338" y="1559"/>
                    </a:lnTo>
                    <a:lnTo>
                      <a:pt x="5095" y="305"/>
                    </a:lnTo>
                    <a:lnTo>
                      <a:pt x="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5" name="Google Shape;1785;p39"/>
              <p:cNvSpPr/>
              <p:nvPr/>
            </p:nvSpPr>
            <p:spPr>
              <a:xfrm>
                <a:off x="6678036" y="1978104"/>
                <a:ext cx="143669" cy="9501"/>
              </a:xfrm>
              <a:custGeom>
                <a:avLst/>
                <a:gdLst/>
                <a:ahLst/>
                <a:cxnLst/>
                <a:rect l="l" t="t" r="r" b="b"/>
                <a:pathLst>
                  <a:path w="5096" h="337" extrusionOk="0">
                    <a:moveTo>
                      <a:pt x="1" y="1"/>
                    </a:moveTo>
                    <a:lnTo>
                      <a:pt x="82" y="337"/>
                    </a:lnTo>
                    <a:lnTo>
                      <a:pt x="5096" y="337"/>
                    </a:lnTo>
                    <a:lnTo>
                      <a:pt x="503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6" name="Google Shape;1786;p39"/>
              <p:cNvSpPr/>
              <p:nvPr/>
            </p:nvSpPr>
            <p:spPr>
              <a:xfrm>
                <a:off x="6683900" y="2004436"/>
                <a:ext cx="137382" cy="9473"/>
              </a:xfrm>
              <a:custGeom>
                <a:avLst/>
                <a:gdLst/>
                <a:ahLst/>
                <a:cxnLst/>
                <a:rect l="l" t="t" r="r" b="b"/>
                <a:pathLst>
                  <a:path w="4873" h="336" extrusionOk="0">
                    <a:moveTo>
                      <a:pt x="1" y="0"/>
                    </a:moveTo>
                    <a:lnTo>
                      <a:pt x="66" y="336"/>
                    </a:lnTo>
                    <a:lnTo>
                      <a:pt x="4695" y="336"/>
                    </a:lnTo>
                    <a:lnTo>
                      <a:pt x="487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7" name="Google Shape;1787;p39"/>
              <p:cNvSpPr/>
              <p:nvPr/>
            </p:nvSpPr>
            <p:spPr>
              <a:xfrm>
                <a:off x="6683900" y="2030627"/>
                <a:ext cx="123793" cy="9614"/>
              </a:xfrm>
              <a:custGeom>
                <a:avLst/>
                <a:gdLst/>
                <a:ahLst/>
                <a:cxnLst/>
                <a:rect l="l" t="t" r="r" b="b"/>
                <a:pathLst>
                  <a:path w="4391" h="341" extrusionOk="0">
                    <a:moveTo>
                      <a:pt x="66" y="1"/>
                    </a:moveTo>
                    <a:lnTo>
                      <a:pt x="1" y="340"/>
                    </a:lnTo>
                    <a:lnTo>
                      <a:pt x="4213" y="340"/>
                    </a:lnTo>
                    <a:lnTo>
                      <a:pt x="439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8" name="Google Shape;1788;p39"/>
              <p:cNvSpPr/>
              <p:nvPr/>
            </p:nvSpPr>
            <p:spPr>
              <a:xfrm>
                <a:off x="6678036" y="2056959"/>
                <a:ext cx="140089" cy="9473"/>
              </a:xfrm>
              <a:custGeom>
                <a:avLst/>
                <a:gdLst/>
                <a:ahLst/>
                <a:cxnLst/>
                <a:rect l="l" t="t" r="r" b="b"/>
                <a:pathLst>
                  <a:path w="4969" h="336" extrusionOk="0">
                    <a:moveTo>
                      <a:pt x="82" y="0"/>
                    </a:moveTo>
                    <a:lnTo>
                      <a:pt x="1" y="336"/>
                    </a:lnTo>
                    <a:lnTo>
                      <a:pt x="4953" y="336"/>
                    </a:lnTo>
                    <a:lnTo>
                      <a:pt x="496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9" name="Google Shape;1789;p39"/>
              <p:cNvSpPr/>
              <p:nvPr/>
            </p:nvSpPr>
            <p:spPr>
              <a:xfrm>
                <a:off x="6673046" y="1983546"/>
                <a:ext cx="150520" cy="105637"/>
              </a:xfrm>
              <a:custGeom>
                <a:avLst/>
                <a:gdLst/>
                <a:ahLst/>
                <a:cxnLst/>
                <a:rect l="l" t="t" r="r" b="b"/>
                <a:pathLst>
                  <a:path w="5339" h="3747" extrusionOk="0">
                    <a:moveTo>
                      <a:pt x="5226" y="1"/>
                    </a:moveTo>
                    <a:cubicBezTo>
                      <a:pt x="4677" y="580"/>
                      <a:pt x="3197" y="2674"/>
                      <a:pt x="441" y="2674"/>
                    </a:cubicBezTo>
                    <a:cubicBezTo>
                      <a:pt x="371" y="2674"/>
                      <a:pt x="300" y="2673"/>
                      <a:pt x="228" y="2670"/>
                    </a:cubicBezTo>
                    <a:lnTo>
                      <a:pt x="0" y="3746"/>
                    </a:lnTo>
                    <a:lnTo>
                      <a:pt x="5049" y="3746"/>
                    </a:lnTo>
                    <a:lnTo>
                      <a:pt x="5145" y="2589"/>
                    </a:lnTo>
                    <a:lnTo>
                      <a:pt x="4470" y="2203"/>
                    </a:lnTo>
                    <a:lnTo>
                      <a:pt x="5338" y="564"/>
                    </a:lnTo>
                    <a:lnTo>
                      <a:pt x="522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90" name="Google Shape;1790;p39"/>
            <p:cNvGrpSpPr/>
            <p:nvPr/>
          </p:nvGrpSpPr>
          <p:grpSpPr>
            <a:xfrm>
              <a:off x="7315864" y="2263011"/>
              <a:ext cx="1254521" cy="363867"/>
              <a:chOff x="6361375" y="2370463"/>
              <a:chExt cx="550036" cy="159542"/>
            </a:xfrm>
          </p:grpSpPr>
          <p:sp>
            <p:nvSpPr>
              <p:cNvPr id="1791" name="Google Shape;1791;p39"/>
              <p:cNvSpPr/>
              <p:nvPr/>
            </p:nvSpPr>
            <p:spPr>
              <a:xfrm>
                <a:off x="6388581" y="2426228"/>
                <a:ext cx="490662" cy="40823"/>
              </a:xfrm>
              <a:custGeom>
                <a:avLst/>
                <a:gdLst/>
                <a:ahLst/>
                <a:cxnLst/>
                <a:rect l="l" t="t" r="r" b="b"/>
                <a:pathLst>
                  <a:path w="17404" h="1448" extrusionOk="0">
                    <a:moveTo>
                      <a:pt x="0" y="1"/>
                    </a:moveTo>
                    <a:lnTo>
                      <a:pt x="0" y="579"/>
                    </a:lnTo>
                    <a:cubicBezTo>
                      <a:pt x="0" y="1062"/>
                      <a:pt x="370" y="1447"/>
                      <a:pt x="852" y="1447"/>
                    </a:cubicBezTo>
                    <a:lnTo>
                      <a:pt x="3182" y="1447"/>
                    </a:lnTo>
                    <a:lnTo>
                      <a:pt x="3182" y="1"/>
                    </a:lnTo>
                    <a:close/>
                    <a:moveTo>
                      <a:pt x="5654" y="1"/>
                    </a:moveTo>
                    <a:lnTo>
                      <a:pt x="5654" y="900"/>
                    </a:lnTo>
                    <a:lnTo>
                      <a:pt x="5654" y="1447"/>
                    </a:lnTo>
                    <a:lnTo>
                      <a:pt x="11922" y="1447"/>
                    </a:lnTo>
                    <a:lnTo>
                      <a:pt x="11922" y="1"/>
                    </a:lnTo>
                    <a:close/>
                    <a:moveTo>
                      <a:pt x="14398" y="1"/>
                    </a:moveTo>
                    <a:lnTo>
                      <a:pt x="14398" y="900"/>
                    </a:lnTo>
                    <a:lnTo>
                      <a:pt x="14398" y="1447"/>
                    </a:lnTo>
                    <a:lnTo>
                      <a:pt x="16551" y="1447"/>
                    </a:lnTo>
                    <a:cubicBezTo>
                      <a:pt x="17017" y="1447"/>
                      <a:pt x="17403" y="1062"/>
                      <a:pt x="17403" y="579"/>
                    </a:cubicBezTo>
                    <a:lnTo>
                      <a:pt x="17403" y="1"/>
                    </a:lnTo>
                    <a:close/>
                  </a:path>
                </a:pathLst>
              </a:custGeom>
              <a:solidFill>
                <a:schemeClr val="lt1">
                  <a:alpha val="344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2" name="Google Shape;1792;p39"/>
              <p:cNvSpPr/>
              <p:nvPr/>
            </p:nvSpPr>
            <p:spPr>
              <a:xfrm>
                <a:off x="6478291" y="2424818"/>
                <a:ext cx="69720" cy="105186"/>
              </a:xfrm>
              <a:custGeom>
                <a:avLst/>
                <a:gdLst/>
                <a:ahLst/>
                <a:cxnLst/>
                <a:rect l="l" t="t" r="r" b="b"/>
                <a:pathLst>
                  <a:path w="2473" h="3731" extrusionOk="0">
                    <a:moveTo>
                      <a:pt x="0" y="1"/>
                    </a:moveTo>
                    <a:lnTo>
                      <a:pt x="0" y="3086"/>
                    </a:lnTo>
                    <a:cubicBezTo>
                      <a:pt x="0" y="3441"/>
                      <a:pt x="274" y="3731"/>
                      <a:pt x="625" y="3731"/>
                    </a:cubicBezTo>
                    <a:lnTo>
                      <a:pt x="1832" y="3731"/>
                    </a:lnTo>
                    <a:cubicBezTo>
                      <a:pt x="2183" y="3731"/>
                      <a:pt x="2472" y="3441"/>
                      <a:pt x="2472" y="3086"/>
                    </a:cubicBezTo>
                    <a:lnTo>
                      <a:pt x="247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3" name="Google Shape;1793;p39"/>
              <p:cNvSpPr/>
              <p:nvPr/>
            </p:nvSpPr>
            <p:spPr>
              <a:xfrm>
                <a:off x="6478291" y="2426228"/>
                <a:ext cx="69720" cy="25373"/>
              </a:xfrm>
              <a:custGeom>
                <a:avLst/>
                <a:gdLst/>
                <a:ahLst/>
                <a:cxnLst/>
                <a:rect l="l" t="t" r="r" b="b"/>
                <a:pathLst>
                  <a:path w="2473" h="900" extrusionOk="0">
                    <a:moveTo>
                      <a:pt x="0" y="1"/>
                    </a:moveTo>
                    <a:lnTo>
                      <a:pt x="0" y="900"/>
                    </a:lnTo>
                    <a:lnTo>
                      <a:pt x="2472" y="900"/>
                    </a:lnTo>
                    <a:lnTo>
                      <a:pt x="247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4" name="Google Shape;1794;p39"/>
              <p:cNvSpPr/>
              <p:nvPr/>
            </p:nvSpPr>
            <p:spPr>
              <a:xfrm>
                <a:off x="6724695" y="2424818"/>
                <a:ext cx="69833" cy="105186"/>
              </a:xfrm>
              <a:custGeom>
                <a:avLst/>
                <a:gdLst/>
                <a:ahLst/>
                <a:cxnLst/>
                <a:rect l="l" t="t" r="r" b="b"/>
                <a:pathLst>
                  <a:path w="2477" h="3731" extrusionOk="0">
                    <a:moveTo>
                      <a:pt x="0" y="1"/>
                    </a:moveTo>
                    <a:lnTo>
                      <a:pt x="0" y="3086"/>
                    </a:lnTo>
                    <a:cubicBezTo>
                      <a:pt x="0" y="3441"/>
                      <a:pt x="289" y="3731"/>
                      <a:pt x="629" y="3731"/>
                    </a:cubicBezTo>
                    <a:lnTo>
                      <a:pt x="1852" y="3731"/>
                    </a:lnTo>
                    <a:cubicBezTo>
                      <a:pt x="2187" y="3731"/>
                      <a:pt x="2476" y="3441"/>
                      <a:pt x="2476" y="3086"/>
                    </a:cubicBezTo>
                    <a:lnTo>
                      <a:pt x="247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5" name="Google Shape;1795;p39"/>
              <p:cNvSpPr/>
              <p:nvPr/>
            </p:nvSpPr>
            <p:spPr>
              <a:xfrm>
                <a:off x="6724695" y="2426228"/>
                <a:ext cx="69833" cy="25373"/>
              </a:xfrm>
              <a:custGeom>
                <a:avLst/>
                <a:gdLst/>
                <a:ahLst/>
                <a:cxnLst/>
                <a:rect l="l" t="t" r="r" b="b"/>
                <a:pathLst>
                  <a:path w="2477" h="900" extrusionOk="0">
                    <a:moveTo>
                      <a:pt x="0" y="1"/>
                    </a:moveTo>
                    <a:lnTo>
                      <a:pt x="0" y="900"/>
                    </a:lnTo>
                    <a:lnTo>
                      <a:pt x="2476" y="900"/>
                    </a:lnTo>
                    <a:lnTo>
                      <a:pt x="247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6" name="Google Shape;1796;p39"/>
              <p:cNvSpPr/>
              <p:nvPr/>
            </p:nvSpPr>
            <p:spPr>
              <a:xfrm>
                <a:off x="6361375" y="2370463"/>
                <a:ext cx="550036" cy="55793"/>
              </a:xfrm>
              <a:custGeom>
                <a:avLst/>
                <a:gdLst/>
                <a:ahLst/>
                <a:cxnLst/>
                <a:rect l="l" t="t" r="r" b="b"/>
                <a:pathLst>
                  <a:path w="19510" h="1979" extrusionOk="0">
                    <a:moveTo>
                      <a:pt x="996" y="0"/>
                    </a:moveTo>
                    <a:cubicBezTo>
                      <a:pt x="722" y="0"/>
                      <a:pt x="468" y="112"/>
                      <a:pt x="290" y="290"/>
                    </a:cubicBezTo>
                    <a:cubicBezTo>
                      <a:pt x="113" y="467"/>
                      <a:pt x="1" y="725"/>
                      <a:pt x="1" y="999"/>
                    </a:cubicBezTo>
                    <a:lnTo>
                      <a:pt x="1" y="1142"/>
                    </a:lnTo>
                    <a:cubicBezTo>
                      <a:pt x="82" y="1624"/>
                      <a:pt x="498" y="1979"/>
                      <a:pt x="996" y="1979"/>
                    </a:cubicBezTo>
                    <a:lnTo>
                      <a:pt x="18515" y="1979"/>
                    </a:lnTo>
                    <a:cubicBezTo>
                      <a:pt x="18788" y="1979"/>
                      <a:pt x="19043" y="1882"/>
                      <a:pt x="19220" y="1690"/>
                    </a:cubicBezTo>
                    <a:cubicBezTo>
                      <a:pt x="19367" y="1543"/>
                      <a:pt x="19463" y="1350"/>
                      <a:pt x="19494" y="1142"/>
                    </a:cubicBezTo>
                    <a:cubicBezTo>
                      <a:pt x="19510" y="1096"/>
                      <a:pt x="19510" y="1046"/>
                      <a:pt x="19510" y="999"/>
                    </a:cubicBezTo>
                    <a:cubicBezTo>
                      <a:pt x="19510" y="436"/>
                      <a:pt x="19058" y="0"/>
                      <a:pt x="1851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7" name="Google Shape;1797;p39"/>
              <p:cNvSpPr/>
              <p:nvPr/>
            </p:nvSpPr>
            <p:spPr>
              <a:xfrm>
                <a:off x="6361375" y="2402631"/>
                <a:ext cx="549613" cy="23625"/>
              </a:xfrm>
              <a:custGeom>
                <a:avLst/>
                <a:gdLst/>
                <a:ahLst/>
                <a:cxnLst/>
                <a:rect l="l" t="t" r="r" b="b"/>
                <a:pathLst>
                  <a:path w="19495" h="838" extrusionOk="0">
                    <a:moveTo>
                      <a:pt x="1" y="1"/>
                    </a:moveTo>
                    <a:cubicBezTo>
                      <a:pt x="82" y="483"/>
                      <a:pt x="498" y="838"/>
                      <a:pt x="996" y="838"/>
                    </a:cubicBezTo>
                    <a:lnTo>
                      <a:pt x="18515" y="838"/>
                    </a:lnTo>
                    <a:cubicBezTo>
                      <a:pt x="18788" y="838"/>
                      <a:pt x="19043" y="741"/>
                      <a:pt x="19220" y="549"/>
                    </a:cubicBezTo>
                    <a:cubicBezTo>
                      <a:pt x="19367" y="402"/>
                      <a:pt x="19463" y="209"/>
                      <a:pt x="19494" y="1"/>
                    </a:cubicBezTo>
                    <a:close/>
                  </a:path>
                </a:pathLst>
              </a:custGeom>
              <a:solidFill>
                <a:srgbClr val="2E44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98" name="Google Shape;1798;p39"/>
            <p:cNvGrpSpPr/>
            <p:nvPr/>
          </p:nvGrpSpPr>
          <p:grpSpPr>
            <a:xfrm>
              <a:off x="7483307" y="1769642"/>
              <a:ext cx="284277" cy="496131"/>
              <a:chOff x="6434789" y="1871649"/>
              <a:chExt cx="124639" cy="217535"/>
            </a:xfrm>
          </p:grpSpPr>
          <p:sp>
            <p:nvSpPr>
              <p:cNvPr id="1799" name="Google Shape;1799;p39"/>
              <p:cNvSpPr/>
              <p:nvPr/>
            </p:nvSpPr>
            <p:spPr>
              <a:xfrm>
                <a:off x="6464702" y="1880980"/>
                <a:ext cx="67549" cy="75838"/>
              </a:xfrm>
              <a:custGeom>
                <a:avLst/>
                <a:gdLst/>
                <a:ahLst/>
                <a:cxnLst/>
                <a:rect l="l" t="t" r="r" b="b"/>
                <a:pathLst>
                  <a:path w="2396" h="2690" extrusionOk="0">
                    <a:moveTo>
                      <a:pt x="1182" y="1"/>
                    </a:moveTo>
                    <a:cubicBezTo>
                      <a:pt x="588" y="1"/>
                      <a:pt x="0" y="318"/>
                      <a:pt x="0" y="954"/>
                    </a:cubicBezTo>
                    <a:cubicBezTo>
                      <a:pt x="0" y="2239"/>
                      <a:pt x="721" y="2690"/>
                      <a:pt x="721" y="2690"/>
                    </a:cubicBezTo>
                    <a:lnTo>
                      <a:pt x="1720" y="2690"/>
                    </a:lnTo>
                    <a:cubicBezTo>
                      <a:pt x="1720" y="2690"/>
                      <a:pt x="2395" y="2273"/>
                      <a:pt x="2395" y="985"/>
                    </a:cubicBezTo>
                    <a:cubicBezTo>
                      <a:pt x="2395" y="329"/>
                      <a:pt x="1786" y="1"/>
                      <a:pt x="118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0" name="Google Shape;1800;p39"/>
              <p:cNvSpPr/>
              <p:nvPr/>
            </p:nvSpPr>
            <p:spPr>
              <a:xfrm>
                <a:off x="6468705" y="1881121"/>
                <a:ext cx="57118" cy="55821"/>
              </a:xfrm>
              <a:custGeom>
                <a:avLst/>
                <a:gdLst/>
                <a:ahLst/>
                <a:cxnLst/>
                <a:rect l="l" t="t" r="r" b="b"/>
                <a:pathLst>
                  <a:path w="2026" h="1980" extrusionOk="0">
                    <a:moveTo>
                      <a:pt x="1046" y="0"/>
                    </a:moveTo>
                    <a:cubicBezTo>
                      <a:pt x="1046" y="0"/>
                      <a:pt x="1" y="386"/>
                      <a:pt x="869" y="1979"/>
                    </a:cubicBezTo>
                    <a:lnTo>
                      <a:pt x="1289" y="1979"/>
                    </a:lnTo>
                    <a:cubicBezTo>
                      <a:pt x="1289" y="1979"/>
                      <a:pt x="2026" y="467"/>
                      <a:pt x="104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1" name="Google Shape;1801;p39"/>
              <p:cNvSpPr/>
              <p:nvPr/>
            </p:nvSpPr>
            <p:spPr>
              <a:xfrm>
                <a:off x="6514490" y="1871649"/>
                <a:ext cx="30814" cy="30814"/>
              </a:xfrm>
              <a:custGeom>
                <a:avLst/>
                <a:gdLst/>
                <a:ahLst/>
                <a:cxnLst/>
                <a:rect l="l" t="t" r="r" b="b"/>
                <a:pathLst>
                  <a:path w="1093" h="1093" extrusionOk="0">
                    <a:moveTo>
                      <a:pt x="548" y="1"/>
                    </a:moveTo>
                    <a:cubicBezTo>
                      <a:pt x="244" y="1"/>
                      <a:pt x="1" y="240"/>
                      <a:pt x="1" y="545"/>
                    </a:cubicBezTo>
                    <a:cubicBezTo>
                      <a:pt x="1" y="676"/>
                      <a:pt x="31" y="788"/>
                      <a:pt x="112" y="884"/>
                    </a:cubicBezTo>
                    <a:cubicBezTo>
                      <a:pt x="209" y="1011"/>
                      <a:pt x="371" y="1092"/>
                      <a:pt x="548" y="1092"/>
                    </a:cubicBezTo>
                    <a:cubicBezTo>
                      <a:pt x="838" y="1092"/>
                      <a:pt x="1092" y="853"/>
                      <a:pt x="1092" y="545"/>
                    </a:cubicBezTo>
                    <a:cubicBezTo>
                      <a:pt x="1092" y="433"/>
                      <a:pt x="1046" y="321"/>
                      <a:pt x="996" y="240"/>
                    </a:cubicBezTo>
                    <a:cubicBezTo>
                      <a:pt x="899" y="97"/>
                      <a:pt x="726" y="1"/>
                      <a:pt x="54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2" name="Google Shape;1802;p39"/>
              <p:cNvSpPr/>
              <p:nvPr/>
            </p:nvSpPr>
            <p:spPr>
              <a:xfrm>
                <a:off x="6456526" y="1903309"/>
                <a:ext cx="15901" cy="15478"/>
              </a:xfrm>
              <a:custGeom>
                <a:avLst/>
                <a:gdLst/>
                <a:ahLst/>
                <a:cxnLst/>
                <a:rect l="l" t="t" r="r" b="b"/>
                <a:pathLst>
                  <a:path w="564" h="549" extrusionOk="0">
                    <a:moveTo>
                      <a:pt x="290" y="0"/>
                    </a:moveTo>
                    <a:cubicBezTo>
                      <a:pt x="178" y="0"/>
                      <a:pt x="97" y="50"/>
                      <a:pt x="47" y="131"/>
                    </a:cubicBezTo>
                    <a:cubicBezTo>
                      <a:pt x="16" y="178"/>
                      <a:pt x="1" y="228"/>
                      <a:pt x="1" y="274"/>
                    </a:cubicBezTo>
                    <a:cubicBezTo>
                      <a:pt x="1" y="436"/>
                      <a:pt x="128" y="548"/>
                      <a:pt x="290" y="548"/>
                    </a:cubicBezTo>
                    <a:cubicBezTo>
                      <a:pt x="402" y="548"/>
                      <a:pt x="514" y="482"/>
                      <a:pt x="545" y="371"/>
                    </a:cubicBezTo>
                    <a:cubicBezTo>
                      <a:pt x="545" y="340"/>
                      <a:pt x="564" y="309"/>
                      <a:pt x="564" y="274"/>
                    </a:cubicBezTo>
                    <a:cubicBezTo>
                      <a:pt x="564" y="131"/>
                      <a:pt x="433" y="0"/>
                      <a:pt x="29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3" name="Google Shape;1803;p39"/>
              <p:cNvSpPr/>
              <p:nvPr/>
            </p:nvSpPr>
            <p:spPr>
              <a:xfrm>
                <a:off x="6456526" y="1907002"/>
                <a:ext cx="15365" cy="11784"/>
              </a:xfrm>
              <a:custGeom>
                <a:avLst/>
                <a:gdLst/>
                <a:ahLst/>
                <a:cxnLst/>
                <a:rect l="l" t="t" r="r" b="b"/>
                <a:pathLst>
                  <a:path w="545" h="418" extrusionOk="0">
                    <a:moveTo>
                      <a:pt x="47" y="0"/>
                    </a:moveTo>
                    <a:cubicBezTo>
                      <a:pt x="16" y="47"/>
                      <a:pt x="1" y="97"/>
                      <a:pt x="1" y="143"/>
                    </a:cubicBezTo>
                    <a:cubicBezTo>
                      <a:pt x="1" y="305"/>
                      <a:pt x="128" y="417"/>
                      <a:pt x="290" y="417"/>
                    </a:cubicBezTo>
                    <a:cubicBezTo>
                      <a:pt x="402" y="417"/>
                      <a:pt x="514" y="351"/>
                      <a:pt x="545" y="240"/>
                    </a:cubicBezTo>
                    <a:cubicBezTo>
                      <a:pt x="336" y="209"/>
                      <a:pt x="178" y="97"/>
                      <a:pt x="4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4" name="Google Shape;1804;p39"/>
              <p:cNvSpPr/>
              <p:nvPr/>
            </p:nvSpPr>
            <p:spPr>
              <a:xfrm>
                <a:off x="6517648" y="1878415"/>
                <a:ext cx="27657" cy="24048"/>
              </a:xfrm>
              <a:custGeom>
                <a:avLst/>
                <a:gdLst/>
                <a:ahLst/>
                <a:cxnLst/>
                <a:rect l="l" t="t" r="r" b="b"/>
                <a:pathLst>
                  <a:path w="981" h="853" extrusionOk="0">
                    <a:moveTo>
                      <a:pt x="884" y="0"/>
                    </a:moveTo>
                    <a:cubicBezTo>
                      <a:pt x="660" y="467"/>
                      <a:pt x="209" y="594"/>
                      <a:pt x="0" y="644"/>
                    </a:cubicBezTo>
                    <a:cubicBezTo>
                      <a:pt x="97" y="771"/>
                      <a:pt x="259" y="852"/>
                      <a:pt x="436" y="852"/>
                    </a:cubicBezTo>
                    <a:cubicBezTo>
                      <a:pt x="726" y="852"/>
                      <a:pt x="980" y="613"/>
                      <a:pt x="980" y="305"/>
                    </a:cubicBezTo>
                    <a:cubicBezTo>
                      <a:pt x="980" y="193"/>
                      <a:pt x="934" y="81"/>
                      <a:pt x="88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5" name="Google Shape;1805;p39"/>
              <p:cNvSpPr/>
              <p:nvPr/>
            </p:nvSpPr>
            <p:spPr>
              <a:xfrm>
                <a:off x="6446094" y="1925976"/>
                <a:ext cx="107357" cy="35410"/>
              </a:xfrm>
              <a:custGeom>
                <a:avLst/>
                <a:gdLst/>
                <a:ahLst/>
                <a:cxnLst/>
                <a:rect l="l" t="t" r="r" b="b"/>
                <a:pathLst>
                  <a:path w="3808" h="1256" extrusionOk="0">
                    <a:moveTo>
                      <a:pt x="2047" y="0"/>
                    </a:moveTo>
                    <a:cubicBezTo>
                      <a:pt x="2008" y="0"/>
                      <a:pt x="1969" y="1"/>
                      <a:pt x="1929" y="2"/>
                    </a:cubicBezTo>
                    <a:cubicBezTo>
                      <a:pt x="274" y="64"/>
                      <a:pt x="0" y="1256"/>
                      <a:pt x="0" y="1256"/>
                    </a:cubicBezTo>
                    <a:lnTo>
                      <a:pt x="3807" y="1256"/>
                    </a:lnTo>
                    <a:cubicBezTo>
                      <a:pt x="3807" y="1256"/>
                      <a:pt x="3594" y="0"/>
                      <a:pt x="20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6" name="Google Shape;1806;p39"/>
              <p:cNvSpPr/>
              <p:nvPr/>
            </p:nvSpPr>
            <p:spPr>
              <a:xfrm>
                <a:off x="6524047" y="1936915"/>
                <a:ext cx="8627" cy="6766"/>
              </a:xfrm>
              <a:custGeom>
                <a:avLst/>
                <a:gdLst/>
                <a:ahLst/>
                <a:cxnLst/>
                <a:rect l="l" t="t" r="r" b="b"/>
                <a:pathLst>
                  <a:path w="306" h="240" extrusionOk="0">
                    <a:moveTo>
                      <a:pt x="159" y="0"/>
                    </a:moveTo>
                    <a:cubicBezTo>
                      <a:pt x="63" y="0"/>
                      <a:pt x="1" y="97"/>
                      <a:pt x="47" y="193"/>
                    </a:cubicBezTo>
                    <a:cubicBezTo>
                      <a:pt x="63" y="193"/>
                      <a:pt x="78" y="208"/>
                      <a:pt x="78" y="224"/>
                    </a:cubicBezTo>
                    <a:cubicBezTo>
                      <a:pt x="113" y="224"/>
                      <a:pt x="128" y="239"/>
                      <a:pt x="159" y="239"/>
                    </a:cubicBezTo>
                    <a:cubicBezTo>
                      <a:pt x="240" y="239"/>
                      <a:pt x="306" y="143"/>
                      <a:pt x="256" y="46"/>
                    </a:cubicBezTo>
                    <a:cubicBezTo>
                      <a:pt x="256" y="31"/>
                      <a:pt x="240" y="16"/>
                      <a:pt x="225" y="16"/>
                    </a:cubicBezTo>
                    <a:cubicBezTo>
                      <a:pt x="209" y="0"/>
                      <a:pt x="175" y="0"/>
                      <a:pt x="15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7" name="Google Shape;1807;p39"/>
              <p:cNvSpPr/>
              <p:nvPr/>
            </p:nvSpPr>
            <p:spPr>
              <a:xfrm>
                <a:off x="6498166" y="1961358"/>
                <a:ext cx="28" cy="28"/>
              </a:xfrm>
              <a:custGeom>
                <a:avLst/>
                <a:gdLst/>
                <a:ahLst/>
                <a:cxnLst/>
                <a:rect l="l" t="t" r="r" b="b"/>
                <a:pathLst>
                  <a:path w="1" h="1" extrusionOk="0">
                    <a:moveTo>
                      <a:pt x="1" y="1"/>
                    </a:moveTo>
                    <a:lnTo>
                      <a:pt x="1" y="1"/>
                    </a:lnTo>
                    <a:lnTo>
                      <a:pt x="1" y="1"/>
                    </a:lnTo>
                    <a:close/>
                  </a:path>
                </a:pathLst>
              </a:custGeom>
              <a:solidFill>
                <a:srgbClr val="D0D6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8" name="Google Shape;1808;p39"/>
              <p:cNvSpPr/>
              <p:nvPr/>
            </p:nvSpPr>
            <p:spPr>
              <a:xfrm>
                <a:off x="6485029" y="1940072"/>
                <a:ext cx="26783" cy="21314"/>
              </a:xfrm>
              <a:custGeom>
                <a:avLst/>
                <a:gdLst/>
                <a:ahLst/>
                <a:cxnLst/>
                <a:rect l="l" t="t" r="r" b="b"/>
                <a:pathLst>
                  <a:path w="950" h="756" extrusionOk="0">
                    <a:moveTo>
                      <a:pt x="467" y="0"/>
                    </a:moveTo>
                    <a:cubicBezTo>
                      <a:pt x="193" y="0"/>
                      <a:pt x="0" y="289"/>
                      <a:pt x="147" y="579"/>
                    </a:cubicBezTo>
                    <a:cubicBezTo>
                      <a:pt x="178" y="625"/>
                      <a:pt x="209" y="675"/>
                      <a:pt x="274" y="706"/>
                    </a:cubicBezTo>
                    <a:cubicBezTo>
                      <a:pt x="340" y="741"/>
                      <a:pt x="401" y="756"/>
                      <a:pt x="467" y="756"/>
                    </a:cubicBezTo>
                    <a:cubicBezTo>
                      <a:pt x="741" y="756"/>
                      <a:pt x="949" y="467"/>
                      <a:pt x="787" y="177"/>
                    </a:cubicBezTo>
                    <a:cubicBezTo>
                      <a:pt x="756" y="127"/>
                      <a:pt x="725" y="81"/>
                      <a:pt x="660" y="46"/>
                    </a:cubicBezTo>
                    <a:cubicBezTo>
                      <a:pt x="594" y="15"/>
                      <a:pt x="533" y="0"/>
                      <a:pt x="4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9" name="Google Shape;1809;p39"/>
              <p:cNvSpPr/>
              <p:nvPr/>
            </p:nvSpPr>
            <p:spPr>
              <a:xfrm>
                <a:off x="6434789" y="1954535"/>
                <a:ext cx="124639" cy="134647"/>
              </a:xfrm>
              <a:custGeom>
                <a:avLst/>
                <a:gdLst/>
                <a:ahLst/>
                <a:cxnLst/>
                <a:rect l="l" t="t" r="r" b="b"/>
                <a:pathLst>
                  <a:path w="4421" h="4776" extrusionOk="0">
                    <a:moveTo>
                      <a:pt x="97" y="0"/>
                    </a:moveTo>
                    <a:lnTo>
                      <a:pt x="290" y="1416"/>
                    </a:lnTo>
                    <a:lnTo>
                      <a:pt x="660" y="2172"/>
                    </a:lnTo>
                    <a:lnTo>
                      <a:pt x="0" y="3151"/>
                    </a:lnTo>
                    <a:lnTo>
                      <a:pt x="97" y="4775"/>
                    </a:lnTo>
                    <a:lnTo>
                      <a:pt x="4420" y="4775"/>
                    </a:lnTo>
                    <a:lnTo>
                      <a:pt x="4289" y="710"/>
                    </a:lnTo>
                    <a:lnTo>
                      <a:pt x="442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0" name="Google Shape;1810;p39"/>
              <p:cNvSpPr/>
              <p:nvPr/>
            </p:nvSpPr>
            <p:spPr>
              <a:xfrm>
                <a:off x="6440653" y="1977681"/>
                <a:ext cx="115505" cy="9050"/>
              </a:xfrm>
              <a:custGeom>
                <a:avLst/>
                <a:gdLst/>
                <a:ahLst/>
                <a:cxnLst/>
                <a:rect l="l" t="t" r="r" b="b"/>
                <a:pathLst>
                  <a:path w="4097" h="321" extrusionOk="0">
                    <a:moveTo>
                      <a:pt x="1" y="1"/>
                    </a:moveTo>
                    <a:lnTo>
                      <a:pt x="47" y="321"/>
                    </a:lnTo>
                    <a:lnTo>
                      <a:pt x="4097" y="321"/>
                    </a:lnTo>
                    <a:lnTo>
                      <a:pt x="408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1" name="Google Shape;1811;p39"/>
              <p:cNvSpPr/>
              <p:nvPr/>
            </p:nvSpPr>
            <p:spPr>
              <a:xfrm>
                <a:off x="6447391" y="2003901"/>
                <a:ext cx="109331" cy="9585"/>
              </a:xfrm>
              <a:custGeom>
                <a:avLst/>
                <a:gdLst/>
                <a:ahLst/>
                <a:cxnLst/>
                <a:rect l="l" t="t" r="r" b="b"/>
                <a:pathLst>
                  <a:path w="3878" h="340" extrusionOk="0">
                    <a:moveTo>
                      <a:pt x="1" y="0"/>
                    </a:moveTo>
                    <a:lnTo>
                      <a:pt x="163" y="340"/>
                    </a:lnTo>
                    <a:lnTo>
                      <a:pt x="3877" y="340"/>
                    </a:lnTo>
                    <a:lnTo>
                      <a:pt x="387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2" name="Google Shape;1812;p39"/>
              <p:cNvSpPr/>
              <p:nvPr/>
            </p:nvSpPr>
            <p:spPr>
              <a:xfrm>
                <a:off x="6437073" y="2030205"/>
                <a:ext cx="120495" cy="9585"/>
              </a:xfrm>
              <a:custGeom>
                <a:avLst/>
                <a:gdLst/>
                <a:ahLst/>
                <a:cxnLst/>
                <a:rect l="l" t="t" r="r" b="b"/>
                <a:pathLst>
                  <a:path w="4274" h="340" extrusionOk="0">
                    <a:moveTo>
                      <a:pt x="224" y="1"/>
                    </a:moveTo>
                    <a:lnTo>
                      <a:pt x="0" y="340"/>
                    </a:lnTo>
                    <a:lnTo>
                      <a:pt x="4274" y="340"/>
                    </a:lnTo>
                    <a:lnTo>
                      <a:pt x="427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3" name="Google Shape;1813;p39"/>
              <p:cNvSpPr/>
              <p:nvPr/>
            </p:nvSpPr>
            <p:spPr>
              <a:xfrm>
                <a:off x="6435212" y="2056508"/>
                <a:ext cx="123229" cy="9501"/>
              </a:xfrm>
              <a:custGeom>
                <a:avLst/>
                <a:gdLst/>
                <a:ahLst/>
                <a:cxnLst/>
                <a:rect l="l" t="t" r="r" b="b"/>
                <a:pathLst>
                  <a:path w="4371" h="337" extrusionOk="0">
                    <a:moveTo>
                      <a:pt x="1" y="1"/>
                    </a:moveTo>
                    <a:lnTo>
                      <a:pt x="32" y="336"/>
                    </a:lnTo>
                    <a:lnTo>
                      <a:pt x="4371" y="336"/>
                    </a:lnTo>
                    <a:lnTo>
                      <a:pt x="435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4" name="Google Shape;1814;p39"/>
              <p:cNvSpPr/>
              <p:nvPr/>
            </p:nvSpPr>
            <p:spPr>
              <a:xfrm>
                <a:off x="6436537" y="2034349"/>
                <a:ext cx="122891" cy="54834"/>
              </a:xfrm>
              <a:custGeom>
                <a:avLst/>
                <a:gdLst/>
                <a:ahLst/>
                <a:cxnLst/>
                <a:rect l="l" t="t" r="r" b="b"/>
                <a:pathLst>
                  <a:path w="4359" h="1945" extrusionOk="0">
                    <a:moveTo>
                      <a:pt x="4293" y="0"/>
                    </a:moveTo>
                    <a:cubicBezTo>
                      <a:pt x="3314" y="1242"/>
                      <a:pt x="2075" y="1521"/>
                      <a:pt x="1075" y="1521"/>
                    </a:cubicBezTo>
                    <a:cubicBezTo>
                      <a:pt x="665" y="1521"/>
                      <a:pt x="295" y="1474"/>
                      <a:pt x="0" y="1427"/>
                    </a:cubicBezTo>
                    <a:lnTo>
                      <a:pt x="0" y="1427"/>
                    </a:lnTo>
                    <a:lnTo>
                      <a:pt x="35" y="1944"/>
                    </a:lnTo>
                    <a:lnTo>
                      <a:pt x="4358" y="1944"/>
                    </a:lnTo>
                    <a:lnTo>
                      <a:pt x="429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815" name="Google Shape;1815;p39"/>
          <p:cNvGrpSpPr/>
          <p:nvPr/>
        </p:nvGrpSpPr>
        <p:grpSpPr>
          <a:xfrm>
            <a:off x="5069091" y="1559143"/>
            <a:ext cx="756931" cy="891421"/>
            <a:chOff x="6024726" y="2154394"/>
            <a:chExt cx="216631" cy="255115"/>
          </a:xfrm>
        </p:grpSpPr>
        <p:sp>
          <p:nvSpPr>
            <p:cNvPr id="1816" name="Google Shape;1816;p39"/>
            <p:cNvSpPr/>
            <p:nvPr/>
          </p:nvSpPr>
          <p:spPr>
            <a:xfrm>
              <a:off x="6033325" y="2223212"/>
              <a:ext cx="199885" cy="186296"/>
            </a:xfrm>
            <a:custGeom>
              <a:avLst/>
              <a:gdLst/>
              <a:ahLst/>
              <a:cxnLst/>
              <a:rect l="l" t="t" r="r" b="b"/>
              <a:pathLst>
                <a:path w="7090" h="6608" extrusionOk="0">
                  <a:moveTo>
                    <a:pt x="0" y="1"/>
                  </a:moveTo>
                  <a:lnTo>
                    <a:pt x="0" y="6608"/>
                  </a:lnTo>
                  <a:lnTo>
                    <a:pt x="7089" y="6608"/>
                  </a:lnTo>
                  <a:lnTo>
                    <a:pt x="7089" y="1"/>
                  </a:lnTo>
                  <a:close/>
                </a:path>
              </a:pathLst>
            </a:custGeom>
            <a:solidFill>
              <a:schemeClr val="lt1">
                <a:alpha val="344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7" name="Google Shape;1817;p39"/>
            <p:cNvSpPr/>
            <p:nvPr/>
          </p:nvSpPr>
          <p:spPr>
            <a:xfrm>
              <a:off x="6024726" y="2154394"/>
              <a:ext cx="216631" cy="238819"/>
            </a:xfrm>
            <a:custGeom>
              <a:avLst/>
              <a:gdLst/>
              <a:ahLst/>
              <a:cxnLst/>
              <a:rect l="l" t="t" r="r" b="b"/>
              <a:pathLst>
                <a:path w="7684" h="8471" extrusionOk="0">
                  <a:moveTo>
                    <a:pt x="0" y="0"/>
                  </a:moveTo>
                  <a:lnTo>
                    <a:pt x="0" y="8470"/>
                  </a:lnTo>
                  <a:lnTo>
                    <a:pt x="7684" y="8470"/>
                  </a:lnTo>
                  <a:lnTo>
                    <a:pt x="768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8" name="Google Shape;1818;p39"/>
            <p:cNvSpPr/>
            <p:nvPr/>
          </p:nvSpPr>
          <p:spPr>
            <a:xfrm>
              <a:off x="6053200" y="2180585"/>
              <a:ext cx="159570" cy="186296"/>
            </a:xfrm>
            <a:custGeom>
              <a:avLst/>
              <a:gdLst/>
              <a:ahLst/>
              <a:cxnLst/>
              <a:rect l="l" t="t" r="r" b="b"/>
              <a:pathLst>
                <a:path w="5660" h="6608" extrusionOk="0">
                  <a:moveTo>
                    <a:pt x="1" y="1"/>
                  </a:moveTo>
                  <a:lnTo>
                    <a:pt x="1" y="6608"/>
                  </a:lnTo>
                  <a:lnTo>
                    <a:pt x="5659" y="6608"/>
                  </a:lnTo>
                  <a:lnTo>
                    <a:pt x="565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9" name="Google Shape;1819;p39"/>
            <p:cNvSpPr/>
            <p:nvPr/>
          </p:nvSpPr>
          <p:spPr>
            <a:xfrm>
              <a:off x="6039612" y="2169730"/>
              <a:ext cx="186747" cy="208484"/>
            </a:xfrm>
            <a:custGeom>
              <a:avLst/>
              <a:gdLst/>
              <a:ahLst/>
              <a:cxnLst/>
              <a:rect l="l" t="t" r="r" b="b"/>
              <a:pathLst>
                <a:path w="6624" h="7395" extrusionOk="0">
                  <a:moveTo>
                    <a:pt x="6558" y="81"/>
                  </a:moveTo>
                  <a:lnTo>
                    <a:pt x="6558" y="7313"/>
                  </a:lnTo>
                  <a:lnTo>
                    <a:pt x="82" y="7313"/>
                  </a:lnTo>
                  <a:lnTo>
                    <a:pt x="82" y="81"/>
                  </a:lnTo>
                  <a:close/>
                  <a:moveTo>
                    <a:pt x="1" y="0"/>
                  </a:moveTo>
                  <a:lnTo>
                    <a:pt x="1" y="7394"/>
                  </a:lnTo>
                  <a:lnTo>
                    <a:pt x="6623" y="7394"/>
                  </a:lnTo>
                  <a:lnTo>
                    <a:pt x="662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0" name="Google Shape;1820;p39"/>
            <p:cNvSpPr/>
            <p:nvPr/>
          </p:nvSpPr>
          <p:spPr>
            <a:xfrm>
              <a:off x="6128475" y="2201024"/>
              <a:ext cx="86579" cy="67803"/>
            </a:xfrm>
            <a:custGeom>
              <a:avLst/>
              <a:gdLst/>
              <a:ahLst/>
              <a:cxnLst/>
              <a:rect l="l" t="t" r="r" b="b"/>
              <a:pathLst>
                <a:path w="3071" h="2405" extrusionOk="0">
                  <a:moveTo>
                    <a:pt x="2604" y="1"/>
                  </a:moveTo>
                  <a:lnTo>
                    <a:pt x="2604" y="1"/>
                  </a:lnTo>
                  <a:cubicBezTo>
                    <a:pt x="0" y="884"/>
                    <a:pt x="1269" y="2396"/>
                    <a:pt x="1269" y="2396"/>
                  </a:cubicBezTo>
                  <a:cubicBezTo>
                    <a:pt x="1269" y="2396"/>
                    <a:pt x="1324" y="2404"/>
                    <a:pt x="1413" y="2404"/>
                  </a:cubicBezTo>
                  <a:cubicBezTo>
                    <a:pt x="1844" y="2404"/>
                    <a:pt x="3071" y="2216"/>
                    <a:pt x="260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1" name="Google Shape;1821;p39"/>
            <p:cNvSpPr/>
            <p:nvPr/>
          </p:nvSpPr>
          <p:spPr>
            <a:xfrm>
              <a:off x="6159233" y="2215487"/>
              <a:ext cx="34931" cy="60839"/>
            </a:xfrm>
            <a:custGeom>
              <a:avLst/>
              <a:gdLst/>
              <a:ahLst/>
              <a:cxnLst/>
              <a:rect l="l" t="t" r="r" b="b"/>
              <a:pathLst>
                <a:path w="1239" h="2158" extrusionOk="0">
                  <a:moveTo>
                    <a:pt x="1208" y="1"/>
                  </a:moveTo>
                  <a:cubicBezTo>
                    <a:pt x="1192" y="1"/>
                    <a:pt x="1158" y="1"/>
                    <a:pt x="1158" y="16"/>
                  </a:cubicBezTo>
                  <a:lnTo>
                    <a:pt x="20" y="2091"/>
                  </a:lnTo>
                  <a:cubicBezTo>
                    <a:pt x="1" y="2107"/>
                    <a:pt x="1" y="2138"/>
                    <a:pt x="35" y="2138"/>
                  </a:cubicBezTo>
                  <a:cubicBezTo>
                    <a:pt x="35" y="2138"/>
                    <a:pt x="35" y="2157"/>
                    <a:pt x="51" y="2157"/>
                  </a:cubicBezTo>
                  <a:cubicBezTo>
                    <a:pt x="66" y="2157"/>
                    <a:pt x="66" y="2138"/>
                    <a:pt x="82" y="2122"/>
                  </a:cubicBezTo>
                  <a:lnTo>
                    <a:pt x="1223" y="51"/>
                  </a:lnTo>
                  <a:cubicBezTo>
                    <a:pt x="1239" y="36"/>
                    <a:pt x="1223" y="16"/>
                    <a:pt x="120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2" name="Google Shape;1822;p39"/>
            <p:cNvSpPr/>
            <p:nvPr/>
          </p:nvSpPr>
          <p:spPr>
            <a:xfrm>
              <a:off x="6180547" y="2219209"/>
              <a:ext cx="16352" cy="13053"/>
            </a:xfrm>
            <a:custGeom>
              <a:avLst/>
              <a:gdLst/>
              <a:ahLst/>
              <a:cxnLst/>
              <a:rect l="l" t="t" r="r" b="b"/>
              <a:pathLst>
                <a:path w="580" h="463" extrusionOk="0">
                  <a:moveTo>
                    <a:pt x="35" y="0"/>
                  </a:moveTo>
                  <a:cubicBezTo>
                    <a:pt x="1" y="16"/>
                    <a:pt x="1" y="31"/>
                    <a:pt x="1" y="46"/>
                  </a:cubicBezTo>
                  <a:lnTo>
                    <a:pt x="132" y="463"/>
                  </a:lnTo>
                  <a:lnTo>
                    <a:pt x="548" y="336"/>
                  </a:lnTo>
                  <a:cubicBezTo>
                    <a:pt x="564" y="320"/>
                    <a:pt x="579" y="305"/>
                    <a:pt x="579" y="289"/>
                  </a:cubicBezTo>
                  <a:cubicBezTo>
                    <a:pt x="564" y="270"/>
                    <a:pt x="548" y="255"/>
                    <a:pt x="533" y="255"/>
                  </a:cubicBezTo>
                  <a:lnTo>
                    <a:pt x="178" y="366"/>
                  </a:lnTo>
                  <a:lnTo>
                    <a:pt x="82" y="31"/>
                  </a:lnTo>
                  <a:cubicBezTo>
                    <a:pt x="66" y="16"/>
                    <a:pt x="51" y="0"/>
                    <a:pt x="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3" name="Google Shape;1823;p39"/>
            <p:cNvSpPr/>
            <p:nvPr/>
          </p:nvSpPr>
          <p:spPr>
            <a:xfrm>
              <a:off x="6173809" y="2231388"/>
              <a:ext cx="16323" cy="13166"/>
            </a:xfrm>
            <a:custGeom>
              <a:avLst/>
              <a:gdLst/>
              <a:ahLst/>
              <a:cxnLst/>
              <a:rect l="l" t="t" r="r" b="b"/>
              <a:pathLst>
                <a:path w="579" h="467" extrusionOk="0">
                  <a:moveTo>
                    <a:pt x="31" y="0"/>
                  </a:moveTo>
                  <a:cubicBezTo>
                    <a:pt x="16" y="15"/>
                    <a:pt x="0" y="31"/>
                    <a:pt x="0" y="50"/>
                  </a:cubicBezTo>
                  <a:lnTo>
                    <a:pt x="128" y="467"/>
                  </a:lnTo>
                  <a:lnTo>
                    <a:pt x="544" y="339"/>
                  </a:lnTo>
                  <a:cubicBezTo>
                    <a:pt x="564" y="320"/>
                    <a:pt x="579" y="305"/>
                    <a:pt x="579" y="289"/>
                  </a:cubicBezTo>
                  <a:cubicBezTo>
                    <a:pt x="564" y="274"/>
                    <a:pt x="544" y="258"/>
                    <a:pt x="529" y="258"/>
                  </a:cubicBezTo>
                  <a:lnTo>
                    <a:pt x="178" y="370"/>
                  </a:lnTo>
                  <a:lnTo>
                    <a:pt x="81" y="31"/>
                  </a:lnTo>
                  <a:cubicBezTo>
                    <a:pt x="62" y="15"/>
                    <a:pt x="47" y="0"/>
                    <a:pt x="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4" name="Google Shape;1824;p39"/>
            <p:cNvSpPr/>
            <p:nvPr/>
          </p:nvSpPr>
          <p:spPr>
            <a:xfrm>
              <a:off x="6166958" y="2243652"/>
              <a:ext cx="16323" cy="13081"/>
            </a:xfrm>
            <a:custGeom>
              <a:avLst/>
              <a:gdLst/>
              <a:ahLst/>
              <a:cxnLst/>
              <a:rect l="l" t="t" r="r" b="b"/>
              <a:pathLst>
                <a:path w="579" h="464" extrusionOk="0">
                  <a:moveTo>
                    <a:pt x="35" y="1"/>
                  </a:moveTo>
                  <a:cubicBezTo>
                    <a:pt x="16" y="16"/>
                    <a:pt x="0" y="32"/>
                    <a:pt x="0" y="47"/>
                  </a:cubicBezTo>
                  <a:lnTo>
                    <a:pt x="132" y="464"/>
                  </a:lnTo>
                  <a:lnTo>
                    <a:pt x="548" y="336"/>
                  </a:lnTo>
                  <a:cubicBezTo>
                    <a:pt x="564" y="321"/>
                    <a:pt x="579" y="306"/>
                    <a:pt x="579" y="290"/>
                  </a:cubicBezTo>
                  <a:cubicBezTo>
                    <a:pt x="564" y="271"/>
                    <a:pt x="548" y="255"/>
                    <a:pt x="533" y="255"/>
                  </a:cubicBezTo>
                  <a:lnTo>
                    <a:pt x="193" y="367"/>
                  </a:lnTo>
                  <a:lnTo>
                    <a:pt x="81" y="32"/>
                  </a:lnTo>
                  <a:cubicBezTo>
                    <a:pt x="66" y="16"/>
                    <a:pt x="51" y="1"/>
                    <a:pt x="3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5" name="Google Shape;1825;p39"/>
            <p:cNvSpPr/>
            <p:nvPr/>
          </p:nvSpPr>
          <p:spPr>
            <a:xfrm>
              <a:off x="6066818" y="2280753"/>
              <a:ext cx="90272" cy="70397"/>
            </a:xfrm>
            <a:custGeom>
              <a:avLst/>
              <a:gdLst/>
              <a:ahLst/>
              <a:cxnLst/>
              <a:rect l="l" t="t" r="r" b="b"/>
              <a:pathLst>
                <a:path w="3202" h="2497" extrusionOk="0">
                  <a:moveTo>
                    <a:pt x="0" y="0"/>
                  </a:moveTo>
                  <a:lnTo>
                    <a:pt x="0" y="0"/>
                  </a:lnTo>
                  <a:cubicBezTo>
                    <a:pt x="13" y="2130"/>
                    <a:pt x="949" y="2496"/>
                    <a:pt x="1592" y="2496"/>
                  </a:cubicBezTo>
                  <a:cubicBezTo>
                    <a:pt x="1930" y="2496"/>
                    <a:pt x="2187" y="2395"/>
                    <a:pt x="2187" y="2395"/>
                  </a:cubicBezTo>
                  <a:cubicBezTo>
                    <a:pt x="2187" y="2395"/>
                    <a:pt x="3201" y="386"/>
                    <a:pt x="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6" name="Google Shape;1826;p39"/>
            <p:cNvSpPr/>
            <p:nvPr/>
          </p:nvSpPr>
          <p:spPr>
            <a:xfrm>
              <a:off x="6079955" y="2295865"/>
              <a:ext cx="55398" cy="60163"/>
            </a:xfrm>
            <a:custGeom>
              <a:avLst/>
              <a:gdLst/>
              <a:ahLst/>
              <a:cxnLst/>
              <a:rect l="l" t="t" r="r" b="b"/>
              <a:pathLst>
                <a:path w="1965" h="2134" extrusionOk="0">
                  <a:moveTo>
                    <a:pt x="43" y="0"/>
                  </a:moveTo>
                  <a:cubicBezTo>
                    <a:pt x="35" y="0"/>
                    <a:pt x="26" y="4"/>
                    <a:pt x="16" y="12"/>
                  </a:cubicBezTo>
                  <a:cubicBezTo>
                    <a:pt x="1" y="12"/>
                    <a:pt x="1" y="43"/>
                    <a:pt x="16" y="58"/>
                  </a:cubicBezTo>
                  <a:lnTo>
                    <a:pt x="1898" y="2118"/>
                  </a:lnTo>
                  <a:cubicBezTo>
                    <a:pt x="1898" y="2133"/>
                    <a:pt x="1914" y="2133"/>
                    <a:pt x="1914" y="2133"/>
                  </a:cubicBezTo>
                  <a:lnTo>
                    <a:pt x="1945" y="2133"/>
                  </a:lnTo>
                  <a:cubicBezTo>
                    <a:pt x="1964" y="2118"/>
                    <a:pt x="1964" y="2083"/>
                    <a:pt x="1945" y="2068"/>
                  </a:cubicBezTo>
                  <a:lnTo>
                    <a:pt x="66" y="12"/>
                  </a:lnTo>
                  <a:cubicBezTo>
                    <a:pt x="59" y="4"/>
                    <a:pt x="51" y="0"/>
                    <a:pt x="4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7" name="Google Shape;1827;p39"/>
            <p:cNvSpPr/>
            <p:nvPr/>
          </p:nvSpPr>
          <p:spPr>
            <a:xfrm>
              <a:off x="6079955" y="2296626"/>
              <a:ext cx="15478" cy="15449"/>
            </a:xfrm>
            <a:custGeom>
              <a:avLst/>
              <a:gdLst/>
              <a:ahLst/>
              <a:cxnLst/>
              <a:rect l="l" t="t" r="r" b="b"/>
              <a:pathLst>
                <a:path w="549" h="548" extrusionOk="0">
                  <a:moveTo>
                    <a:pt x="518" y="0"/>
                  </a:moveTo>
                  <a:cubicBezTo>
                    <a:pt x="498" y="0"/>
                    <a:pt x="483" y="16"/>
                    <a:pt x="483" y="31"/>
                  </a:cubicBezTo>
                  <a:lnTo>
                    <a:pt x="467" y="467"/>
                  </a:lnTo>
                  <a:lnTo>
                    <a:pt x="36" y="452"/>
                  </a:lnTo>
                  <a:cubicBezTo>
                    <a:pt x="16" y="452"/>
                    <a:pt x="1" y="467"/>
                    <a:pt x="1" y="498"/>
                  </a:cubicBezTo>
                  <a:cubicBezTo>
                    <a:pt x="1" y="513"/>
                    <a:pt x="16" y="533"/>
                    <a:pt x="36" y="533"/>
                  </a:cubicBezTo>
                  <a:lnTo>
                    <a:pt x="548" y="548"/>
                  </a:lnTo>
                  <a:lnTo>
                    <a:pt x="548" y="31"/>
                  </a:lnTo>
                  <a:cubicBezTo>
                    <a:pt x="548" y="16"/>
                    <a:pt x="533" y="0"/>
                    <a:pt x="5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8" name="Google Shape;1828;p39"/>
            <p:cNvSpPr/>
            <p:nvPr/>
          </p:nvSpPr>
          <p:spPr>
            <a:xfrm>
              <a:off x="6090838" y="2308918"/>
              <a:ext cx="15901" cy="15337"/>
            </a:xfrm>
            <a:custGeom>
              <a:avLst/>
              <a:gdLst/>
              <a:ahLst/>
              <a:cxnLst/>
              <a:rect l="l" t="t" r="r" b="b"/>
              <a:pathLst>
                <a:path w="564" h="544" extrusionOk="0">
                  <a:moveTo>
                    <a:pt x="533" y="0"/>
                  </a:moveTo>
                  <a:cubicBezTo>
                    <a:pt x="498" y="0"/>
                    <a:pt x="483" y="16"/>
                    <a:pt x="483" y="31"/>
                  </a:cubicBezTo>
                  <a:lnTo>
                    <a:pt x="483" y="463"/>
                  </a:lnTo>
                  <a:lnTo>
                    <a:pt x="51" y="448"/>
                  </a:lnTo>
                  <a:cubicBezTo>
                    <a:pt x="16" y="448"/>
                    <a:pt x="0" y="463"/>
                    <a:pt x="0" y="498"/>
                  </a:cubicBezTo>
                  <a:cubicBezTo>
                    <a:pt x="0" y="513"/>
                    <a:pt x="16" y="529"/>
                    <a:pt x="51" y="529"/>
                  </a:cubicBezTo>
                  <a:lnTo>
                    <a:pt x="548" y="544"/>
                  </a:lnTo>
                  <a:lnTo>
                    <a:pt x="564" y="31"/>
                  </a:lnTo>
                  <a:cubicBezTo>
                    <a:pt x="564" y="16"/>
                    <a:pt x="548" y="0"/>
                    <a:pt x="53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9" name="Google Shape;1829;p39"/>
            <p:cNvSpPr/>
            <p:nvPr/>
          </p:nvSpPr>
          <p:spPr>
            <a:xfrm>
              <a:off x="6102143" y="2321097"/>
              <a:ext cx="15478" cy="15449"/>
            </a:xfrm>
            <a:custGeom>
              <a:avLst/>
              <a:gdLst/>
              <a:ahLst/>
              <a:cxnLst/>
              <a:rect l="l" t="t" r="r" b="b"/>
              <a:pathLst>
                <a:path w="549" h="548" extrusionOk="0">
                  <a:moveTo>
                    <a:pt x="517" y="0"/>
                  </a:moveTo>
                  <a:cubicBezTo>
                    <a:pt x="502" y="0"/>
                    <a:pt x="483" y="16"/>
                    <a:pt x="483" y="31"/>
                  </a:cubicBezTo>
                  <a:lnTo>
                    <a:pt x="467" y="467"/>
                  </a:lnTo>
                  <a:lnTo>
                    <a:pt x="35" y="451"/>
                  </a:lnTo>
                  <a:cubicBezTo>
                    <a:pt x="20" y="451"/>
                    <a:pt x="1" y="467"/>
                    <a:pt x="1" y="498"/>
                  </a:cubicBezTo>
                  <a:cubicBezTo>
                    <a:pt x="1" y="513"/>
                    <a:pt x="20" y="532"/>
                    <a:pt x="35" y="532"/>
                  </a:cubicBezTo>
                  <a:lnTo>
                    <a:pt x="548" y="548"/>
                  </a:lnTo>
                  <a:lnTo>
                    <a:pt x="548" y="31"/>
                  </a:lnTo>
                  <a:cubicBezTo>
                    <a:pt x="548" y="16"/>
                    <a:pt x="533" y="0"/>
                    <a:pt x="51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0" name="Google Shape;1830;p39"/>
            <p:cNvSpPr/>
            <p:nvPr/>
          </p:nvSpPr>
          <p:spPr>
            <a:xfrm>
              <a:off x="6098111" y="2217771"/>
              <a:ext cx="34508" cy="26867"/>
            </a:xfrm>
            <a:custGeom>
              <a:avLst/>
              <a:gdLst/>
              <a:ahLst/>
              <a:cxnLst/>
              <a:rect l="l" t="t" r="r" b="b"/>
              <a:pathLst>
                <a:path w="1224" h="953" extrusionOk="0">
                  <a:moveTo>
                    <a:pt x="1224" y="1"/>
                  </a:moveTo>
                  <a:lnTo>
                    <a:pt x="1224" y="1"/>
                  </a:lnTo>
                  <a:cubicBezTo>
                    <a:pt x="1" y="113"/>
                    <a:pt x="402" y="919"/>
                    <a:pt x="402" y="919"/>
                  </a:cubicBezTo>
                  <a:cubicBezTo>
                    <a:pt x="402" y="919"/>
                    <a:pt x="489" y="953"/>
                    <a:pt x="607" y="953"/>
                  </a:cubicBezTo>
                  <a:cubicBezTo>
                    <a:pt x="842" y="953"/>
                    <a:pt x="1200" y="817"/>
                    <a:pt x="122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1" name="Google Shape;1831;p39"/>
            <p:cNvSpPr/>
            <p:nvPr/>
          </p:nvSpPr>
          <p:spPr>
            <a:xfrm>
              <a:off x="6080942" y="2240128"/>
              <a:ext cx="33098" cy="21877"/>
            </a:xfrm>
            <a:custGeom>
              <a:avLst/>
              <a:gdLst/>
              <a:ahLst/>
              <a:cxnLst/>
              <a:rect l="l" t="t" r="r" b="b"/>
              <a:pathLst>
                <a:path w="1174" h="776" extrusionOk="0">
                  <a:moveTo>
                    <a:pt x="446" y="0"/>
                  </a:moveTo>
                  <a:cubicBezTo>
                    <a:pt x="322" y="0"/>
                    <a:pt x="175" y="18"/>
                    <a:pt x="1" y="60"/>
                  </a:cubicBezTo>
                  <a:cubicBezTo>
                    <a:pt x="214" y="631"/>
                    <a:pt x="482" y="776"/>
                    <a:pt x="700" y="776"/>
                  </a:cubicBezTo>
                  <a:cubicBezTo>
                    <a:pt x="923" y="776"/>
                    <a:pt x="1092" y="623"/>
                    <a:pt x="1092" y="623"/>
                  </a:cubicBezTo>
                  <a:cubicBezTo>
                    <a:pt x="1092" y="623"/>
                    <a:pt x="1174" y="0"/>
                    <a:pt x="44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2" name="Google Shape;1832;p39"/>
            <p:cNvSpPr/>
            <p:nvPr/>
          </p:nvSpPr>
          <p:spPr>
            <a:xfrm>
              <a:off x="6114971" y="2262033"/>
              <a:ext cx="27544" cy="19199"/>
            </a:xfrm>
            <a:custGeom>
              <a:avLst/>
              <a:gdLst/>
              <a:ahLst/>
              <a:cxnLst/>
              <a:rect l="l" t="t" r="r" b="b"/>
              <a:pathLst>
                <a:path w="977" h="681" extrusionOk="0">
                  <a:moveTo>
                    <a:pt x="853" y="1"/>
                  </a:moveTo>
                  <a:cubicBezTo>
                    <a:pt x="1" y="1"/>
                    <a:pt x="205" y="618"/>
                    <a:pt x="205" y="618"/>
                  </a:cubicBezTo>
                  <a:cubicBezTo>
                    <a:pt x="205" y="618"/>
                    <a:pt x="311" y="680"/>
                    <a:pt x="446" y="680"/>
                  </a:cubicBezTo>
                  <a:cubicBezTo>
                    <a:pt x="632" y="680"/>
                    <a:pt x="874" y="563"/>
                    <a:pt x="977" y="5"/>
                  </a:cubicBezTo>
                  <a:cubicBezTo>
                    <a:pt x="933" y="2"/>
                    <a:pt x="892" y="1"/>
                    <a:pt x="85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3" name="Google Shape;1833;p39"/>
            <p:cNvSpPr/>
            <p:nvPr/>
          </p:nvSpPr>
          <p:spPr>
            <a:xfrm>
              <a:off x="6150212" y="2307057"/>
              <a:ext cx="37214" cy="28080"/>
            </a:xfrm>
            <a:custGeom>
              <a:avLst/>
              <a:gdLst/>
              <a:ahLst/>
              <a:cxnLst/>
              <a:rect l="l" t="t" r="r" b="b"/>
              <a:pathLst>
                <a:path w="1320" h="996" extrusionOk="0">
                  <a:moveTo>
                    <a:pt x="629" y="1"/>
                  </a:moveTo>
                  <a:lnTo>
                    <a:pt x="629" y="1"/>
                  </a:lnTo>
                  <a:cubicBezTo>
                    <a:pt x="0" y="787"/>
                    <a:pt x="691" y="996"/>
                    <a:pt x="691" y="996"/>
                  </a:cubicBezTo>
                  <a:cubicBezTo>
                    <a:pt x="691" y="996"/>
                    <a:pt x="1320" y="722"/>
                    <a:pt x="62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4" name="Google Shape;1834;p39"/>
            <p:cNvSpPr/>
            <p:nvPr/>
          </p:nvSpPr>
          <p:spPr>
            <a:xfrm>
              <a:off x="6126191" y="2284869"/>
              <a:ext cx="32872" cy="25373"/>
            </a:xfrm>
            <a:custGeom>
              <a:avLst/>
              <a:gdLst/>
              <a:ahLst/>
              <a:cxnLst/>
              <a:rect l="l" t="t" r="r" b="b"/>
              <a:pathLst>
                <a:path w="1166" h="900" extrusionOk="0">
                  <a:moveTo>
                    <a:pt x="918" y="1"/>
                  </a:moveTo>
                  <a:cubicBezTo>
                    <a:pt x="0" y="386"/>
                    <a:pt x="498" y="899"/>
                    <a:pt x="498" y="899"/>
                  </a:cubicBezTo>
                  <a:cubicBezTo>
                    <a:pt x="498" y="899"/>
                    <a:pt x="504" y="900"/>
                    <a:pt x="515" y="900"/>
                  </a:cubicBezTo>
                  <a:cubicBezTo>
                    <a:pt x="621" y="900"/>
                    <a:pt x="1166" y="859"/>
                    <a:pt x="91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5" name="Google Shape;1835;p39"/>
            <p:cNvSpPr/>
            <p:nvPr/>
          </p:nvSpPr>
          <p:spPr>
            <a:xfrm>
              <a:off x="6142487" y="2331895"/>
              <a:ext cx="26332" cy="16944"/>
            </a:xfrm>
            <a:custGeom>
              <a:avLst/>
              <a:gdLst/>
              <a:ahLst/>
              <a:cxnLst/>
              <a:rect l="l" t="t" r="r" b="b"/>
              <a:pathLst>
                <a:path w="934" h="601" extrusionOk="0">
                  <a:moveTo>
                    <a:pt x="588" y="1"/>
                  </a:moveTo>
                  <a:cubicBezTo>
                    <a:pt x="423" y="1"/>
                    <a:pt x="215" y="106"/>
                    <a:pt x="1" y="485"/>
                  </a:cubicBezTo>
                  <a:cubicBezTo>
                    <a:pt x="198" y="568"/>
                    <a:pt x="353" y="600"/>
                    <a:pt x="476" y="600"/>
                  </a:cubicBezTo>
                  <a:cubicBezTo>
                    <a:pt x="924" y="600"/>
                    <a:pt x="934" y="165"/>
                    <a:pt x="934" y="165"/>
                  </a:cubicBezTo>
                  <a:cubicBezTo>
                    <a:pt x="934" y="165"/>
                    <a:pt x="795" y="1"/>
                    <a:pt x="58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6" name="Google Shape;1836;p39"/>
            <p:cNvSpPr/>
            <p:nvPr/>
          </p:nvSpPr>
          <p:spPr>
            <a:xfrm>
              <a:off x="6104004" y="2212358"/>
              <a:ext cx="87876" cy="135944"/>
            </a:xfrm>
            <a:custGeom>
              <a:avLst/>
              <a:gdLst/>
              <a:ahLst/>
              <a:cxnLst/>
              <a:rect l="l" t="t" r="r" b="b"/>
              <a:pathLst>
                <a:path w="3117" h="4822" extrusionOk="0">
                  <a:moveTo>
                    <a:pt x="66" y="0"/>
                  </a:moveTo>
                  <a:cubicBezTo>
                    <a:pt x="31" y="0"/>
                    <a:pt x="16" y="16"/>
                    <a:pt x="16" y="31"/>
                  </a:cubicBezTo>
                  <a:cubicBezTo>
                    <a:pt x="16" y="66"/>
                    <a:pt x="0" y="3599"/>
                    <a:pt x="3055" y="4821"/>
                  </a:cubicBezTo>
                  <a:lnTo>
                    <a:pt x="3070" y="4821"/>
                  </a:lnTo>
                  <a:cubicBezTo>
                    <a:pt x="3086" y="4821"/>
                    <a:pt x="3101" y="4806"/>
                    <a:pt x="3101" y="4791"/>
                  </a:cubicBezTo>
                  <a:cubicBezTo>
                    <a:pt x="3117" y="4775"/>
                    <a:pt x="3101" y="4756"/>
                    <a:pt x="3086" y="4740"/>
                  </a:cubicBezTo>
                  <a:cubicBezTo>
                    <a:pt x="81" y="3552"/>
                    <a:pt x="97" y="66"/>
                    <a:pt x="97" y="31"/>
                  </a:cubicBezTo>
                  <a:cubicBezTo>
                    <a:pt x="97" y="16"/>
                    <a:pt x="81" y="0"/>
                    <a:pt x="6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7" name="Google Shape;1837;p39"/>
            <p:cNvSpPr/>
            <p:nvPr/>
          </p:nvSpPr>
          <p:spPr>
            <a:xfrm>
              <a:off x="6084974" y="2193328"/>
              <a:ext cx="40795" cy="31322"/>
            </a:xfrm>
            <a:custGeom>
              <a:avLst/>
              <a:gdLst/>
              <a:ahLst/>
              <a:cxnLst/>
              <a:rect l="l" t="t" r="r" b="b"/>
              <a:pathLst>
                <a:path w="1447" h="1111" extrusionOk="0">
                  <a:moveTo>
                    <a:pt x="741" y="0"/>
                  </a:moveTo>
                  <a:cubicBezTo>
                    <a:pt x="0" y="822"/>
                    <a:pt x="741" y="1111"/>
                    <a:pt x="741" y="1111"/>
                  </a:cubicBezTo>
                  <a:cubicBezTo>
                    <a:pt x="741" y="1111"/>
                    <a:pt x="1447" y="837"/>
                    <a:pt x="74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38" name="Google Shape;1838;p39"/>
          <p:cNvGrpSpPr/>
          <p:nvPr/>
        </p:nvGrpSpPr>
        <p:grpSpPr>
          <a:xfrm>
            <a:off x="5069093" y="2719948"/>
            <a:ext cx="572518" cy="1293906"/>
            <a:chOff x="2646048" y="1369334"/>
            <a:chExt cx="330324" cy="746541"/>
          </a:xfrm>
        </p:grpSpPr>
        <p:sp>
          <p:nvSpPr>
            <p:cNvPr id="1839" name="Google Shape;1839;p39"/>
            <p:cNvSpPr/>
            <p:nvPr/>
          </p:nvSpPr>
          <p:spPr>
            <a:xfrm>
              <a:off x="2646048" y="1647703"/>
              <a:ext cx="94982" cy="94982"/>
            </a:xfrm>
            <a:custGeom>
              <a:avLst/>
              <a:gdLst/>
              <a:ahLst/>
              <a:cxnLst/>
              <a:rect l="l" t="t" r="r" b="b"/>
              <a:pathLst>
                <a:path w="1706" h="1706" extrusionOk="0">
                  <a:moveTo>
                    <a:pt x="853" y="0"/>
                  </a:moveTo>
                  <a:cubicBezTo>
                    <a:pt x="853" y="467"/>
                    <a:pt x="467" y="853"/>
                    <a:pt x="0" y="853"/>
                  </a:cubicBezTo>
                  <a:cubicBezTo>
                    <a:pt x="467" y="853"/>
                    <a:pt x="853" y="1238"/>
                    <a:pt x="853" y="1705"/>
                  </a:cubicBezTo>
                  <a:cubicBezTo>
                    <a:pt x="853" y="1238"/>
                    <a:pt x="1238" y="853"/>
                    <a:pt x="1705" y="853"/>
                  </a:cubicBezTo>
                  <a:cubicBezTo>
                    <a:pt x="1238" y="853"/>
                    <a:pt x="853" y="467"/>
                    <a:pt x="8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0" name="Google Shape;1840;p39"/>
            <p:cNvSpPr/>
            <p:nvPr/>
          </p:nvSpPr>
          <p:spPr>
            <a:xfrm>
              <a:off x="2881390" y="2020894"/>
              <a:ext cx="94982" cy="94982"/>
            </a:xfrm>
            <a:custGeom>
              <a:avLst/>
              <a:gdLst/>
              <a:ahLst/>
              <a:cxnLst/>
              <a:rect l="l" t="t" r="r" b="b"/>
              <a:pathLst>
                <a:path w="1706" h="1706" extrusionOk="0">
                  <a:moveTo>
                    <a:pt x="853" y="1"/>
                  </a:moveTo>
                  <a:cubicBezTo>
                    <a:pt x="853" y="467"/>
                    <a:pt x="467" y="853"/>
                    <a:pt x="1" y="853"/>
                  </a:cubicBezTo>
                  <a:cubicBezTo>
                    <a:pt x="467" y="853"/>
                    <a:pt x="853" y="1239"/>
                    <a:pt x="853" y="1706"/>
                  </a:cubicBezTo>
                  <a:cubicBezTo>
                    <a:pt x="853" y="1239"/>
                    <a:pt x="1223" y="853"/>
                    <a:pt x="1705" y="853"/>
                  </a:cubicBezTo>
                  <a:cubicBezTo>
                    <a:pt x="1223" y="853"/>
                    <a:pt x="853" y="467"/>
                    <a:pt x="8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1" name="Google Shape;1841;p39"/>
            <p:cNvSpPr/>
            <p:nvPr/>
          </p:nvSpPr>
          <p:spPr>
            <a:xfrm>
              <a:off x="2892136" y="1553000"/>
              <a:ext cx="68981" cy="68981"/>
            </a:xfrm>
            <a:custGeom>
              <a:avLst/>
              <a:gdLst/>
              <a:ahLst/>
              <a:cxnLst/>
              <a:rect l="l" t="t" r="r" b="b"/>
              <a:pathLst>
                <a:path w="1239" h="1239" extrusionOk="0">
                  <a:moveTo>
                    <a:pt x="610" y="0"/>
                  </a:moveTo>
                  <a:cubicBezTo>
                    <a:pt x="610" y="351"/>
                    <a:pt x="336" y="625"/>
                    <a:pt x="0" y="625"/>
                  </a:cubicBezTo>
                  <a:cubicBezTo>
                    <a:pt x="336" y="625"/>
                    <a:pt x="610" y="899"/>
                    <a:pt x="610" y="1238"/>
                  </a:cubicBezTo>
                  <a:cubicBezTo>
                    <a:pt x="610" y="899"/>
                    <a:pt x="884" y="625"/>
                    <a:pt x="1239" y="625"/>
                  </a:cubicBezTo>
                  <a:cubicBezTo>
                    <a:pt x="884" y="625"/>
                    <a:pt x="610" y="351"/>
                    <a:pt x="61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2" name="Google Shape;1842;p39"/>
            <p:cNvSpPr/>
            <p:nvPr/>
          </p:nvSpPr>
          <p:spPr>
            <a:xfrm>
              <a:off x="2752920" y="1369334"/>
              <a:ext cx="71213" cy="72409"/>
            </a:xfrm>
            <a:custGeom>
              <a:avLst/>
              <a:gdLst/>
              <a:ahLst/>
              <a:cxnLst/>
              <a:rect l="l" t="t" r="r" b="b"/>
              <a:pathLst>
                <a:path w="710" h="722" extrusionOk="0">
                  <a:moveTo>
                    <a:pt x="355" y="0"/>
                  </a:moveTo>
                  <a:cubicBezTo>
                    <a:pt x="355" y="209"/>
                    <a:pt x="193" y="371"/>
                    <a:pt x="0" y="371"/>
                  </a:cubicBezTo>
                  <a:cubicBezTo>
                    <a:pt x="193" y="371"/>
                    <a:pt x="355" y="529"/>
                    <a:pt x="355" y="722"/>
                  </a:cubicBezTo>
                  <a:cubicBezTo>
                    <a:pt x="355" y="529"/>
                    <a:pt x="517" y="371"/>
                    <a:pt x="710" y="371"/>
                  </a:cubicBezTo>
                  <a:cubicBezTo>
                    <a:pt x="517" y="371"/>
                    <a:pt x="355" y="209"/>
                    <a:pt x="3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 name="Group 26">
            <a:extLst>
              <a:ext uri="{FF2B5EF4-FFF2-40B4-BE49-F238E27FC236}">
                <a16:creationId xmlns:a16="http://schemas.microsoft.com/office/drawing/2014/main" id="{EA887079-5FEA-098E-7F96-C631649E4785}"/>
              </a:ext>
            </a:extLst>
          </p:cNvPr>
          <p:cNvGrpSpPr/>
          <p:nvPr/>
        </p:nvGrpSpPr>
        <p:grpSpPr>
          <a:xfrm>
            <a:off x="1807644" y="1413637"/>
            <a:ext cx="2391113" cy="2815961"/>
            <a:chOff x="1554027" y="1400966"/>
            <a:chExt cx="2391113" cy="2815961"/>
          </a:xfrm>
        </p:grpSpPr>
        <p:grpSp>
          <p:nvGrpSpPr>
            <p:cNvPr id="4" name="Google Shape;1815;p39">
              <a:extLst>
                <a:ext uri="{FF2B5EF4-FFF2-40B4-BE49-F238E27FC236}">
                  <a16:creationId xmlns:a16="http://schemas.microsoft.com/office/drawing/2014/main" id="{070440B8-81F0-9F9D-25B5-5CA2B0CA6758}"/>
                </a:ext>
              </a:extLst>
            </p:cNvPr>
            <p:cNvGrpSpPr/>
            <p:nvPr/>
          </p:nvGrpSpPr>
          <p:grpSpPr>
            <a:xfrm>
              <a:off x="1554027" y="1400966"/>
              <a:ext cx="2391113" cy="2815961"/>
              <a:chOff x="6024726" y="2154394"/>
              <a:chExt cx="216631" cy="255115"/>
            </a:xfrm>
          </p:grpSpPr>
          <p:sp>
            <p:nvSpPr>
              <p:cNvPr id="5" name="Google Shape;1816;p39">
                <a:extLst>
                  <a:ext uri="{FF2B5EF4-FFF2-40B4-BE49-F238E27FC236}">
                    <a16:creationId xmlns:a16="http://schemas.microsoft.com/office/drawing/2014/main" id="{DBDC8A3B-CEAB-2E1C-F846-EBDFCBD4780C}"/>
                  </a:ext>
                </a:extLst>
              </p:cNvPr>
              <p:cNvSpPr/>
              <p:nvPr/>
            </p:nvSpPr>
            <p:spPr>
              <a:xfrm>
                <a:off x="6033325" y="2223212"/>
                <a:ext cx="199885" cy="186296"/>
              </a:xfrm>
              <a:custGeom>
                <a:avLst/>
                <a:gdLst/>
                <a:ahLst/>
                <a:cxnLst/>
                <a:rect l="l" t="t" r="r" b="b"/>
                <a:pathLst>
                  <a:path w="7090" h="6608" extrusionOk="0">
                    <a:moveTo>
                      <a:pt x="0" y="1"/>
                    </a:moveTo>
                    <a:lnTo>
                      <a:pt x="0" y="6608"/>
                    </a:lnTo>
                    <a:lnTo>
                      <a:pt x="7089" y="6608"/>
                    </a:lnTo>
                    <a:lnTo>
                      <a:pt x="7089" y="1"/>
                    </a:lnTo>
                    <a:close/>
                  </a:path>
                </a:pathLst>
              </a:custGeom>
              <a:solidFill>
                <a:schemeClr val="lt1">
                  <a:alpha val="344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1817;p39">
                <a:extLst>
                  <a:ext uri="{FF2B5EF4-FFF2-40B4-BE49-F238E27FC236}">
                    <a16:creationId xmlns:a16="http://schemas.microsoft.com/office/drawing/2014/main" id="{02CD911C-9667-FDF2-386E-DE5B3F823527}"/>
                  </a:ext>
                </a:extLst>
              </p:cNvPr>
              <p:cNvSpPr/>
              <p:nvPr/>
            </p:nvSpPr>
            <p:spPr>
              <a:xfrm>
                <a:off x="6024726" y="2154394"/>
                <a:ext cx="216631" cy="238819"/>
              </a:xfrm>
              <a:custGeom>
                <a:avLst/>
                <a:gdLst/>
                <a:ahLst/>
                <a:cxnLst/>
                <a:rect l="l" t="t" r="r" b="b"/>
                <a:pathLst>
                  <a:path w="7684" h="8471" extrusionOk="0">
                    <a:moveTo>
                      <a:pt x="0" y="0"/>
                    </a:moveTo>
                    <a:lnTo>
                      <a:pt x="0" y="8470"/>
                    </a:lnTo>
                    <a:lnTo>
                      <a:pt x="7684" y="8470"/>
                    </a:lnTo>
                    <a:lnTo>
                      <a:pt x="768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818;p39">
                <a:extLst>
                  <a:ext uri="{FF2B5EF4-FFF2-40B4-BE49-F238E27FC236}">
                    <a16:creationId xmlns:a16="http://schemas.microsoft.com/office/drawing/2014/main" id="{F86E4DA1-FC40-4550-10EE-D3087608B1BD}"/>
                  </a:ext>
                </a:extLst>
              </p:cNvPr>
              <p:cNvSpPr/>
              <p:nvPr/>
            </p:nvSpPr>
            <p:spPr>
              <a:xfrm>
                <a:off x="6053200" y="2180585"/>
                <a:ext cx="159570" cy="186296"/>
              </a:xfrm>
              <a:custGeom>
                <a:avLst/>
                <a:gdLst/>
                <a:ahLst/>
                <a:cxnLst/>
                <a:rect l="l" t="t" r="r" b="b"/>
                <a:pathLst>
                  <a:path w="5660" h="6608" extrusionOk="0">
                    <a:moveTo>
                      <a:pt x="1" y="1"/>
                    </a:moveTo>
                    <a:lnTo>
                      <a:pt x="1" y="6608"/>
                    </a:lnTo>
                    <a:lnTo>
                      <a:pt x="5659" y="6608"/>
                    </a:lnTo>
                    <a:lnTo>
                      <a:pt x="565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819;p39">
                <a:extLst>
                  <a:ext uri="{FF2B5EF4-FFF2-40B4-BE49-F238E27FC236}">
                    <a16:creationId xmlns:a16="http://schemas.microsoft.com/office/drawing/2014/main" id="{041C7195-FE42-962E-4CA8-776329EC1AEA}"/>
                  </a:ext>
                </a:extLst>
              </p:cNvPr>
              <p:cNvSpPr/>
              <p:nvPr/>
            </p:nvSpPr>
            <p:spPr>
              <a:xfrm>
                <a:off x="6039612" y="2169730"/>
                <a:ext cx="186747" cy="208484"/>
              </a:xfrm>
              <a:custGeom>
                <a:avLst/>
                <a:gdLst/>
                <a:ahLst/>
                <a:cxnLst/>
                <a:rect l="l" t="t" r="r" b="b"/>
                <a:pathLst>
                  <a:path w="6624" h="7395" extrusionOk="0">
                    <a:moveTo>
                      <a:pt x="6558" y="81"/>
                    </a:moveTo>
                    <a:lnTo>
                      <a:pt x="6558" y="7313"/>
                    </a:lnTo>
                    <a:lnTo>
                      <a:pt x="82" y="7313"/>
                    </a:lnTo>
                    <a:lnTo>
                      <a:pt x="82" y="81"/>
                    </a:lnTo>
                    <a:close/>
                    <a:moveTo>
                      <a:pt x="1" y="0"/>
                    </a:moveTo>
                    <a:lnTo>
                      <a:pt x="1" y="7394"/>
                    </a:lnTo>
                    <a:lnTo>
                      <a:pt x="6623" y="7394"/>
                    </a:lnTo>
                    <a:lnTo>
                      <a:pt x="662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820;p39">
                <a:extLst>
                  <a:ext uri="{FF2B5EF4-FFF2-40B4-BE49-F238E27FC236}">
                    <a16:creationId xmlns:a16="http://schemas.microsoft.com/office/drawing/2014/main" id="{66F61B57-D20C-A011-E87E-A1E73C32EC70}"/>
                  </a:ext>
                </a:extLst>
              </p:cNvPr>
              <p:cNvSpPr/>
              <p:nvPr/>
            </p:nvSpPr>
            <p:spPr>
              <a:xfrm>
                <a:off x="6128475" y="2201024"/>
                <a:ext cx="86579" cy="67803"/>
              </a:xfrm>
              <a:custGeom>
                <a:avLst/>
                <a:gdLst/>
                <a:ahLst/>
                <a:cxnLst/>
                <a:rect l="l" t="t" r="r" b="b"/>
                <a:pathLst>
                  <a:path w="3071" h="2405" extrusionOk="0">
                    <a:moveTo>
                      <a:pt x="2604" y="1"/>
                    </a:moveTo>
                    <a:lnTo>
                      <a:pt x="2604" y="1"/>
                    </a:lnTo>
                    <a:cubicBezTo>
                      <a:pt x="0" y="884"/>
                      <a:pt x="1269" y="2396"/>
                      <a:pt x="1269" y="2396"/>
                    </a:cubicBezTo>
                    <a:cubicBezTo>
                      <a:pt x="1269" y="2396"/>
                      <a:pt x="1324" y="2404"/>
                      <a:pt x="1413" y="2404"/>
                    </a:cubicBezTo>
                    <a:cubicBezTo>
                      <a:pt x="1844" y="2404"/>
                      <a:pt x="3071" y="2216"/>
                      <a:pt x="260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821;p39">
                <a:extLst>
                  <a:ext uri="{FF2B5EF4-FFF2-40B4-BE49-F238E27FC236}">
                    <a16:creationId xmlns:a16="http://schemas.microsoft.com/office/drawing/2014/main" id="{79D4B884-E2E3-EE74-70F7-F01593FAE807}"/>
                  </a:ext>
                </a:extLst>
              </p:cNvPr>
              <p:cNvSpPr/>
              <p:nvPr/>
            </p:nvSpPr>
            <p:spPr>
              <a:xfrm>
                <a:off x="6159233" y="2215487"/>
                <a:ext cx="34931" cy="60839"/>
              </a:xfrm>
              <a:custGeom>
                <a:avLst/>
                <a:gdLst/>
                <a:ahLst/>
                <a:cxnLst/>
                <a:rect l="l" t="t" r="r" b="b"/>
                <a:pathLst>
                  <a:path w="1239" h="2158" extrusionOk="0">
                    <a:moveTo>
                      <a:pt x="1208" y="1"/>
                    </a:moveTo>
                    <a:cubicBezTo>
                      <a:pt x="1192" y="1"/>
                      <a:pt x="1158" y="1"/>
                      <a:pt x="1158" y="16"/>
                    </a:cubicBezTo>
                    <a:lnTo>
                      <a:pt x="20" y="2091"/>
                    </a:lnTo>
                    <a:cubicBezTo>
                      <a:pt x="1" y="2107"/>
                      <a:pt x="1" y="2138"/>
                      <a:pt x="35" y="2138"/>
                    </a:cubicBezTo>
                    <a:cubicBezTo>
                      <a:pt x="35" y="2138"/>
                      <a:pt x="35" y="2157"/>
                      <a:pt x="51" y="2157"/>
                    </a:cubicBezTo>
                    <a:cubicBezTo>
                      <a:pt x="66" y="2157"/>
                      <a:pt x="66" y="2138"/>
                      <a:pt x="82" y="2122"/>
                    </a:cubicBezTo>
                    <a:lnTo>
                      <a:pt x="1223" y="51"/>
                    </a:lnTo>
                    <a:cubicBezTo>
                      <a:pt x="1239" y="36"/>
                      <a:pt x="1223" y="16"/>
                      <a:pt x="120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822;p39">
                <a:extLst>
                  <a:ext uri="{FF2B5EF4-FFF2-40B4-BE49-F238E27FC236}">
                    <a16:creationId xmlns:a16="http://schemas.microsoft.com/office/drawing/2014/main" id="{39620407-BC24-F4DD-842B-8A508687538B}"/>
                  </a:ext>
                </a:extLst>
              </p:cNvPr>
              <p:cNvSpPr/>
              <p:nvPr/>
            </p:nvSpPr>
            <p:spPr>
              <a:xfrm>
                <a:off x="6180547" y="2219209"/>
                <a:ext cx="16352" cy="13053"/>
              </a:xfrm>
              <a:custGeom>
                <a:avLst/>
                <a:gdLst/>
                <a:ahLst/>
                <a:cxnLst/>
                <a:rect l="l" t="t" r="r" b="b"/>
                <a:pathLst>
                  <a:path w="580" h="463" extrusionOk="0">
                    <a:moveTo>
                      <a:pt x="35" y="0"/>
                    </a:moveTo>
                    <a:cubicBezTo>
                      <a:pt x="1" y="16"/>
                      <a:pt x="1" y="31"/>
                      <a:pt x="1" y="46"/>
                    </a:cubicBezTo>
                    <a:lnTo>
                      <a:pt x="132" y="463"/>
                    </a:lnTo>
                    <a:lnTo>
                      <a:pt x="548" y="336"/>
                    </a:lnTo>
                    <a:cubicBezTo>
                      <a:pt x="564" y="320"/>
                      <a:pt x="579" y="305"/>
                      <a:pt x="579" y="289"/>
                    </a:cubicBezTo>
                    <a:cubicBezTo>
                      <a:pt x="564" y="270"/>
                      <a:pt x="548" y="255"/>
                      <a:pt x="533" y="255"/>
                    </a:cubicBezTo>
                    <a:lnTo>
                      <a:pt x="178" y="366"/>
                    </a:lnTo>
                    <a:lnTo>
                      <a:pt x="82" y="31"/>
                    </a:lnTo>
                    <a:cubicBezTo>
                      <a:pt x="66" y="16"/>
                      <a:pt x="51" y="0"/>
                      <a:pt x="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823;p39">
                <a:extLst>
                  <a:ext uri="{FF2B5EF4-FFF2-40B4-BE49-F238E27FC236}">
                    <a16:creationId xmlns:a16="http://schemas.microsoft.com/office/drawing/2014/main" id="{BE3A86FC-C3D8-557D-29DF-F4BF82A33D08}"/>
                  </a:ext>
                </a:extLst>
              </p:cNvPr>
              <p:cNvSpPr/>
              <p:nvPr/>
            </p:nvSpPr>
            <p:spPr>
              <a:xfrm>
                <a:off x="6173809" y="2231388"/>
                <a:ext cx="16323" cy="13166"/>
              </a:xfrm>
              <a:custGeom>
                <a:avLst/>
                <a:gdLst/>
                <a:ahLst/>
                <a:cxnLst/>
                <a:rect l="l" t="t" r="r" b="b"/>
                <a:pathLst>
                  <a:path w="579" h="467" extrusionOk="0">
                    <a:moveTo>
                      <a:pt x="31" y="0"/>
                    </a:moveTo>
                    <a:cubicBezTo>
                      <a:pt x="16" y="15"/>
                      <a:pt x="0" y="31"/>
                      <a:pt x="0" y="50"/>
                    </a:cubicBezTo>
                    <a:lnTo>
                      <a:pt x="128" y="467"/>
                    </a:lnTo>
                    <a:lnTo>
                      <a:pt x="544" y="339"/>
                    </a:lnTo>
                    <a:cubicBezTo>
                      <a:pt x="564" y="320"/>
                      <a:pt x="579" y="305"/>
                      <a:pt x="579" y="289"/>
                    </a:cubicBezTo>
                    <a:cubicBezTo>
                      <a:pt x="564" y="274"/>
                      <a:pt x="544" y="258"/>
                      <a:pt x="529" y="258"/>
                    </a:cubicBezTo>
                    <a:lnTo>
                      <a:pt x="178" y="370"/>
                    </a:lnTo>
                    <a:lnTo>
                      <a:pt x="81" y="31"/>
                    </a:lnTo>
                    <a:cubicBezTo>
                      <a:pt x="62" y="15"/>
                      <a:pt x="47" y="0"/>
                      <a:pt x="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824;p39">
                <a:extLst>
                  <a:ext uri="{FF2B5EF4-FFF2-40B4-BE49-F238E27FC236}">
                    <a16:creationId xmlns:a16="http://schemas.microsoft.com/office/drawing/2014/main" id="{55992EDD-AB80-88A8-F548-76A958E73884}"/>
                  </a:ext>
                </a:extLst>
              </p:cNvPr>
              <p:cNvSpPr/>
              <p:nvPr/>
            </p:nvSpPr>
            <p:spPr>
              <a:xfrm>
                <a:off x="6166958" y="2243652"/>
                <a:ext cx="16323" cy="13081"/>
              </a:xfrm>
              <a:custGeom>
                <a:avLst/>
                <a:gdLst/>
                <a:ahLst/>
                <a:cxnLst/>
                <a:rect l="l" t="t" r="r" b="b"/>
                <a:pathLst>
                  <a:path w="579" h="464" extrusionOk="0">
                    <a:moveTo>
                      <a:pt x="35" y="1"/>
                    </a:moveTo>
                    <a:cubicBezTo>
                      <a:pt x="16" y="16"/>
                      <a:pt x="0" y="32"/>
                      <a:pt x="0" y="47"/>
                    </a:cubicBezTo>
                    <a:lnTo>
                      <a:pt x="132" y="464"/>
                    </a:lnTo>
                    <a:lnTo>
                      <a:pt x="548" y="336"/>
                    </a:lnTo>
                    <a:cubicBezTo>
                      <a:pt x="564" y="321"/>
                      <a:pt x="579" y="306"/>
                      <a:pt x="579" y="290"/>
                    </a:cubicBezTo>
                    <a:cubicBezTo>
                      <a:pt x="564" y="271"/>
                      <a:pt x="548" y="255"/>
                      <a:pt x="533" y="255"/>
                    </a:cubicBezTo>
                    <a:lnTo>
                      <a:pt x="193" y="367"/>
                    </a:lnTo>
                    <a:lnTo>
                      <a:pt x="81" y="32"/>
                    </a:lnTo>
                    <a:cubicBezTo>
                      <a:pt x="66" y="16"/>
                      <a:pt x="51" y="1"/>
                      <a:pt x="3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825;p39">
                <a:extLst>
                  <a:ext uri="{FF2B5EF4-FFF2-40B4-BE49-F238E27FC236}">
                    <a16:creationId xmlns:a16="http://schemas.microsoft.com/office/drawing/2014/main" id="{8A72E38A-AA75-624E-4F67-C691C7650E5A}"/>
                  </a:ext>
                </a:extLst>
              </p:cNvPr>
              <p:cNvSpPr/>
              <p:nvPr/>
            </p:nvSpPr>
            <p:spPr>
              <a:xfrm>
                <a:off x="6066818" y="2280753"/>
                <a:ext cx="90272" cy="70397"/>
              </a:xfrm>
              <a:custGeom>
                <a:avLst/>
                <a:gdLst/>
                <a:ahLst/>
                <a:cxnLst/>
                <a:rect l="l" t="t" r="r" b="b"/>
                <a:pathLst>
                  <a:path w="3202" h="2497" extrusionOk="0">
                    <a:moveTo>
                      <a:pt x="0" y="0"/>
                    </a:moveTo>
                    <a:lnTo>
                      <a:pt x="0" y="0"/>
                    </a:lnTo>
                    <a:cubicBezTo>
                      <a:pt x="13" y="2130"/>
                      <a:pt x="949" y="2496"/>
                      <a:pt x="1592" y="2496"/>
                    </a:cubicBezTo>
                    <a:cubicBezTo>
                      <a:pt x="1930" y="2496"/>
                      <a:pt x="2187" y="2395"/>
                      <a:pt x="2187" y="2395"/>
                    </a:cubicBezTo>
                    <a:cubicBezTo>
                      <a:pt x="2187" y="2395"/>
                      <a:pt x="3201" y="386"/>
                      <a:pt x="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826;p39">
                <a:extLst>
                  <a:ext uri="{FF2B5EF4-FFF2-40B4-BE49-F238E27FC236}">
                    <a16:creationId xmlns:a16="http://schemas.microsoft.com/office/drawing/2014/main" id="{38A6EFE4-C613-892C-8097-90D965833200}"/>
                  </a:ext>
                </a:extLst>
              </p:cNvPr>
              <p:cNvSpPr/>
              <p:nvPr/>
            </p:nvSpPr>
            <p:spPr>
              <a:xfrm>
                <a:off x="6079955" y="2295865"/>
                <a:ext cx="55398" cy="60163"/>
              </a:xfrm>
              <a:custGeom>
                <a:avLst/>
                <a:gdLst/>
                <a:ahLst/>
                <a:cxnLst/>
                <a:rect l="l" t="t" r="r" b="b"/>
                <a:pathLst>
                  <a:path w="1965" h="2134" extrusionOk="0">
                    <a:moveTo>
                      <a:pt x="43" y="0"/>
                    </a:moveTo>
                    <a:cubicBezTo>
                      <a:pt x="35" y="0"/>
                      <a:pt x="26" y="4"/>
                      <a:pt x="16" y="12"/>
                    </a:cubicBezTo>
                    <a:cubicBezTo>
                      <a:pt x="1" y="12"/>
                      <a:pt x="1" y="43"/>
                      <a:pt x="16" y="58"/>
                    </a:cubicBezTo>
                    <a:lnTo>
                      <a:pt x="1898" y="2118"/>
                    </a:lnTo>
                    <a:cubicBezTo>
                      <a:pt x="1898" y="2133"/>
                      <a:pt x="1914" y="2133"/>
                      <a:pt x="1914" y="2133"/>
                    </a:cubicBezTo>
                    <a:lnTo>
                      <a:pt x="1945" y="2133"/>
                    </a:lnTo>
                    <a:cubicBezTo>
                      <a:pt x="1964" y="2118"/>
                      <a:pt x="1964" y="2083"/>
                      <a:pt x="1945" y="2068"/>
                    </a:cubicBezTo>
                    <a:lnTo>
                      <a:pt x="66" y="12"/>
                    </a:lnTo>
                    <a:cubicBezTo>
                      <a:pt x="59" y="4"/>
                      <a:pt x="51" y="0"/>
                      <a:pt x="4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827;p39">
                <a:extLst>
                  <a:ext uri="{FF2B5EF4-FFF2-40B4-BE49-F238E27FC236}">
                    <a16:creationId xmlns:a16="http://schemas.microsoft.com/office/drawing/2014/main" id="{7E80EE41-352B-DE1A-74F9-FCE9AA1F8F34}"/>
                  </a:ext>
                </a:extLst>
              </p:cNvPr>
              <p:cNvSpPr/>
              <p:nvPr/>
            </p:nvSpPr>
            <p:spPr>
              <a:xfrm>
                <a:off x="6079955" y="2296626"/>
                <a:ext cx="15478" cy="15449"/>
              </a:xfrm>
              <a:custGeom>
                <a:avLst/>
                <a:gdLst/>
                <a:ahLst/>
                <a:cxnLst/>
                <a:rect l="l" t="t" r="r" b="b"/>
                <a:pathLst>
                  <a:path w="549" h="548" extrusionOk="0">
                    <a:moveTo>
                      <a:pt x="518" y="0"/>
                    </a:moveTo>
                    <a:cubicBezTo>
                      <a:pt x="498" y="0"/>
                      <a:pt x="483" y="16"/>
                      <a:pt x="483" y="31"/>
                    </a:cubicBezTo>
                    <a:lnTo>
                      <a:pt x="467" y="467"/>
                    </a:lnTo>
                    <a:lnTo>
                      <a:pt x="36" y="452"/>
                    </a:lnTo>
                    <a:cubicBezTo>
                      <a:pt x="16" y="452"/>
                      <a:pt x="1" y="467"/>
                      <a:pt x="1" y="498"/>
                    </a:cubicBezTo>
                    <a:cubicBezTo>
                      <a:pt x="1" y="513"/>
                      <a:pt x="16" y="533"/>
                      <a:pt x="36" y="533"/>
                    </a:cubicBezTo>
                    <a:lnTo>
                      <a:pt x="548" y="548"/>
                    </a:lnTo>
                    <a:lnTo>
                      <a:pt x="548" y="31"/>
                    </a:lnTo>
                    <a:cubicBezTo>
                      <a:pt x="548" y="16"/>
                      <a:pt x="533" y="0"/>
                      <a:pt x="5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828;p39">
                <a:extLst>
                  <a:ext uri="{FF2B5EF4-FFF2-40B4-BE49-F238E27FC236}">
                    <a16:creationId xmlns:a16="http://schemas.microsoft.com/office/drawing/2014/main" id="{92F9A359-690B-D7FA-690E-B6B5C0885F07}"/>
                  </a:ext>
                </a:extLst>
              </p:cNvPr>
              <p:cNvSpPr/>
              <p:nvPr/>
            </p:nvSpPr>
            <p:spPr>
              <a:xfrm>
                <a:off x="6090838" y="2308918"/>
                <a:ext cx="15901" cy="15337"/>
              </a:xfrm>
              <a:custGeom>
                <a:avLst/>
                <a:gdLst/>
                <a:ahLst/>
                <a:cxnLst/>
                <a:rect l="l" t="t" r="r" b="b"/>
                <a:pathLst>
                  <a:path w="564" h="544" extrusionOk="0">
                    <a:moveTo>
                      <a:pt x="533" y="0"/>
                    </a:moveTo>
                    <a:cubicBezTo>
                      <a:pt x="498" y="0"/>
                      <a:pt x="483" y="16"/>
                      <a:pt x="483" y="31"/>
                    </a:cubicBezTo>
                    <a:lnTo>
                      <a:pt x="483" y="463"/>
                    </a:lnTo>
                    <a:lnTo>
                      <a:pt x="51" y="448"/>
                    </a:lnTo>
                    <a:cubicBezTo>
                      <a:pt x="16" y="448"/>
                      <a:pt x="0" y="463"/>
                      <a:pt x="0" y="498"/>
                    </a:cubicBezTo>
                    <a:cubicBezTo>
                      <a:pt x="0" y="513"/>
                      <a:pt x="16" y="529"/>
                      <a:pt x="51" y="529"/>
                    </a:cubicBezTo>
                    <a:lnTo>
                      <a:pt x="548" y="544"/>
                    </a:lnTo>
                    <a:lnTo>
                      <a:pt x="564" y="31"/>
                    </a:lnTo>
                    <a:cubicBezTo>
                      <a:pt x="564" y="16"/>
                      <a:pt x="548" y="0"/>
                      <a:pt x="53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29;p39">
                <a:extLst>
                  <a:ext uri="{FF2B5EF4-FFF2-40B4-BE49-F238E27FC236}">
                    <a16:creationId xmlns:a16="http://schemas.microsoft.com/office/drawing/2014/main" id="{7B50FFCA-6070-E738-012A-3FC79D040677}"/>
                  </a:ext>
                </a:extLst>
              </p:cNvPr>
              <p:cNvSpPr/>
              <p:nvPr/>
            </p:nvSpPr>
            <p:spPr>
              <a:xfrm>
                <a:off x="6102143" y="2321097"/>
                <a:ext cx="15478" cy="15449"/>
              </a:xfrm>
              <a:custGeom>
                <a:avLst/>
                <a:gdLst/>
                <a:ahLst/>
                <a:cxnLst/>
                <a:rect l="l" t="t" r="r" b="b"/>
                <a:pathLst>
                  <a:path w="549" h="548" extrusionOk="0">
                    <a:moveTo>
                      <a:pt x="517" y="0"/>
                    </a:moveTo>
                    <a:cubicBezTo>
                      <a:pt x="502" y="0"/>
                      <a:pt x="483" y="16"/>
                      <a:pt x="483" y="31"/>
                    </a:cubicBezTo>
                    <a:lnTo>
                      <a:pt x="467" y="467"/>
                    </a:lnTo>
                    <a:lnTo>
                      <a:pt x="35" y="451"/>
                    </a:lnTo>
                    <a:cubicBezTo>
                      <a:pt x="20" y="451"/>
                      <a:pt x="1" y="467"/>
                      <a:pt x="1" y="498"/>
                    </a:cubicBezTo>
                    <a:cubicBezTo>
                      <a:pt x="1" y="513"/>
                      <a:pt x="20" y="532"/>
                      <a:pt x="35" y="532"/>
                    </a:cubicBezTo>
                    <a:lnTo>
                      <a:pt x="548" y="548"/>
                    </a:lnTo>
                    <a:lnTo>
                      <a:pt x="548" y="31"/>
                    </a:lnTo>
                    <a:cubicBezTo>
                      <a:pt x="548" y="16"/>
                      <a:pt x="533" y="0"/>
                      <a:pt x="51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830;p39">
                <a:extLst>
                  <a:ext uri="{FF2B5EF4-FFF2-40B4-BE49-F238E27FC236}">
                    <a16:creationId xmlns:a16="http://schemas.microsoft.com/office/drawing/2014/main" id="{6701F9F4-F8C3-5691-B536-6A34F650CCA1}"/>
                  </a:ext>
                </a:extLst>
              </p:cNvPr>
              <p:cNvSpPr/>
              <p:nvPr/>
            </p:nvSpPr>
            <p:spPr>
              <a:xfrm>
                <a:off x="6098111" y="2217771"/>
                <a:ext cx="34508" cy="26867"/>
              </a:xfrm>
              <a:custGeom>
                <a:avLst/>
                <a:gdLst/>
                <a:ahLst/>
                <a:cxnLst/>
                <a:rect l="l" t="t" r="r" b="b"/>
                <a:pathLst>
                  <a:path w="1224" h="953" extrusionOk="0">
                    <a:moveTo>
                      <a:pt x="1224" y="1"/>
                    </a:moveTo>
                    <a:lnTo>
                      <a:pt x="1224" y="1"/>
                    </a:lnTo>
                    <a:cubicBezTo>
                      <a:pt x="1" y="113"/>
                      <a:pt x="402" y="919"/>
                      <a:pt x="402" y="919"/>
                    </a:cubicBezTo>
                    <a:cubicBezTo>
                      <a:pt x="402" y="919"/>
                      <a:pt x="489" y="953"/>
                      <a:pt x="607" y="953"/>
                    </a:cubicBezTo>
                    <a:cubicBezTo>
                      <a:pt x="842" y="953"/>
                      <a:pt x="1200" y="817"/>
                      <a:pt x="122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831;p39">
                <a:extLst>
                  <a:ext uri="{FF2B5EF4-FFF2-40B4-BE49-F238E27FC236}">
                    <a16:creationId xmlns:a16="http://schemas.microsoft.com/office/drawing/2014/main" id="{79EA5C2F-E16F-EB71-B4E6-2845446A4762}"/>
                  </a:ext>
                </a:extLst>
              </p:cNvPr>
              <p:cNvSpPr/>
              <p:nvPr/>
            </p:nvSpPr>
            <p:spPr>
              <a:xfrm>
                <a:off x="6080942" y="2240128"/>
                <a:ext cx="33098" cy="21877"/>
              </a:xfrm>
              <a:custGeom>
                <a:avLst/>
                <a:gdLst/>
                <a:ahLst/>
                <a:cxnLst/>
                <a:rect l="l" t="t" r="r" b="b"/>
                <a:pathLst>
                  <a:path w="1174" h="776" extrusionOk="0">
                    <a:moveTo>
                      <a:pt x="446" y="0"/>
                    </a:moveTo>
                    <a:cubicBezTo>
                      <a:pt x="322" y="0"/>
                      <a:pt x="175" y="18"/>
                      <a:pt x="1" y="60"/>
                    </a:cubicBezTo>
                    <a:cubicBezTo>
                      <a:pt x="214" y="631"/>
                      <a:pt x="482" y="776"/>
                      <a:pt x="700" y="776"/>
                    </a:cubicBezTo>
                    <a:cubicBezTo>
                      <a:pt x="923" y="776"/>
                      <a:pt x="1092" y="623"/>
                      <a:pt x="1092" y="623"/>
                    </a:cubicBezTo>
                    <a:cubicBezTo>
                      <a:pt x="1092" y="623"/>
                      <a:pt x="1174" y="0"/>
                      <a:pt x="44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832;p39">
                <a:extLst>
                  <a:ext uri="{FF2B5EF4-FFF2-40B4-BE49-F238E27FC236}">
                    <a16:creationId xmlns:a16="http://schemas.microsoft.com/office/drawing/2014/main" id="{17418027-D7F2-5B18-22EF-62659DB62B81}"/>
                  </a:ext>
                </a:extLst>
              </p:cNvPr>
              <p:cNvSpPr/>
              <p:nvPr/>
            </p:nvSpPr>
            <p:spPr>
              <a:xfrm>
                <a:off x="6114971" y="2262033"/>
                <a:ext cx="27544" cy="19199"/>
              </a:xfrm>
              <a:custGeom>
                <a:avLst/>
                <a:gdLst/>
                <a:ahLst/>
                <a:cxnLst/>
                <a:rect l="l" t="t" r="r" b="b"/>
                <a:pathLst>
                  <a:path w="977" h="681" extrusionOk="0">
                    <a:moveTo>
                      <a:pt x="853" y="1"/>
                    </a:moveTo>
                    <a:cubicBezTo>
                      <a:pt x="1" y="1"/>
                      <a:pt x="205" y="618"/>
                      <a:pt x="205" y="618"/>
                    </a:cubicBezTo>
                    <a:cubicBezTo>
                      <a:pt x="205" y="618"/>
                      <a:pt x="311" y="680"/>
                      <a:pt x="446" y="680"/>
                    </a:cubicBezTo>
                    <a:cubicBezTo>
                      <a:pt x="632" y="680"/>
                      <a:pt x="874" y="563"/>
                      <a:pt x="977" y="5"/>
                    </a:cubicBezTo>
                    <a:cubicBezTo>
                      <a:pt x="933" y="2"/>
                      <a:pt x="892" y="1"/>
                      <a:pt x="85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833;p39">
                <a:extLst>
                  <a:ext uri="{FF2B5EF4-FFF2-40B4-BE49-F238E27FC236}">
                    <a16:creationId xmlns:a16="http://schemas.microsoft.com/office/drawing/2014/main" id="{398DC439-47D7-E457-9220-AD6D63026DF5}"/>
                  </a:ext>
                </a:extLst>
              </p:cNvPr>
              <p:cNvSpPr/>
              <p:nvPr/>
            </p:nvSpPr>
            <p:spPr>
              <a:xfrm>
                <a:off x="6150212" y="2307057"/>
                <a:ext cx="37214" cy="28080"/>
              </a:xfrm>
              <a:custGeom>
                <a:avLst/>
                <a:gdLst/>
                <a:ahLst/>
                <a:cxnLst/>
                <a:rect l="l" t="t" r="r" b="b"/>
                <a:pathLst>
                  <a:path w="1320" h="996" extrusionOk="0">
                    <a:moveTo>
                      <a:pt x="629" y="1"/>
                    </a:moveTo>
                    <a:lnTo>
                      <a:pt x="629" y="1"/>
                    </a:lnTo>
                    <a:cubicBezTo>
                      <a:pt x="0" y="787"/>
                      <a:pt x="691" y="996"/>
                      <a:pt x="691" y="996"/>
                    </a:cubicBezTo>
                    <a:cubicBezTo>
                      <a:pt x="691" y="996"/>
                      <a:pt x="1320" y="722"/>
                      <a:pt x="62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834;p39">
                <a:extLst>
                  <a:ext uri="{FF2B5EF4-FFF2-40B4-BE49-F238E27FC236}">
                    <a16:creationId xmlns:a16="http://schemas.microsoft.com/office/drawing/2014/main" id="{21195253-C1D4-06DC-01C7-1704423DEFA2}"/>
                  </a:ext>
                </a:extLst>
              </p:cNvPr>
              <p:cNvSpPr/>
              <p:nvPr/>
            </p:nvSpPr>
            <p:spPr>
              <a:xfrm>
                <a:off x="6126191" y="2284869"/>
                <a:ext cx="32872" cy="25373"/>
              </a:xfrm>
              <a:custGeom>
                <a:avLst/>
                <a:gdLst/>
                <a:ahLst/>
                <a:cxnLst/>
                <a:rect l="l" t="t" r="r" b="b"/>
                <a:pathLst>
                  <a:path w="1166" h="900" extrusionOk="0">
                    <a:moveTo>
                      <a:pt x="918" y="1"/>
                    </a:moveTo>
                    <a:cubicBezTo>
                      <a:pt x="0" y="386"/>
                      <a:pt x="498" y="899"/>
                      <a:pt x="498" y="899"/>
                    </a:cubicBezTo>
                    <a:cubicBezTo>
                      <a:pt x="498" y="899"/>
                      <a:pt x="504" y="900"/>
                      <a:pt x="515" y="900"/>
                    </a:cubicBezTo>
                    <a:cubicBezTo>
                      <a:pt x="621" y="900"/>
                      <a:pt x="1166" y="859"/>
                      <a:pt x="91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835;p39">
                <a:extLst>
                  <a:ext uri="{FF2B5EF4-FFF2-40B4-BE49-F238E27FC236}">
                    <a16:creationId xmlns:a16="http://schemas.microsoft.com/office/drawing/2014/main" id="{FC6FCF18-BE74-E9DD-9812-489A336FEC17}"/>
                  </a:ext>
                </a:extLst>
              </p:cNvPr>
              <p:cNvSpPr/>
              <p:nvPr/>
            </p:nvSpPr>
            <p:spPr>
              <a:xfrm>
                <a:off x="6142487" y="2331895"/>
                <a:ext cx="26332" cy="16944"/>
              </a:xfrm>
              <a:custGeom>
                <a:avLst/>
                <a:gdLst/>
                <a:ahLst/>
                <a:cxnLst/>
                <a:rect l="l" t="t" r="r" b="b"/>
                <a:pathLst>
                  <a:path w="934" h="601" extrusionOk="0">
                    <a:moveTo>
                      <a:pt x="588" y="1"/>
                    </a:moveTo>
                    <a:cubicBezTo>
                      <a:pt x="423" y="1"/>
                      <a:pt x="215" y="106"/>
                      <a:pt x="1" y="485"/>
                    </a:cubicBezTo>
                    <a:cubicBezTo>
                      <a:pt x="198" y="568"/>
                      <a:pt x="353" y="600"/>
                      <a:pt x="476" y="600"/>
                    </a:cubicBezTo>
                    <a:cubicBezTo>
                      <a:pt x="924" y="600"/>
                      <a:pt x="934" y="165"/>
                      <a:pt x="934" y="165"/>
                    </a:cubicBezTo>
                    <a:cubicBezTo>
                      <a:pt x="934" y="165"/>
                      <a:pt x="795" y="1"/>
                      <a:pt x="58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1836;p39">
                <a:extLst>
                  <a:ext uri="{FF2B5EF4-FFF2-40B4-BE49-F238E27FC236}">
                    <a16:creationId xmlns:a16="http://schemas.microsoft.com/office/drawing/2014/main" id="{061EB236-08B8-B66C-C6A8-C9D174E9A5FF}"/>
                  </a:ext>
                </a:extLst>
              </p:cNvPr>
              <p:cNvSpPr/>
              <p:nvPr/>
            </p:nvSpPr>
            <p:spPr>
              <a:xfrm>
                <a:off x="6104004" y="2212358"/>
                <a:ext cx="87876" cy="135944"/>
              </a:xfrm>
              <a:custGeom>
                <a:avLst/>
                <a:gdLst/>
                <a:ahLst/>
                <a:cxnLst/>
                <a:rect l="l" t="t" r="r" b="b"/>
                <a:pathLst>
                  <a:path w="3117" h="4822" extrusionOk="0">
                    <a:moveTo>
                      <a:pt x="66" y="0"/>
                    </a:moveTo>
                    <a:cubicBezTo>
                      <a:pt x="31" y="0"/>
                      <a:pt x="16" y="16"/>
                      <a:pt x="16" y="31"/>
                    </a:cubicBezTo>
                    <a:cubicBezTo>
                      <a:pt x="16" y="66"/>
                      <a:pt x="0" y="3599"/>
                      <a:pt x="3055" y="4821"/>
                    </a:cubicBezTo>
                    <a:lnTo>
                      <a:pt x="3070" y="4821"/>
                    </a:lnTo>
                    <a:cubicBezTo>
                      <a:pt x="3086" y="4821"/>
                      <a:pt x="3101" y="4806"/>
                      <a:pt x="3101" y="4791"/>
                    </a:cubicBezTo>
                    <a:cubicBezTo>
                      <a:pt x="3117" y="4775"/>
                      <a:pt x="3101" y="4756"/>
                      <a:pt x="3086" y="4740"/>
                    </a:cubicBezTo>
                    <a:cubicBezTo>
                      <a:pt x="81" y="3552"/>
                      <a:pt x="97" y="66"/>
                      <a:pt x="97" y="31"/>
                    </a:cubicBezTo>
                    <a:cubicBezTo>
                      <a:pt x="97" y="16"/>
                      <a:pt x="81" y="0"/>
                      <a:pt x="6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1837;p39">
                <a:extLst>
                  <a:ext uri="{FF2B5EF4-FFF2-40B4-BE49-F238E27FC236}">
                    <a16:creationId xmlns:a16="http://schemas.microsoft.com/office/drawing/2014/main" id="{87398FA8-7381-2CD1-A215-043CE2EBD683}"/>
                  </a:ext>
                </a:extLst>
              </p:cNvPr>
              <p:cNvSpPr/>
              <p:nvPr/>
            </p:nvSpPr>
            <p:spPr>
              <a:xfrm>
                <a:off x="6084974" y="2193328"/>
                <a:ext cx="40795" cy="31322"/>
              </a:xfrm>
              <a:custGeom>
                <a:avLst/>
                <a:gdLst/>
                <a:ahLst/>
                <a:cxnLst/>
                <a:rect l="l" t="t" r="r" b="b"/>
                <a:pathLst>
                  <a:path w="1447" h="1111" extrusionOk="0">
                    <a:moveTo>
                      <a:pt x="741" y="0"/>
                    </a:moveTo>
                    <a:cubicBezTo>
                      <a:pt x="0" y="822"/>
                      <a:pt x="741" y="1111"/>
                      <a:pt x="741" y="1111"/>
                    </a:cubicBezTo>
                    <a:cubicBezTo>
                      <a:pt x="741" y="1111"/>
                      <a:pt x="1447" y="837"/>
                      <a:pt x="74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026" name="Picture 2" descr="Free photo bohemian man with his arms crossed">
              <a:extLst>
                <a:ext uri="{FF2B5EF4-FFF2-40B4-BE49-F238E27FC236}">
                  <a16:creationId xmlns:a16="http://schemas.microsoft.com/office/drawing/2014/main" id="{23ED7472-F2A0-9005-1D8E-2958437CF2E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3485" t="4509" r="27350" b="38229"/>
            <a:stretch/>
          </p:blipFill>
          <p:spPr bwMode="auto">
            <a:xfrm>
              <a:off x="1841754" y="1679631"/>
              <a:ext cx="1813061" cy="2101347"/>
            </a:xfrm>
            <a:prstGeom prst="rect">
              <a:avLst/>
            </a:prstGeom>
            <a:noFill/>
            <a:extLst>
              <a:ext uri="{909E8E84-426E-40DD-AFC4-6F175D3DCCD1}">
                <a14:hiddenFill xmlns:a14="http://schemas.microsoft.com/office/drawing/2010/main">
                  <a:solidFill>
                    <a:srgbClr val="FFFFFF"/>
                  </a:solidFill>
                </a14:hiddenFill>
              </a:ext>
            </a:extLst>
          </p:spPr>
        </p:pic>
      </p:grpSp>
      <p:sp>
        <p:nvSpPr>
          <p:cNvPr id="30" name="Google Shape;1849;p40">
            <a:extLst>
              <a:ext uri="{FF2B5EF4-FFF2-40B4-BE49-F238E27FC236}">
                <a16:creationId xmlns:a16="http://schemas.microsoft.com/office/drawing/2014/main" id="{5C9FE519-3A27-D819-882C-8258D8A702A5}"/>
              </a:ext>
            </a:extLst>
          </p:cNvPr>
          <p:cNvSpPr txBox="1">
            <a:spLocks noGrp="1"/>
          </p:cNvSpPr>
          <p:nvPr>
            <p:ph type="subTitle" idx="1"/>
          </p:nvPr>
        </p:nvSpPr>
        <p:spPr>
          <a:xfrm>
            <a:off x="-1856698" y="1635271"/>
            <a:ext cx="3617100" cy="1827000"/>
          </a:xfrm>
          <a:prstGeom prst="rect">
            <a:avLst/>
          </a:prstGeom>
        </p:spPr>
        <p:txBody>
          <a:bodyPr spcFirstLastPara="1" wrap="square" lIns="91425" tIns="91425" rIns="91425" bIns="91425" anchor="t" anchorCtr="0">
            <a:noAutofit/>
          </a:bodyPr>
          <a:lstStyle/>
          <a:p>
            <a:pPr marL="0" lvl="0" indent="0" algn="r">
              <a:spcBef>
                <a:spcPts val="0"/>
              </a:spcBef>
              <a:spcAft>
                <a:spcPts val="0"/>
              </a:spcAft>
              <a:buNone/>
            </a:pPr>
            <a:r>
              <a:rPr lang="en" sz="1600" dirty="0"/>
              <a:t>Sherif Hamdy</a:t>
            </a:r>
          </a:p>
          <a:p>
            <a:pPr marL="0" lvl="0" indent="0" algn="r">
              <a:spcBef>
                <a:spcPts val="0"/>
              </a:spcBef>
              <a:spcAft>
                <a:spcPts val="0"/>
              </a:spcAft>
              <a:buNone/>
            </a:pPr>
            <a:r>
              <a:rPr lang="en" sz="1600" dirty="0"/>
              <a:t>Software Engineer</a:t>
            </a:r>
          </a:p>
          <a:p>
            <a:pPr marL="0" lvl="0" indent="0" algn="r">
              <a:spcBef>
                <a:spcPts val="0"/>
              </a:spcBef>
              <a:spcAft>
                <a:spcPts val="0"/>
              </a:spcAft>
              <a:buNone/>
            </a:pPr>
            <a:r>
              <a:rPr lang="en" sz="1600" dirty="0"/>
              <a:t>Valeo </a:t>
            </a:r>
            <a:endParaRPr sz="16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oogle Shape;1815;p39">
            <a:extLst>
              <a:ext uri="{FF2B5EF4-FFF2-40B4-BE49-F238E27FC236}">
                <a16:creationId xmlns:a16="http://schemas.microsoft.com/office/drawing/2014/main" id="{637AE0D4-A41E-BFF4-51D8-E689E6AC5AA2}"/>
              </a:ext>
            </a:extLst>
          </p:cNvPr>
          <p:cNvGrpSpPr/>
          <p:nvPr/>
        </p:nvGrpSpPr>
        <p:grpSpPr>
          <a:xfrm>
            <a:off x="6511724" y="204597"/>
            <a:ext cx="2391113" cy="2815961"/>
            <a:chOff x="6024726" y="2154394"/>
            <a:chExt cx="216631" cy="255115"/>
          </a:xfrm>
        </p:grpSpPr>
        <p:sp>
          <p:nvSpPr>
            <p:cNvPr id="7" name="Google Shape;1816;p39">
              <a:extLst>
                <a:ext uri="{FF2B5EF4-FFF2-40B4-BE49-F238E27FC236}">
                  <a16:creationId xmlns:a16="http://schemas.microsoft.com/office/drawing/2014/main" id="{23C2A2B1-4CD4-F156-CB34-F42D7F0E969A}"/>
                </a:ext>
              </a:extLst>
            </p:cNvPr>
            <p:cNvSpPr/>
            <p:nvPr/>
          </p:nvSpPr>
          <p:spPr>
            <a:xfrm>
              <a:off x="6033325" y="2223212"/>
              <a:ext cx="199885" cy="186296"/>
            </a:xfrm>
            <a:custGeom>
              <a:avLst/>
              <a:gdLst/>
              <a:ahLst/>
              <a:cxnLst/>
              <a:rect l="l" t="t" r="r" b="b"/>
              <a:pathLst>
                <a:path w="7090" h="6608" extrusionOk="0">
                  <a:moveTo>
                    <a:pt x="0" y="1"/>
                  </a:moveTo>
                  <a:lnTo>
                    <a:pt x="0" y="6608"/>
                  </a:lnTo>
                  <a:lnTo>
                    <a:pt x="7089" y="6608"/>
                  </a:lnTo>
                  <a:lnTo>
                    <a:pt x="7089" y="1"/>
                  </a:lnTo>
                  <a:close/>
                </a:path>
              </a:pathLst>
            </a:custGeom>
            <a:solidFill>
              <a:schemeClr val="lt1">
                <a:alpha val="344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817;p39">
              <a:extLst>
                <a:ext uri="{FF2B5EF4-FFF2-40B4-BE49-F238E27FC236}">
                  <a16:creationId xmlns:a16="http://schemas.microsoft.com/office/drawing/2014/main" id="{FECE1CCD-B105-52EB-5E15-E8EE6C54FC23}"/>
                </a:ext>
              </a:extLst>
            </p:cNvPr>
            <p:cNvSpPr/>
            <p:nvPr/>
          </p:nvSpPr>
          <p:spPr>
            <a:xfrm>
              <a:off x="6024726" y="2154394"/>
              <a:ext cx="216631" cy="238819"/>
            </a:xfrm>
            <a:custGeom>
              <a:avLst/>
              <a:gdLst/>
              <a:ahLst/>
              <a:cxnLst/>
              <a:rect l="l" t="t" r="r" b="b"/>
              <a:pathLst>
                <a:path w="7684" h="8471" extrusionOk="0">
                  <a:moveTo>
                    <a:pt x="0" y="0"/>
                  </a:moveTo>
                  <a:lnTo>
                    <a:pt x="0" y="8470"/>
                  </a:lnTo>
                  <a:lnTo>
                    <a:pt x="7684" y="8470"/>
                  </a:lnTo>
                  <a:lnTo>
                    <a:pt x="768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818;p39">
              <a:extLst>
                <a:ext uri="{FF2B5EF4-FFF2-40B4-BE49-F238E27FC236}">
                  <a16:creationId xmlns:a16="http://schemas.microsoft.com/office/drawing/2014/main" id="{795CB6B0-6411-7FA6-684C-7F0DF902D90A}"/>
                </a:ext>
              </a:extLst>
            </p:cNvPr>
            <p:cNvSpPr/>
            <p:nvPr/>
          </p:nvSpPr>
          <p:spPr>
            <a:xfrm>
              <a:off x="6053200" y="2180585"/>
              <a:ext cx="159570" cy="186296"/>
            </a:xfrm>
            <a:custGeom>
              <a:avLst/>
              <a:gdLst/>
              <a:ahLst/>
              <a:cxnLst/>
              <a:rect l="l" t="t" r="r" b="b"/>
              <a:pathLst>
                <a:path w="5660" h="6608" extrusionOk="0">
                  <a:moveTo>
                    <a:pt x="1" y="1"/>
                  </a:moveTo>
                  <a:lnTo>
                    <a:pt x="1" y="6608"/>
                  </a:lnTo>
                  <a:lnTo>
                    <a:pt x="5659" y="6608"/>
                  </a:lnTo>
                  <a:lnTo>
                    <a:pt x="565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819;p39">
              <a:extLst>
                <a:ext uri="{FF2B5EF4-FFF2-40B4-BE49-F238E27FC236}">
                  <a16:creationId xmlns:a16="http://schemas.microsoft.com/office/drawing/2014/main" id="{FFF779AC-7843-F987-F397-C787F3107C74}"/>
                </a:ext>
              </a:extLst>
            </p:cNvPr>
            <p:cNvSpPr/>
            <p:nvPr/>
          </p:nvSpPr>
          <p:spPr>
            <a:xfrm>
              <a:off x="6039612" y="2169730"/>
              <a:ext cx="186747" cy="208484"/>
            </a:xfrm>
            <a:custGeom>
              <a:avLst/>
              <a:gdLst/>
              <a:ahLst/>
              <a:cxnLst/>
              <a:rect l="l" t="t" r="r" b="b"/>
              <a:pathLst>
                <a:path w="6624" h="7395" extrusionOk="0">
                  <a:moveTo>
                    <a:pt x="6558" y="81"/>
                  </a:moveTo>
                  <a:lnTo>
                    <a:pt x="6558" y="7313"/>
                  </a:lnTo>
                  <a:lnTo>
                    <a:pt x="82" y="7313"/>
                  </a:lnTo>
                  <a:lnTo>
                    <a:pt x="82" y="81"/>
                  </a:lnTo>
                  <a:close/>
                  <a:moveTo>
                    <a:pt x="1" y="0"/>
                  </a:moveTo>
                  <a:lnTo>
                    <a:pt x="1" y="7394"/>
                  </a:lnTo>
                  <a:lnTo>
                    <a:pt x="6623" y="7394"/>
                  </a:lnTo>
                  <a:lnTo>
                    <a:pt x="662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820;p39">
              <a:extLst>
                <a:ext uri="{FF2B5EF4-FFF2-40B4-BE49-F238E27FC236}">
                  <a16:creationId xmlns:a16="http://schemas.microsoft.com/office/drawing/2014/main" id="{06B8E54B-C776-83A8-6513-3B0CC116360D}"/>
                </a:ext>
              </a:extLst>
            </p:cNvPr>
            <p:cNvSpPr/>
            <p:nvPr/>
          </p:nvSpPr>
          <p:spPr>
            <a:xfrm>
              <a:off x="6128475" y="2201024"/>
              <a:ext cx="86579" cy="67803"/>
            </a:xfrm>
            <a:custGeom>
              <a:avLst/>
              <a:gdLst/>
              <a:ahLst/>
              <a:cxnLst/>
              <a:rect l="l" t="t" r="r" b="b"/>
              <a:pathLst>
                <a:path w="3071" h="2405" extrusionOk="0">
                  <a:moveTo>
                    <a:pt x="2604" y="1"/>
                  </a:moveTo>
                  <a:lnTo>
                    <a:pt x="2604" y="1"/>
                  </a:lnTo>
                  <a:cubicBezTo>
                    <a:pt x="0" y="884"/>
                    <a:pt x="1269" y="2396"/>
                    <a:pt x="1269" y="2396"/>
                  </a:cubicBezTo>
                  <a:cubicBezTo>
                    <a:pt x="1269" y="2396"/>
                    <a:pt x="1324" y="2404"/>
                    <a:pt x="1413" y="2404"/>
                  </a:cubicBezTo>
                  <a:cubicBezTo>
                    <a:pt x="1844" y="2404"/>
                    <a:pt x="3071" y="2216"/>
                    <a:pt x="260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821;p39">
              <a:extLst>
                <a:ext uri="{FF2B5EF4-FFF2-40B4-BE49-F238E27FC236}">
                  <a16:creationId xmlns:a16="http://schemas.microsoft.com/office/drawing/2014/main" id="{50C9E3D8-3C67-8C3B-A2EA-B92D7AD7FE32}"/>
                </a:ext>
              </a:extLst>
            </p:cNvPr>
            <p:cNvSpPr/>
            <p:nvPr/>
          </p:nvSpPr>
          <p:spPr>
            <a:xfrm>
              <a:off x="6159233" y="2215487"/>
              <a:ext cx="34931" cy="60839"/>
            </a:xfrm>
            <a:custGeom>
              <a:avLst/>
              <a:gdLst/>
              <a:ahLst/>
              <a:cxnLst/>
              <a:rect l="l" t="t" r="r" b="b"/>
              <a:pathLst>
                <a:path w="1239" h="2158" extrusionOk="0">
                  <a:moveTo>
                    <a:pt x="1208" y="1"/>
                  </a:moveTo>
                  <a:cubicBezTo>
                    <a:pt x="1192" y="1"/>
                    <a:pt x="1158" y="1"/>
                    <a:pt x="1158" y="16"/>
                  </a:cubicBezTo>
                  <a:lnTo>
                    <a:pt x="20" y="2091"/>
                  </a:lnTo>
                  <a:cubicBezTo>
                    <a:pt x="1" y="2107"/>
                    <a:pt x="1" y="2138"/>
                    <a:pt x="35" y="2138"/>
                  </a:cubicBezTo>
                  <a:cubicBezTo>
                    <a:pt x="35" y="2138"/>
                    <a:pt x="35" y="2157"/>
                    <a:pt x="51" y="2157"/>
                  </a:cubicBezTo>
                  <a:cubicBezTo>
                    <a:pt x="66" y="2157"/>
                    <a:pt x="66" y="2138"/>
                    <a:pt x="82" y="2122"/>
                  </a:cubicBezTo>
                  <a:lnTo>
                    <a:pt x="1223" y="51"/>
                  </a:lnTo>
                  <a:cubicBezTo>
                    <a:pt x="1239" y="36"/>
                    <a:pt x="1223" y="16"/>
                    <a:pt x="120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822;p39">
              <a:extLst>
                <a:ext uri="{FF2B5EF4-FFF2-40B4-BE49-F238E27FC236}">
                  <a16:creationId xmlns:a16="http://schemas.microsoft.com/office/drawing/2014/main" id="{FBE10BBA-2B74-67A3-DB09-90EBEA56CB43}"/>
                </a:ext>
              </a:extLst>
            </p:cNvPr>
            <p:cNvSpPr/>
            <p:nvPr/>
          </p:nvSpPr>
          <p:spPr>
            <a:xfrm>
              <a:off x="6180547" y="2219209"/>
              <a:ext cx="16352" cy="13053"/>
            </a:xfrm>
            <a:custGeom>
              <a:avLst/>
              <a:gdLst/>
              <a:ahLst/>
              <a:cxnLst/>
              <a:rect l="l" t="t" r="r" b="b"/>
              <a:pathLst>
                <a:path w="580" h="463" extrusionOk="0">
                  <a:moveTo>
                    <a:pt x="35" y="0"/>
                  </a:moveTo>
                  <a:cubicBezTo>
                    <a:pt x="1" y="16"/>
                    <a:pt x="1" y="31"/>
                    <a:pt x="1" y="46"/>
                  </a:cubicBezTo>
                  <a:lnTo>
                    <a:pt x="132" y="463"/>
                  </a:lnTo>
                  <a:lnTo>
                    <a:pt x="548" y="336"/>
                  </a:lnTo>
                  <a:cubicBezTo>
                    <a:pt x="564" y="320"/>
                    <a:pt x="579" y="305"/>
                    <a:pt x="579" y="289"/>
                  </a:cubicBezTo>
                  <a:cubicBezTo>
                    <a:pt x="564" y="270"/>
                    <a:pt x="548" y="255"/>
                    <a:pt x="533" y="255"/>
                  </a:cubicBezTo>
                  <a:lnTo>
                    <a:pt x="178" y="366"/>
                  </a:lnTo>
                  <a:lnTo>
                    <a:pt x="82" y="31"/>
                  </a:lnTo>
                  <a:cubicBezTo>
                    <a:pt x="66" y="16"/>
                    <a:pt x="51" y="0"/>
                    <a:pt x="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823;p39">
              <a:extLst>
                <a:ext uri="{FF2B5EF4-FFF2-40B4-BE49-F238E27FC236}">
                  <a16:creationId xmlns:a16="http://schemas.microsoft.com/office/drawing/2014/main" id="{9DF4BDCF-50E1-C438-0CD5-CF444A171074}"/>
                </a:ext>
              </a:extLst>
            </p:cNvPr>
            <p:cNvSpPr/>
            <p:nvPr/>
          </p:nvSpPr>
          <p:spPr>
            <a:xfrm>
              <a:off x="6173809" y="2231388"/>
              <a:ext cx="16323" cy="13166"/>
            </a:xfrm>
            <a:custGeom>
              <a:avLst/>
              <a:gdLst/>
              <a:ahLst/>
              <a:cxnLst/>
              <a:rect l="l" t="t" r="r" b="b"/>
              <a:pathLst>
                <a:path w="579" h="467" extrusionOk="0">
                  <a:moveTo>
                    <a:pt x="31" y="0"/>
                  </a:moveTo>
                  <a:cubicBezTo>
                    <a:pt x="16" y="15"/>
                    <a:pt x="0" y="31"/>
                    <a:pt x="0" y="50"/>
                  </a:cubicBezTo>
                  <a:lnTo>
                    <a:pt x="128" y="467"/>
                  </a:lnTo>
                  <a:lnTo>
                    <a:pt x="544" y="339"/>
                  </a:lnTo>
                  <a:cubicBezTo>
                    <a:pt x="564" y="320"/>
                    <a:pt x="579" y="305"/>
                    <a:pt x="579" y="289"/>
                  </a:cubicBezTo>
                  <a:cubicBezTo>
                    <a:pt x="564" y="274"/>
                    <a:pt x="544" y="258"/>
                    <a:pt x="529" y="258"/>
                  </a:cubicBezTo>
                  <a:lnTo>
                    <a:pt x="178" y="370"/>
                  </a:lnTo>
                  <a:lnTo>
                    <a:pt x="81" y="31"/>
                  </a:lnTo>
                  <a:cubicBezTo>
                    <a:pt x="62" y="15"/>
                    <a:pt x="47" y="0"/>
                    <a:pt x="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824;p39">
              <a:extLst>
                <a:ext uri="{FF2B5EF4-FFF2-40B4-BE49-F238E27FC236}">
                  <a16:creationId xmlns:a16="http://schemas.microsoft.com/office/drawing/2014/main" id="{2EF785A1-D3A1-5871-1698-27D13813FF10}"/>
                </a:ext>
              </a:extLst>
            </p:cNvPr>
            <p:cNvSpPr/>
            <p:nvPr/>
          </p:nvSpPr>
          <p:spPr>
            <a:xfrm>
              <a:off x="6166958" y="2243652"/>
              <a:ext cx="16323" cy="13081"/>
            </a:xfrm>
            <a:custGeom>
              <a:avLst/>
              <a:gdLst/>
              <a:ahLst/>
              <a:cxnLst/>
              <a:rect l="l" t="t" r="r" b="b"/>
              <a:pathLst>
                <a:path w="579" h="464" extrusionOk="0">
                  <a:moveTo>
                    <a:pt x="35" y="1"/>
                  </a:moveTo>
                  <a:cubicBezTo>
                    <a:pt x="16" y="16"/>
                    <a:pt x="0" y="32"/>
                    <a:pt x="0" y="47"/>
                  </a:cubicBezTo>
                  <a:lnTo>
                    <a:pt x="132" y="464"/>
                  </a:lnTo>
                  <a:lnTo>
                    <a:pt x="548" y="336"/>
                  </a:lnTo>
                  <a:cubicBezTo>
                    <a:pt x="564" y="321"/>
                    <a:pt x="579" y="306"/>
                    <a:pt x="579" y="290"/>
                  </a:cubicBezTo>
                  <a:cubicBezTo>
                    <a:pt x="564" y="271"/>
                    <a:pt x="548" y="255"/>
                    <a:pt x="533" y="255"/>
                  </a:cubicBezTo>
                  <a:lnTo>
                    <a:pt x="193" y="367"/>
                  </a:lnTo>
                  <a:lnTo>
                    <a:pt x="81" y="32"/>
                  </a:lnTo>
                  <a:cubicBezTo>
                    <a:pt x="66" y="16"/>
                    <a:pt x="51" y="1"/>
                    <a:pt x="3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825;p39">
              <a:extLst>
                <a:ext uri="{FF2B5EF4-FFF2-40B4-BE49-F238E27FC236}">
                  <a16:creationId xmlns:a16="http://schemas.microsoft.com/office/drawing/2014/main" id="{BEC8B86A-C4E7-333C-F4E7-33318DB64321}"/>
                </a:ext>
              </a:extLst>
            </p:cNvPr>
            <p:cNvSpPr/>
            <p:nvPr/>
          </p:nvSpPr>
          <p:spPr>
            <a:xfrm>
              <a:off x="6066818" y="2280753"/>
              <a:ext cx="90272" cy="70397"/>
            </a:xfrm>
            <a:custGeom>
              <a:avLst/>
              <a:gdLst/>
              <a:ahLst/>
              <a:cxnLst/>
              <a:rect l="l" t="t" r="r" b="b"/>
              <a:pathLst>
                <a:path w="3202" h="2497" extrusionOk="0">
                  <a:moveTo>
                    <a:pt x="0" y="0"/>
                  </a:moveTo>
                  <a:lnTo>
                    <a:pt x="0" y="0"/>
                  </a:lnTo>
                  <a:cubicBezTo>
                    <a:pt x="13" y="2130"/>
                    <a:pt x="949" y="2496"/>
                    <a:pt x="1592" y="2496"/>
                  </a:cubicBezTo>
                  <a:cubicBezTo>
                    <a:pt x="1930" y="2496"/>
                    <a:pt x="2187" y="2395"/>
                    <a:pt x="2187" y="2395"/>
                  </a:cubicBezTo>
                  <a:cubicBezTo>
                    <a:pt x="2187" y="2395"/>
                    <a:pt x="3201" y="386"/>
                    <a:pt x="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826;p39">
              <a:extLst>
                <a:ext uri="{FF2B5EF4-FFF2-40B4-BE49-F238E27FC236}">
                  <a16:creationId xmlns:a16="http://schemas.microsoft.com/office/drawing/2014/main" id="{71F57153-545F-0F89-B6AE-FBE0ECF8D41A}"/>
                </a:ext>
              </a:extLst>
            </p:cNvPr>
            <p:cNvSpPr/>
            <p:nvPr/>
          </p:nvSpPr>
          <p:spPr>
            <a:xfrm>
              <a:off x="6079955" y="2295865"/>
              <a:ext cx="55398" cy="60163"/>
            </a:xfrm>
            <a:custGeom>
              <a:avLst/>
              <a:gdLst/>
              <a:ahLst/>
              <a:cxnLst/>
              <a:rect l="l" t="t" r="r" b="b"/>
              <a:pathLst>
                <a:path w="1965" h="2134" extrusionOk="0">
                  <a:moveTo>
                    <a:pt x="43" y="0"/>
                  </a:moveTo>
                  <a:cubicBezTo>
                    <a:pt x="35" y="0"/>
                    <a:pt x="26" y="4"/>
                    <a:pt x="16" y="12"/>
                  </a:cubicBezTo>
                  <a:cubicBezTo>
                    <a:pt x="1" y="12"/>
                    <a:pt x="1" y="43"/>
                    <a:pt x="16" y="58"/>
                  </a:cubicBezTo>
                  <a:lnTo>
                    <a:pt x="1898" y="2118"/>
                  </a:lnTo>
                  <a:cubicBezTo>
                    <a:pt x="1898" y="2133"/>
                    <a:pt x="1914" y="2133"/>
                    <a:pt x="1914" y="2133"/>
                  </a:cubicBezTo>
                  <a:lnTo>
                    <a:pt x="1945" y="2133"/>
                  </a:lnTo>
                  <a:cubicBezTo>
                    <a:pt x="1964" y="2118"/>
                    <a:pt x="1964" y="2083"/>
                    <a:pt x="1945" y="2068"/>
                  </a:cubicBezTo>
                  <a:lnTo>
                    <a:pt x="66" y="12"/>
                  </a:lnTo>
                  <a:cubicBezTo>
                    <a:pt x="59" y="4"/>
                    <a:pt x="51" y="0"/>
                    <a:pt x="4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27;p39">
              <a:extLst>
                <a:ext uri="{FF2B5EF4-FFF2-40B4-BE49-F238E27FC236}">
                  <a16:creationId xmlns:a16="http://schemas.microsoft.com/office/drawing/2014/main" id="{4E114A01-1E60-33DC-0BDB-38CB386F400A}"/>
                </a:ext>
              </a:extLst>
            </p:cNvPr>
            <p:cNvSpPr/>
            <p:nvPr/>
          </p:nvSpPr>
          <p:spPr>
            <a:xfrm>
              <a:off x="6079955" y="2296626"/>
              <a:ext cx="15478" cy="15449"/>
            </a:xfrm>
            <a:custGeom>
              <a:avLst/>
              <a:gdLst/>
              <a:ahLst/>
              <a:cxnLst/>
              <a:rect l="l" t="t" r="r" b="b"/>
              <a:pathLst>
                <a:path w="549" h="548" extrusionOk="0">
                  <a:moveTo>
                    <a:pt x="518" y="0"/>
                  </a:moveTo>
                  <a:cubicBezTo>
                    <a:pt x="498" y="0"/>
                    <a:pt x="483" y="16"/>
                    <a:pt x="483" y="31"/>
                  </a:cubicBezTo>
                  <a:lnTo>
                    <a:pt x="467" y="467"/>
                  </a:lnTo>
                  <a:lnTo>
                    <a:pt x="36" y="452"/>
                  </a:lnTo>
                  <a:cubicBezTo>
                    <a:pt x="16" y="452"/>
                    <a:pt x="1" y="467"/>
                    <a:pt x="1" y="498"/>
                  </a:cubicBezTo>
                  <a:cubicBezTo>
                    <a:pt x="1" y="513"/>
                    <a:pt x="16" y="533"/>
                    <a:pt x="36" y="533"/>
                  </a:cubicBezTo>
                  <a:lnTo>
                    <a:pt x="548" y="548"/>
                  </a:lnTo>
                  <a:lnTo>
                    <a:pt x="548" y="31"/>
                  </a:lnTo>
                  <a:cubicBezTo>
                    <a:pt x="548" y="16"/>
                    <a:pt x="533" y="0"/>
                    <a:pt x="5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828;p39">
              <a:extLst>
                <a:ext uri="{FF2B5EF4-FFF2-40B4-BE49-F238E27FC236}">
                  <a16:creationId xmlns:a16="http://schemas.microsoft.com/office/drawing/2014/main" id="{F6F90C2F-2F26-EC6F-85BE-8948362FA50B}"/>
                </a:ext>
              </a:extLst>
            </p:cNvPr>
            <p:cNvSpPr/>
            <p:nvPr/>
          </p:nvSpPr>
          <p:spPr>
            <a:xfrm>
              <a:off x="6090838" y="2308918"/>
              <a:ext cx="15901" cy="15337"/>
            </a:xfrm>
            <a:custGeom>
              <a:avLst/>
              <a:gdLst/>
              <a:ahLst/>
              <a:cxnLst/>
              <a:rect l="l" t="t" r="r" b="b"/>
              <a:pathLst>
                <a:path w="564" h="544" extrusionOk="0">
                  <a:moveTo>
                    <a:pt x="533" y="0"/>
                  </a:moveTo>
                  <a:cubicBezTo>
                    <a:pt x="498" y="0"/>
                    <a:pt x="483" y="16"/>
                    <a:pt x="483" y="31"/>
                  </a:cubicBezTo>
                  <a:lnTo>
                    <a:pt x="483" y="463"/>
                  </a:lnTo>
                  <a:lnTo>
                    <a:pt x="51" y="448"/>
                  </a:lnTo>
                  <a:cubicBezTo>
                    <a:pt x="16" y="448"/>
                    <a:pt x="0" y="463"/>
                    <a:pt x="0" y="498"/>
                  </a:cubicBezTo>
                  <a:cubicBezTo>
                    <a:pt x="0" y="513"/>
                    <a:pt x="16" y="529"/>
                    <a:pt x="51" y="529"/>
                  </a:cubicBezTo>
                  <a:lnTo>
                    <a:pt x="548" y="544"/>
                  </a:lnTo>
                  <a:lnTo>
                    <a:pt x="564" y="31"/>
                  </a:lnTo>
                  <a:cubicBezTo>
                    <a:pt x="564" y="16"/>
                    <a:pt x="548" y="0"/>
                    <a:pt x="53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829;p39">
              <a:extLst>
                <a:ext uri="{FF2B5EF4-FFF2-40B4-BE49-F238E27FC236}">
                  <a16:creationId xmlns:a16="http://schemas.microsoft.com/office/drawing/2014/main" id="{2E1CF1DA-2C50-D716-FB87-D76C8ED977A7}"/>
                </a:ext>
              </a:extLst>
            </p:cNvPr>
            <p:cNvSpPr/>
            <p:nvPr/>
          </p:nvSpPr>
          <p:spPr>
            <a:xfrm>
              <a:off x="6102143" y="2321097"/>
              <a:ext cx="15478" cy="15449"/>
            </a:xfrm>
            <a:custGeom>
              <a:avLst/>
              <a:gdLst/>
              <a:ahLst/>
              <a:cxnLst/>
              <a:rect l="l" t="t" r="r" b="b"/>
              <a:pathLst>
                <a:path w="549" h="548" extrusionOk="0">
                  <a:moveTo>
                    <a:pt x="517" y="0"/>
                  </a:moveTo>
                  <a:cubicBezTo>
                    <a:pt x="502" y="0"/>
                    <a:pt x="483" y="16"/>
                    <a:pt x="483" y="31"/>
                  </a:cubicBezTo>
                  <a:lnTo>
                    <a:pt x="467" y="467"/>
                  </a:lnTo>
                  <a:lnTo>
                    <a:pt x="35" y="451"/>
                  </a:lnTo>
                  <a:cubicBezTo>
                    <a:pt x="20" y="451"/>
                    <a:pt x="1" y="467"/>
                    <a:pt x="1" y="498"/>
                  </a:cubicBezTo>
                  <a:cubicBezTo>
                    <a:pt x="1" y="513"/>
                    <a:pt x="20" y="532"/>
                    <a:pt x="35" y="532"/>
                  </a:cubicBezTo>
                  <a:lnTo>
                    <a:pt x="548" y="548"/>
                  </a:lnTo>
                  <a:lnTo>
                    <a:pt x="548" y="31"/>
                  </a:lnTo>
                  <a:cubicBezTo>
                    <a:pt x="548" y="16"/>
                    <a:pt x="533" y="0"/>
                    <a:pt x="51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830;p39">
              <a:extLst>
                <a:ext uri="{FF2B5EF4-FFF2-40B4-BE49-F238E27FC236}">
                  <a16:creationId xmlns:a16="http://schemas.microsoft.com/office/drawing/2014/main" id="{1206C8FB-28CC-40FC-FCCB-60FD3B49688D}"/>
                </a:ext>
              </a:extLst>
            </p:cNvPr>
            <p:cNvSpPr/>
            <p:nvPr/>
          </p:nvSpPr>
          <p:spPr>
            <a:xfrm>
              <a:off x="6098111" y="2217771"/>
              <a:ext cx="34508" cy="26867"/>
            </a:xfrm>
            <a:custGeom>
              <a:avLst/>
              <a:gdLst/>
              <a:ahLst/>
              <a:cxnLst/>
              <a:rect l="l" t="t" r="r" b="b"/>
              <a:pathLst>
                <a:path w="1224" h="953" extrusionOk="0">
                  <a:moveTo>
                    <a:pt x="1224" y="1"/>
                  </a:moveTo>
                  <a:lnTo>
                    <a:pt x="1224" y="1"/>
                  </a:lnTo>
                  <a:cubicBezTo>
                    <a:pt x="1" y="113"/>
                    <a:pt x="402" y="919"/>
                    <a:pt x="402" y="919"/>
                  </a:cubicBezTo>
                  <a:cubicBezTo>
                    <a:pt x="402" y="919"/>
                    <a:pt x="489" y="953"/>
                    <a:pt x="607" y="953"/>
                  </a:cubicBezTo>
                  <a:cubicBezTo>
                    <a:pt x="842" y="953"/>
                    <a:pt x="1200" y="817"/>
                    <a:pt x="122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831;p39">
              <a:extLst>
                <a:ext uri="{FF2B5EF4-FFF2-40B4-BE49-F238E27FC236}">
                  <a16:creationId xmlns:a16="http://schemas.microsoft.com/office/drawing/2014/main" id="{6EC47EE2-7D4C-AF58-D8F4-AB932EAC865E}"/>
                </a:ext>
              </a:extLst>
            </p:cNvPr>
            <p:cNvSpPr/>
            <p:nvPr/>
          </p:nvSpPr>
          <p:spPr>
            <a:xfrm>
              <a:off x="6080942" y="2240128"/>
              <a:ext cx="33098" cy="21877"/>
            </a:xfrm>
            <a:custGeom>
              <a:avLst/>
              <a:gdLst/>
              <a:ahLst/>
              <a:cxnLst/>
              <a:rect l="l" t="t" r="r" b="b"/>
              <a:pathLst>
                <a:path w="1174" h="776" extrusionOk="0">
                  <a:moveTo>
                    <a:pt x="446" y="0"/>
                  </a:moveTo>
                  <a:cubicBezTo>
                    <a:pt x="322" y="0"/>
                    <a:pt x="175" y="18"/>
                    <a:pt x="1" y="60"/>
                  </a:cubicBezTo>
                  <a:cubicBezTo>
                    <a:pt x="214" y="631"/>
                    <a:pt x="482" y="776"/>
                    <a:pt x="700" y="776"/>
                  </a:cubicBezTo>
                  <a:cubicBezTo>
                    <a:pt x="923" y="776"/>
                    <a:pt x="1092" y="623"/>
                    <a:pt x="1092" y="623"/>
                  </a:cubicBezTo>
                  <a:cubicBezTo>
                    <a:pt x="1092" y="623"/>
                    <a:pt x="1174" y="0"/>
                    <a:pt x="44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832;p39">
              <a:extLst>
                <a:ext uri="{FF2B5EF4-FFF2-40B4-BE49-F238E27FC236}">
                  <a16:creationId xmlns:a16="http://schemas.microsoft.com/office/drawing/2014/main" id="{273A13C7-1B11-42D1-A161-F57521309CF9}"/>
                </a:ext>
              </a:extLst>
            </p:cNvPr>
            <p:cNvSpPr/>
            <p:nvPr/>
          </p:nvSpPr>
          <p:spPr>
            <a:xfrm>
              <a:off x="6114971" y="2262033"/>
              <a:ext cx="27544" cy="19199"/>
            </a:xfrm>
            <a:custGeom>
              <a:avLst/>
              <a:gdLst/>
              <a:ahLst/>
              <a:cxnLst/>
              <a:rect l="l" t="t" r="r" b="b"/>
              <a:pathLst>
                <a:path w="977" h="681" extrusionOk="0">
                  <a:moveTo>
                    <a:pt x="853" y="1"/>
                  </a:moveTo>
                  <a:cubicBezTo>
                    <a:pt x="1" y="1"/>
                    <a:pt x="205" y="618"/>
                    <a:pt x="205" y="618"/>
                  </a:cubicBezTo>
                  <a:cubicBezTo>
                    <a:pt x="205" y="618"/>
                    <a:pt x="311" y="680"/>
                    <a:pt x="446" y="680"/>
                  </a:cubicBezTo>
                  <a:cubicBezTo>
                    <a:pt x="632" y="680"/>
                    <a:pt x="874" y="563"/>
                    <a:pt x="977" y="5"/>
                  </a:cubicBezTo>
                  <a:cubicBezTo>
                    <a:pt x="933" y="2"/>
                    <a:pt x="892" y="1"/>
                    <a:pt x="85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833;p39">
              <a:extLst>
                <a:ext uri="{FF2B5EF4-FFF2-40B4-BE49-F238E27FC236}">
                  <a16:creationId xmlns:a16="http://schemas.microsoft.com/office/drawing/2014/main" id="{FBEEBD37-F4AE-C20E-D035-255B3081C9B1}"/>
                </a:ext>
              </a:extLst>
            </p:cNvPr>
            <p:cNvSpPr/>
            <p:nvPr/>
          </p:nvSpPr>
          <p:spPr>
            <a:xfrm>
              <a:off x="6150212" y="2307057"/>
              <a:ext cx="37214" cy="28080"/>
            </a:xfrm>
            <a:custGeom>
              <a:avLst/>
              <a:gdLst/>
              <a:ahLst/>
              <a:cxnLst/>
              <a:rect l="l" t="t" r="r" b="b"/>
              <a:pathLst>
                <a:path w="1320" h="996" extrusionOk="0">
                  <a:moveTo>
                    <a:pt x="629" y="1"/>
                  </a:moveTo>
                  <a:lnTo>
                    <a:pt x="629" y="1"/>
                  </a:lnTo>
                  <a:cubicBezTo>
                    <a:pt x="0" y="787"/>
                    <a:pt x="691" y="996"/>
                    <a:pt x="691" y="996"/>
                  </a:cubicBezTo>
                  <a:cubicBezTo>
                    <a:pt x="691" y="996"/>
                    <a:pt x="1320" y="722"/>
                    <a:pt x="62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1834;p39">
              <a:extLst>
                <a:ext uri="{FF2B5EF4-FFF2-40B4-BE49-F238E27FC236}">
                  <a16:creationId xmlns:a16="http://schemas.microsoft.com/office/drawing/2014/main" id="{D30B5574-1EF1-808A-ED68-F064FF726FC0}"/>
                </a:ext>
              </a:extLst>
            </p:cNvPr>
            <p:cNvSpPr/>
            <p:nvPr/>
          </p:nvSpPr>
          <p:spPr>
            <a:xfrm>
              <a:off x="6126191" y="2284869"/>
              <a:ext cx="32872" cy="25373"/>
            </a:xfrm>
            <a:custGeom>
              <a:avLst/>
              <a:gdLst/>
              <a:ahLst/>
              <a:cxnLst/>
              <a:rect l="l" t="t" r="r" b="b"/>
              <a:pathLst>
                <a:path w="1166" h="900" extrusionOk="0">
                  <a:moveTo>
                    <a:pt x="918" y="1"/>
                  </a:moveTo>
                  <a:cubicBezTo>
                    <a:pt x="0" y="386"/>
                    <a:pt x="498" y="899"/>
                    <a:pt x="498" y="899"/>
                  </a:cubicBezTo>
                  <a:cubicBezTo>
                    <a:pt x="498" y="899"/>
                    <a:pt x="504" y="900"/>
                    <a:pt x="515" y="900"/>
                  </a:cubicBezTo>
                  <a:cubicBezTo>
                    <a:pt x="621" y="900"/>
                    <a:pt x="1166" y="859"/>
                    <a:pt x="91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1835;p39">
              <a:extLst>
                <a:ext uri="{FF2B5EF4-FFF2-40B4-BE49-F238E27FC236}">
                  <a16:creationId xmlns:a16="http://schemas.microsoft.com/office/drawing/2014/main" id="{06395032-58E7-923A-51D3-395B8D8A8A27}"/>
                </a:ext>
              </a:extLst>
            </p:cNvPr>
            <p:cNvSpPr/>
            <p:nvPr/>
          </p:nvSpPr>
          <p:spPr>
            <a:xfrm>
              <a:off x="6142487" y="2331895"/>
              <a:ext cx="26332" cy="16944"/>
            </a:xfrm>
            <a:custGeom>
              <a:avLst/>
              <a:gdLst/>
              <a:ahLst/>
              <a:cxnLst/>
              <a:rect l="l" t="t" r="r" b="b"/>
              <a:pathLst>
                <a:path w="934" h="601" extrusionOk="0">
                  <a:moveTo>
                    <a:pt x="588" y="1"/>
                  </a:moveTo>
                  <a:cubicBezTo>
                    <a:pt x="423" y="1"/>
                    <a:pt x="215" y="106"/>
                    <a:pt x="1" y="485"/>
                  </a:cubicBezTo>
                  <a:cubicBezTo>
                    <a:pt x="198" y="568"/>
                    <a:pt x="353" y="600"/>
                    <a:pt x="476" y="600"/>
                  </a:cubicBezTo>
                  <a:cubicBezTo>
                    <a:pt x="924" y="600"/>
                    <a:pt x="934" y="165"/>
                    <a:pt x="934" y="165"/>
                  </a:cubicBezTo>
                  <a:cubicBezTo>
                    <a:pt x="934" y="165"/>
                    <a:pt x="795" y="1"/>
                    <a:pt x="58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1836;p39">
              <a:extLst>
                <a:ext uri="{FF2B5EF4-FFF2-40B4-BE49-F238E27FC236}">
                  <a16:creationId xmlns:a16="http://schemas.microsoft.com/office/drawing/2014/main" id="{1B6B4759-5F22-F433-9EC0-3DD65EA866C8}"/>
                </a:ext>
              </a:extLst>
            </p:cNvPr>
            <p:cNvSpPr/>
            <p:nvPr/>
          </p:nvSpPr>
          <p:spPr>
            <a:xfrm>
              <a:off x="6104004" y="2212358"/>
              <a:ext cx="87876" cy="135944"/>
            </a:xfrm>
            <a:custGeom>
              <a:avLst/>
              <a:gdLst/>
              <a:ahLst/>
              <a:cxnLst/>
              <a:rect l="l" t="t" r="r" b="b"/>
              <a:pathLst>
                <a:path w="3117" h="4822" extrusionOk="0">
                  <a:moveTo>
                    <a:pt x="66" y="0"/>
                  </a:moveTo>
                  <a:cubicBezTo>
                    <a:pt x="31" y="0"/>
                    <a:pt x="16" y="16"/>
                    <a:pt x="16" y="31"/>
                  </a:cubicBezTo>
                  <a:cubicBezTo>
                    <a:pt x="16" y="66"/>
                    <a:pt x="0" y="3599"/>
                    <a:pt x="3055" y="4821"/>
                  </a:cubicBezTo>
                  <a:lnTo>
                    <a:pt x="3070" y="4821"/>
                  </a:lnTo>
                  <a:cubicBezTo>
                    <a:pt x="3086" y="4821"/>
                    <a:pt x="3101" y="4806"/>
                    <a:pt x="3101" y="4791"/>
                  </a:cubicBezTo>
                  <a:cubicBezTo>
                    <a:pt x="3117" y="4775"/>
                    <a:pt x="3101" y="4756"/>
                    <a:pt x="3086" y="4740"/>
                  </a:cubicBezTo>
                  <a:cubicBezTo>
                    <a:pt x="81" y="3552"/>
                    <a:pt x="97" y="66"/>
                    <a:pt x="97" y="31"/>
                  </a:cubicBezTo>
                  <a:cubicBezTo>
                    <a:pt x="97" y="16"/>
                    <a:pt x="81" y="0"/>
                    <a:pt x="6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1837;p39">
              <a:extLst>
                <a:ext uri="{FF2B5EF4-FFF2-40B4-BE49-F238E27FC236}">
                  <a16:creationId xmlns:a16="http://schemas.microsoft.com/office/drawing/2014/main" id="{FEA25AFE-23DE-8DFE-221C-2F9727EBD919}"/>
                </a:ext>
              </a:extLst>
            </p:cNvPr>
            <p:cNvSpPr/>
            <p:nvPr/>
          </p:nvSpPr>
          <p:spPr>
            <a:xfrm>
              <a:off x="6084974" y="2193328"/>
              <a:ext cx="40795" cy="31322"/>
            </a:xfrm>
            <a:custGeom>
              <a:avLst/>
              <a:gdLst/>
              <a:ahLst/>
              <a:cxnLst/>
              <a:rect l="l" t="t" r="r" b="b"/>
              <a:pathLst>
                <a:path w="1447" h="1111" extrusionOk="0">
                  <a:moveTo>
                    <a:pt x="741" y="0"/>
                  </a:moveTo>
                  <a:cubicBezTo>
                    <a:pt x="0" y="822"/>
                    <a:pt x="741" y="1111"/>
                    <a:pt x="741" y="1111"/>
                  </a:cubicBezTo>
                  <a:cubicBezTo>
                    <a:pt x="741" y="1111"/>
                    <a:pt x="1447" y="837"/>
                    <a:pt x="74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 name="Google Shape;1849;p40">
            <a:extLst>
              <a:ext uri="{FF2B5EF4-FFF2-40B4-BE49-F238E27FC236}">
                <a16:creationId xmlns:a16="http://schemas.microsoft.com/office/drawing/2014/main" id="{A58BC299-BECD-793E-5732-2DB24296ED98}"/>
              </a:ext>
            </a:extLst>
          </p:cNvPr>
          <p:cNvSpPr txBox="1">
            <a:spLocks noGrp="1"/>
          </p:cNvSpPr>
          <p:nvPr>
            <p:ph type="subTitle" idx="1"/>
          </p:nvPr>
        </p:nvSpPr>
        <p:spPr>
          <a:xfrm>
            <a:off x="6606636" y="2995667"/>
            <a:ext cx="2178237" cy="1827000"/>
          </a:xfrm>
          <a:prstGeom prst="rect">
            <a:avLst/>
          </a:prstGeom>
        </p:spPr>
        <p:txBody>
          <a:bodyPr spcFirstLastPara="1" wrap="square" lIns="91425" tIns="91425" rIns="91425" bIns="91425" anchor="t" anchorCtr="0">
            <a:noAutofit/>
          </a:bodyPr>
          <a:lstStyle/>
          <a:p>
            <a:pPr marL="0" lvl="0" indent="0" algn="ctr">
              <a:spcBef>
                <a:spcPts val="0"/>
              </a:spcBef>
              <a:spcAft>
                <a:spcPts val="0"/>
              </a:spcAft>
              <a:buNone/>
            </a:pPr>
            <a:r>
              <a:rPr lang="en" sz="1600" dirty="0"/>
              <a:t>Sereen Atef</a:t>
            </a:r>
          </a:p>
          <a:p>
            <a:pPr marL="0" lvl="0" indent="0" algn="ctr">
              <a:spcBef>
                <a:spcPts val="0"/>
              </a:spcBef>
              <a:spcAft>
                <a:spcPts val="0"/>
              </a:spcAft>
              <a:buNone/>
            </a:pPr>
            <a:r>
              <a:rPr lang="en" sz="1600" dirty="0"/>
              <a:t>Avocat </a:t>
            </a:r>
          </a:p>
          <a:p>
            <a:pPr marL="0" lvl="0" indent="0" algn="ctr">
              <a:spcBef>
                <a:spcPts val="0"/>
              </a:spcBef>
              <a:spcAft>
                <a:spcPts val="0"/>
              </a:spcAft>
              <a:buNone/>
            </a:pPr>
            <a:r>
              <a:rPr lang="en" sz="1600" dirty="0"/>
              <a:t>International law </a:t>
            </a:r>
            <a:endParaRPr sz="1600" dirty="0"/>
          </a:p>
        </p:txBody>
      </p:sp>
      <p:grpSp>
        <p:nvGrpSpPr>
          <p:cNvPr id="32" name="Google Shape;1815;p39">
            <a:extLst>
              <a:ext uri="{FF2B5EF4-FFF2-40B4-BE49-F238E27FC236}">
                <a16:creationId xmlns:a16="http://schemas.microsoft.com/office/drawing/2014/main" id="{15C699CE-046F-964A-8BDB-03E2FEB9580C}"/>
              </a:ext>
            </a:extLst>
          </p:cNvPr>
          <p:cNvGrpSpPr/>
          <p:nvPr/>
        </p:nvGrpSpPr>
        <p:grpSpPr>
          <a:xfrm>
            <a:off x="4372280" y="1467709"/>
            <a:ext cx="2003237" cy="2359168"/>
            <a:chOff x="6024726" y="2154394"/>
            <a:chExt cx="216631" cy="255115"/>
          </a:xfrm>
        </p:grpSpPr>
        <p:sp>
          <p:nvSpPr>
            <p:cNvPr id="34" name="Google Shape;1816;p39">
              <a:extLst>
                <a:ext uri="{FF2B5EF4-FFF2-40B4-BE49-F238E27FC236}">
                  <a16:creationId xmlns:a16="http://schemas.microsoft.com/office/drawing/2014/main" id="{3CC6CC37-2396-566D-FBEE-936A6A6B4657}"/>
                </a:ext>
              </a:extLst>
            </p:cNvPr>
            <p:cNvSpPr/>
            <p:nvPr/>
          </p:nvSpPr>
          <p:spPr>
            <a:xfrm>
              <a:off x="6033325" y="2223212"/>
              <a:ext cx="199885" cy="186296"/>
            </a:xfrm>
            <a:custGeom>
              <a:avLst/>
              <a:gdLst/>
              <a:ahLst/>
              <a:cxnLst/>
              <a:rect l="l" t="t" r="r" b="b"/>
              <a:pathLst>
                <a:path w="7090" h="6608" extrusionOk="0">
                  <a:moveTo>
                    <a:pt x="0" y="1"/>
                  </a:moveTo>
                  <a:lnTo>
                    <a:pt x="0" y="6608"/>
                  </a:lnTo>
                  <a:lnTo>
                    <a:pt x="7089" y="6608"/>
                  </a:lnTo>
                  <a:lnTo>
                    <a:pt x="7089" y="1"/>
                  </a:lnTo>
                  <a:close/>
                </a:path>
              </a:pathLst>
            </a:custGeom>
            <a:solidFill>
              <a:schemeClr val="lt1">
                <a:alpha val="344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817;p39">
              <a:extLst>
                <a:ext uri="{FF2B5EF4-FFF2-40B4-BE49-F238E27FC236}">
                  <a16:creationId xmlns:a16="http://schemas.microsoft.com/office/drawing/2014/main" id="{7801D47B-AC12-4DF9-C914-498C3830B106}"/>
                </a:ext>
              </a:extLst>
            </p:cNvPr>
            <p:cNvSpPr/>
            <p:nvPr/>
          </p:nvSpPr>
          <p:spPr>
            <a:xfrm>
              <a:off x="6024726" y="2154394"/>
              <a:ext cx="216631" cy="238819"/>
            </a:xfrm>
            <a:custGeom>
              <a:avLst/>
              <a:gdLst/>
              <a:ahLst/>
              <a:cxnLst/>
              <a:rect l="l" t="t" r="r" b="b"/>
              <a:pathLst>
                <a:path w="7684" h="8471" extrusionOk="0">
                  <a:moveTo>
                    <a:pt x="0" y="0"/>
                  </a:moveTo>
                  <a:lnTo>
                    <a:pt x="0" y="8470"/>
                  </a:lnTo>
                  <a:lnTo>
                    <a:pt x="7684" y="8470"/>
                  </a:lnTo>
                  <a:lnTo>
                    <a:pt x="768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818;p39">
              <a:extLst>
                <a:ext uri="{FF2B5EF4-FFF2-40B4-BE49-F238E27FC236}">
                  <a16:creationId xmlns:a16="http://schemas.microsoft.com/office/drawing/2014/main" id="{254A05E3-84D1-4D6F-80E9-C6456082DB8C}"/>
                </a:ext>
              </a:extLst>
            </p:cNvPr>
            <p:cNvSpPr/>
            <p:nvPr/>
          </p:nvSpPr>
          <p:spPr>
            <a:xfrm>
              <a:off x="6053200" y="2180585"/>
              <a:ext cx="159570" cy="186296"/>
            </a:xfrm>
            <a:custGeom>
              <a:avLst/>
              <a:gdLst/>
              <a:ahLst/>
              <a:cxnLst/>
              <a:rect l="l" t="t" r="r" b="b"/>
              <a:pathLst>
                <a:path w="5660" h="6608" extrusionOk="0">
                  <a:moveTo>
                    <a:pt x="1" y="1"/>
                  </a:moveTo>
                  <a:lnTo>
                    <a:pt x="1" y="6608"/>
                  </a:lnTo>
                  <a:lnTo>
                    <a:pt x="5659" y="6608"/>
                  </a:lnTo>
                  <a:lnTo>
                    <a:pt x="565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1819;p39">
              <a:extLst>
                <a:ext uri="{FF2B5EF4-FFF2-40B4-BE49-F238E27FC236}">
                  <a16:creationId xmlns:a16="http://schemas.microsoft.com/office/drawing/2014/main" id="{C7D6174A-AB1F-BF01-95FB-648F2A09864B}"/>
                </a:ext>
              </a:extLst>
            </p:cNvPr>
            <p:cNvSpPr/>
            <p:nvPr/>
          </p:nvSpPr>
          <p:spPr>
            <a:xfrm>
              <a:off x="6039612" y="2169730"/>
              <a:ext cx="186747" cy="208484"/>
            </a:xfrm>
            <a:custGeom>
              <a:avLst/>
              <a:gdLst/>
              <a:ahLst/>
              <a:cxnLst/>
              <a:rect l="l" t="t" r="r" b="b"/>
              <a:pathLst>
                <a:path w="6624" h="7395" extrusionOk="0">
                  <a:moveTo>
                    <a:pt x="6558" y="81"/>
                  </a:moveTo>
                  <a:lnTo>
                    <a:pt x="6558" y="7313"/>
                  </a:lnTo>
                  <a:lnTo>
                    <a:pt x="82" y="7313"/>
                  </a:lnTo>
                  <a:lnTo>
                    <a:pt x="82" y="81"/>
                  </a:lnTo>
                  <a:close/>
                  <a:moveTo>
                    <a:pt x="1" y="0"/>
                  </a:moveTo>
                  <a:lnTo>
                    <a:pt x="1" y="7394"/>
                  </a:lnTo>
                  <a:lnTo>
                    <a:pt x="6623" y="7394"/>
                  </a:lnTo>
                  <a:lnTo>
                    <a:pt x="662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1820;p39">
              <a:extLst>
                <a:ext uri="{FF2B5EF4-FFF2-40B4-BE49-F238E27FC236}">
                  <a16:creationId xmlns:a16="http://schemas.microsoft.com/office/drawing/2014/main" id="{B8E3841E-BD0C-2859-2FC2-298B8A064B82}"/>
                </a:ext>
              </a:extLst>
            </p:cNvPr>
            <p:cNvSpPr/>
            <p:nvPr/>
          </p:nvSpPr>
          <p:spPr>
            <a:xfrm>
              <a:off x="6128475" y="2201024"/>
              <a:ext cx="86579" cy="67803"/>
            </a:xfrm>
            <a:custGeom>
              <a:avLst/>
              <a:gdLst/>
              <a:ahLst/>
              <a:cxnLst/>
              <a:rect l="l" t="t" r="r" b="b"/>
              <a:pathLst>
                <a:path w="3071" h="2405" extrusionOk="0">
                  <a:moveTo>
                    <a:pt x="2604" y="1"/>
                  </a:moveTo>
                  <a:lnTo>
                    <a:pt x="2604" y="1"/>
                  </a:lnTo>
                  <a:cubicBezTo>
                    <a:pt x="0" y="884"/>
                    <a:pt x="1269" y="2396"/>
                    <a:pt x="1269" y="2396"/>
                  </a:cubicBezTo>
                  <a:cubicBezTo>
                    <a:pt x="1269" y="2396"/>
                    <a:pt x="1324" y="2404"/>
                    <a:pt x="1413" y="2404"/>
                  </a:cubicBezTo>
                  <a:cubicBezTo>
                    <a:pt x="1844" y="2404"/>
                    <a:pt x="3071" y="2216"/>
                    <a:pt x="260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821;p39">
              <a:extLst>
                <a:ext uri="{FF2B5EF4-FFF2-40B4-BE49-F238E27FC236}">
                  <a16:creationId xmlns:a16="http://schemas.microsoft.com/office/drawing/2014/main" id="{3A712F17-7B10-EDC1-E5AD-03A8804DCD63}"/>
                </a:ext>
              </a:extLst>
            </p:cNvPr>
            <p:cNvSpPr/>
            <p:nvPr/>
          </p:nvSpPr>
          <p:spPr>
            <a:xfrm>
              <a:off x="6159233" y="2215487"/>
              <a:ext cx="34931" cy="60839"/>
            </a:xfrm>
            <a:custGeom>
              <a:avLst/>
              <a:gdLst/>
              <a:ahLst/>
              <a:cxnLst/>
              <a:rect l="l" t="t" r="r" b="b"/>
              <a:pathLst>
                <a:path w="1239" h="2158" extrusionOk="0">
                  <a:moveTo>
                    <a:pt x="1208" y="1"/>
                  </a:moveTo>
                  <a:cubicBezTo>
                    <a:pt x="1192" y="1"/>
                    <a:pt x="1158" y="1"/>
                    <a:pt x="1158" y="16"/>
                  </a:cubicBezTo>
                  <a:lnTo>
                    <a:pt x="20" y="2091"/>
                  </a:lnTo>
                  <a:cubicBezTo>
                    <a:pt x="1" y="2107"/>
                    <a:pt x="1" y="2138"/>
                    <a:pt x="35" y="2138"/>
                  </a:cubicBezTo>
                  <a:cubicBezTo>
                    <a:pt x="35" y="2138"/>
                    <a:pt x="35" y="2157"/>
                    <a:pt x="51" y="2157"/>
                  </a:cubicBezTo>
                  <a:cubicBezTo>
                    <a:pt x="66" y="2157"/>
                    <a:pt x="66" y="2138"/>
                    <a:pt x="82" y="2122"/>
                  </a:cubicBezTo>
                  <a:lnTo>
                    <a:pt x="1223" y="51"/>
                  </a:lnTo>
                  <a:cubicBezTo>
                    <a:pt x="1239" y="36"/>
                    <a:pt x="1223" y="16"/>
                    <a:pt x="120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1822;p39">
              <a:extLst>
                <a:ext uri="{FF2B5EF4-FFF2-40B4-BE49-F238E27FC236}">
                  <a16:creationId xmlns:a16="http://schemas.microsoft.com/office/drawing/2014/main" id="{263FC03E-331A-3BE3-FB7F-B3A64F698FA1}"/>
                </a:ext>
              </a:extLst>
            </p:cNvPr>
            <p:cNvSpPr/>
            <p:nvPr/>
          </p:nvSpPr>
          <p:spPr>
            <a:xfrm>
              <a:off x="6180547" y="2219209"/>
              <a:ext cx="16352" cy="13053"/>
            </a:xfrm>
            <a:custGeom>
              <a:avLst/>
              <a:gdLst/>
              <a:ahLst/>
              <a:cxnLst/>
              <a:rect l="l" t="t" r="r" b="b"/>
              <a:pathLst>
                <a:path w="580" h="463" extrusionOk="0">
                  <a:moveTo>
                    <a:pt x="35" y="0"/>
                  </a:moveTo>
                  <a:cubicBezTo>
                    <a:pt x="1" y="16"/>
                    <a:pt x="1" y="31"/>
                    <a:pt x="1" y="46"/>
                  </a:cubicBezTo>
                  <a:lnTo>
                    <a:pt x="132" y="463"/>
                  </a:lnTo>
                  <a:lnTo>
                    <a:pt x="548" y="336"/>
                  </a:lnTo>
                  <a:cubicBezTo>
                    <a:pt x="564" y="320"/>
                    <a:pt x="579" y="305"/>
                    <a:pt x="579" y="289"/>
                  </a:cubicBezTo>
                  <a:cubicBezTo>
                    <a:pt x="564" y="270"/>
                    <a:pt x="548" y="255"/>
                    <a:pt x="533" y="255"/>
                  </a:cubicBezTo>
                  <a:lnTo>
                    <a:pt x="178" y="366"/>
                  </a:lnTo>
                  <a:lnTo>
                    <a:pt x="82" y="31"/>
                  </a:lnTo>
                  <a:cubicBezTo>
                    <a:pt x="66" y="16"/>
                    <a:pt x="51" y="0"/>
                    <a:pt x="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1823;p39">
              <a:extLst>
                <a:ext uri="{FF2B5EF4-FFF2-40B4-BE49-F238E27FC236}">
                  <a16:creationId xmlns:a16="http://schemas.microsoft.com/office/drawing/2014/main" id="{8D4CADFD-A975-7F5B-31FA-BD990B17DC90}"/>
                </a:ext>
              </a:extLst>
            </p:cNvPr>
            <p:cNvSpPr/>
            <p:nvPr/>
          </p:nvSpPr>
          <p:spPr>
            <a:xfrm>
              <a:off x="6173809" y="2231388"/>
              <a:ext cx="16323" cy="13166"/>
            </a:xfrm>
            <a:custGeom>
              <a:avLst/>
              <a:gdLst/>
              <a:ahLst/>
              <a:cxnLst/>
              <a:rect l="l" t="t" r="r" b="b"/>
              <a:pathLst>
                <a:path w="579" h="467" extrusionOk="0">
                  <a:moveTo>
                    <a:pt x="31" y="0"/>
                  </a:moveTo>
                  <a:cubicBezTo>
                    <a:pt x="16" y="15"/>
                    <a:pt x="0" y="31"/>
                    <a:pt x="0" y="50"/>
                  </a:cubicBezTo>
                  <a:lnTo>
                    <a:pt x="128" y="467"/>
                  </a:lnTo>
                  <a:lnTo>
                    <a:pt x="544" y="339"/>
                  </a:lnTo>
                  <a:cubicBezTo>
                    <a:pt x="564" y="320"/>
                    <a:pt x="579" y="305"/>
                    <a:pt x="579" y="289"/>
                  </a:cubicBezTo>
                  <a:cubicBezTo>
                    <a:pt x="564" y="274"/>
                    <a:pt x="544" y="258"/>
                    <a:pt x="529" y="258"/>
                  </a:cubicBezTo>
                  <a:lnTo>
                    <a:pt x="178" y="370"/>
                  </a:lnTo>
                  <a:lnTo>
                    <a:pt x="81" y="31"/>
                  </a:lnTo>
                  <a:cubicBezTo>
                    <a:pt x="62" y="15"/>
                    <a:pt x="47" y="0"/>
                    <a:pt x="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1824;p39">
              <a:extLst>
                <a:ext uri="{FF2B5EF4-FFF2-40B4-BE49-F238E27FC236}">
                  <a16:creationId xmlns:a16="http://schemas.microsoft.com/office/drawing/2014/main" id="{37884643-72B2-3A50-46C8-1F4F7152984F}"/>
                </a:ext>
              </a:extLst>
            </p:cNvPr>
            <p:cNvSpPr/>
            <p:nvPr/>
          </p:nvSpPr>
          <p:spPr>
            <a:xfrm>
              <a:off x="6166958" y="2243652"/>
              <a:ext cx="16323" cy="13081"/>
            </a:xfrm>
            <a:custGeom>
              <a:avLst/>
              <a:gdLst/>
              <a:ahLst/>
              <a:cxnLst/>
              <a:rect l="l" t="t" r="r" b="b"/>
              <a:pathLst>
                <a:path w="579" h="464" extrusionOk="0">
                  <a:moveTo>
                    <a:pt x="35" y="1"/>
                  </a:moveTo>
                  <a:cubicBezTo>
                    <a:pt x="16" y="16"/>
                    <a:pt x="0" y="32"/>
                    <a:pt x="0" y="47"/>
                  </a:cubicBezTo>
                  <a:lnTo>
                    <a:pt x="132" y="464"/>
                  </a:lnTo>
                  <a:lnTo>
                    <a:pt x="548" y="336"/>
                  </a:lnTo>
                  <a:cubicBezTo>
                    <a:pt x="564" y="321"/>
                    <a:pt x="579" y="306"/>
                    <a:pt x="579" y="290"/>
                  </a:cubicBezTo>
                  <a:cubicBezTo>
                    <a:pt x="564" y="271"/>
                    <a:pt x="548" y="255"/>
                    <a:pt x="533" y="255"/>
                  </a:cubicBezTo>
                  <a:lnTo>
                    <a:pt x="193" y="367"/>
                  </a:lnTo>
                  <a:lnTo>
                    <a:pt x="81" y="32"/>
                  </a:lnTo>
                  <a:cubicBezTo>
                    <a:pt x="66" y="16"/>
                    <a:pt x="51" y="1"/>
                    <a:pt x="3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1825;p39">
              <a:extLst>
                <a:ext uri="{FF2B5EF4-FFF2-40B4-BE49-F238E27FC236}">
                  <a16:creationId xmlns:a16="http://schemas.microsoft.com/office/drawing/2014/main" id="{500D8EBC-4B49-33BE-2AFA-2B5203E6196A}"/>
                </a:ext>
              </a:extLst>
            </p:cNvPr>
            <p:cNvSpPr/>
            <p:nvPr/>
          </p:nvSpPr>
          <p:spPr>
            <a:xfrm>
              <a:off x="6066818" y="2280753"/>
              <a:ext cx="90272" cy="70397"/>
            </a:xfrm>
            <a:custGeom>
              <a:avLst/>
              <a:gdLst/>
              <a:ahLst/>
              <a:cxnLst/>
              <a:rect l="l" t="t" r="r" b="b"/>
              <a:pathLst>
                <a:path w="3202" h="2497" extrusionOk="0">
                  <a:moveTo>
                    <a:pt x="0" y="0"/>
                  </a:moveTo>
                  <a:lnTo>
                    <a:pt x="0" y="0"/>
                  </a:lnTo>
                  <a:cubicBezTo>
                    <a:pt x="13" y="2130"/>
                    <a:pt x="949" y="2496"/>
                    <a:pt x="1592" y="2496"/>
                  </a:cubicBezTo>
                  <a:cubicBezTo>
                    <a:pt x="1930" y="2496"/>
                    <a:pt x="2187" y="2395"/>
                    <a:pt x="2187" y="2395"/>
                  </a:cubicBezTo>
                  <a:cubicBezTo>
                    <a:pt x="2187" y="2395"/>
                    <a:pt x="3201" y="386"/>
                    <a:pt x="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1826;p39">
              <a:extLst>
                <a:ext uri="{FF2B5EF4-FFF2-40B4-BE49-F238E27FC236}">
                  <a16:creationId xmlns:a16="http://schemas.microsoft.com/office/drawing/2014/main" id="{AEE573D8-880F-0D48-04C0-0299589630F8}"/>
                </a:ext>
              </a:extLst>
            </p:cNvPr>
            <p:cNvSpPr/>
            <p:nvPr/>
          </p:nvSpPr>
          <p:spPr>
            <a:xfrm>
              <a:off x="6079955" y="2295865"/>
              <a:ext cx="55398" cy="60163"/>
            </a:xfrm>
            <a:custGeom>
              <a:avLst/>
              <a:gdLst/>
              <a:ahLst/>
              <a:cxnLst/>
              <a:rect l="l" t="t" r="r" b="b"/>
              <a:pathLst>
                <a:path w="1965" h="2134" extrusionOk="0">
                  <a:moveTo>
                    <a:pt x="43" y="0"/>
                  </a:moveTo>
                  <a:cubicBezTo>
                    <a:pt x="35" y="0"/>
                    <a:pt x="26" y="4"/>
                    <a:pt x="16" y="12"/>
                  </a:cubicBezTo>
                  <a:cubicBezTo>
                    <a:pt x="1" y="12"/>
                    <a:pt x="1" y="43"/>
                    <a:pt x="16" y="58"/>
                  </a:cubicBezTo>
                  <a:lnTo>
                    <a:pt x="1898" y="2118"/>
                  </a:lnTo>
                  <a:cubicBezTo>
                    <a:pt x="1898" y="2133"/>
                    <a:pt x="1914" y="2133"/>
                    <a:pt x="1914" y="2133"/>
                  </a:cubicBezTo>
                  <a:lnTo>
                    <a:pt x="1945" y="2133"/>
                  </a:lnTo>
                  <a:cubicBezTo>
                    <a:pt x="1964" y="2118"/>
                    <a:pt x="1964" y="2083"/>
                    <a:pt x="1945" y="2068"/>
                  </a:cubicBezTo>
                  <a:lnTo>
                    <a:pt x="66" y="12"/>
                  </a:lnTo>
                  <a:cubicBezTo>
                    <a:pt x="59" y="4"/>
                    <a:pt x="51" y="0"/>
                    <a:pt x="4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1827;p39">
              <a:extLst>
                <a:ext uri="{FF2B5EF4-FFF2-40B4-BE49-F238E27FC236}">
                  <a16:creationId xmlns:a16="http://schemas.microsoft.com/office/drawing/2014/main" id="{33F6B094-F8A0-F680-4D42-BE994F978F94}"/>
                </a:ext>
              </a:extLst>
            </p:cNvPr>
            <p:cNvSpPr/>
            <p:nvPr/>
          </p:nvSpPr>
          <p:spPr>
            <a:xfrm>
              <a:off x="6079955" y="2296626"/>
              <a:ext cx="15478" cy="15449"/>
            </a:xfrm>
            <a:custGeom>
              <a:avLst/>
              <a:gdLst/>
              <a:ahLst/>
              <a:cxnLst/>
              <a:rect l="l" t="t" r="r" b="b"/>
              <a:pathLst>
                <a:path w="549" h="548" extrusionOk="0">
                  <a:moveTo>
                    <a:pt x="518" y="0"/>
                  </a:moveTo>
                  <a:cubicBezTo>
                    <a:pt x="498" y="0"/>
                    <a:pt x="483" y="16"/>
                    <a:pt x="483" y="31"/>
                  </a:cubicBezTo>
                  <a:lnTo>
                    <a:pt x="467" y="467"/>
                  </a:lnTo>
                  <a:lnTo>
                    <a:pt x="36" y="452"/>
                  </a:lnTo>
                  <a:cubicBezTo>
                    <a:pt x="16" y="452"/>
                    <a:pt x="1" y="467"/>
                    <a:pt x="1" y="498"/>
                  </a:cubicBezTo>
                  <a:cubicBezTo>
                    <a:pt x="1" y="513"/>
                    <a:pt x="16" y="533"/>
                    <a:pt x="36" y="533"/>
                  </a:cubicBezTo>
                  <a:lnTo>
                    <a:pt x="548" y="548"/>
                  </a:lnTo>
                  <a:lnTo>
                    <a:pt x="548" y="31"/>
                  </a:lnTo>
                  <a:cubicBezTo>
                    <a:pt x="548" y="16"/>
                    <a:pt x="533" y="0"/>
                    <a:pt x="5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1828;p39">
              <a:extLst>
                <a:ext uri="{FF2B5EF4-FFF2-40B4-BE49-F238E27FC236}">
                  <a16:creationId xmlns:a16="http://schemas.microsoft.com/office/drawing/2014/main" id="{BDC91E8C-EADF-EB34-8CBC-D436ED713568}"/>
                </a:ext>
              </a:extLst>
            </p:cNvPr>
            <p:cNvSpPr/>
            <p:nvPr/>
          </p:nvSpPr>
          <p:spPr>
            <a:xfrm>
              <a:off x="6090838" y="2308918"/>
              <a:ext cx="15901" cy="15337"/>
            </a:xfrm>
            <a:custGeom>
              <a:avLst/>
              <a:gdLst/>
              <a:ahLst/>
              <a:cxnLst/>
              <a:rect l="l" t="t" r="r" b="b"/>
              <a:pathLst>
                <a:path w="564" h="544" extrusionOk="0">
                  <a:moveTo>
                    <a:pt x="533" y="0"/>
                  </a:moveTo>
                  <a:cubicBezTo>
                    <a:pt x="498" y="0"/>
                    <a:pt x="483" y="16"/>
                    <a:pt x="483" y="31"/>
                  </a:cubicBezTo>
                  <a:lnTo>
                    <a:pt x="483" y="463"/>
                  </a:lnTo>
                  <a:lnTo>
                    <a:pt x="51" y="448"/>
                  </a:lnTo>
                  <a:cubicBezTo>
                    <a:pt x="16" y="448"/>
                    <a:pt x="0" y="463"/>
                    <a:pt x="0" y="498"/>
                  </a:cubicBezTo>
                  <a:cubicBezTo>
                    <a:pt x="0" y="513"/>
                    <a:pt x="16" y="529"/>
                    <a:pt x="51" y="529"/>
                  </a:cubicBezTo>
                  <a:lnTo>
                    <a:pt x="548" y="544"/>
                  </a:lnTo>
                  <a:lnTo>
                    <a:pt x="564" y="31"/>
                  </a:lnTo>
                  <a:cubicBezTo>
                    <a:pt x="564" y="16"/>
                    <a:pt x="548" y="0"/>
                    <a:pt x="53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1829;p39">
              <a:extLst>
                <a:ext uri="{FF2B5EF4-FFF2-40B4-BE49-F238E27FC236}">
                  <a16:creationId xmlns:a16="http://schemas.microsoft.com/office/drawing/2014/main" id="{81F3B8C5-1794-5FB3-39FB-B070E313EA5E}"/>
                </a:ext>
              </a:extLst>
            </p:cNvPr>
            <p:cNvSpPr/>
            <p:nvPr/>
          </p:nvSpPr>
          <p:spPr>
            <a:xfrm>
              <a:off x="6102143" y="2321097"/>
              <a:ext cx="15478" cy="15449"/>
            </a:xfrm>
            <a:custGeom>
              <a:avLst/>
              <a:gdLst/>
              <a:ahLst/>
              <a:cxnLst/>
              <a:rect l="l" t="t" r="r" b="b"/>
              <a:pathLst>
                <a:path w="549" h="548" extrusionOk="0">
                  <a:moveTo>
                    <a:pt x="517" y="0"/>
                  </a:moveTo>
                  <a:cubicBezTo>
                    <a:pt x="502" y="0"/>
                    <a:pt x="483" y="16"/>
                    <a:pt x="483" y="31"/>
                  </a:cubicBezTo>
                  <a:lnTo>
                    <a:pt x="467" y="467"/>
                  </a:lnTo>
                  <a:lnTo>
                    <a:pt x="35" y="451"/>
                  </a:lnTo>
                  <a:cubicBezTo>
                    <a:pt x="20" y="451"/>
                    <a:pt x="1" y="467"/>
                    <a:pt x="1" y="498"/>
                  </a:cubicBezTo>
                  <a:cubicBezTo>
                    <a:pt x="1" y="513"/>
                    <a:pt x="20" y="532"/>
                    <a:pt x="35" y="532"/>
                  </a:cubicBezTo>
                  <a:lnTo>
                    <a:pt x="548" y="548"/>
                  </a:lnTo>
                  <a:lnTo>
                    <a:pt x="548" y="31"/>
                  </a:lnTo>
                  <a:cubicBezTo>
                    <a:pt x="548" y="16"/>
                    <a:pt x="533" y="0"/>
                    <a:pt x="51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1830;p39">
              <a:extLst>
                <a:ext uri="{FF2B5EF4-FFF2-40B4-BE49-F238E27FC236}">
                  <a16:creationId xmlns:a16="http://schemas.microsoft.com/office/drawing/2014/main" id="{9895C576-9872-34D7-8CCF-358469ABD62E}"/>
                </a:ext>
              </a:extLst>
            </p:cNvPr>
            <p:cNvSpPr/>
            <p:nvPr/>
          </p:nvSpPr>
          <p:spPr>
            <a:xfrm>
              <a:off x="6098111" y="2217771"/>
              <a:ext cx="34508" cy="26867"/>
            </a:xfrm>
            <a:custGeom>
              <a:avLst/>
              <a:gdLst/>
              <a:ahLst/>
              <a:cxnLst/>
              <a:rect l="l" t="t" r="r" b="b"/>
              <a:pathLst>
                <a:path w="1224" h="953" extrusionOk="0">
                  <a:moveTo>
                    <a:pt x="1224" y="1"/>
                  </a:moveTo>
                  <a:lnTo>
                    <a:pt x="1224" y="1"/>
                  </a:lnTo>
                  <a:cubicBezTo>
                    <a:pt x="1" y="113"/>
                    <a:pt x="402" y="919"/>
                    <a:pt x="402" y="919"/>
                  </a:cubicBezTo>
                  <a:cubicBezTo>
                    <a:pt x="402" y="919"/>
                    <a:pt x="489" y="953"/>
                    <a:pt x="607" y="953"/>
                  </a:cubicBezTo>
                  <a:cubicBezTo>
                    <a:pt x="842" y="953"/>
                    <a:pt x="1200" y="817"/>
                    <a:pt x="122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1831;p39">
              <a:extLst>
                <a:ext uri="{FF2B5EF4-FFF2-40B4-BE49-F238E27FC236}">
                  <a16:creationId xmlns:a16="http://schemas.microsoft.com/office/drawing/2014/main" id="{404AD83C-AE4F-F1B3-2F67-DE66C4393E96}"/>
                </a:ext>
              </a:extLst>
            </p:cNvPr>
            <p:cNvSpPr/>
            <p:nvPr/>
          </p:nvSpPr>
          <p:spPr>
            <a:xfrm>
              <a:off x="6080942" y="2240128"/>
              <a:ext cx="33098" cy="21877"/>
            </a:xfrm>
            <a:custGeom>
              <a:avLst/>
              <a:gdLst/>
              <a:ahLst/>
              <a:cxnLst/>
              <a:rect l="l" t="t" r="r" b="b"/>
              <a:pathLst>
                <a:path w="1174" h="776" extrusionOk="0">
                  <a:moveTo>
                    <a:pt x="446" y="0"/>
                  </a:moveTo>
                  <a:cubicBezTo>
                    <a:pt x="322" y="0"/>
                    <a:pt x="175" y="18"/>
                    <a:pt x="1" y="60"/>
                  </a:cubicBezTo>
                  <a:cubicBezTo>
                    <a:pt x="214" y="631"/>
                    <a:pt x="482" y="776"/>
                    <a:pt x="700" y="776"/>
                  </a:cubicBezTo>
                  <a:cubicBezTo>
                    <a:pt x="923" y="776"/>
                    <a:pt x="1092" y="623"/>
                    <a:pt x="1092" y="623"/>
                  </a:cubicBezTo>
                  <a:cubicBezTo>
                    <a:pt x="1092" y="623"/>
                    <a:pt x="1174" y="0"/>
                    <a:pt x="44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1832;p39">
              <a:extLst>
                <a:ext uri="{FF2B5EF4-FFF2-40B4-BE49-F238E27FC236}">
                  <a16:creationId xmlns:a16="http://schemas.microsoft.com/office/drawing/2014/main" id="{1CE21B96-BA96-F038-4B39-32FB0BAA932A}"/>
                </a:ext>
              </a:extLst>
            </p:cNvPr>
            <p:cNvSpPr/>
            <p:nvPr/>
          </p:nvSpPr>
          <p:spPr>
            <a:xfrm>
              <a:off x="6114971" y="2262033"/>
              <a:ext cx="27544" cy="19199"/>
            </a:xfrm>
            <a:custGeom>
              <a:avLst/>
              <a:gdLst/>
              <a:ahLst/>
              <a:cxnLst/>
              <a:rect l="l" t="t" r="r" b="b"/>
              <a:pathLst>
                <a:path w="977" h="681" extrusionOk="0">
                  <a:moveTo>
                    <a:pt x="853" y="1"/>
                  </a:moveTo>
                  <a:cubicBezTo>
                    <a:pt x="1" y="1"/>
                    <a:pt x="205" y="618"/>
                    <a:pt x="205" y="618"/>
                  </a:cubicBezTo>
                  <a:cubicBezTo>
                    <a:pt x="205" y="618"/>
                    <a:pt x="311" y="680"/>
                    <a:pt x="446" y="680"/>
                  </a:cubicBezTo>
                  <a:cubicBezTo>
                    <a:pt x="632" y="680"/>
                    <a:pt x="874" y="563"/>
                    <a:pt x="977" y="5"/>
                  </a:cubicBezTo>
                  <a:cubicBezTo>
                    <a:pt x="933" y="2"/>
                    <a:pt x="892" y="1"/>
                    <a:pt x="85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1833;p39">
              <a:extLst>
                <a:ext uri="{FF2B5EF4-FFF2-40B4-BE49-F238E27FC236}">
                  <a16:creationId xmlns:a16="http://schemas.microsoft.com/office/drawing/2014/main" id="{8E5D8C76-358F-9C9A-099C-30CD651F1917}"/>
                </a:ext>
              </a:extLst>
            </p:cNvPr>
            <p:cNvSpPr/>
            <p:nvPr/>
          </p:nvSpPr>
          <p:spPr>
            <a:xfrm>
              <a:off x="6150212" y="2307057"/>
              <a:ext cx="37214" cy="28080"/>
            </a:xfrm>
            <a:custGeom>
              <a:avLst/>
              <a:gdLst/>
              <a:ahLst/>
              <a:cxnLst/>
              <a:rect l="l" t="t" r="r" b="b"/>
              <a:pathLst>
                <a:path w="1320" h="996" extrusionOk="0">
                  <a:moveTo>
                    <a:pt x="629" y="1"/>
                  </a:moveTo>
                  <a:lnTo>
                    <a:pt x="629" y="1"/>
                  </a:lnTo>
                  <a:cubicBezTo>
                    <a:pt x="0" y="787"/>
                    <a:pt x="691" y="996"/>
                    <a:pt x="691" y="996"/>
                  </a:cubicBezTo>
                  <a:cubicBezTo>
                    <a:pt x="691" y="996"/>
                    <a:pt x="1320" y="722"/>
                    <a:pt x="62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1834;p39">
              <a:extLst>
                <a:ext uri="{FF2B5EF4-FFF2-40B4-BE49-F238E27FC236}">
                  <a16:creationId xmlns:a16="http://schemas.microsoft.com/office/drawing/2014/main" id="{34FF489C-9EB6-844B-50B9-D1C020410050}"/>
                </a:ext>
              </a:extLst>
            </p:cNvPr>
            <p:cNvSpPr/>
            <p:nvPr/>
          </p:nvSpPr>
          <p:spPr>
            <a:xfrm>
              <a:off x="6126191" y="2284869"/>
              <a:ext cx="32872" cy="25373"/>
            </a:xfrm>
            <a:custGeom>
              <a:avLst/>
              <a:gdLst/>
              <a:ahLst/>
              <a:cxnLst/>
              <a:rect l="l" t="t" r="r" b="b"/>
              <a:pathLst>
                <a:path w="1166" h="900" extrusionOk="0">
                  <a:moveTo>
                    <a:pt x="918" y="1"/>
                  </a:moveTo>
                  <a:cubicBezTo>
                    <a:pt x="0" y="386"/>
                    <a:pt x="498" y="899"/>
                    <a:pt x="498" y="899"/>
                  </a:cubicBezTo>
                  <a:cubicBezTo>
                    <a:pt x="498" y="899"/>
                    <a:pt x="504" y="900"/>
                    <a:pt x="515" y="900"/>
                  </a:cubicBezTo>
                  <a:cubicBezTo>
                    <a:pt x="621" y="900"/>
                    <a:pt x="1166" y="859"/>
                    <a:pt x="91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1835;p39">
              <a:extLst>
                <a:ext uri="{FF2B5EF4-FFF2-40B4-BE49-F238E27FC236}">
                  <a16:creationId xmlns:a16="http://schemas.microsoft.com/office/drawing/2014/main" id="{356AA7F0-9546-59BF-DD0A-258442882D39}"/>
                </a:ext>
              </a:extLst>
            </p:cNvPr>
            <p:cNvSpPr/>
            <p:nvPr/>
          </p:nvSpPr>
          <p:spPr>
            <a:xfrm>
              <a:off x="6142487" y="2331895"/>
              <a:ext cx="26332" cy="16944"/>
            </a:xfrm>
            <a:custGeom>
              <a:avLst/>
              <a:gdLst/>
              <a:ahLst/>
              <a:cxnLst/>
              <a:rect l="l" t="t" r="r" b="b"/>
              <a:pathLst>
                <a:path w="934" h="601" extrusionOk="0">
                  <a:moveTo>
                    <a:pt x="588" y="1"/>
                  </a:moveTo>
                  <a:cubicBezTo>
                    <a:pt x="423" y="1"/>
                    <a:pt x="215" y="106"/>
                    <a:pt x="1" y="485"/>
                  </a:cubicBezTo>
                  <a:cubicBezTo>
                    <a:pt x="198" y="568"/>
                    <a:pt x="353" y="600"/>
                    <a:pt x="476" y="600"/>
                  </a:cubicBezTo>
                  <a:cubicBezTo>
                    <a:pt x="924" y="600"/>
                    <a:pt x="934" y="165"/>
                    <a:pt x="934" y="165"/>
                  </a:cubicBezTo>
                  <a:cubicBezTo>
                    <a:pt x="934" y="165"/>
                    <a:pt x="795" y="1"/>
                    <a:pt x="58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1836;p39">
              <a:extLst>
                <a:ext uri="{FF2B5EF4-FFF2-40B4-BE49-F238E27FC236}">
                  <a16:creationId xmlns:a16="http://schemas.microsoft.com/office/drawing/2014/main" id="{AC01705A-153D-1916-4A93-AB4E75EBA425}"/>
                </a:ext>
              </a:extLst>
            </p:cNvPr>
            <p:cNvSpPr/>
            <p:nvPr/>
          </p:nvSpPr>
          <p:spPr>
            <a:xfrm>
              <a:off x="6104004" y="2212358"/>
              <a:ext cx="87876" cy="135944"/>
            </a:xfrm>
            <a:custGeom>
              <a:avLst/>
              <a:gdLst/>
              <a:ahLst/>
              <a:cxnLst/>
              <a:rect l="l" t="t" r="r" b="b"/>
              <a:pathLst>
                <a:path w="3117" h="4822" extrusionOk="0">
                  <a:moveTo>
                    <a:pt x="66" y="0"/>
                  </a:moveTo>
                  <a:cubicBezTo>
                    <a:pt x="31" y="0"/>
                    <a:pt x="16" y="16"/>
                    <a:pt x="16" y="31"/>
                  </a:cubicBezTo>
                  <a:cubicBezTo>
                    <a:pt x="16" y="66"/>
                    <a:pt x="0" y="3599"/>
                    <a:pt x="3055" y="4821"/>
                  </a:cubicBezTo>
                  <a:lnTo>
                    <a:pt x="3070" y="4821"/>
                  </a:lnTo>
                  <a:cubicBezTo>
                    <a:pt x="3086" y="4821"/>
                    <a:pt x="3101" y="4806"/>
                    <a:pt x="3101" y="4791"/>
                  </a:cubicBezTo>
                  <a:cubicBezTo>
                    <a:pt x="3117" y="4775"/>
                    <a:pt x="3101" y="4756"/>
                    <a:pt x="3086" y="4740"/>
                  </a:cubicBezTo>
                  <a:cubicBezTo>
                    <a:pt x="81" y="3552"/>
                    <a:pt x="97" y="66"/>
                    <a:pt x="97" y="31"/>
                  </a:cubicBezTo>
                  <a:cubicBezTo>
                    <a:pt x="97" y="16"/>
                    <a:pt x="81" y="0"/>
                    <a:pt x="6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1837;p39">
              <a:extLst>
                <a:ext uri="{FF2B5EF4-FFF2-40B4-BE49-F238E27FC236}">
                  <a16:creationId xmlns:a16="http://schemas.microsoft.com/office/drawing/2014/main" id="{7E926D49-EAB2-EDFC-0E07-FFBCBDDE83FB}"/>
                </a:ext>
              </a:extLst>
            </p:cNvPr>
            <p:cNvSpPr/>
            <p:nvPr/>
          </p:nvSpPr>
          <p:spPr>
            <a:xfrm>
              <a:off x="6084974" y="2193328"/>
              <a:ext cx="40795" cy="31322"/>
            </a:xfrm>
            <a:custGeom>
              <a:avLst/>
              <a:gdLst/>
              <a:ahLst/>
              <a:cxnLst/>
              <a:rect l="l" t="t" r="r" b="b"/>
              <a:pathLst>
                <a:path w="1447" h="1111" extrusionOk="0">
                  <a:moveTo>
                    <a:pt x="741" y="0"/>
                  </a:moveTo>
                  <a:cubicBezTo>
                    <a:pt x="0" y="822"/>
                    <a:pt x="741" y="1111"/>
                    <a:pt x="741" y="1111"/>
                  </a:cubicBezTo>
                  <a:cubicBezTo>
                    <a:pt x="741" y="1111"/>
                    <a:pt x="1447" y="837"/>
                    <a:pt x="74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 name="Google Shape;1815;p39">
            <a:extLst>
              <a:ext uri="{FF2B5EF4-FFF2-40B4-BE49-F238E27FC236}">
                <a16:creationId xmlns:a16="http://schemas.microsoft.com/office/drawing/2014/main" id="{E000800D-146B-A8F7-0EB6-AF6A9561BDE5}"/>
              </a:ext>
            </a:extLst>
          </p:cNvPr>
          <p:cNvGrpSpPr/>
          <p:nvPr/>
        </p:nvGrpSpPr>
        <p:grpSpPr>
          <a:xfrm>
            <a:off x="2224861" y="343777"/>
            <a:ext cx="2003237" cy="2359168"/>
            <a:chOff x="6024726" y="2154394"/>
            <a:chExt cx="216631" cy="255115"/>
          </a:xfrm>
        </p:grpSpPr>
        <p:sp>
          <p:nvSpPr>
            <p:cNvPr id="59" name="Google Shape;1816;p39">
              <a:extLst>
                <a:ext uri="{FF2B5EF4-FFF2-40B4-BE49-F238E27FC236}">
                  <a16:creationId xmlns:a16="http://schemas.microsoft.com/office/drawing/2014/main" id="{4776F2EA-8DF2-F2D2-D889-C64E620BD7AC}"/>
                </a:ext>
              </a:extLst>
            </p:cNvPr>
            <p:cNvSpPr/>
            <p:nvPr/>
          </p:nvSpPr>
          <p:spPr>
            <a:xfrm>
              <a:off x="6033325" y="2223212"/>
              <a:ext cx="199885" cy="186296"/>
            </a:xfrm>
            <a:custGeom>
              <a:avLst/>
              <a:gdLst/>
              <a:ahLst/>
              <a:cxnLst/>
              <a:rect l="l" t="t" r="r" b="b"/>
              <a:pathLst>
                <a:path w="7090" h="6608" extrusionOk="0">
                  <a:moveTo>
                    <a:pt x="0" y="1"/>
                  </a:moveTo>
                  <a:lnTo>
                    <a:pt x="0" y="6608"/>
                  </a:lnTo>
                  <a:lnTo>
                    <a:pt x="7089" y="6608"/>
                  </a:lnTo>
                  <a:lnTo>
                    <a:pt x="7089" y="1"/>
                  </a:lnTo>
                  <a:close/>
                </a:path>
              </a:pathLst>
            </a:custGeom>
            <a:solidFill>
              <a:schemeClr val="lt1">
                <a:alpha val="344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1817;p39">
              <a:extLst>
                <a:ext uri="{FF2B5EF4-FFF2-40B4-BE49-F238E27FC236}">
                  <a16:creationId xmlns:a16="http://schemas.microsoft.com/office/drawing/2014/main" id="{EAC09163-4713-C832-452B-2F53130BFC18}"/>
                </a:ext>
              </a:extLst>
            </p:cNvPr>
            <p:cNvSpPr/>
            <p:nvPr/>
          </p:nvSpPr>
          <p:spPr>
            <a:xfrm>
              <a:off x="6024726" y="2154394"/>
              <a:ext cx="216631" cy="238819"/>
            </a:xfrm>
            <a:custGeom>
              <a:avLst/>
              <a:gdLst/>
              <a:ahLst/>
              <a:cxnLst/>
              <a:rect l="l" t="t" r="r" b="b"/>
              <a:pathLst>
                <a:path w="7684" h="8471" extrusionOk="0">
                  <a:moveTo>
                    <a:pt x="0" y="0"/>
                  </a:moveTo>
                  <a:lnTo>
                    <a:pt x="0" y="8470"/>
                  </a:lnTo>
                  <a:lnTo>
                    <a:pt x="7684" y="8470"/>
                  </a:lnTo>
                  <a:lnTo>
                    <a:pt x="768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1818;p39">
              <a:extLst>
                <a:ext uri="{FF2B5EF4-FFF2-40B4-BE49-F238E27FC236}">
                  <a16:creationId xmlns:a16="http://schemas.microsoft.com/office/drawing/2014/main" id="{ACECA7C5-92B5-4A0B-9D2F-F2382039FA85}"/>
                </a:ext>
              </a:extLst>
            </p:cNvPr>
            <p:cNvSpPr/>
            <p:nvPr/>
          </p:nvSpPr>
          <p:spPr>
            <a:xfrm>
              <a:off x="6053200" y="2180585"/>
              <a:ext cx="159570" cy="186296"/>
            </a:xfrm>
            <a:custGeom>
              <a:avLst/>
              <a:gdLst/>
              <a:ahLst/>
              <a:cxnLst/>
              <a:rect l="l" t="t" r="r" b="b"/>
              <a:pathLst>
                <a:path w="5660" h="6608" extrusionOk="0">
                  <a:moveTo>
                    <a:pt x="1" y="1"/>
                  </a:moveTo>
                  <a:lnTo>
                    <a:pt x="1" y="6608"/>
                  </a:lnTo>
                  <a:lnTo>
                    <a:pt x="5659" y="6608"/>
                  </a:lnTo>
                  <a:lnTo>
                    <a:pt x="565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819;p39">
              <a:extLst>
                <a:ext uri="{FF2B5EF4-FFF2-40B4-BE49-F238E27FC236}">
                  <a16:creationId xmlns:a16="http://schemas.microsoft.com/office/drawing/2014/main" id="{CE119A61-27E1-809B-EF26-32CF7F4A565C}"/>
                </a:ext>
              </a:extLst>
            </p:cNvPr>
            <p:cNvSpPr/>
            <p:nvPr/>
          </p:nvSpPr>
          <p:spPr>
            <a:xfrm>
              <a:off x="6039612" y="2169730"/>
              <a:ext cx="186747" cy="208484"/>
            </a:xfrm>
            <a:custGeom>
              <a:avLst/>
              <a:gdLst/>
              <a:ahLst/>
              <a:cxnLst/>
              <a:rect l="l" t="t" r="r" b="b"/>
              <a:pathLst>
                <a:path w="6624" h="7395" extrusionOk="0">
                  <a:moveTo>
                    <a:pt x="6558" y="81"/>
                  </a:moveTo>
                  <a:lnTo>
                    <a:pt x="6558" y="7313"/>
                  </a:lnTo>
                  <a:lnTo>
                    <a:pt x="82" y="7313"/>
                  </a:lnTo>
                  <a:lnTo>
                    <a:pt x="82" y="81"/>
                  </a:lnTo>
                  <a:close/>
                  <a:moveTo>
                    <a:pt x="1" y="0"/>
                  </a:moveTo>
                  <a:lnTo>
                    <a:pt x="1" y="7394"/>
                  </a:lnTo>
                  <a:lnTo>
                    <a:pt x="6623" y="7394"/>
                  </a:lnTo>
                  <a:lnTo>
                    <a:pt x="662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1820;p39">
              <a:extLst>
                <a:ext uri="{FF2B5EF4-FFF2-40B4-BE49-F238E27FC236}">
                  <a16:creationId xmlns:a16="http://schemas.microsoft.com/office/drawing/2014/main" id="{B5938206-DC99-48E3-2931-264B98456A76}"/>
                </a:ext>
              </a:extLst>
            </p:cNvPr>
            <p:cNvSpPr/>
            <p:nvPr/>
          </p:nvSpPr>
          <p:spPr>
            <a:xfrm>
              <a:off x="6128475" y="2201024"/>
              <a:ext cx="86579" cy="67803"/>
            </a:xfrm>
            <a:custGeom>
              <a:avLst/>
              <a:gdLst/>
              <a:ahLst/>
              <a:cxnLst/>
              <a:rect l="l" t="t" r="r" b="b"/>
              <a:pathLst>
                <a:path w="3071" h="2405" extrusionOk="0">
                  <a:moveTo>
                    <a:pt x="2604" y="1"/>
                  </a:moveTo>
                  <a:lnTo>
                    <a:pt x="2604" y="1"/>
                  </a:lnTo>
                  <a:cubicBezTo>
                    <a:pt x="0" y="884"/>
                    <a:pt x="1269" y="2396"/>
                    <a:pt x="1269" y="2396"/>
                  </a:cubicBezTo>
                  <a:cubicBezTo>
                    <a:pt x="1269" y="2396"/>
                    <a:pt x="1324" y="2404"/>
                    <a:pt x="1413" y="2404"/>
                  </a:cubicBezTo>
                  <a:cubicBezTo>
                    <a:pt x="1844" y="2404"/>
                    <a:pt x="3071" y="2216"/>
                    <a:pt x="260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8" name="Google Shape;1821;p39">
              <a:extLst>
                <a:ext uri="{FF2B5EF4-FFF2-40B4-BE49-F238E27FC236}">
                  <a16:creationId xmlns:a16="http://schemas.microsoft.com/office/drawing/2014/main" id="{E14047CC-AD85-2CD8-56DA-70C82C45DE89}"/>
                </a:ext>
              </a:extLst>
            </p:cNvPr>
            <p:cNvSpPr/>
            <p:nvPr/>
          </p:nvSpPr>
          <p:spPr>
            <a:xfrm>
              <a:off x="6159233" y="2215487"/>
              <a:ext cx="34931" cy="60839"/>
            </a:xfrm>
            <a:custGeom>
              <a:avLst/>
              <a:gdLst/>
              <a:ahLst/>
              <a:cxnLst/>
              <a:rect l="l" t="t" r="r" b="b"/>
              <a:pathLst>
                <a:path w="1239" h="2158" extrusionOk="0">
                  <a:moveTo>
                    <a:pt x="1208" y="1"/>
                  </a:moveTo>
                  <a:cubicBezTo>
                    <a:pt x="1192" y="1"/>
                    <a:pt x="1158" y="1"/>
                    <a:pt x="1158" y="16"/>
                  </a:cubicBezTo>
                  <a:lnTo>
                    <a:pt x="20" y="2091"/>
                  </a:lnTo>
                  <a:cubicBezTo>
                    <a:pt x="1" y="2107"/>
                    <a:pt x="1" y="2138"/>
                    <a:pt x="35" y="2138"/>
                  </a:cubicBezTo>
                  <a:cubicBezTo>
                    <a:pt x="35" y="2138"/>
                    <a:pt x="35" y="2157"/>
                    <a:pt x="51" y="2157"/>
                  </a:cubicBezTo>
                  <a:cubicBezTo>
                    <a:pt x="66" y="2157"/>
                    <a:pt x="66" y="2138"/>
                    <a:pt x="82" y="2122"/>
                  </a:cubicBezTo>
                  <a:lnTo>
                    <a:pt x="1223" y="51"/>
                  </a:lnTo>
                  <a:cubicBezTo>
                    <a:pt x="1239" y="36"/>
                    <a:pt x="1223" y="16"/>
                    <a:pt x="120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9" name="Google Shape;1822;p39">
              <a:extLst>
                <a:ext uri="{FF2B5EF4-FFF2-40B4-BE49-F238E27FC236}">
                  <a16:creationId xmlns:a16="http://schemas.microsoft.com/office/drawing/2014/main" id="{50875B2C-A6D1-079C-2C7A-1C986718670E}"/>
                </a:ext>
              </a:extLst>
            </p:cNvPr>
            <p:cNvSpPr/>
            <p:nvPr/>
          </p:nvSpPr>
          <p:spPr>
            <a:xfrm>
              <a:off x="6180547" y="2219209"/>
              <a:ext cx="16352" cy="13053"/>
            </a:xfrm>
            <a:custGeom>
              <a:avLst/>
              <a:gdLst/>
              <a:ahLst/>
              <a:cxnLst/>
              <a:rect l="l" t="t" r="r" b="b"/>
              <a:pathLst>
                <a:path w="580" h="463" extrusionOk="0">
                  <a:moveTo>
                    <a:pt x="35" y="0"/>
                  </a:moveTo>
                  <a:cubicBezTo>
                    <a:pt x="1" y="16"/>
                    <a:pt x="1" y="31"/>
                    <a:pt x="1" y="46"/>
                  </a:cubicBezTo>
                  <a:lnTo>
                    <a:pt x="132" y="463"/>
                  </a:lnTo>
                  <a:lnTo>
                    <a:pt x="548" y="336"/>
                  </a:lnTo>
                  <a:cubicBezTo>
                    <a:pt x="564" y="320"/>
                    <a:pt x="579" y="305"/>
                    <a:pt x="579" y="289"/>
                  </a:cubicBezTo>
                  <a:cubicBezTo>
                    <a:pt x="564" y="270"/>
                    <a:pt x="548" y="255"/>
                    <a:pt x="533" y="255"/>
                  </a:cubicBezTo>
                  <a:lnTo>
                    <a:pt x="178" y="366"/>
                  </a:lnTo>
                  <a:lnTo>
                    <a:pt x="82" y="31"/>
                  </a:lnTo>
                  <a:cubicBezTo>
                    <a:pt x="66" y="16"/>
                    <a:pt x="51" y="0"/>
                    <a:pt x="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1" name="Google Shape;1823;p39">
              <a:extLst>
                <a:ext uri="{FF2B5EF4-FFF2-40B4-BE49-F238E27FC236}">
                  <a16:creationId xmlns:a16="http://schemas.microsoft.com/office/drawing/2014/main" id="{D44DA663-2E24-579C-4479-2DF299116831}"/>
                </a:ext>
              </a:extLst>
            </p:cNvPr>
            <p:cNvSpPr/>
            <p:nvPr/>
          </p:nvSpPr>
          <p:spPr>
            <a:xfrm>
              <a:off x="6173809" y="2231388"/>
              <a:ext cx="16323" cy="13166"/>
            </a:xfrm>
            <a:custGeom>
              <a:avLst/>
              <a:gdLst/>
              <a:ahLst/>
              <a:cxnLst/>
              <a:rect l="l" t="t" r="r" b="b"/>
              <a:pathLst>
                <a:path w="579" h="467" extrusionOk="0">
                  <a:moveTo>
                    <a:pt x="31" y="0"/>
                  </a:moveTo>
                  <a:cubicBezTo>
                    <a:pt x="16" y="15"/>
                    <a:pt x="0" y="31"/>
                    <a:pt x="0" y="50"/>
                  </a:cubicBezTo>
                  <a:lnTo>
                    <a:pt x="128" y="467"/>
                  </a:lnTo>
                  <a:lnTo>
                    <a:pt x="544" y="339"/>
                  </a:lnTo>
                  <a:cubicBezTo>
                    <a:pt x="564" y="320"/>
                    <a:pt x="579" y="305"/>
                    <a:pt x="579" y="289"/>
                  </a:cubicBezTo>
                  <a:cubicBezTo>
                    <a:pt x="564" y="274"/>
                    <a:pt x="544" y="258"/>
                    <a:pt x="529" y="258"/>
                  </a:cubicBezTo>
                  <a:lnTo>
                    <a:pt x="178" y="370"/>
                  </a:lnTo>
                  <a:lnTo>
                    <a:pt x="81" y="31"/>
                  </a:lnTo>
                  <a:cubicBezTo>
                    <a:pt x="62" y="15"/>
                    <a:pt x="47" y="0"/>
                    <a:pt x="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2" name="Google Shape;1824;p39">
              <a:extLst>
                <a:ext uri="{FF2B5EF4-FFF2-40B4-BE49-F238E27FC236}">
                  <a16:creationId xmlns:a16="http://schemas.microsoft.com/office/drawing/2014/main" id="{2F47DDD8-A156-7FD9-2DB5-CEE31CD21436}"/>
                </a:ext>
              </a:extLst>
            </p:cNvPr>
            <p:cNvSpPr/>
            <p:nvPr/>
          </p:nvSpPr>
          <p:spPr>
            <a:xfrm>
              <a:off x="6166958" y="2243652"/>
              <a:ext cx="16323" cy="13081"/>
            </a:xfrm>
            <a:custGeom>
              <a:avLst/>
              <a:gdLst/>
              <a:ahLst/>
              <a:cxnLst/>
              <a:rect l="l" t="t" r="r" b="b"/>
              <a:pathLst>
                <a:path w="579" h="464" extrusionOk="0">
                  <a:moveTo>
                    <a:pt x="35" y="1"/>
                  </a:moveTo>
                  <a:cubicBezTo>
                    <a:pt x="16" y="16"/>
                    <a:pt x="0" y="32"/>
                    <a:pt x="0" y="47"/>
                  </a:cubicBezTo>
                  <a:lnTo>
                    <a:pt x="132" y="464"/>
                  </a:lnTo>
                  <a:lnTo>
                    <a:pt x="548" y="336"/>
                  </a:lnTo>
                  <a:cubicBezTo>
                    <a:pt x="564" y="321"/>
                    <a:pt x="579" y="306"/>
                    <a:pt x="579" y="290"/>
                  </a:cubicBezTo>
                  <a:cubicBezTo>
                    <a:pt x="564" y="271"/>
                    <a:pt x="548" y="255"/>
                    <a:pt x="533" y="255"/>
                  </a:cubicBezTo>
                  <a:lnTo>
                    <a:pt x="193" y="367"/>
                  </a:lnTo>
                  <a:lnTo>
                    <a:pt x="81" y="32"/>
                  </a:lnTo>
                  <a:cubicBezTo>
                    <a:pt x="66" y="16"/>
                    <a:pt x="51" y="1"/>
                    <a:pt x="3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3" name="Google Shape;1825;p39">
              <a:extLst>
                <a:ext uri="{FF2B5EF4-FFF2-40B4-BE49-F238E27FC236}">
                  <a16:creationId xmlns:a16="http://schemas.microsoft.com/office/drawing/2014/main" id="{00900F9B-6FF3-08C5-CE12-16F45870702E}"/>
                </a:ext>
              </a:extLst>
            </p:cNvPr>
            <p:cNvSpPr/>
            <p:nvPr/>
          </p:nvSpPr>
          <p:spPr>
            <a:xfrm>
              <a:off x="6066818" y="2280753"/>
              <a:ext cx="90272" cy="70397"/>
            </a:xfrm>
            <a:custGeom>
              <a:avLst/>
              <a:gdLst/>
              <a:ahLst/>
              <a:cxnLst/>
              <a:rect l="l" t="t" r="r" b="b"/>
              <a:pathLst>
                <a:path w="3202" h="2497" extrusionOk="0">
                  <a:moveTo>
                    <a:pt x="0" y="0"/>
                  </a:moveTo>
                  <a:lnTo>
                    <a:pt x="0" y="0"/>
                  </a:lnTo>
                  <a:cubicBezTo>
                    <a:pt x="13" y="2130"/>
                    <a:pt x="949" y="2496"/>
                    <a:pt x="1592" y="2496"/>
                  </a:cubicBezTo>
                  <a:cubicBezTo>
                    <a:pt x="1930" y="2496"/>
                    <a:pt x="2187" y="2395"/>
                    <a:pt x="2187" y="2395"/>
                  </a:cubicBezTo>
                  <a:cubicBezTo>
                    <a:pt x="2187" y="2395"/>
                    <a:pt x="3201" y="386"/>
                    <a:pt x="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4" name="Google Shape;1826;p39">
              <a:extLst>
                <a:ext uri="{FF2B5EF4-FFF2-40B4-BE49-F238E27FC236}">
                  <a16:creationId xmlns:a16="http://schemas.microsoft.com/office/drawing/2014/main" id="{043DA8FF-A82A-7E76-EEA0-DC0A4FCB03AE}"/>
                </a:ext>
              </a:extLst>
            </p:cNvPr>
            <p:cNvSpPr/>
            <p:nvPr/>
          </p:nvSpPr>
          <p:spPr>
            <a:xfrm>
              <a:off x="6079955" y="2295865"/>
              <a:ext cx="55398" cy="60163"/>
            </a:xfrm>
            <a:custGeom>
              <a:avLst/>
              <a:gdLst/>
              <a:ahLst/>
              <a:cxnLst/>
              <a:rect l="l" t="t" r="r" b="b"/>
              <a:pathLst>
                <a:path w="1965" h="2134" extrusionOk="0">
                  <a:moveTo>
                    <a:pt x="43" y="0"/>
                  </a:moveTo>
                  <a:cubicBezTo>
                    <a:pt x="35" y="0"/>
                    <a:pt x="26" y="4"/>
                    <a:pt x="16" y="12"/>
                  </a:cubicBezTo>
                  <a:cubicBezTo>
                    <a:pt x="1" y="12"/>
                    <a:pt x="1" y="43"/>
                    <a:pt x="16" y="58"/>
                  </a:cubicBezTo>
                  <a:lnTo>
                    <a:pt x="1898" y="2118"/>
                  </a:lnTo>
                  <a:cubicBezTo>
                    <a:pt x="1898" y="2133"/>
                    <a:pt x="1914" y="2133"/>
                    <a:pt x="1914" y="2133"/>
                  </a:cubicBezTo>
                  <a:lnTo>
                    <a:pt x="1945" y="2133"/>
                  </a:lnTo>
                  <a:cubicBezTo>
                    <a:pt x="1964" y="2118"/>
                    <a:pt x="1964" y="2083"/>
                    <a:pt x="1945" y="2068"/>
                  </a:cubicBezTo>
                  <a:lnTo>
                    <a:pt x="66" y="12"/>
                  </a:lnTo>
                  <a:cubicBezTo>
                    <a:pt x="59" y="4"/>
                    <a:pt x="51" y="0"/>
                    <a:pt x="4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5" name="Google Shape;1827;p39">
              <a:extLst>
                <a:ext uri="{FF2B5EF4-FFF2-40B4-BE49-F238E27FC236}">
                  <a16:creationId xmlns:a16="http://schemas.microsoft.com/office/drawing/2014/main" id="{53573FC4-55C1-F0EC-E871-20A65C040961}"/>
                </a:ext>
              </a:extLst>
            </p:cNvPr>
            <p:cNvSpPr/>
            <p:nvPr/>
          </p:nvSpPr>
          <p:spPr>
            <a:xfrm>
              <a:off x="6079955" y="2296626"/>
              <a:ext cx="15478" cy="15449"/>
            </a:xfrm>
            <a:custGeom>
              <a:avLst/>
              <a:gdLst/>
              <a:ahLst/>
              <a:cxnLst/>
              <a:rect l="l" t="t" r="r" b="b"/>
              <a:pathLst>
                <a:path w="549" h="548" extrusionOk="0">
                  <a:moveTo>
                    <a:pt x="518" y="0"/>
                  </a:moveTo>
                  <a:cubicBezTo>
                    <a:pt x="498" y="0"/>
                    <a:pt x="483" y="16"/>
                    <a:pt x="483" y="31"/>
                  </a:cubicBezTo>
                  <a:lnTo>
                    <a:pt x="467" y="467"/>
                  </a:lnTo>
                  <a:lnTo>
                    <a:pt x="36" y="452"/>
                  </a:lnTo>
                  <a:cubicBezTo>
                    <a:pt x="16" y="452"/>
                    <a:pt x="1" y="467"/>
                    <a:pt x="1" y="498"/>
                  </a:cubicBezTo>
                  <a:cubicBezTo>
                    <a:pt x="1" y="513"/>
                    <a:pt x="16" y="533"/>
                    <a:pt x="36" y="533"/>
                  </a:cubicBezTo>
                  <a:lnTo>
                    <a:pt x="548" y="548"/>
                  </a:lnTo>
                  <a:lnTo>
                    <a:pt x="548" y="31"/>
                  </a:lnTo>
                  <a:cubicBezTo>
                    <a:pt x="548" y="16"/>
                    <a:pt x="533" y="0"/>
                    <a:pt x="5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6" name="Google Shape;1828;p39">
              <a:extLst>
                <a:ext uri="{FF2B5EF4-FFF2-40B4-BE49-F238E27FC236}">
                  <a16:creationId xmlns:a16="http://schemas.microsoft.com/office/drawing/2014/main" id="{63356DBA-8D45-C3A5-45BE-680C719151BB}"/>
                </a:ext>
              </a:extLst>
            </p:cNvPr>
            <p:cNvSpPr/>
            <p:nvPr/>
          </p:nvSpPr>
          <p:spPr>
            <a:xfrm>
              <a:off x="6090838" y="2308918"/>
              <a:ext cx="15901" cy="15337"/>
            </a:xfrm>
            <a:custGeom>
              <a:avLst/>
              <a:gdLst/>
              <a:ahLst/>
              <a:cxnLst/>
              <a:rect l="l" t="t" r="r" b="b"/>
              <a:pathLst>
                <a:path w="564" h="544" extrusionOk="0">
                  <a:moveTo>
                    <a:pt x="533" y="0"/>
                  </a:moveTo>
                  <a:cubicBezTo>
                    <a:pt x="498" y="0"/>
                    <a:pt x="483" y="16"/>
                    <a:pt x="483" y="31"/>
                  </a:cubicBezTo>
                  <a:lnTo>
                    <a:pt x="483" y="463"/>
                  </a:lnTo>
                  <a:lnTo>
                    <a:pt x="51" y="448"/>
                  </a:lnTo>
                  <a:cubicBezTo>
                    <a:pt x="16" y="448"/>
                    <a:pt x="0" y="463"/>
                    <a:pt x="0" y="498"/>
                  </a:cubicBezTo>
                  <a:cubicBezTo>
                    <a:pt x="0" y="513"/>
                    <a:pt x="16" y="529"/>
                    <a:pt x="51" y="529"/>
                  </a:cubicBezTo>
                  <a:lnTo>
                    <a:pt x="548" y="544"/>
                  </a:lnTo>
                  <a:lnTo>
                    <a:pt x="564" y="31"/>
                  </a:lnTo>
                  <a:cubicBezTo>
                    <a:pt x="564" y="16"/>
                    <a:pt x="548" y="0"/>
                    <a:pt x="53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7" name="Google Shape;1829;p39">
              <a:extLst>
                <a:ext uri="{FF2B5EF4-FFF2-40B4-BE49-F238E27FC236}">
                  <a16:creationId xmlns:a16="http://schemas.microsoft.com/office/drawing/2014/main" id="{D128ED16-E939-E5BF-06D7-5FD7B5B3E9B7}"/>
                </a:ext>
              </a:extLst>
            </p:cNvPr>
            <p:cNvSpPr/>
            <p:nvPr/>
          </p:nvSpPr>
          <p:spPr>
            <a:xfrm>
              <a:off x="6102143" y="2321097"/>
              <a:ext cx="15478" cy="15449"/>
            </a:xfrm>
            <a:custGeom>
              <a:avLst/>
              <a:gdLst/>
              <a:ahLst/>
              <a:cxnLst/>
              <a:rect l="l" t="t" r="r" b="b"/>
              <a:pathLst>
                <a:path w="549" h="548" extrusionOk="0">
                  <a:moveTo>
                    <a:pt x="517" y="0"/>
                  </a:moveTo>
                  <a:cubicBezTo>
                    <a:pt x="502" y="0"/>
                    <a:pt x="483" y="16"/>
                    <a:pt x="483" y="31"/>
                  </a:cubicBezTo>
                  <a:lnTo>
                    <a:pt x="467" y="467"/>
                  </a:lnTo>
                  <a:lnTo>
                    <a:pt x="35" y="451"/>
                  </a:lnTo>
                  <a:cubicBezTo>
                    <a:pt x="20" y="451"/>
                    <a:pt x="1" y="467"/>
                    <a:pt x="1" y="498"/>
                  </a:cubicBezTo>
                  <a:cubicBezTo>
                    <a:pt x="1" y="513"/>
                    <a:pt x="20" y="532"/>
                    <a:pt x="35" y="532"/>
                  </a:cubicBezTo>
                  <a:lnTo>
                    <a:pt x="548" y="548"/>
                  </a:lnTo>
                  <a:lnTo>
                    <a:pt x="548" y="31"/>
                  </a:lnTo>
                  <a:cubicBezTo>
                    <a:pt x="548" y="16"/>
                    <a:pt x="533" y="0"/>
                    <a:pt x="51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8" name="Google Shape;1830;p39">
              <a:extLst>
                <a:ext uri="{FF2B5EF4-FFF2-40B4-BE49-F238E27FC236}">
                  <a16:creationId xmlns:a16="http://schemas.microsoft.com/office/drawing/2014/main" id="{BF6ACC50-9446-AA94-91E1-60D8D550D1DB}"/>
                </a:ext>
              </a:extLst>
            </p:cNvPr>
            <p:cNvSpPr/>
            <p:nvPr/>
          </p:nvSpPr>
          <p:spPr>
            <a:xfrm>
              <a:off x="6098111" y="2217771"/>
              <a:ext cx="34508" cy="26867"/>
            </a:xfrm>
            <a:custGeom>
              <a:avLst/>
              <a:gdLst/>
              <a:ahLst/>
              <a:cxnLst/>
              <a:rect l="l" t="t" r="r" b="b"/>
              <a:pathLst>
                <a:path w="1224" h="953" extrusionOk="0">
                  <a:moveTo>
                    <a:pt x="1224" y="1"/>
                  </a:moveTo>
                  <a:lnTo>
                    <a:pt x="1224" y="1"/>
                  </a:lnTo>
                  <a:cubicBezTo>
                    <a:pt x="1" y="113"/>
                    <a:pt x="402" y="919"/>
                    <a:pt x="402" y="919"/>
                  </a:cubicBezTo>
                  <a:cubicBezTo>
                    <a:pt x="402" y="919"/>
                    <a:pt x="489" y="953"/>
                    <a:pt x="607" y="953"/>
                  </a:cubicBezTo>
                  <a:cubicBezTo>
                    <a:pt x="842" y="953"/>
                    <a:pt x="1200" y="817"/>
                    <a:pt x="122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9" name="Google Shape;1831;p39">
              <a:extLst>
                <a:ext uri="{FF2B5EF4-FFF2-40B4-BE49-F238E27FC236}">
                  <a16:creationId xmlns:a16="http://schemas.microsoft.com/office/drawing/2014/main" id="{E2A6F964-11E2-9583-B5B3-D2B6B38777D6}"/>
                </a:ext>
              </a:extLst>
            </p:cNvPr>
            <p:cNvSpPr/>
            <p:nvPr/>
          </p:nvSpPr>
          <p:spPr>
            <a:xfrm>
              <a:off x="6080942" y="2240128"/>
              <a:ext cx="33098" cy="21877"/>
            </a:xfrm>
            <a:custGeom>
              <a:avLst/>
              <a:gdLst/>
              <a:ahLst/>
              <a:cxnLst/>
              <a:rect l="l" t="t" r="r" b="b"/>
              <a:pathLst>
                <a:path w="1174" h="776" extrusionOk="0">
                  <a:moveTo>
                    <a:pt x="446" y="0"/>
                  </a:moveTo>
                  <a:cubicBezTo>
                    <a:pt x="322" y="0"/>
                    <a:pt x="175" y="18"/>
                    <a:pt x="1" y="60"/>
                  </a:cubicBezTo>
                  <a:cubicBezTo>
                    <a:pt x="214" y="631"/>
                    <a:pt x="482" y="776"/>
                    <a:pt x="700" y="776"/>
                  </a:cubicBezTo>
                  <a:cubicBezTo>
                    <a:pt x="923" y="776"/>
                    <a:pt x="1092" y="623"/>
                    <a:pt x="1092" y="623"/>
                  </a:cubicBezTo>
                  <a:cubicBezTo>
                    <a:pt x="1092" y="623"/>
                    <a:pt x="1174" y="0"/>
                    <a:pt x="44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0" name="Google Shape;1832;p39">
              <a:extLst>
                <a:ext uri="{FF2B5EF4-FFF2-40B4-BE49-F238E27FC236}">
                  <a16:creationId xmlns:a16="http://schemas.microsoft.com/office/drawing/2014/main" id="{4CCC2F9A-5165-7FC4-CDDF-A5E33572B57F}"/>
                </a:ext>
              </a:extLst>
            </p:cNvPr>
            <p:cNvSpPr/>
            <p:nvPr/>
          </p:nvSpPr>
          <p:spPr>
            <a:xfrm>
              <a:off x="6114971" y="2262033"/>
              <a:ext cx="27544" cy="19199"/>
            </a:xfrm>
            <a:custGeom>
              <a:avLst/>
              <a:gdLst/>
              <a:ahLst/>
              <a:cxnLst/>
              <a:rect l="l" t="t" r="r" b="b"/>
              <a:pathLst>
                <a:path w="977" h="681" extrusionOk="0">
                  <a:moveTo>
                    <a:pt x="853" y="1"/>
                  </a:moveTo>
                  <a:cubicBezTo>
                    <a:pt x="1" y="1"/>
                    <a:pt x="205" y="618"/>
                    <a:pt x="205" y="618"/>
                  </a:cubicBezTo>
                  <a:cubicBezTo>
                    <a:pt x="205" y="618"/>
                    <a:pt x="311" y="680"/>
                    <a:pt x="446" y="680"/>
                  </a:cubicBezTo>
                  <a:cubicBezTo>
                    <a:pt x="632" y="680"/>
                    <a:pt x="874" y="563"/>
                    <a:pt x="977" y="5"/>
                  </a:cubicBezTo>
                  <a:cubicBezTo>
                    <a:pt x="933" y="2"/>
                    <a:pt x="892" y="1"/>
                    <a:pt x="85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1" name="Google Shape;1833;p39">
              <a:extLst>
                <a:ext uri="{FF2B5EF4-FFF2-40B4-BE49-F238E27FC236}">
                  <a16:creationId xmlns:a16="http://schemas.microsoft.com/office/drawing/2014/main" id="{3CB3AE49-B411-E3E8-D1BF-AC70C00B2F8E}"/>
                </a:ext>
              </a:extLst>
            </p:cNvPr>
            <p:cNvSpPr/>
            <p:nvPr/>
          </p:nvSpPr>
          <p:spPr>
            <a:xfrm>
              <a:off x="6150212" y="2307057"/>
              <a:ext cx="37214" cy="28080"/>
            </a:xfrm>
            <a:custGeom>
              <a:avLst/>
              <a:gdLst/>
              <a:ahLst/>
              <a:cxnLst/>
              <a:rect l="l" t="t" r="r" b="b"/>
              <a:pathLst>
                <a:path w="1320" h="996" extrusionOk="0">
                  <a:moveTo>
                    <a:pt x="629" y="1"/>
                  </a:moveTo>
                  <a:lnTo>
                    <a:pt x="629" y="1"/>
                  </a:lnTo>
                  <a:cubicBezTo>
                    <a:pt x="0" y="787"/>
                    <a:pt x="691" y="996"/>
                    <a:pt x="691" y="996"/>
                  </a:cubicBezTo>
                  <a:cubicBezTo>
                    <a:pt x="691" y="996"/>
                    <a:pt x="1320" y="722"/>
                    <a:pt x="62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2" name="Google Shape;1834;p39">
              <a:extLst>
                <a:ext uri="{FF2B5EF4-FFF2-40B4-BE49-F238E27FC236}">
                  <a16:creationId xmlns:a16="http://schemas.microsoft.com/office/drawing/2014/main" id="{62A00EBE-7795-1CD3-3FF0-69CDD4E7A147}"/>
                </a:ext>
              </a:extLst>
            </p:cNvPr>
            <p:cNvSpPr/>
            <p:nvPr/>
          </p:nvSpPr>
          <p:spPr>
            <a:xfrm>
              <a:off x="6126191" y="2284869"/>
              <a:ext cx="32872" cy="25373"/>
            </a:xfrm>
            <a:custGeom>
              <a:avLst/>
              <a:gdLst/>
              <a:ahLst/>
              <a:cxnLst/>
              <a:rect l="l" t="t" r="r" b="b"/>
              <a:pathLst>
                <a:path w="1166" h="900" extrusionOk="0">
                  <a:moveTo>
                    <a:pt x="918" y="1"/>
                  </a:moveTo>
                  <a:cubicBezTo>
                    <a:pt x="0" y="386"/>
                    <a:pt x="498" y="899"/>
                    <a:pt x="498" y="899"/>
                  </a:cubicBezTo>
                  <a:cubicBezTo>
                    <a:pt x="498" y="899"/>
                    <a:pt x="504" y="900"/>
                    <a:pt x="515" y="900"/>
                  </a:cubicBezTo>
                  <a:cubicBezTo>
                    <a:pt x="621" y="900"/>
                    <a:pt x="1166" y="859"/>
                    <a:pt x="91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3" name="Google Shape;1835;p39">
              <a:extLst>
                <a:ext uri="{FF2B5EF4-FFF2-40B4-BE49-F238E27FC236}">
                  <a16:creationId xmlns:a16="http://schemas.microsoft.com/office/drawing/2014/main" id="{CC911A22-C147-A1B1-61BF-554E550BFC6C}"/>
                </a:ext>
              </a:extLst>
            </p:cNvPr>
            <p:cNvSpPr/>
            <p:nvPr/>
          </p:nvSpPr>
          <p:spPr>
            <a:xfrm>
              <a:off x="6142487" y="2331895"/>
              <a:ext cx="26332" cy="16944"/>
            </a:xfrm>
            <a:custGeom>
              <a:avLst/>
              <a:gdLst/>
              <a:ahLst/>
              <a:cxnLst/>
              <a:rect l="l" t="t" r="r" b="b"/>
              <a:pathLst>
                <a:path w="934" h="601" extrusionOk="0">
                  <a:moveTo>
                    <a:pt x="588" y="1"/>
                  </a:moveTo>
                  <a:cubicBezTo>
                    <a:pt x="423" y="1"/>
                    <a:pt x="215" y="106"/>
                    <a:pt x="1" y="485"/>
                  </a:cubicBezTo>
                  <a:cubicBezTo>
                    <a:pt x="198" y="568"/>
                    <a:pt x="353" y="600"/>
                    <a:pt x="476" y="600"/>
                  </a:cubicBezTo>
                  <a:cubicBezTo>
                    <a:pt x="924" y="600"/>
                    <a:pt x="934" y="165"/>
                    <a:pt x="934" y="165"/>
                  </a:cubicBezTo>
                  <a:cubicBezTo>
                    <a:pt x="934" y="165"/>
                    <a:pt x="795" y="1"/>
                    <a:pt x="58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4" name="Google Shape;1836;p39">
              <a:extLst>
                <a:ext uri="{FF2B5EF4-FFF2-40B4-BE49-F238E27FC236}">
                  <a16:creationId xmlns:a16="http://schemas.microsoft.com/office/drawing/2014/main" id="{14E87A46-016D-8B43-38E9-AC9DA1AEB073}"/>
                </a:ext>
              </a:extLst>
            </p:cNvPr>
            <p:cNvSpPr/>
            <p:nvPr/>
          </p:nvSpPr>
          <p:spPr>
            <a:xfrm>
              <a:off x="6104004" y="2212358"/>
              <a:ext cx="87876" cy="135944"/>
            </a:xfrm>
            <a:custGeom>
              <a:avLst/>
              <a:gdLst/>
              <a:ahLst/>
              <a:cxnLst/>
              <a:rect l="l" t="t" r="r" b="b"/>
              <a:pathLst>
                <a:path w="3117" h="4822" extrusionOk="0">
                  <a:moveTo>
                    <a:pt x="66" y="0"/>
                  </a:moveTo>
                  <a:cubicBezTo>
                    <a:pt x="31" y="0"/>
                    <a:pt x="16" y="16"/>
                    <a:pt x="16" y="31"/>
                  </a:cubicBezTo>
                  <a:cubicBezTo>
                    <a:pt x="16" y="66"/>
                    <a:pt x="0" y="3599"/>
                    <a:pt x="3055" y="4821"/>
                  </a:cubicBezTo>
                  <a:lnTo>
                    <a:pt x="3070" y="4821"/>
                  </a:lnTo>
                  <a:cubicBezTo>
                    <a:pt x="3086" y="4821"/>
                    <a:pt x="3101" y="4806"/>
                    <a:pt x="3101" y="4791"/>
                  </a:cubicBezTo>
                  <a:cubicBezTo>
                    <a:pt x="3117" y="4775"/>
                    <a:pt x="3101" y="4756"/>
                    <a:pt x="3086" y="4740"/>
                  </a:cubicBezTo>
                  <a:cubicBezTo>
                    <a:pt x="81" y="3552"/>
                    <a:pt x="97" y="66"/>
                    <a:pt x="97" y="31"/>
                  </a:cubicBezTo>
                  <a:cubicBezTo>
                    <a:pt x="97" y="16"/>
                    <a:pt x="81" y="0"/>
                    <a:pt x="6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5" name="Google Shape;1837;p39">
              <a:extLst>
                <a:ext uri="{FF2B5EF4-FFF2-40B4-BE49-F238E27FC236}">
                  <a16:creationId xmlns:a16="http://schemas.microsoft.com/office/drawing/2014/main" id="{FEA4BDE0-5C17-FFA9-6CCA-A544C12D598D}"/>
                </a:ext>
              </a:extLst>
            </p:cNvPr>
            <p:cNvSpPr/>
            <p:nvPr/>
          </p:nvSpPr>
          <p:spPr>
            <a:xfrm>
              <a:off x="6084974" y="2193328"/>
              <a:ext cx="40795" cy="31322"/>
            </a:xfrm>
            <a:custGeom>
              <a:avLst/>
              <a:gdLst/>
              <a:ahLst/>
              <a:cxnLst/>
              <a:rect l="l" t="t" r="r" b="b"/>
              <a:pathLst>
                <a:path w="1447" h="1111" extrusionOk="0">
                  <a:moveTo>
                    <a:pt x="741" y="0"/>
                  </a:moveTo>
                  <a:cubicBezTo>
                    <a:pt x="0" y="822"/>
                    <a:pt x="741" y="1111"/>
                    <a:pt x="741" y="1111"/>
                  </a:cubicBezTo>
                  <a:cubicBezTo>
                    <a:pt x="741" y="1111"/>
                    <a:pt x="1447" y="837"/>
                    <a:pt x="74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67" name="Google Shape;1815;p39">
            <a:extLst>
              <a:ext uri="{FF2B5EF4-FFF2-40B4-BE49-F238E27FC236}">
                <a16:creationId xmlns:a16="http://schemas.microsoft.com/office/drawing/2014/main" id="{AA5E10F1-299D-33EE-2C7D-642215561B01}"/>
              </a:ext>
            </a:extLst>
          </p:cNvPr>
          <p:cNvGrpSpPr/>
          <p:nvPr/>
        </p:nvGrpSpPr>
        <p:grpSpPr>
          <a:xfrm>
            <a:off x="131944" y="1349123"/>
            <a:ext cx="2003237" cy="2359168"/>
            <a:chOff x="6024726" y="2154394"/>
            <a:chExt cx="216631" cy="255115"/>
          </a:xfrm>
        </p:grpSpPr>
        <p:sp>
          <p:nvSpPr>
            <p:cNvPr id="2069" name="Google Shape;1816;p39">
              <a:extLst>
                <a:ext uri="{FF2B5EF4-FFF2-40B4-BE49-F238E27FC236}">
                  <a16:creationId xmlns:a16="http://schemas.microsoft.com/office/drawing/2014/main" id="{DD21DB10-F040-FD53-8AF2-BACD432D02C9}"/>
                </a:ext>
              </a:extLst>
            </p:cNvPr>
            <p:cNvSpPr/>
            <p:nvPr/>
          </p:nvSpPr>
          <p:spPr>
            <a:xfrm>
              <a:off x="6033325" y="2223212"/>
              <a:ext cx="199885" cy="186296"/>
            </a:xfrm>
            <a:custGeom>
              <a:avLst/>
              <a:gdLst/>
              <a:ahLst/>
              <a:cxnLst/>
              <a:rect l="l" t="t" r="r" b="b"/>
              <a:pathLst>
                <a:path w="7090" h="6608" extrusionOk="0">
                  <a:moveTo>
                    <a:pt x="0" y="1"/>
                  </a:moveTo>
                  <a:lnTo>
                    <a:pt x="0" y="6608"/>
                  </a:lnTo>
                  <a:lnTo>
                    <a:pt x="7089" y="6608"/>
                  </a:lnTo>
                  <a:lnTo>
                    <a:pt x="7089" y="1"/>
                  </a:lnTo>
                  <a:close/>
                </a:path>
              </a:pathLst>
            </a:custGeom>
            <a:solidFill>
              <a:schemeClr val="lt1">
                <a:alpha val="344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0" name="Google Shape;1817;p39">
              <a:extLst>
                <a:ext uri="{FF2B5EF4-FFF2-40B4-BE49-F238E27FC236}">
                  <a16:creationId xmlns:a16="http://schemas.microsoft.com/office/drawing/2014/main" id="{B4046AB0-E225-91DC-7264-5BF0996B8E82}"/>
                </a:ext>
              </a:extLst>
            </p:cNvPr>
            <p:cNvSpPr/>
            <p:nvPr/>
          </p:nvSpPr>
          <p:spPr>
            <a:xfrm>
              <a:off x="6024726" y="2154394"/>
              <a:ext cx="216631" cy="238819"/>
            </a:xfrm>
            <a:custGeom>
              <a:avLst/>
              <a:gdLst/>
              <a:ahLst/>
              <a:cxnLst/>
              <a:rect l="l" t="t" r="r" b="b"/>
              <a:pathLst>
                <a:path w="7684" h="8471" extrusionOk="0">
                  <a:moveTo>
                    <a:pt x="0" y="0"/>
                  </a:moveTo>
                  <a:lnTo>
                    <a:pt x="0" y="8470"/>
                  </a:lnTo>
                  <a:lnTo>
                    <a:pt x="7684" y="8470"/>
                  </a:lnTo>
                  <a:lnTo>
                    <a:pt x="768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1" name="Google Shape;1818;p39">
              <a:extLst>
                <a:ext uri="{FF2B5EF4-FFF2-40B4-BE49-F238E27FC236}">
                  <a16:creationId xmlns:a16="http://schemas.microsoft.com/office/drawing/2014/main" id="{5910C8E5-A433-DA8F-B100-A10D9BA4C8C6}"/>
                </a:ext>
              </a:extLst>
            </p:cNvPr>
            <p:cNvSpPr/>
            <p:nvPr/>
          </p:nvSpPr>
          <p:spPr>
            <a:xfrm>
              <a:off x="6053200" y="2180585"/>
              <a:ext cx="159570" cy="186296"/>
            </a:xfrm>
            <a:custGeom>
              <a:avLst/>
              <a:gdLst/>
              <a:ahLst/>
              <a:cxnLst/>
              <a:rect l="l" t="t" r="r" b="b"/>
              <a:pathLst>
                <a:path w="5660" h="6608" extrusionOk="0">
                  <a:moveTo>
                    <a:pt x="1" y="1"/>
                  </a:moveTo>
                  <a:lnTo>
                    <a:pt x="1" y="6608"/>
                  </a:lnTo>
                  <a:lnTo>
                    <a:pt x="5659" y="6608"/>
                  </a:lnTo>
                  <a:lnTo>
                    <a:pt x="565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72" name="Google Shape;1819;p39">
              <a:extLst>
                <a:ext uri="{FF2B5EF4-FFF2-40B4-BE49-F238E27FC236}">
                  <a16:creationId xmlns:a16="http://schemas.microsoft.com/office/drawing/2014/main" id="{D112D3A5-F379-1791-2880-2B78A77AEB23}"/>
                </a:ext>
              </a:extLst>
            </p:cNvPr>
            <p:cNvSpPr/>
            <p:nvPr/>
          </p:nvSpPr>
          <p:spPr>
            <a:xfrm>
              <a:off x="6039612" y="2169730"/>
              <a:ext cx="186747" cy="208484"/>
            </a:xfrm>
            <a:custGeom>
              <a:avLst/>
              <a:gdLst/>
              <a:ahLst/>
              <a:cxnLst/>
              <a:rect l="l" t="t" r="r" b="b"/>
              <a:pathLst>
                <a:path w="6624" h="7395" extrusionOk="0">
                  <a:moveTo>
                    <a:pt x="6558" y="81"/>
                  </a:moveTo>
                  <a:lnTo>
                    <a:pt x="6558" y="7313"/>
                  </a:lnTo>
                  <a:lnTo>
                    <a:pt x="82" y="7313"/>
                  </a:lnTo>
                  <a:lnTo>
                    <a:pt x="82" y="81"/>
                  </a:lnTo>
                  <a:close/>
                  <a:moveTo>
                    <a:pt x="1" y="0"/>
                  </a:moveTo>
                  <a:lnTo>
                    <a:pt x="1" y="7394"/>
                  </a:lnTo>
                  <a:lnTo>
                    <a:pt x="6623" y="7394"/>
                  </a:lnTo>
                  <a:lnTo>
                    <a:pt x="662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3" name="Google Shape;1820;p39">
              <a:extLst>
                <a:ext uri="{FF2B5EF4-FFF2-40B4-BE49-F238E27FC236}">
                  <a16:creationId xmlns:a16="http://schemas.microsoft.com/office/drawing/2014/main" id="{EE7F1550-3CAA-68BA-C4ED-EA5DAFE15E3B}"/>
                </a:ext>
              </a:extLst>
            </p:cNvPr>
            <p:cNvSpPr/>
            <p:nvPr/>
          </p:nvSpPr>
          <p:spPr>
            <a:xfrm>
              <a:off x="6128475" y="2201024"/>
              <a:ext cx="86579" cy="67803"/>
            </a:xfrm>
            <a:custGeom>
              <a:avLst/>
              <a:gdLst/>
              <a:ahLst/>
              <a:cxnLst/>
              <a:rect l="l" t="t" r="r" b="b"/>
              <a:pathLst>
                <a:path w="3071" h="2405" extrusionOk="0">
                  <a:moveTo>
                    <a:pt x="2604" y="1"/>
                  </a:moveTo>
                  <a:lnTo>
                    <a:pt x="2604" y="1"/>
                  </a:lnTo>
                  <a:cubicBezTo>
                    <a:pt x="0" y="884"/>
                    <a:pt x="1269" y="2396"/>
                    <a:pt x="1269" y="2396"/>
                  </a:cubicBezTo>
                  <a:cubicBezTo>
                    <a:pt x="1269" y="2396"/>
                    <a:pt x="1324" y="2404"/>
                    <a:pt x="1413" y="2404"/>
                  </a:cubicBezTo>
                  <a:cubicBezTo>
                    <a:pt x="1844" y="2404"/>
                    <a:pt x="3071" y="2216"/>
                    <a:pt x="260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4" name="Google Shape;1821;p39">
              <a:extLst>
                <a:ext uri="{FF2B5EF4-FFF2-40B4-BE49-F238E27FC236}">
                  <a16:creationId xmlns:a16="http://schemas.microsoft.com/office/drawing/2014/main" id="{625AF08D-FCF6-DB2C-C9D5-BE4CEA661DC9}"/>
                </a:ext>
              </a:extLst>
            </p:cNvPr>
            <p:cNvSpPr/>
            <p:nvPr/>
          </p:nvSpPr>
          <p:spPr>
            <a:xfrm>
              <a:off x="6159233" y="2215487"/>
              <a:ext cx="34931" cy="60839"/>
            </a:xfrm>
            <a:custGeom>
              <a:avLst/>
              <a:gdLst/>
              <a:ahLst/>
              <a:cxnLst/>
              <a:rect l="l" t="t" r="r" b="b"/>
              <a:pathLst>
                <a:path w="1239" h="2158" extrusionOk="0">
                  <a:moveTo>
                    <a:pt x="1208" y="1"/>
                  </a:moveTo>
                  <a:cubicBezTo>
                    <a:pt x="1192" y="1"/>
                    <a:pt x="1158" y="1"/>
                    <a:pt x="1158" y="16"/>
                  </a:cubicBezTo>
                  <a:lnTo>
                    <a:pt x="20" y="2091"/>
                  </a:lnTo>
                  <a:cubicBezTo>
                    <a:pt x="1" y="2107"/>
                    <a:pt x="1" y="2138"/>
                    <a:pt x="35" y="2138"/>
                  </a:cubicBezTo>
                  <a:cubicBezTo>
                    <a:pt x="35" y="2138"/>
                    <a:pt x="35" y="2157"/>
                    <a:pt x="51" y="2157"/>
                  </a:cubicBezTo>
                  <a:cubicBezTo>
                    <a:pt x="66" y="2157"/>
                    <a:pt x="66" y="2138"/>
                    <a:pt x="82" y="2122"/>
                  </a:cubicBezTo>
                  <a:lnTo>
                    <a:pt x="1223" y="51"/>
                  </a:lnTo>
                  <a:cubicBezTo>
                    <a:pt x="1239" y="36"/>
                    <a:pt x="1223" y="16"/>
                    <a:pt x="120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5" name="Google Shape;1822;p39">
              <a:extLst>
                <a:ext uri="{FF2B5EF4-FFF2-40B4-BE49-F238E27FC236}">
                  <a16:creationId xmlns:a16="http://schemas.microsoft.com/office/drawing/2014/main" id="{8F2D3744-7C89-0CEA-EF1A-EC884F4CB1AA}"/>
                </a:ext>
              </a:extLst>
            </p:cNvPr>
            <p:cNvSpPr/>
            <p:nvPr/>
          </p:nvSpPr>
          <p:spPr>
            <a:xfrm>
              <a:off x="6180547" y="2219209"/>
              <a:ext cx="16352" cy="13053"/>
            </a:xfrm>
            <a:custGeom>
              <a:avLst/>
              <a:gdLst/>
              <a:ahLst/>
              <a:cxnLst/>
              <a:rect l="l" t="t" r="r" b="b"/>
              <a:pathLst>
                <a:path w="580" h="463" extrusionOk="0">
                  <a:moveTo>
                    <a:pt x="35" y="0"/>
                  </a:moveTo>
                  <a:cubicBezTo>
                    <a:pt x="1" y="16"/>
                    <a:pt x="1" y="31"/>
                    <a:pt x="1" y="46"/>
                  </a:cubicBezTo>
                  <a:lnTo>
                    <a:pt x="132" y="463"/>
                  </a:lnTo>
                  <a:lnTo>
                    <a:pt x="548" y="336"/>
                  </a:lnTo>
                  <a:cubicBezTo>
                    <a:pt x="564" y="320"/>
                    <a:pt x="579" y="305"/>
                    <a:pt x="579" y="289"/>
                  </a:cubicBezTo>
                  <a:cubicBezTo>
                    <a:pt x="564" y="270"/>
                    <a:pt x="548" y="255"/>
                    <a:pt x="533" y="255"/>
                  </a:cubicBezTo>
                  <a:lnTo>
                    <a:pt x="178" y="366"/>
                  </a:lnTo>
                  <a:lnTo>
                    <a:pt x="82" y="31"/>
                  </a:lnTo>
                  <a:cubicBezTo>
                    <a:pt x="66" y="16"/>
                    <a:pt x="51" y="0"/>
                    <a:pt x="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6" name="Google Shape;1823;p39">
              <a:extLst>
                <a:ext uri="{FF2B5EF4-FFF2-40B4-BE49-F238E27FC236}">
                  <a16:creationId xmlns:a16="http://schemas.microsoft.com/office/drawing/2014/main" id="{EF66FEBD-05EA-212D-FDCC-3CC002DE7AAE}"/>
                </a:ext>
              </a:extLst>
            </p:cNvPr>
            <p:cNvSpPr/>
            <p:nvPr/>
          </p:nvSpPr>
          <p:spPr>
            <a:xfrm>
              <a:off x="6173809" y="2231388"/>
              <a:ext cx="16323" cy="13166"/>
            </a:xfrm>
            <a:custGeom>
              <a:avLst/>
              <a:gdLst/>
              <a:ahLst/>
              <a:cxnLst/>
              <a:rect l="l" t="t" r="r" b="b"/>
              <a:pathLst>
                <a:path w="579" h="467" extrusionOk="0">
                  <a:moveTo>
                    <a:pt x="31" y="0"/>
                  </a:moveTo>
                  <a:cubicBezTo>
                    <a:pt x="16" y="15"/>
                    <a:pt x="0" y="31"/>
                    <a:pt x="0" y="50"/>
                  </a:cubicBezTo>
                  <a:lnTo>
                    <a:pt x="128" y="467"/>
                  </a:lnTo>
                  <a:lnTo>
                    <a:pt x="544" y="339"/>
                  </a:lnTo>
                  <a:cubicBezTo>
                    <a:pt x="564" y="320"/>
                    <a:pt x="579" y="305"/>
                    <a:pt x="579" y="289"/>
                  </a:cubicBezTo>
                  <a:cubicBezTo>
                    <a:pt x="564" y="274"/>
                    <a:pt x="544" y="258"/>
                    <a:pt x="529" y="258"/>
                  </a:cubicBezTo>
                  <a:lnTo>
                    <a:pt x="178" y="370"/>
                  </a:lnTo>
                  <a:lnTo>
                    <a:pt x="81" y="31"/>
                  </a:lnTo>
                  <a:cubicBezTo>
                    <a:pt x="62" y="15"/>
                    <a:pt x="47" y="0"/>
                    <a:pt x="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7" name="Google Shape;1824;p39">
              <a:extLst>
                <a:ext uri="{FF2B5EF4-FFF2-40B4-BE49-F238E27FC236}">
                  <a16:creationId xmlns:a16="http://schemas.microsoft.com/office/drawing/2014/main" id="{F0FC8CCC-8020-C504-C24A-E28AD6EDD314}"/>
                </a:ext>
              </a:extLst>
            </p:cNvPr>
            <p:cNvSpPr/>
            <p:nvPr/>
          </p:nvSpPr>
          <p:spPr>
            <a:xfrm>
              <a:off x="6166958" y="2243652"/>
              <a:ext cx="16323" cy="13081"/>
            </a:xfrm>
            <a:custGeom>
              <a:avLst/>
              <a:gdLst/>
              <a:ahLst/>
              <a:cxnLst/>
              <a:rect l="l" t="t" r="r" b="b"/>
              <a:pathLst>
                <a:path w="579" h="464" extrusionOk="0">
                  <a:moveTo>
                    <a:pt x="35" y="1"/>
                  </a:moveTo>
                  <a:cubicBezTo>
                    <a:pt x="16" y="16"/>
                    <a:pt x="0" y="32"/>
                    <a:pt x="0" y="47"/>
                  </a:cubicBezTo>
                  <a:lnTo>
                    <a:pt x="132" y="464"/>
                  </a:lnTo>
                  <a:lnTo>
                    <a:pt x="548" y="336"/>
                  </a:lnTo>
                  <a:cubicBezTo>
                    <a:pt x="564" y="321"/>
                    <a:pt x="579" y="306"/>
                    <a:pt x="579" y="290"/>
                  </a:cubicBezTo>
                  <a:cubicBezTo>
                    <a:pt x="564" y="271"/>
                    <a:pt x="548" y="255"/>
                    <a:pt x="533" y="255"/>
                  </a:cubicBezTo>
                  <a:lnTo>
                    <a:pt x="193" y="367"/>
                  </a:lnTo>
                  <a:lnTo>
                    <a:pt x="81" y="32"/>
                  </a:lnTo>
                  <a:cubicBezTo>
                    <a:pt x="66" y="16"/>
                    <a:pt x="51" y="1"/>
                    <a:pt x="3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8" name="Google Shape;1825;p39">
              <a:extLst>
                <a:ext uri="{FF2B5EF4-FFF2-40B4-BE49-F238E27FC236}">
                  <a16:creationId xmlns:a16="http://schemas.microsoft.com/office/drawing/2014/main" id="{EF69A178-FDE2-585E-7885-88D81993BFA5}"/>
                </a:ext>
              </a:extLst>
            </p:cNvPr>
            <p:cNvSpPr/>
            <p:nvPr/>
          </p:nvSpPr>
          <p:spPr>
            <a:xfrm>
              <a:off x="6066818" y="2280753"/>
              <a:ext cx="90272" cy="70397"/>
            </a:xfrm>
            <a:custGeom>
              <a:avLst/>
              <a:gdLst/>
              <a:ahLst/>
              <a:cxnLst/>
              <a:rect l="l" t="t" r="r" b="b"/>
              <a:pathLst>
                <a:path w="3202" h="2497" extrusionOk="0">
                  <a:moveTo>
                    <a:pt x="0" y="0"/>
                  </a:moveTo>
                  <a:lnTo>
                    <a:pt x="0" y="0"/>
                  </a:lnTo>
                  <a:cubicBezTo>
                    <a:pt x="13" y="2130"/>
                    <a:pt x="949" y="2496"/>
                    <a:pt x="1592" y="2496"/>
                  </a:cubicBezTo>
                  <a:cubicBezTo>
                    <a:pt x="1930" y="2496"/>
                    <a:pt x="2187" y="2395"/>
                    <a:pt x="2187" y="2395"/>
                  </a:cubicBezTo>
                  <a:cubicBezTo>
                    <a:pt x="2187" y="2395"/>
                    <a:pt x="3201" y="386"/>
                    <a:pt x="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9" name="Google Shape;1826;p39">
              <a:extLst>
                <a:ext uri="{FF2B5EF4-FFF2-40B4-BE49-F238E27FC236}">
                  <a16:creationId xmlns:a16="http://schemas.microsoft.com/office/drawing/2014/main" id="{D90E4EBE-3FDF-84C9-34D5-5788B7338768}"/>
                </a:ext>
              </a:extLst>
            </p:cNvPr>
            <p:cNvSpPr/>
            <p:nvPr/>
          </p:nvSpPr>
          <p:spPr>
            <a:xfrm>
              <a:off x="6079955" y="2295865"/>
              <a:ext cx="55398" cy="60163"/>
            </a:xfrm>
            <a:custGeom>
              <a:avLst/>
              <a:gdLst/>
              <a:ahLst/>
              <a:cxnLst/>
              <a:rect l="l" t="t" r="r" b="b"/>
              <a:pathLst>
                <a:path w="1965" h="2134" extrusionOk="0">
                  <a:moveTo>
                    <a:pt x="43" y="0"/>
                  </a:moveTo>
                  <a:cubicBezTo>
                    <a:pt x="35" y="0"/>
                    <a:pt x="26" y="4"/>
                    <a:pt x="16" y="12"/>
                  </a:cubicBezTo>
                  <a:cubicBezTo>
                    <a:pt x="1" y="12"/>
                    <a:pt x="1" y="43"/>
                    <a:pt x="16" y="58"/>
                  </a:cubicBezTo>
                  <a:lnTo>
                    <a:pt x="1898" y="2118"/>
                  </a:lnTo>
                  <a:cubicBezTo>
                    <a:pt x="1898" y="2133"/>
                    <a:pt x="1914" y="2133"/>
                    <a:pt x="1914" y="2133"/>
                  </a:cubicBezTo>
                  <a:lnTo>
                    <a:pt x="1945" y="2133"/>
                  </a:lnTo>
                  <a:cubicBezTo>
                    <a:pt x="1964" y="2118"/>
                    <a:pt x="1964" y="2083"/>
                    <a:pt x="1945" y="2068"/>
                  </a:cubicBezTo>
                  <a:lnTo>
                    <a:pt x="66" y="12"/>
                  </a:lnTo>
                  <a:cubicBezTo>
                    <a:pt x="59" y="4"/>
                    <a:pt x="51" y="0"/>
                    <a:pt x="4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0" name="Google Shape;1827;p39">
              <a:extLst>
                <a:ext uri="{FF2B5EF4-FFF2-40B4-BE49-F238E27FC236}">
                  <a16:creationId xmlns:a16="http://schemas.microsoft.com/office/drawing/2014/main" id="{02576644-065F-2CA5-AE62-1D5C46E8233E}"/>
                </a:ext>
              </a:extLst>
            </p:cNvPr>
            <p:cNvSpPr/>
            <p:nvPr/>
          </p:nvSpPr>
          <p:spPr>
            <a:xfrm>
              <a:off x="6079955" y="2296626"/>
              <a:ext cx="15478" cy="15449"/>
            </a:xfrm>
            <a:custGeom>
              <a:avLst/>
              <a:gdLst/>
              <a:ahLst/>
              <a:cxnLst/>
              <a:rect l="l" t="t" r="r" b="b"/>
              <a:pathLst>
                <a:path w="549" h="548" extrusionOk="0">
                  <a:moveTo>
                    <a:pt x="518" y="0"/>
                  </a:moveTo>
                  <a:cubicBezTo>
                    <a:pt x="498" y="0"/>
                    <a:pt x="483" y="16"/>
                    <a:pt x="483" y="31"/>
                  </a:cubicBezTo>
                  <a:lnTo>
                    <a:pt x="467" y="467"/>
                  </a:lnTo>
                  <a:lnTo>
                    <a:pt x="36" y="452"/>
                  </a:lnTo>
                  <a:cubicBezTo>
                    <a:pt x="16" y="452"/>
                    <a:pt x="1" y="467"/>
                    <a:pt x="1" y="498"/>
                  </a:cubicBezTo>
                  <a:cubicBezTo>
                    <a:pt x="1" y="513"/>
                    <a:pt x="16" y="533"/>
                    <a:pt x="36" y="533"/>
                  </a:cubicBezTo>
                  <a:lnTo>
                    <a:pt x="548" y="548"/>
                  </a:lnTo>
                  <a:lnTo>
                    <a:pt x="548" y="31"/>
                  </a:lnTo>
                  <a:cubicBezTo>
                    <a:pt x="548" y="16"/>
                    <a:pt x="533" y="0"/>
                    <a:pt x="5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1" name="Google Shape;1828;p39">
              <a:extLst>
                <a:ext uri="{FF2B5EF4-FFF2-40B4-BE49-F238E27FC236}">
                  <a16:creationId xmlns:a16="http://schemas.microsoft.com/office/drawing/2014/main" id="{5A69DF27-4F31-6EE4-67C8-D59FC6414D84}"/>
                </a:ext>
              </a:extLst>
            </p:cNvPr>
            <p:cNvSpPr/>
            <p:nvPr/>
          </p:nvSpPr>
          <p:spPr>
            <a:xfrm>
              <a:off x="6090838" y="2308918"/>
              <a:ext cx="15901" cy="15337"/>
            </a:xfrm>
            <a:custGeom>
              <a:avLst/>
              <a:gdLst/>
              <a:ahLst/>
              <a:cxnLst/>
              <a:rect l="l" t="t" r="r" b="b"/>
              <a:pathLst>
                <a:path w="564" h="544" extrusionOk="0">
                  <a:moveTo>
                    <a:pt x="533" y="0"/>
                  </a:moveTo>
                  <a:cubicBezTo>
                    <a:pt x="498" y="0"/>
                    <a:pt x="483" y="16"/>
                    <a:pt x="483" y="31"/>
                  </a:cubicBezTo>
                  <a:lnTo>
                    <a:pt x="483" y="463"/>
                  </a:lnTo>
                  <a:lnTo>
                    <a:pt x="51" y="448"/>
                  </a:lnTo>
                  <a:cubicBezTo>
                    <a:pt x="16" y="448"/>
                    <a:pt x="0" y="463"/>
                    <a:pt x="0" y="498"/>
                  </a:cubicBezTo>
                  <a:cubicBezTo>
                    <a:pt x="0" y="513"/>
                    <a:pt x="16" y="529"/>
                    <a:pt x="51" y="529"/>
                  </a:cubicBezTo>
                  <a:lnTo>
                    <a:pt x="548" y="544"/>
                  </a:lnTo>
                  <a:lnTo>
                    <a:pt x="564" y="31"/>
                  </a:lnTo>
                  <a:cubicBezTo>
                    <a:pt x="564" y="16"/>
                    <a:pt x="548" y="0"/>
                    <a:pt x="53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2" name="Google Shape;1829;p39">
              <a:extLst>
                <a:ext uri="{FF2B5EF4-FFF2-40B4-BE49-F238E27FC236}">
                  <a16:creationId xmlns:a16="http://schemas.microsoft.com/office/drawing/2014/main" id="{10EEE839-BF2B-882C-CCFB-66666DA83A41}"/>
                </a:ext>
              </a:extLst>
            </p:cNvPr>
            <p:cNvSpPr/>
            <p:nvPr/>
          </p:nvSpPr>
          <p:spPr>
            <a:xfrm>
              <a:off x="6102143" y="2321097"/>
              <a:ext cx="15478" cy="15449"/>
            </a:xfrm>
            <a:custGeom>
              <a:avLst/>
              <a:gdLst/>
              <a:ahLst/>
              <a:cxnLst/>
              <a:rect l="l" t="t" r="r" b="b"/>
              <a:pathLst>
                <a:path w="549" h="548" extrusionOk="0">
                  <a:moveTo>
                    <a:pt x="517" y="0"/>
                  </a:moveTo>
                  <a:cubicBezTo>
                    <a:pt x="502" y="0"/>
                    <a:pt x="483" y="16"/>
                    <a:pt x="483" y="31"/>
                  </a:cubicBezTo>
                  <a:lnTo>
                    <a:pt x="467" y="467"/>
                  </a:lnTo>
                  <a:lnTo>
                    <a:pt x="35" y="451"/>
                  </a:lnTo>
                  <a:cubicBezTo>
                    <a:pt x="20" y="451"/>
                    <a:pt x="1" y="467"/>
                    <a:pt x="1" y="498"/>
                  </a:cubicBezTo>
                  <a:cubicBezTo>
                    <a:pt x="1" y="513"/>
                    <a:pt x="20" y="532"/>
                    <a:pt x="35" y="532"/>
                  </a:cubicBezTo>
                  <a:lnTo>
                    <a:pt x="548" y="548"/>
                  </a:lnTo>
                  <a:lnTo>
                    <a:pt x="548" y="31"/>
                  </a:lnTo>
                  <a:cubicBezTo>
                    <a:pt x="548" y="16"/>
                    <a:pt x="533" y="0"/>
                    <a:pt x="51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3" name="Google Shape;1830;p39">
              <a:extLst>
                <a:ext uri="{FF2B5EF4-FFF2-40B4-BE49-F238E27FC236}">
                  <a16:creationId xmlns:a16="http://schemas.microsoft.com/office/drawing/2014/main" id="{39BA411F-31FA-A5AC-7D2D-F66888491463}"/>
                </a:ext>
              </a:extLst>
            </p:cNvPr>
            <p:cNvSpPr/>
            <p:nvPr/>
          </p:nvSpPr>
          <p:spPr>
            <a:xfrm>
              <a:off x="6098111" y="2217771"/>
              <a:ext cx="34508" cy="26867"/>
            </a:xfrm>
            <a:custGeom>
              <a:avLst/>
              <a:gdLst/>
              <a:ahLst/>
              <a:cxnLst/>
              <a:rect l="l" t="t" r="r" b="b"/>
              <a:pathLst>
                <a:path w="1224" h="953" extrusionOk="0">
                  <a:moveTo>
                    <a:pt x="1224" y="1"/>
                  </a:moveTo>
                  <a:lnTo>
                    <a:pt x="1224" y="1"/>
                  </a:lnTo>
                  <a:cubicBezTo>
                    <a:pt x="1" y="113"/>
                    <a:pt x="402" y="919"/>
                    <a:pt x="402" y="919"/>
                  </a:cubicBezTo>
                  <a:cubicBezTo>
                    <a:pt x="402" y="919"/>
                    <a:pt x="489" y="953"/>
                    <a:pt x="607" y="953"/>
                  </a:cubicBezTo>
                  <a:cubicBezTo>
                    <a:pt x="842" y="953"/>
                    <a:pt x="1200" y="817"/>
                    <a:pt x="122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4" name="Google Shape;1831;p39">
              <a:extLst>
                <a:ext uri="{FF2B5EF4-FFF2-40B4-BE49-F238E27FC236}">
                  <a16:creationId xmlns:a16="http://schemas.microsoft.com/office/drawing/2014/main" id="{52A27281-9E6B-78B2-EC39-5CA0528177E0}"/>
                </a:ext>
              </a:extLst>
            </p:cNvPr>
            <p:cNvSpPr/>
            <p:nvPr/>
          </p:nvSpPr>
          <p:spPr>
            <a:xfrm>
              <a:off x="6080942" y="2240128"/>
              <a:ext cx="33098" cy="21877"/>
            </a:xfrm>
            <a:custGeom>
              <a:avLst/>
              <a:gdLst/>
              <a:ahLst/>
              <a:cxnLst/>
              <a:rect l="l" t="t" r="r" b="b"/>
              <a:pathLst>
                <a:path w="1174" h="776" extrusionOk="0">
                  <a:moveTo>
                    <a:pt x="446" y="0"/>
                  </a:moveTo>
                  <a:cubicBezTo>
                    <a:pt x="322" y="0"/>
                    <a:pt x="175" y="18"/>
                    <a:pt x="1" y="60"/>
                  </a:cubicBezTo>
                  <a:cubicBezTo>
                    <a:pt x="214" y="631"/>
                    <a:pt x="482" y="776"/>
                    <a:pt x="700" y="776"/>
                  </a:cubicBezTo>
                  <a:cubicBezTo>
                    <a:pt x="923" y="776"/>
                    <a:pt x="1092" y="623"/>
                    <a:pt x="1092" y="623"/>
                  </a:cubicBezTo>
                  <a:cubicBezTo>
                    <a:pt x="1092" y="623"/>
                    <a:pt x="1174" y="0"/>
                    <a:pt x="44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5" name="Google Shape;1832;p39">
              <a:extLst>
                <a:ext uri="{FF2B5EF4-FFF2-40B4-BE49-F238E27FC236}">
                  <a16:creationId xmlns:a16="http://schemas.microsoft.com/office/drawing/2014/main" id="{AA5013C0-3039-519D-679B-BAB86BE4239B}"/>
                </a:ext>
              </a:extLst>
            </p:cNvPr>
            <p:cNvSpPr/>
            <p:nvPr/>
          </p:nvSpPr>
          <p:spPr>
            <a:xfrm>
              <a:off x="6114971" y="2262033"/>
              <a:ext cx="27544" cy="19199"/>
            </a:xfrm>
            <a:custGeom>
              <a:avLst/>
              <a:gdLst/>
              <a:ahLst/>
              <a:cxnLst/>
              <a:rect l="l" t="t" r="r" b="b"/>
              <a:pathLst>
                <a:path w="977" h="681" extrusionOk="0">
                  <a:moveTo>
                    <a:pt x="853" y="1"/>
                  </a:moveTo>
                  <a:cubicBezTo>
                    <a:pt x="1" y="1"/>
                    <a:pt x="205" y="618"/>
                    <a:pt x="205" y="618"/>
                  </a:cubicBezTo>
                  <a:cubicBezTo>
                    <a:pt x="205" y="618"/>
                    <a:pt x="311" y="680"/>
                    <a:pt x="446" y="680"/>
                  </a:cubicBezTo>
                  <a:cubicBezTo>
                    <a:pt x="632" y="680"/>
                    <a:pt x="874" y="563"/>
                    <a:pt x="977" y="5"/>
                  </a:cubicBezTo>
                  <a:cubicBezTo>
                    <a:pt x="933" y="2"/>
                    <a:pt x="892" y="1"/>
                    <a:pt x="85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6" name="Google Shape;1833;p39">
              <a:extLst>
                <a:ext uri="{FF2B5EF4-FFF2-40B4-BE49-F238E27FC236}">
                  <a16:creationId xmlns:a16="http://schemas.microsoft.com/office/drawing/2014/main" id="{37028E25-2E2D-BDF5-B2BA-55197D9A4237}"/>
                </a:ext>
              </a:extLst>
            </p:cNvPr>
            <p:cNvSpPr/>
            <p:nvPr/>
          </p:nvSpPr>
          <p:spPr>
            <a:xfrm>
              <a:off x="6150212" y="2307057"/>
              <a:ext cx="37214" cy="28080"/>
            </a:xfrm>
            <a:custGeom>
              <a:avLst/>
              <a:gdLst/>
              <a:ahLst/>
              <a:cxnLst/>
              <a:rect l="l" t="t" r="r" b="b"/>
              <a:pathLst>
                <a:path w="1320" h="996" extrusionOk="0">
                  <a:moveTo>
                    <a:pt x="629" y="1"/>
                  </a:moveTo>
                  <a:lnTo>
                    <a:pt x="629" y="1"/>
                  </a:lnTo>
                  <a:cubicBezTo>
                    <a:pt x="0" y="787"/>
                    <a:pt x="691" y="996"/>
                    <a:pt x="691" y="996"/>
                  </a:cubicBezTo>
                  <a:cubicBezTo>
                    <a:pt x="691" y="996"/>
                    <a:pt x="1320" y="722"/>
                    <a:pt x="62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7" name="Google Shape;1834;p39">
              <a:extLst>
                <a:ext uri="{FF2B5EF4-FFF2-40B4-BE49-F238E27FC236}">
                  <a16:creationId xmlns:a16="http://schemas.microsoft.com/office/drawing/2014/main" id="{61DDE2D2-064C-7DB2-986C-A578E604A7D8}"/>
                </a:ext>
              </a:extLst>
            </p:cNvPr>
            <p:cNvSpPr/>
            <p:nvPr/>
          </p:nvSpPr>
          <p:spPr>
            <a:xfrm>
              <a:off x="6126191" y="2284869"/>
              <a:ext cx="32872" cy="25373"/>
            </a:xfrm>
            <a:custGeom>
              <a:avLst/>
              <a:gdLst/>
              <a:ahLst/>
              <a:cxnLst/>
              <a:rect l="l" t="t" r="r" b="b"/>
              <a:pathLst>
                <a:path w="1166" h="900" extrusionOk="0">
                  <a:moveTo>
                    <a:pt x="918" y="1"/>
                  </a:moveTo>
                  <a:cubicBezTo>
                    <a:pt x="0" y="386"/>
                    <a:pt x="498" y="899"/>
                    <a:pt x="498" y="899"/>
                  </a:cubicBezTo>
                  <a:cubicBezTo>
                    <a:pt x="498" y="899"/>
                    <a:pt x="504" y="900"/>
                    <a:pt x="515" y="900"/>
                  </a:cubicBezTo>
                  <a:cubicBezTo>
                    <a:pt x="621" y="900"/>
                    <a:pt x="1166" y="859"/>
                    <a:pt x="91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8" name="Google Shape;1835;p39">
              <a:extLst>
                <a:ext uri="{FF2B5EF4-FFF2-40B4-BE49-F238E27FC236}">
                  <a16:creationId xmlns:a16="http://schemas.microsoft.com/office/drawing/2014/main" id="{D381903E-CDB7-F5DB-C9B8-88EC29111784}"/>
                </a:ext>
              </a:extLst>
            </p:cNvPr>
            <p:cNvSpPr/>
            <p:nvPr/>
          </p:nvSpPr>
          <p:spPr>
            <a:xfrm>
              <a:off x="6142487" y="2331895"/>
              <a:ext cx="26332" cy="16944"/>
            </a:xfrm>
            <a:custGeom>
              <a:avLst/>
              <a:gdLst/>
              <a:ahLst/>
              <a:cxnLst/>
              <a:rect l="l" t="t" r="r" b="b"/>
              <a:pathLst>
                <a:path w="934" h="601" extrusionOk="0">
                  <a:moveTo>
                    <a:pt x="588" y="1"/>
                  </a:moveTo>
                  <a:cubicBezTo>
                    <a:pt x="423" y="1"/>
                    <a:pt x="215" y="106"/>
                    <a:pt x="1" y="485"/>
                  </a:cubicBezTo>
                  <a:cubicBezTo>
                    <a:pt x="198" y="568"/>
                    <a:pt x="353" y="600"/>
                    <a:pt x="476" y="600"/>
                  </a:cubicBezTo>
                  <a:cubicBezTo>
                    <a:pt x="924" y="600"/>
                    <a:pt x="934" y="165"/>
                    <a:pt x="934" y="165"/>
                  </a:cubicBezTo>
                  <a:cubicBezTo>
                    <a:pt x="934" y="165"/>
                    <a:pt x="795" y="1"/>
                    <a:pt x="58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9" name="Google Shape;1836;p39">
              <a:extLst>
                <a:ext uri="{FF2B5EF4-FFF2-40B4-BE49-F238E27FC236}">
                  <a16:creationId xmlns:a16="http://schemas.microsoft.com/office/drawing/2014/main" id="{07A10FC2-7908-621D-61AF-65931A5D8370}"/>
                </a:ext>
              </a:extLst>
            </p:cNvPr>
            <p:cNvSpPr/>
            <p:nvPr/>
          </p:nvSpPr>
          <p:spPr>
            <a:xfrm>
              <a:off x="6104004" y="2212358"/>
              <a:ext cx="87876" cy="135944"/>
            </a:xfrm>
            <a:custGeom>
              <a:avLst/>
              <a:gdLst/>
              <a:ahLst/>
              <a:cxnLst/>
              <a:rect l="l" t="t" r="r" b="b"/>
              <a:pathLst>
                <a:path w="3117" h="4822" extrusionOk="0">
                  <a:moveTo>
                    <a:pt x="66" y="0"/>
                  </a:moveTo>
                  <a:cubicBezTo>
                    <a:pt x="31" y="0"/>
                    <a:pt x="16" y="16"/>
                    <a:pt x="16" y="31"/>
                  </a:cubicBezTo>
                  <a:cubicBezTo>
                    <a:pt x="16" y="66"/>
                    <a:pt x="0" y="3599"/>
                    <a:pt x="3055" y="4821"/>
                  </a:cubicBezTo>
                  <a:lnTo>
                    <a:pt x="3070" y="4821"/>
                  </a:lnTo>
                  <a:cubicBezTo>
                    <a:pt x="3086" y="4821"/>
                    <a:pt x="3101" y="4806"/>
                    <a:pt x="3101" y="4791"/>
                  </a:cubicBezTo>
                  <a:cubicBezTo>
                    <a:pt x="3117" y="4775"/>
                    <a:pt x="3101" y="4756"/>
                    <a:pt x="3086" y="4740"/>
                  </a:cubicBezTo>
                  <a:cubicBezTo>
                    <a:pt x="81" y="3552"/>
                    <a:pt x="97" y="66"/>
                    <a:pt x="97" y="31"/>
                  </a:cubicBezTo>
                  <a:cubicBezTo>
                    <a:pt x="97" y="16"/>
                    <a:pt x="81" y="0"/>
                    <a:pt x="6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0" name="Google Shape;1837;p39">
              <a:extLst>
                <a:ext uri="{FF2B5EF4-FFF2-40B4-BE49-F238E27FC236}">
                  <a16:creationId xmlns:a16="http://schemas.microsoft.com/office/drawing/2014/main" id="{9CB9F7D4-3AB1-94DE-6360-3A9430676335}"/>
                </a:ext>
              </a:extLst>
            </p:cNvPr>
            <p:cNvSpPr/>
            <p:nvPr/>
          </p:nvSpPr>
          <p:spPr>
            <a:xfrm>
              <a:off x="6084974" y="2193328"/>
              <a:ext cx="40795" cy="31322"/>
            </a:xfrm>
            <a:custGeom>
              <a:avLst/>
              <a:gdLst/>
              <a:ahLst/>
              <a:cxnLst/>
              <a:rect l="l" t="t" r="r" b="b"/>
              <a:pathLst>
                <a:path w="1447" h="1111" extrusionOk="0">
                  <a:moveTo>
                    <a:pt x="741" y="0"/>
                  </a:moveTo>
                  <a:cubicBezTo>
                    <a:pt x="0" y="822"/>
                    <a:pt x="741" y="1111"/>
                    <a:pt x="741" y="1111"/>
                  </a:cubicBezTo>
                  <a:cubicBezTo>
                    <a:pt x="741" y="1111"/>
                    <a:pt x="1447" y="837"/>
                    <a:pt x="74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091" name="Picture 2" descr="Photo square shaped collage of diverse ethnicity young people group headshots">
            <a:extLst>
              <a:ext uri="{FF2B5EF4-FFF2-40B4-BE49-F238E27FC236}">
                <a16:creationId xmlns:a16="http://schemas.microsoft.com/office/drawing/2014/main" id="{E47DB499-9978-548E-28D1-EBCEA436289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7947" t="27366" r="53387" b="51335"/>
          <a:stretch/>
        </p:blipFill>
        <p:spPr bwMode="auto">
          <a:xfrm>
            <a:off x="4622557" y="1714332"/>
            <a:ext cx="1509730" cy="1722766"/>
          </a:xfrm>
          <a:prstGeom prst="rect">
            <a:avLst/>
          </a:prstGeom>
          <a:noFill/>
          <a:extLst>
            <a:ext uri="{909E8E84-426E-40DD-AFC4-6F175D3DCCD1}">
              <a14:hiddenFill xmlns:a14="http://schemas.microsoft.com/office/drawing/2010/main">
                <a:solidFill>
                  <a:srgbClr val="FFFFFF"/>
                </a:solidFill>
              </a14:hiddenFill>
            </a:ext>
          </a:extLst>
        </p:spPr>
      </p:pic>
      <p:pic>
        <p:nvPicPr>
          <p:cNvPr id="2092" name="Picture 2" descr="Photo square shaped collage of diverse ethnicity young people group headshots">
            <a:extLst>
              <a:ext uri="{FF2B5EF4-FFF2-40B4-BE49-F238E27FC236}">
                <a16:creationId xmlns:a16="http://schemas.microsoft.com/office/drawing/2014/main" id="{01E7BF0A-9879-60CE-9EB5-F8AEF88B237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2120" t="26020" r="28333" b="51610"/>
          <a:stretch/>
        </p:blipFill>
        <p:spPr bwMode="auto">
          <a:xfrm>
            <a:off x="2472204" y="545080"/>
            <a:ext cx="1547675" cy="1771220"/>
          </a:xfrm>
          <a:prstGeom prst="rect">
            <a:avLst/>
          </a:prstGeom>
          <a:noFill/>
          <a:extLst>
            <a:ext uri="{909E8E84-426E-40DD-AFC4-6F175D3DCCD1}">
              <a14:hiddenFill xmlns:a14="http://schemas.microsoft.com/office/drawing/2010/main">
                <a:solidFill>
                  <a:srgbClr val="FFFFFF"/>
                </a:solidFill>
              </a14:hiddenFill>
            </a:ext>
          </a:extLst>
        </p:spPr>
      </p:pic>
      <p:pic>
        <p:nvPicPr>
          <p:cNvPr id="2093" name="Picture 2" descr="Photo square shaped collage of diverse ethnicity young people group headshots">
            <a:extLst>
              <a:ext uri="{FF2B5EF4-FFF2-40B4-BE49-F238E27FC236}">
                <a16:creationId xmlns:a16="http://schemas.microsoft.com/office/drawing/2014/main" id="{6F9BE7D9-EEC8-DB13-656A-B36814719C1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843" t="75051" r="76995" b="485"/>
          <a:stretch/>
        </p:blipFill>
        <p:spPr bwMode="auto">
          <a:xfrm>
            <a:off x="6826012" y="483262"/>
            <a:ext cx="1786500" cy="2065083"/>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Photo square shaped collage of diverse ethnicity young people group headshots">
            <a:extLst>
              <a:ext uri="{FF2B5EF4-FFF2-40B4-BE49-F238E27FC236}">
                <a16:creationId xmlns:a16="http://schemas.microsoft.com/office/drawing/2014/main" id="{91B218C5-47D0-43EC-CF75-4EA6C742E55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2623" t="213" r="27156" b="76386"/>
          <a:stretch/>
        </p:blipFill>
        <p:spPr bwMode="auto">
          <a:xfrm>
            <a:off x="395249" y="1591322"/>
            <a:ext cx="1488611" cy="1722767"/>
          </a:xfrm>
          <a:prstGeom prst="rect">
            <a:avLst/>
          </a:prstGeom>
          <a:noFill/>
          <a:extLst>
            <a:ext uri="{909E8E84-426E-40DD-AFC4-6F175D3DCCD1}">
              <a14:hiddenFill xmlns:a14="http://schemas.microsoft.com/office/drawing/2010/main">
                <a:solidFill>
                  <a:srgbClr val="FFFFFF"/>
                </a:solidFill>
              </a14:hiddenFill>
            </a:ext>
          </a:extLst>
        </p:spPr>
      </p:pic>
      <p:sp>
        <p:nvSpPr>
          <p:cNvPr id="2094" name="Google Shape;1849;p40">
            <a:extLst>
              <a:ext uri="{FF2B5EF4-FFF2-40B4-BE49-F238E27FC236}">
                <a16:creationId xmlns:a16="http://schemas.microsoft.com/office/drawing/2014/main" id="{CE9F2BFB-DB11-B3AB-180F-5E6CF5166D33}"/>
              </a:ext>
            </a:extLst>
          </p:cNvPr>
          <p:cNvSpPr txBox="1">
            <a:spLocks/>
          </p:cNvSpPr>
          <p:nvPr/>
        </p:nvSpPr>
        <p:spPr>
          <a:xfrm>
            <a:off x="4275171" y="3737713"/>
            <a:ext cx="2178237" cy="1827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Catamaran"/>
              <a:buNone/>
              <a:defRPr sz="1400" b="0" i="0" u="none" strike="noStrike" cap="none">
                <a:solidFill>
                  <a:schemeClr val="dk1"/>
                </a:solidFill>
                <a:latin typeface="Catamaran"/>
                <a:ea typeface="Catamaran"/>
                <a:cs typeface="Catamaran"/>
                <a:sym typeface="Catamaran"/>
              </a:defRPr>
            </a:lvl1pPr>
            <a:lvl2pPr marL="914400" marR="0" lvl="1" indent="-317500" algn="ctr" rtl="0">
              <a:lnSpc>
                <a:spcPct val="100000"/>
              </a:lnSpc>
              <a:spcBef>
                <a:spcPts val="0"/>
              </a:spcBef>
              <a:spcAft>
                <a:spcPts val="0"/>
              </a:spcAft>
              <a:buClr>
                <a:schemeClr val="dk1"/>
              </a:buClr>
              <a:buSzPts val="1400"/>
              <a:buFont typeface="Catamaran"/>
              <a:buNone/>
              <a:defRPr sz="1400" b="0" i="0" u="none" strike="noStrike" cap="none">
                <a:solidFill>
                  <a:schemeClr val="dk1"/>
                </a:solidFill>
                <a:latin typeface="Catamaran"/>
                <a:ea typeface="Catamaran"/>
                <a:cs typeface="Catamaran"/>
                <a:sym typeface="Catamaran"/>
              </a:defRPr>
            </a:lvl2pPr>
            <a:lvl3pPr marL="1371600" marR="0" lvl="2" indent="-317500" algn="ctr" rtl="0">
              <a:lnSpc>
                <a:spcPct val="100000"/>
              </a:lnSpc>
              <a:spcBef>
                <a:spcPts val="0"/>
              </a:spcBef>
              <a:spcAft>
                <a:spcPts val="0"/>
              </a:spcAft>
              <a:buClr>
                <a:schemeClr val="dk1"/>
              </a:buClr>
              <a:buSzPts val="1400"/>
              <a:buFont typeface="Catamaran"/>
              <a:buNone/>
              <a:defRPr sz="1400" b="0" i="0" u="none" strike="noStrike" cap="none">
                <a:solidFill>
                  <a:schemeClr val="dk1"/>
                </a:solidFill>
                <a:latin typeface="Catamaran"/>
                <a:ea typeface="Catamaran"/>
                <a:cs typeface="Catamaran"/>
                <a:sym typeface="Catamaran"/>
              </a:defRPr>
            </a:lvl3pPr>
            <a:lvl4pPr marL="1828800" marR="0" lvl="3" indent="-317500" algn="ctr" rtl="0">
              <a:lnSpc>
                <a:spcPct val="100000"/>
              </a:lnSpc>
              <a:spcBef>
                <a:spcPts val="0"/>
              </a:spcBef>
              <a:spcAft>
                <a:spcPts val="0"/>
              </a:spcAft>
              <a:buClr>
                <a:schemeClr val="dk1"/>
              </a:buClr>
              <a:buSzPts val="1400"/>
              <a:buFont typeface="Catamaran"/>
              <a:buNone/>
              <a:defRPr sz="1400" b="0" i="0" u="none" strike="noStrike" cap="none">
                <a:solidFill>
                  <a:schemeClr val="dk1"/>
                </a:solidFill>
                <a:latin typeface="Catamaran"/>
                <a:ea typeface="Catamaran"/>
                <a:cs typeface="Catamaran"/>
                <a:sym typeface="Catamaran"/>
              </a:defRPr>
            </a:lvl4pPr>
            <a:lvl5pPr marL="2286000" marR="0" lvl="4" indent="-317500" algn="ctr" rtl="0">
              <a:lnSpc>
                <a:spcPct val="100000"/>
              </a:lnSpc>
              <a:spcBef>
                <a:spcPts val="0"/>
              </a:spcBef>
              <a:spcAft>
                <a:spcPts val="0"/>
              </a:spcAft>
              <a:buClr>
                <a:schemeClr val="dk1"/>
              </a:buClr>
              <a:buSzPts val="1400"/>
              <a:buFont typeface="Catamaran"/>
              <a:buNone/>
              <a:defRPr sz="1400" b="0" i="0" u="none" strike="noStrike" cap="none">
                <a:solidFill>
                  <a:schemeClr val="dk1"/>
                </a:solidFill>
                <a:latin typeface="Catamaran"/>
                <a:ea typeface="Catamaran"/>
                <a:cs typeface="Catamaran"/>
                <a:sym typeface="Catamaran"/>
              </a:defRPr>
            </a:lvl5pPr>
            <a:lvl6pPr marL="2743200" marR="0" lvl="5" indent="-317500" algn="ctr" rtl="0">
              <a:lnSpc>
                <a:spcPct val="100000"/>
              </a:lnSpc>
              <a:spcBef>
                <a:spcPts val="0"/>
              </a:spcBef>
              <a:spcAft>
                <a:spcPts val="0"/>
              </a:spcAft>
              <a:buClr>
                <a:schemeClr val="dk1"/>
              </a:buClr>
              <a:buSzPts val="1400"/>
              <a:buFont typeface="Catamaran"/>
              <a:buNone/>
              <a:defRPr sz="1400" b="0" i="0" u="none" strike="noStrike" cap="none">
                <a:solidFill>
                  <a:schemeClr val="dk1"/>
                </a:solidFill>
                <a:latin typeface="Catamaran"/>
                <a:ea typeface="Catamaran"/>
                <a:cs typeface="Catamaran"/>
                <a:sym typeface="Catamaran"/>
              </a:defRPr>
            </a:lvl6pPr>
            <a:lvl7pPr marL="3200400" marR="0" lvl="6" indent="-317500" algn="ctr" rtl="0">
              <a:lnSpc>
                <a:spcPct val="100000"/>
              </a:lnSpc>
              <a:spcBef>
                <a:spcPts val="0"/>
              </a:spcBef>
              <a:spcAft>
                <a:spcPts val="0"/>
              </a:spcAft>
              <a:buClr>
                <a:schemeClr val="dk1"/>
              </a:buClr>
              <a:buSzPts val="1400"/>
              <a:buFont typeface="Catamaran"/>
              <a:buNone/>
              <a:defRPr sz="1400" b="0" i="0" u="none" strike="noStrike" cap="none">
                <a:solidFill>
                  <a:schemeClr val="dk1"/>
                </a:solidFill>
                <a:latin typeface="Catamaran"/>
                <a:ea typeface="Catamaran"/>
                <a:cs typeface="Catamaran"/>
                <a:sym typeface="Catamaran"/>
              </a:defRPr>
            </a:lvl7pPr>
            <a:lvl8pPr marL="3657600" marR="0" lvl="7" indent="-317500" algn="ctr" rtl="0">
              <a:lnSpc>
                <a:spcPct val="100000"/>
              </a:lnSpc>
              <a:spcBef>
                <a:spcPts val="0"/>
              </a:spcBef>
              <a:spcAft>
                <a:spcPts val="0"/>
              </a:spcAft>
              <a:buClr>
                <a:schemeClr val="dk1"/>
              </a:buClr>
              <a:buSzPts val="1400"/>
              <a:buFont typeface="Catamaran"/>
              <a:buNone/>
              <a:defRPr sz="1400" b="0" i="0" u="none" strike="noStrike" cap="none">
                <a:solidFill>
                  <a:schemeClr val="dk1"/>
                </a:solidFill>
                <a:latin typeface="Catamaran"/>
                <a:ea typeface="Catamaran"/>
                <a:cs typeface="Catamaran"/>
                <a:sym typeface="Catamaran"/>
              </a:defRPr>
            </a:lvl8pPr>
            <a:lvl9pPr marL="4114800" marR="0" lvl="8" indent="-317500" algn="ctr" rtl="0">
              <a:lnSpc>
                <a:spcPct val="100000"/>
              </a:lnSpc>
              <a:spcBef>
                <a:spcPts val="0"/>
              </a:spcBef>
              <a:spcAft>
                <a:spcPts val="0"/>
              </a:spcAft>
              <a:buClr>
                <a:schemeClr val="dk1"/>
              </a:buClr>
              <a:buSzPts val="1400"/>
              <a:buFont typeface="Catamaran"/>
              <a:buNone/>
              <a:defRPr sz="1400" b="0" i="0" u="none" strike="noStrike" cap="none">
                <a:solidFill>
                  <a:schemeClr val="dk1"/>
                </a:solidFill>
                <a:latin typeface="Catamaran"/>
                <a:ea typeface="Catamaran"/>
                <a:cs typeface="Catamaran"/>
                <a:sym typeface="Catamaran"/>
              </a:defRPr>
            </a:lvl9pPr>
          </a:lstStyle>
          <a:p>
            <a:pPr marL="0" indent="0" algn="ctr"/>
            <a:r>
              <a:rPr lang="en-US" sz="1600" dirty="0"/>
              <a:t>Ahmed Essam</a:t>
            </a:r>
          </a:p>
          <a:p>
            <a:pPr marL="0" indent="0" algn="ctr"/>
            <a:r>
              <a:rPr lang="en-US" sz="1600" dirty="0"/>
              <a:t>Accountant   </a:t>
            </a:r>
          </a:p>
          <a:p>
            <a:pPr marL="0" indent="0" algn="ctr"/>
            <a:r>
              <a:rPr lang="en-US" sz="1600" dirty="0"/>
              <a:t>Multinational company</a:t>
            </a:r>
          </a:p>
        </p:txBody>
      </p:sp>
      <p:sp>
        <p:nvSpPr>
          <p:cNvPr id="2095" name="Google Shape;1849;p40">
            <a:extLst>
              <a:ext uri="{FF2B5EF4-FFF2-40B4-BE49-F238E27FC236}">
                <a16:creationId xmlns:a16="http://schemas.microsoft.com/office/drawing/2014/main" id="{043A969F-1A0C-00C1-8349-EE89149C78EE}"/>
              </a:ext>
            </a:extLst>
          </p:cNvPr>
          <p:cNvSpPr txBox="1">
            <a:spLocks/>
          </p:cNvSpPr>
          <p:nvPr/>
        </p:nvSpPr>
        <p:spPr>
          <a:xfrm>
            <a:off x="2111414" y="2685995"/>
            <a:ext cx="2178237" cy="1827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Catamaran"/>
              <a:buNone/>
              <a:defRPr sz="1400" b="0" i="0" u="none" strike="noStrike" cap="none">
                <a:solidFill>
                  <a:schemeClr val="dk1"/>
                </a:solidFill>
                <a:latin typeface="Catamaran"/>
                <a:ea typeface="Catamaran"/>
                <a:cs typeface="Catamaran"/>
                <a:sym typeface="Catamaran"/>
              </a:defRPr>
            </a:lvl1pPr>
            <a:lvl2pPr marL="914400" marR="0" lvl="1" indent="-317500" algn="ctr" rtl="0">
              <a:lnSpc>
                <a:spcPct val="100000"/>
              </a:lnSpc>
              <a:spcBef>
                <a:spcPts val="0"/>
              </a:spcBef>
              <a:spcAft>
                <a:spcPts val="0"/>
              </a:spcAft>
              <a:buClr>
                <a:schemeClr val="dk1"/>
              </a:buClr>
              <a:buSzPts val="1400"/>
              <a:buFont typeface="Catamaran"/>
              <a:buNone/>
              <a:defRPr sz="1400" b="0" i="0" u="none" strike="noStrike" cap="none">
                <a:solidFill>
                  <a:schemeClr val="dk1"/>
                </a:solidFill>
                <a:latin typeface="Catamaran"/>
                <a:ea typeface="Catamaran"/>
                <a:cs typeface="Catamaran"/>
                <a:sym typeface="Catamaran"/>
              </a:defRPr>
            </a:lvl2pPr>
            <a:lvl3pPr marL="1371600" marR="0" lvl="2" indent="-317500" algn="ctr" rtl="0">
              <a:lnSpc>
                <a:spcPct val="100000"/>
              </a:lnSpc>
              <a:spcBef>
                <a:spcPts val="0"/>
              </a:spcBef>
              <a:spcAft>
                <a:spcPts val="0"/>
              </a:spcAft>
              <a:buClr>
                <a:schemeClr val="dk1"/>
              </a:buClr>
              <a:buSzPts val="1400"/>
              <a:buFont typeface="Catamaran"/>
              <a:buNone/>
              <a:defRPr sz="1400" b="0" i="0" u="none" strike="noStrike" cap="none">
                <a:solidFill>
                  <a:schemeClr val="dk1"/>
                </a:solidFill>
                <a:latin typeface="Catamaran"/>
                <a:ea typeface="Catamaran"/>
                <a:cs typeface="Catamaran"/>
                <a:sym typeface="Catamaran"/>
              </a:defRPr>
            </a:lvl3pPr>
            <a:lvl4pPr marL="1828800" marR="0" lvl="3" indent="-317500" algn="ctr" rtl="0">
              <a:lnSpc>
                <a:spcPct val="100000"/>
              </a:lnSpc>
              <a:spcBef>
                <a:spcPts val="0"/>
              </a:spcBef>
              <a:spcAft>
                <a:spcPts val="0"/>
              </a:spcAft>
              <a:buClr>
                <a:schemeClr val="dk1"/>
              </a:buClr>
              <a:buSzPts val="1400"/>
              <a:buFont typeface="Catamaran"/>
              <a:buNone/>
              <a:defRPr sz="1400" b="0" i="0" u="none" strike="noStrike" cap="none">
                <a:solidFill>
                  <a:schemeClr val="dk1"/>
                </a:solidFill>
                <a:latin typeface="Catamaran"/>
                <a:ea typeface="Catamaran"/>
                <a:cs typeface="Catamaran"/>
                <a:sym typeface="Catamaran"/>
              </a:defRPr>
            </a:lvl4pPr>
            <a:lvl5pPr marL="2286000" marR="0" lvl="4" indent="-317500" algn="ctr" rtl="0">
              <a:lnSpc>
                <a:spcPct val="100000"/>
              </a:lnSpc>
              <a:spcBef>
                <a:spcPts val="0"/>
              </a:spcBef>
              <a:spcAft>
                <a:spcPts val="0"/>
              </a:spcAft>
              <a:buClr>
                <a:schemeClr val="dk1"/>
              </a:buClr>
              <a:buSzPts val="1400"/>
              <a:buFont typeface="Catamaran"/>
              <a:buNone/>
              <a:defRPr sz="1400" b="0" i="0" u="none" strike="noStrike" cap="none">
                <a:solidFill>
                  <a:schemeClr val="dk1"/>
                </a:solidFill>
                <a:latin typeface="Catamaran"/>
                <a:ea typeface="Catamaran"/>
                <a:cs typeface="Catamaran"/>
                <a:sym typeface="Catamaran"/>
              </a:defRPr>
            </a:lvl5pPr>
            <a:lvl6pPr marL="2743200" marR="0" lvl="5" indent="-317500" algn="ctr" rtl="0">
              <a:lnSpc>
                <a:spcPct val="100000"/>
              </a:lnSpc>
              <a:spcBef>
                <a:spcPts val="0"/>
              </a:spcBef>
              <a:spcAft>
                <a:spcPts val="0"/>
              </a:spcAft>
              <a:buClr>
                <a:schemeClr val="dk1"/>
              </a:buClr>
              <a:buSzPts val="1400"/>
              <a:buFont typeface="Catamaran"/>
              <a:buNone/>
              <a:defRPr sz="1400" b="0" i="0" u="none" strike="noStrike" cap="none">
                <a:solidFill>
                  <a:schemeClr val="dk1"/>
                </a:solidFill>
                <a:latin typeface="Catamaran"/>
                <a:ea typeface="Catamaran"/>
                <a:cs typeface="Catamaran"/>
                <a:sym typeface="Catamaran"/>
              </a:defRPr>
            </a:lvl6pPr>
            <a:lvl7pPr marL="3200400" marR="0" lvl="6" indent="-317500" algn="ctr" rtl="0">
              <a:lnSpc>
                <a:spcPct val="100000"/>
              </a:lnSpc>
              <a:spcBef>
                <a:spcPts val="0"/>
              </a:spcBef>
              <a:spcAft>
                <a:spcPts val="0"/>
              </a:spcAft>
              <a:buClr>
                <a:schemeClr val="dk1"/>
              </a:buClr>
              <a:buSzPts val="1400"/>
              <a:buFont typeface="Catamaran"/>
              <a:buNone/>
              <a:defRPr sz="1400" b="0" i="0" u="none" strike="noStrike" cap="none">
                <a:solidFill>
                  <a:schemeClr val="dk1"/>
                </a:solidFill>
                <a:latin typeface="Catamaran"/>
                <a:ea typeface="Catamaran"/>
                <a:cs typeface="Catamaran"/>
                <a:sym typeface="Catamaran"/>
              </a:defRPr>
            </a:lvl7pPr>
            <a:lvl8pPr marL="3657600" marR="0" lvl="7" indent="-317500" algn="ctr" rtl="0">
              <a:lnSpc>
                <a:spcPct val="100000"/>
              </a:lnSpc>
              <a:spcBef>
                <a:spcPts val="0"/>
              </a:spcBef>
              <a:spcAft>
                <a:spcPts val="0"/>
              </a:spcAft>
              <a:buClr>
                <a:schemeClr val="dk1"/>
              </a:buClr>
              <a:buSzPts val="1400"/>
              <a:buFont typeface="Catamaran"/>
              <a:buNone/>
              <a:defRPr sz="1400" b="0" i="0" u="none" strike="noStrike" cap="none">
                <a:solidFill>
                  <a:schemeClr val="dk1"/>
                </a:solidFill>
                <a:latin typeface="Catamaran"/>
                <a:ea typeface="Catamaran"/>
                <a:cs typeface="Catamaran"/>
                <a:sym typeface="Catamaran"/>
              </a:defRPr>
            </a:lvl8pPr>
            <a:lvl9pPr marL="4114800" marR="0" lvl="8" indent="-317500" algn="ctr" rtl="0">
              <a:lnSpc>
                <a:spcPct val="100000"/>
              </a:lnSpc>
              <a:spcBef>
                <a:spcPts val="0"/>
              </a:spcBef>
              <a:spcAft>
                <a:spcPts val="0"/>
              </a:spcAft>
              <a:buClr>
                <a:schemeClr val="dk1"/>
              </a:buClr>
              <a:buSzPts val="1400"/>
              <a:buFont typeface="Catamaran"/>
              <a:buNone/>
              <a:defRPr sz="1400" b="0" i="0" u="none" strike="noStrike" cap="none">
                <a:solidFill>
                  <a:schemeClr val="dk1"/>
                </a:solidFill>
                <a:latin typeface="Catamaran"/>
                <a:ea typeface="Catamaran"/>
                <a:cs typeface="Catamaran"/>
                <a:sym typeface="Catamaran"/>
              </a:defRPr>
            </a:lvl9pPr>
          </a:lstStyle>
          <a:p>
            <a:pPr marL="0" indent="0" algn="ctr"/>
            <a:r>
              <a:rPr lang="en-US" sz="1600" dirty="0"/>
              <a:t>Karima </a:t>
            </a:r>
            <a:r>
              <a:rPr lang="en-US" sz="1600" dirty="0" err="1"/>
              <a:t>Tawfiq</a:t>
            </a:r>
            <a:endParaRPr lang="en-US" sz="1600" dirty="0"/>
          </a:p>
          <a:p>
            <a:pPr marL="0" indent="0" algn="ctr"/>
            <a:r>
              <a:rPr lang="en-US" sz="1600" dirty="0"/>
              <a:t>Doctor</a:t>
            </a:r>
          </a:p>
          <a:p>
            <a:pPr marL="0" indent="0" algn="ctr"/>
            <a:r>
              <a:rPr lang="en-US" sz="1600" dirty="0"/>
              <a:t>Hospital</a:t>
            </a:r>
          </a:p>
        </p:txBody>
      </p:sp>
      <p:sp>
        <p:nvSpPr>
          <p:cNvPr id="2096" name="Google Shape;1849;p40">
            <a:extLst>
              <a:ext uri="{FF2B5EF4-FFF2-40B4-BE49-F238E27FC236}">
                <a16:creationId xmlns:a16="http://schemas.microsoft.com/office/drawing/2014/main" id="{325528CF-4EE1-0C77-3B07-2BA732DED44D}"/>
              </a:ext>
            </a:extLst>
          </p:cNvPr>
          <p:cNvSpPr txBox="1">
            <a:spLocks/>
          </p:cNvSpPr>
          <p:nvPr/>
        </p:nvSpPr>
        <p:spPr>
          <a:xfrm>
            <a:off x="-57014" y="3705942"/>
            <a:ext cx="2296697" cy="1827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Catamaran"/>
              <a:buNone/>
              <a:defRPr sz="1400" b="0" i="0" u="none" strike="noStrike" cap="none">
                <a:solidFill>
                  <a:schemeClr val="dk1"/>
                </a:solidFill>
                <a:latin typeface="Catamaran"/>
                <a:ea typeface="Catamaran"/>
                <a:cs typeface="Catamaran"/>
                <a:sym typeface="Catamaran"/>
              </a:defRPr>
            </a:lvl1pPr>
            <a:lvl2pPr marL="914400" marR="0" lvl="1" indent="-317500" algn="ctr" rtl="0">
              <a:lnSpc>
                <a:spcPct val="100000"/>
              </a:lnSpc>
              <a:spcBef>
                <a:spcPts val="0"/>
              </a:spcBef>
              <a:spcAft>
                <a:spcPts val="0"/>
              </a:spcAft>
              <a:buClr>
                <a:schemeClr val="dk1"/>
              </a:buClr>
              <a:buSzPts val="1400"/>
              <a:buFont typeface="Catamaran"/>
              <a:buNone/>
              <a:defRPr sz="1400" b="0" i="0" u="none" strike="noStrike" cap="none">
                <a:solidFill>
                  <a:schemeClr val="dk1"/>
                </a:solidFill>
                <a:latin typeface="Catamaran"/>
                <a:ea typeface="Catamaran"/>
                <a:cs typeface="Catamaran"/>
                <a:sym typeface="Catamaran"/>
              </a:defRPr>
            </a:lvl2pPr>
            <a:lvl3pPr marL="1371600" marR="0" lvl="2" indent="-317500" algn="ctr" rtl="0">
              <a:lnSpc>
                <a:spcPct val="100000"/>
              </a:lnSpc>
              <a:spcBef>
                <a:spcPts val="0"/>
              </a:spcBef>
              <a:spcAft>
                <a:spcPts val="0"/>
              </a:spcAft>
              <a:buClr>
                <a:schemeClr val="dk1"/>
              </a:buClr>
              <a:buSzPts val="1400"/>
              <a:buFont typeface="Catamaran"/>
              <a:buNone/>
              <a:defRPr sz="1400" b="0" i="0" u="none" strike="noStrike" cap="none">
                <a:solidFill>
                  <a:schemeClr val="dk1"/>
                </a:solidFill>
                <a:latin typeface="Catamaran"/>
                <a:ea typeface="Catamaran"/>
                <a:cs typeface="Catamaran"/>
                <a:sym typeface="Catamaran"/>
              </a:defRPr>
            </a:lvl3pPr>
            <a:lvl4pPr marL="1828800" marR="0" lvl="3" indent="-317500" algn="ctr" rtl="0">
              <a:lnSpc>
                <a:spcPct val="100000"/>
              </a:lnSpc>
              <a:spcBef>
                <a:spcPts val="0"/>
              </a:spcBef>
              <a:spcAft>
                <a:spcPts val="0"/>
              </a:spcAft>
              <a:buClr>
                <a:schemeClr val="dk1"/>
              </a:buClr>
              <a:buSzPts val="1400"/>
              <a:buFont typeface="Catamaran"/>
              <a:buNone/>
              <a:defRPr sz="1400" b="0" i="0" u="none" strike="noStrike" cap="none">
                <a:solidFill>
                  <a:schemeClr val="dk1"/>
                </a:solidFill>
                <a:latin typeface="Catamaran"/>
                <a:ea typeface="Catamaran"/>
                <a:cs typeface="Catamaran"/>
                <a:sym typeface="Catamaran"/>
              </a:defRPr>
            </a:lvl4pPr>
            <a:lvl5pPr marL="2286000" marR="0" lvl="4" indent="-317500" algn="ctr" rtl="0">
              <a:lnSpc>
                <a:spcPct val="100000"/>
              </a:lnSpc>
              <a:spcBef>
                <a:spcPts val="0"/>
              </a:spcBef>
              <a:spcAft>
                <a:spcPts val="0"/>
              </a:spcAft>
              <a:buClr>
                <a:schemeClr val="dk1"/>
              </a:buClr>
              <a:buSzPts val="1400"/>
              <a:buFont typeface="Catamaran"/>
              <a:buNone/>
              <a:defRPr sz="1400" b="0" i="0" u="none" strike="noStrike" cap="none">
                <a:solidFill>
                  <a:schemeClr val="dk1"/>
                </a:solidFill>
                <a:latin typeface="Catamaran"/>
                <a:ea typeface="Catamaran"/>
                <a:cs typeface="Catamaran"/>
                <a:sym typeface="Catamaran"/>
              </a:defRPr>
            </a:lvl5pPr>
            <a:lvl6pPr marL="2743200" marR="0" lvl="5" indent="-317500" algn="ctr" rtl="0">
              <a:lnSpc>
                <a:spcPct val="100000"/>
              </a:lnSpc>
              <a:spcBef>
                <a:spcPts val="0"/>
              </a:spcBef>
              <a:spcAft>
                <a:spcPts val="0"/>
              </a:spcAft>
              <a:buClr>
                <a:schemeClr val="dk1"/>
              </a:buClr>
              <a:buSzPts val="1400"/>
              <a:buFont typeface="Catamaran"/>
              <a:buNone/>
              <a:defRPr sz="1400" b="0" i="0" u="none" strike="noStrike" cap="none">
                <a:solidFill>
                  <a:schemeClr val="dk1"/>
                </a:solidFill>
                <a:latin typeface="Catamaran"/>
                <a:ea typeface="Catamaran"/>
                <a:cs typeface="Catamaran"/>
                <a:sym typeface="Catamaran"/>
              </a:defRPr>
            </a:lvl6pPr>
            <a:lvl7pPr marL="3200400" marR="0" lvl="6" indent="-317500" algn="ctr" rtl="0">
              <a:lnSpc>
                <a:spcPct val="100000"/>
              </a:lnSpc>
              <a:spcBef>
                <a:spcPts val="0"/>
              </a:spcBef>
              <a:spcAft>
                <a:spcPts val="0"/>
              </a:spcAft>
              <a:buClr>
                <a:schemeClr val="dk1"/>
              </a:buClr>
              <a:buSzPts val="1400"/>
              <a:buFont typeface="Catamaran"/>
              <a:buNone/>
              <a:defRPr sz="1400" b="0" i="0" u="none" strike="noStrike" cap="none">
                <a:solidFill>
                  <a:schemeClr val="dk1"/>
                </a:solidFill>
                <a:latin typeface="Catamaran"/>
                <a:ea typeface="Catamaran"/>
                <a:cs typeface="Catamaran"/>
                <a:sym typeface="Catamaran"/>
              </a:defRPr>
            </a:lvl7pPr>
            <a:lvl8pPr marL="3657600" marR="0" lvl="7" indent="-317500" algn="ctr" rtl="0">
              <a:lnSpc>
                <a:spcPct val="100000"/>
              </a:lnSpc>
              <a:spcBef>
                <a:spcPts val="0"/>
              </a:spcBef>
              <a:spcAft>
                <a:spcPts val="0"/>
              </a:spcAft>
              <a:buClr>
                <a:schemeClr val="dk1"/>
              </a:buClr>
              <a:buSzPts val="1400"/>
              <a:buFont typeface="Catamaran"/>
              <a:buNone/>
              <a:defRPr sz="1400" b="0" i="0" u="none" strike="noStrike" cap="none">
                <a:solidFill>
                  <a:schemeClr val="dk1"/>
                </a:solidFill>
                <a:latin typeface="Catamaran"/>
                <a:ea typeface="Catamaran"/>
                <a:cs typeface="Catamaran"/>
                <a:sym typeface="Catamaran"/>
              </a:defRPr>
            </a:lvl8pPr>
            <a:lvl9pPr marL="4114800" marR="0" lvl="8" indent="-317500" algn="ctr" rtl="0">
              <a:lnSpc>
                <a:spcPct val="100000"/>
              </a:lnSpc>
              <a:spcBef>
                <a:spcPts val="0"/>
              </a:spcBef>
              <a:spcAft>
                <a:spcPts val="0"/>
              </a:spcAft>
              <a:buClr>
                <a:schemeClr val="dk1"/>
              </a:buClr>
              <a:buSzPts val="1400"/>
              <a:buFont typeface="Catamaran"/>
              <a:buNone/>
              <a:defRPr sz="1400" b="0" i="0" u="none" strike="noStrike" cap="none">
                <a:solidFill>
                  <a:schemeClr val="dk1"/>
                </a:solidFill>
                <a:latin typeface="Catamaran"/>
                <a:ea typeface="Catamaran"/>
                <a:cs typeface="Catamaran"/>
                <a:sym typeface="Catamaran"/>
              </a:defRPr>
            </a:lvl9pPr>
          </a:lstStyle>
          <a:p>
            <a:pPr marL="0" indent="0" algn="ctr"/>
            <a:r>
              <a:rPr lang="en-US" sz="1600" dirty="0"/>
              <a:t>Amir Hassan</a:t>
            </a:r>
          </a:p>
          <a:p>
            <a:pPr marL="0" indent="0" algn="ctr"/>
            <a:r>
              <a:rPr lang="en-US" sz="1600" dirty="0"/>
              <a:t>Logistics manager</a:t>
            </a:r>
          </a:p>
          <a:p>
            <a:pPr marL="0" indent="0" algn="ctr"/>
            <a:r>
              <a:rPr lang="en-US" sz="1600" dirty="0"/>
              <a:t>Transportation company</a:t>
            </a:r>
          </a:p>
        </p:txBody>
      </p:sp>
    </p:spTree>
    <p:extLst>
      <p:ext uri="{BB962C8B-B14F-4D97-AF65-F5344CB8AC3E}">
        <p14:creationId xmlns:p14="http://schemas.microsoft.com/office/powerpoint/2010/main" val="675487690"/>
      </p:ext>
    </p:extLst>
  </p:cSld>
  <p:clrMapOvr>
    <a:masterClrMapping/>
  </p:clrMapOvr>
  <p:transition spd="slow">
    <p:push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22840" y="934279"/>
            <a:ext cx="5739103" cy="2771026"/>
          </a:xfrm>
          <a:prstGeom prst="rect">
            <a:avLst/>
          </a:prstGeom>
        </p:spPr>
      </p:pic>
      <p:sp>
        <p:nvSpPr>
          <p:cNvPr id="7" name="Rectangle 6"/>
          <p:cNvSpPr/>
          <p:nvPr/>
        </p:nvSpPr>
        <p:spPr>
          <a:xfrm>
            <a:off x="6818070" y="1329645"/>
            <a:ext cx="1852570" cy="738664"/>
          </a:xfrm>
          <a:prstGeom prst="rect">
            <a:avLst/>
          </a:prstGeom>
        </p:spPr>
        <p:txBody>
          <a:bodyPr wrap="square">
            <a:spAutoFit/>
          </a:bodyPr>
          <a:lstStyle/>
          <a:p>
            <a:pPr marL="89297" indent="-89297">
              <a:buFont typeface="Arial" panose="020B0604020202020204" pitchFamily="34" charset="0"/>
              <a:buChar char="•"/>
            </a:pPr>
            <a:r>
              <a:rPr lang="en-US" sz="1050" dirty="0">
                <a:solidFill>
                  <a:schemeClr val="tx1"/>
                </a:solidFill>
                <a:latin typeface="Catamaran" panose="020B0604020202020204" charset="0"/>
                <a:cs typeface="Catamaran" panose="020B0604020202020204" charset="0"/>
              </a:rPr>
              <a:t>save time</a:t>
            </a:r>
          </a:p>
          <a:p>
            <a:pPr marL="89297" indent="-89297">
              <a:buFont typeface="Arial" panose="020B0604020202020204" pitchFamily="34" charset="0"/>
              <a:buChar char="•"/>
            </a:pPr>
            <a:r>
              <a:rPr lang="en-US" sz="1050" dirty="0">
                <a:solidFill>
                  <a:schemeClr val="tx1"/>
                </a:solidFill>
                <a:latin typeface="Catamaran" panose="020B0604020202020204" charset="0"/>
                <a:cs typeface="Catamaran" panose="020B0604020202020204" charset="0"/>
              </a:rPr>
              <a:t>Save water</a:t>
            </a:r>
          </a:p>
          <a:p>
            <a:pPr marL="89297" indent="-89297">
              <a:buFont typeface="Arial" panose="020B0604020202020204" pitchFamily="34" charset="0"/>
              <a:buChar char="•"/>
            </a:pPr>
            <a:r>
              <a:rPr lang="en-US" sz="1050" dirty="0">
                <a:solidFill>
                  <a:schemeClr val="tx1"/>
                </a:solidFill>
                <a:latin typeface="Catamaran" panose="020B0604020202020204" charset="0"/>
                <a:cs typeface="Catamaran" panose="020B0604020202020204" charset="0"/>
              </a:rPr>
              <a:t>Save plants </a:t>
            </a:r>
          </a:p>
          <a:p>
            <a:pPr marL="89297" indent="-89297">
              <a:buFont typeface="Arial" panose="020B0604020202020204" pitchFamily="34" charset="0"/>
              <a:buChar char="•"/>
            </a:pPr>
            <a:r>
              <a:rPr lang="en-US" sz="1050" dirty="0">
                <a:solidFill>
                  <a:schemeClr val="tx1"/>
                </a:solidFill>
                <a:latin typeface="Catamaran" panose="020B0604020202020204" charset="0"/>
                <a:cs typeface="Catamaran" panose="020B0604020202020204" charset="0"/>
              </a:rPr>
              <a:t>Save money </a:t>
            </a:r>
          </a:p>
        </p:txBody>
      </p:sp>
      <p:sp>
        <p:nvSpPr>
          <p:cNvPr id="8" name="Rectangle 7"/>
          <p:cNvSpPr/>
          <p:nvPr/>
        </p:nvSpPr>
        <p:spPr>
          <a:xfrm>
            <a:off x="6867857" y="2864652"/>
            <a:ext cx="2080604" cy="253916"/>
          </a:xfrm>
          <a:prstGeom prst="rect">
            <a:avLst/>
          </a:prstGeom>
        </p:spPr>
        <p:txBody>
          <a:bodyPr wrap="square">
            <a:spAutoFit/>
          </a:bodyPr>
          <a:lstStyle/>
          <a:p>
            <a:pPr marL="89297" indent="-89297">
              <a:buFont typeface="Arial" panose="020B0604020202020204" pitchFamily="34" charset="0"/>
              <a:buChar char="•"/>
            </a:pPr>
            <a:r>
              <a:rPr lang="en-US" sz="1050" dirty="0">
                <a:solidFill>
                  <a:schemeClr val="tx1"/>
                </a:solidFill>
                <a:latin typeface="Catamaran" panose="020B0604020202020204" charset="0"/>
                <a:cs typeface="Catamaran" panose="020B0604020202020204" charset="0"/>
              </a:rPr>
              <a:t>Plants are dead</a:t>
            </a:r>
          </a:p>
        </p:txBody>
      </p:sp>
      <p:sp>
        <p:nvSpPr>
          <p:cNvPr id="9" name="Rectangle 8"/>
          <p:cNvSpPr/>
          <p:nvPr/>
        </p:nvSpPr>
        <p:spPr>
          <a:xfrm>
            <a:off x="8077075" y="2319792"/>
            <a:ext cx="871386" cy="346249"/>
          </a:xfrm>
          <a:prstGeom prst="rect">
            <a:avLst/>
          </a:prstGeom>
        </p:spPr>
        <p:txBody>
          <a:bodyPr wrap="square">
            <a:spAutoFit/>
          </a:bodyPr>
          <a:lstStyle/>
          <a:p>
            <a:r>
              <a:rPr lang="en-US" sz="825" dirty="0">
                <a:solidFill>
                  <a:schemeClr val="tx1"/>
                </a:solidFill>
                <a:latin typeface="Catamaran" panose="020B0604020202020204" charset="0"/>
                <a:cs typeface="Catamaran" panose="020B0604020202020204" charset="0"/>
              </a:rPr>
              <a:t>All planting lovers  </a:t>
            </a:r>
          </a:p>
        </p:txBody>
      </p:sp>
      <p:sp>
        <p:nvSpPr>
          <p:cNvPr id="10" name="Rectangle 9"/>
          <p:cNvSpPr/>
          <p:nvPr/>
        </p:nvSpPr>
        <p:spPr>
          <a:xfrm>
            <a:off x="4057203" y="1251348"/>
            <a:ext cx="2286710" cy="577081"/>
          </a:xfrm>
          <a:prstGeom prst="rect">
            <a:avLst/>
          </a:prstGeom>
        </p:spPr>
        <p:txBody>
          <a:bodyPr wrap="square">
            <a:spAutoFit/>
          </a:bodyPr>
          <a:lstStyle/>
          <a:p>
            <a:pPr marL="214313" indent="-214313">
              <a:buFont typeface="Arial" panose="020B0604020202020204" pitchFamily="34" charset="0"/>
              <a:buChar char="•"/>
            </a:pPr>
            <a:r>
              <a:rPr lang="en-US" sz="1050" dirty="0">
                <a:solidFill>
                  <a:schemeClr val="tx1"/>
                </a:solidFill>
                <a:latin typeface="Catamaran" panose="020B0604020202020204" charset="0"/>
                <a:cs typeface="Catamaran" panose="020B0604020202020204" charset="0"/>
              </a:rPr>
              <a:t>saving money</a:t>
            </a:r>
          </a:p>
          <a:p>
            <a:pPr marL="214313" indent="-214313">
              <a:buFont typeface="Arial" panose="020B0604020202020204" pitchFamily="34" charset="0"/>
              <a:buChar char="•"/>
            </a:pPr>
            <a:r>
              <a:rPr lang="en-US" sz="1050" dirty="0">
                <a:solidFill>
                  <a:schemeClr val="tx1"/>
                </a:solidFill>
                <a:latin typeface="Catamaran" panose="020B0604020202020204" charset="0"/>
                <a:cs typeface="Catamaran" panose="020B0604020202020204" charset="0"/>
              </a:rPr>
              <a:t>saving time</a:t>
            </a:r>
          </a:p>
          <a:p>
            <a:pPr marL="214313" indent="-214313">
              <a:buFont typeface="Arial" panose="020B0604020202020204" pitchFamily="34" charset="0"/>
              <a:buChar char="•"/>
            </a:pPr>
            <a:r>
              <a:rPr lang="en-US" sz="1050" dirty="0">
                <a:solidFill>
                  <a:schemeClr val="tx1"/>
                </a:solidFill>
                <a:latin typeface="Catamaran" panose="020B0604020202020204" charset="0"/>
                <a:cs typeface="Catamaran" panose="020B0604020202020204" charset="0"/>
              </a:rPr>
              <a:t>all resources in one place</a:t>
            </a:r>
          </a:p>
        </p:txBody>
      </p:sp>
      <p:sp>
        <p:nvSpPr>
          <p:cNvPr id="11" name="Rectangle 10"/>
          <p:cNvSpPr/>
          <p:nvPr/>
        </p:nvSpPr>
        <p:spPr>
          <a:xfrm>
            <a:off x="3959135" y="3084240"/>
            <a:ext cx="2447768" cy="230832"/>
          </a:xfrm>
          <a:prstGeom prst="rect">
            <a:avLst/>
          </a:prstGeom>
        </p:spPr>
        <p:txBody>
          <a:bodyPr wrap="square">
            <a:spAutoFit/>
          </a:bodyPr>
          <a:lstStyle/>
          <a:p>
            <a:pPr marL="89297" indent="-89297">
              <a:buFont typeface="Arial" panose="020B0604020202020204" pitchFamily="34" charset="0"/>
              <a:buChar char="•"/>
            </a:pPr>
            <a:r>
              <a:rPr lang="en-US" sz="900" dirty="0">
                <a:solidFill>
                  <a:schemeClr val="tx1"/>
                </a:solidFill>
                <a:latin typeface="Catamaran" panose="020B0604020202020204" charset="0"/>
                <a:cs typeface="Catamaran" panose="020B0604020202020204" charset="0"/>
              </a:rPr>
              <a:t>Giving the plants water they need.</a:t>
            </a:r>
          </a:p>
        </p:txBody>
      </p:sp>
      <p:sp>
        <p:nvSpPr>
          <p:cNvPr id="12" name="Rectangle 11"/>
          <p:cNvSpPr/>
          <p:nvPr/>
        </p:nvSpPr>
        <p:spPr>
          <a:xfrm>
            <a:off x="3322840" y="2025387"/>
            <a:ext cx="1272591" cy="738664"/>
          </a:xfrm>
          <a:prstGeom prst="rect">
            <a:avLst/>
          </a:prstGeom>
        </p:spPr>
        <p:txBody>
          <a:bodyPr wrap="square">
            <a:spAutoFit/>
          </a:bodyPr>
          <a:lstStyle/>
          <a:p>
            <a:pPr marL="89297" indent="-89297">
              <a:buFont typeface="Arial" panose="020B0604020202020204" pitchFamily="34" charset="0"/>
              <a:buChar char="•"/>
            </a:pPr>
            <a:r>
              <a:rPr lang="en-US" sz="1050" dirty="0">
                <a:solidFill>
                  <a:schemeClr val="tx1"/>
                </a:solidFill>
                <a:latin typeface="Catamaran" panose="020B0604020202020204" charset="0"/>
                <a:cs typeface="Catamaran" panose="020B0604020202020204" charset="0"/>
              </a:rPr>
              <a:t>active website and application</a:t>
            </a:r>
          </a:p>
          <a:p>
            <a:pPr marL="89297" indent="-89297">
              <a:buFont typeface="Arial" panose="020B0604020202020204" pitchFamily="34" charset="0"/>
              <a:buChar char="•"/>
            </a:pPr>
            <a:r>
              <a:rPr lang="en-US" sz="1050" dirty="0">
                <a:solidFill>
                  <a:schemeClr val="tx1"/>
                </a:solidFill>
                <a:latin typeface="Catamaran" panose="020B0604020202020204" charset="0"/>
                <a:cs typeface="Catamaran" panose="020B0604020202020204" charset="0"/>
              </a:rPr>
              <a:t>Easy to use hardware</a:t>
            </a:r>
          </a:p>
        </p:txBody>
      </p:sp>
    </p:spTree>
    <p:extLst>
      <p:ext uri="{BB962C8B-B14F-4D97-AF65-F5344CB8AC3E}">
        <p14:creationId xmlns:p14="http://schemas.microsoft.com/office/powerpoint/2010/main" val="34192274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38"/>
        <p:cNvGrpSpPr/>
        <p:nvPr/>
      </p:nvGrpSpPr>
      <p:grpSpPr>
        <a:xfrm>
          <a:off x="0" y="0"/>
          <a:ext cx="0" cy="0"/>
          <a:chOff x="0" y="0"/>
          <a:chExt cx="0" cy="0"/>
        </a:xfrm>
      </p:grpSpPr>
      <p:sp>
        <p:nvSpPr>
          <p:cNvPr id="1439" name="Google Shape;1439;p38"/>
          <p:cNvSpPr/>
          <p:nvPr/>
        </p:nvSpPr>
        <p:spPr>
          <a:xfrm>
            <a:off x="4593425" y="4742371"/>
            <a:ext cx="3837300" cy="252000"/>
          </a:xfrm>
          <a:prstGeom prst="ellipse">
            <a:avLst/>
          </a:prstGeom>
          <a:solidFill>
            <a:schemeClr val="dk1">
              <a:alpha val="532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0" name="Google Shape;1440;p38"/>
          <p:cNvSpPr/>
          <p:nvPr/>
        </p:nvSpPr>
        <p:spPr>
          <a:xfrm>
            <a:off x="941004" y="1578382"/>
            <a:ext cx="894000" cy="894000"/>
          </a:xfrm>
          <a:prstGeom prst="roundRect">
            <a:avLst>
              <a:gd name="adj" fmla="val 16667"/>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441;p38"/>
          <p:cNvSpPr txBox="1">
            <a:spLocks noGrp="1"/>
          </p:cNvSpPr>
          <p:nvPr>
            <p:ph type="title"/>
          </p:nvPr>
        </p:nvSpPr>
        <p:spPr>
          <a:xfrm>
            <a:off x="912875" y="2494733"/>
            <a:ext cx="3310800" cy="84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Idea</a:t>
            </a:r>
            <a:endParaRPr dirty="0"/>
          </a:p>
        </p:txBody>
      </p:sp>
      <p:sp>
        <p:nvSpPr>
          <p:cNvPr id="1442" name="Google Shape;1442;p38"/>
          <p:cNvSpPr txBox="1">
            <a:spLocks noGrp="1"/>
          </p:cNvSpPr>
          <p:nvPr>
            <p:ph type="title" idx="2"/>
          </p:nvPr>
        </p:nvSpPr>
        <p:spPr>
          <a:xfrm>
            <a:off x="905900" y="1604475"/>
            <a:ext cx="9642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01</a:t>
            </a:r>
            <a:endParaRPr dirty="0"/>
          </a:p>
        </p:txBody>
      </p:sp>
      <p:sp>
        <p:nvSpPr>
          <p:cNvPr id="1443" name="Google Shape;1443;p38"/>
          <p:cNvSpPr txBox="1">
            <a:spLocks noGrp="1"/>
          </p:cNvSpPr>
          <p:nvPr>
            <p:ph type="subTitle" idx="1"/>
          </p:nvPr>
        </p:nvSpPr>
        <p:spPr>
          <a:xfrm>
            <a:off x="912875" y="3114662"/>
            <a:ext cx="3310800" cy="456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Project Idea</a:t>
            </a:r>
            <a:endParaRPr dirty="0"/>
          </a:p>
        </p:txBody>
      </p:sp>
      <p:grpSp>
        <p:nvGrpSpPr>
          <p:cNvPr id="1444" name="Google Shape;1444;p38"/>
          <p:cNvGrpSpPr/>
          <p:nvPr/>
        </p:nvGrpSpPr>
        <p:grpSpPr>
          <a:xfrm>
            <a:off x="5155012" y="406614"/>
            <a:ext cx="2995499" cy="2874194"/>
            <a:chOff x="4087547" y="492787"/>
            <a:chExt cx="2727396" cy="2616948"/>
          </a:xfrm>
        </p:grpSpPr>
        <p:grpSp>
          <p:nvGrpSpPr>
            <p:cNvPr id="1445" name="Google Shape;1445;p38"/>
            <p:cNvGrpSpPr/>
            <p:nvPr/>
          </p:nvGrpSpPr>
          <p:grpSpPr>
            <a:xfrm>
              <a:off x="4087547" y="492787"/>
              <a:ext cx="2727396" cy="790263"/>
              <a:chOff x="4399922" y="2783793"/>
              <a:chExt cx="817418" cy="236847"/>
            </a:xfrm>
          </p:grpSpPr>
          <p:sp>
            <p:nvSpPr>
              <p:cNvPr id="1446" name="Google Shape;1446;p38"/>
              <p:cNvSpPr/>
              <p:nvPr/>
            </p:nvSpPr>
            <p:spPr>
              <a:xfrm>
                <a:off x="5011141" y="2852048"/>
                <a:ext cx="181306" cy="59373"/>
              </a:xfrm>
              <a:custGeom>
                <a:avLst/>
                <a:gdLst/>
                <a:ahLst/>
                <a:cxnLst/>
                <a:rect l="l" t="t" r="r" b="b"/>
                <a:pathLst>
                  <a:path w="6431" h="2106" extrusionOk="0">
                    <a:moveTo>
                      <a:pt x="4599" y="1"/>
                    </a:moveTo>
                    <a:cubicBezTo>
                      <a:pt x="4583" y="1"/>
                      <a:pt x="4564" y="1"/>
                      <a:pt x="4548" y="16"/>
                    </a:cubicBezTo>
                    <a:lnTo>
                      <a:pt x="4533" y="16"/>
                    </a:lnTo>
                    <a:lnTo>
                      <a:pt x="290" y="1416"/>
                    </a:lnTo>
                    <a:cubicBezTo>
                      <a:pt x="275" y="1416"/>
                      <a:pt x="275" y="1416"/>
                      <a:pt x="259" y="1432"/>
                    </a:cubicBezTo>
                    <a:cubicBezTo>
                      <a:pt x="82" y="1497"/>
                      <a:pt x="1" y="1705"/>
                      <a:pt x="67" y="1883"/>
                    </a:cubicBezTo>
                    <a:cubicBezTo>
                      <a:pt x="127" y="2026"/>
                      <a:pt x="257" y="2105"/>
                      <a:pt x="392" y="2105"/>
                    </a:cubicBezTo>
                    <a:cubicBezTo>
                      <a:pt x="439" y="2105"/>
                      <a:pt x="487" y="2096"/>
                      <a:pt x="533" y="2076"/>
                    </a:cubicBezTo>
                    <a:lnTo>
                      <a:pt x="4610" y="370"/>
                    </a:lnTo>
                    <a:lnTo>
                      <a:pt x="4610" y="370"/>
                    </a:lnTo>
                    <a:lnTo>
                      <a:pt x="6380" y="224"/>
                    </a:lnTo>
                    <a:cubicBezTo>
                      <a:pt x="6396" y="224"/>
                      <a:pt x="6415" y="209"/>
                      <a:pt x="6431" y="194"/>
                    </a:cubicBezTo>
                    <a:cubicBezTo>
                      <a:pt x="6431" y="163"/>
                      <a:pt x="6415" y="147"/>
                      <a:pt x="6380" y="147"/>
                    </a:cubicBezTo>
                    <a:lnTo>
                      <a:pt x="459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7" name="Google Shape;1447;p38"/>
              <p:cNvSpPr/>
              <p:nvPr/>
            </p:nvSpPr>
            <p:spPr>
              <a:xfrm>
                <a:off x="4747454" y="2807250"/>
                <a:ext cx="141385" cy="114772"/>
              </a:xfrm>
              <a:custGeom>
                <a:avLst/>
                <a:gdLst/>
                <a:ahLst/>
                <a:cxnLst/>
                <a:rect l="l" t="t" r="r" b="b"/>
                <a:pathLst>
                  <a:path w="5015" h="4071" extrusionOk="0">
                    <a:moveTo>
                      <a:pt x="4934" y="1"/>
                    </a:moveTo>
                    <a:lnTo>
                      <a:pt x="2635" y="656"/>
                    </a:lnTo>
                    <a:cubicBezTo>
                      <a:pt x="2604" y="656"/>
                      <a:pt x="2573" y="676"/>
                      <a:pt x="2558" y="706"/>
                    </a:cubicBezTo>
                    <a:lnTo>
                      <a:pt x="2523" y="737"/>
                    </a:lnTo>
                    <a:lnTo>
                      <a:pt x="224" y="3163"/>
                    </a:lnTo>
                    <a:cubicBezTo>
                      <a:pt x="209" y="3183"/>
                      <a:pt x="193" y="3198"/>
                      <a:pt x="178" y="3229"/>
                    </a:cubicBezTo>
                    <a:cubicBezTo>
                      <a:pt x="1" y="3472"/>
                      <a:pt x="66" y="3807"/>
                      <a:pt x="305" y="3969"/>
                    </a:cubicBezTo>
                    <a:cubicBezTo>
                      <a:pt x="405" y="4038"/>
                      <a:pt x="516" y="4070"/>
                      <a:pt x="624" y="4070"/>
                    </a:cubicBezTo>
                    <a:cubicBezTo>
                      <a:pt x="796" y="4070"/>
                      <a:pt x="962" y="3988"/>
                      <a:pt x="1061" y="3838"/>
                    </a:cubicBezTo>
                    <a:lnTo>
                      <a:pt x="2918" y="1114"/>
                    </a:lnTo>
                    <a:lnTo>
                      <a:pt x="2918" y="1114"/>
                    </a:lnTo>
                    <a:lnTo>
                      <a:pt x="4984" y="112"/>
                    </a:lnTo>
                    <a:cubicBezTo>
                      <a:pt x="4999" y="97"/>
                      <a:pt x="5015" y="78"/>
                      <a:pt x="4999" y="47"/>
                    </a:cubicBezTo>
                    <a:cubicBezTo>
                      <a:pt x="4999" y="16"/>
                      <a:pt x="4968" y="1"/>
                      <a:pt x="49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38"/>
              <p:cNvSpPr/>
              <p:nvPr/>
            </p:nvSpPr>
            <p:spPr>
              <a:xfrm>
                <a:off x="4791378" y="2783793"/>
                <a:ext cx="37665" cy="56554"/>
              </a:xfrm>
              <a:custGeom>
                <a:avLst/>
                <a:gdLst/>
                <a:ahLst/>
                <a:cxnLst/>
                <a:rect l="l" t="t" r="r" b="b"/>
                <a:pathLst>
                  <a:path w="1336" h="2006" extrusionOk="0">
                    <a:moveTo>
                      <a:pt x="76" y="1"/>
                    </a:moveTo>
                    <a:cubicBezTo>
                      <a:pt x="66" y="1"/>
                      <a:pt x="57" y="5"/>
                      <a:pt x="51" y="11"/>
                    </a:cubicBezTo>
                    <a:cubicBezTo>
                      <a:pt x="16" y="11"/>
                      <a:pt x="1" y="42"/>
                      <a:pt x="16" y="77"/>
                    </a:cubicBezTo>
                    <a:lnTo>
                      <a:pt x="822" y="1859"/>
                    </a:lnTo>
                    <a:cubicBezTo>
                      <a:pt x="822" y="1874"/>
                      <a:pt x="838" y="1893"/>
                      <a:pt x="853" y="1909"/>
                    </a:cubicBezTo>
                    <a:cubicBezTo>
                      <a:pt x="900" y="1974"/>
                      <a:pt x="974" y="2006"/>
                      <a:pt x="1050" y="2006"/>
                    </a:cubicBezTo>
                    <a:cubicBezTo>
                      <a:pt x="1105" y="2006"/>
                      <a:pt x="1161" y="1989"/>
                      <a:pt x="1208" y="1955"/>
                    </a:cubicBezTo>
                    <a:cubicBezTo>
                      <a:pt x="1320" y="1874"/>
                      <a:pt x="1335" y="1716"/>
                      <a:pt x="1254" y="1604"/>
                    </a:cubicBezTo>
                    <a:lnTo>
                      <a:pt x="113" y="26"/>
                    </a:lnTo>
                    <a:cubicBezTo>
                      <a:pt x="104" y="8"/>
                      <a:pt x="89" y="1"/>
                      <a:pt x="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38"/>
              <p:cNvSpPr/>
              <p:nvPr/>
            </p:nvSpPr>
            <p:spPr>
              <a:xfrm>
                <a:off x="4720276" y="2813565"/>
                <a:ext cx="20891" cy="92894"/>
              </a:xfrm>
              <a:custGeom>
                <a:avLst/>
                <a:gdLst/>
                <a:ahLst/>
                <a:cxnLst/>
                <a:rect l="l" t="t" r="r" b="b"/>
                <a:pathLst>
                  <a:path w="741" h="3295" extrusionOk="0">
                    <a:moveTo>
                      <a:pt x="563" y="0"/>
                    </a:moveTo>
                    <a:cubicBezTo>
                      <a:pt x="513" y="0"/>
                      <a:pt x="467" y="16"/>
                      <a:pt x="467" y="66"/>
                    </a:cubicBezTo>
                    <a:lnTo>
                      <a:pt x="0" y="2862"/>
                    </a:lnTo>
                    <a:lnTo>
                      <a:pt x="0" y="2939"/>
                    </a:lnTo>
                    <a:cubicBezTo>
                      <a:pt x="0" y="3132"/>
                      <a:pt x="178" y="3294"/>
                      <a:pt x="371" y="3294"/>
                    </a:cubicBezTo>
                    <a:cubicBezTo>
                      <a:pt x="579" y="3279"/>
                      <a:pt x="741" y="3117"/>
                      <a:pt x="725" y="2908"/>
                    </a:cubicBezTo>
                    <a:lnTo>
                      <a:pt x="629" y="81"/>
                    </a:lnTo>
                    <a:cubicBezTo>
                      <a:pt x="629" y="47"/>
                      <a:pt x="594" y="0"/>
                      <a:pt x="56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38"/>
              <p:cNvSpPr/>
              <p:nvPr/>
            </p:nvSpPr>
            <p:spPr>
              <a:xfrm>
                <a:off x="4399922" y="2864763"/>
                <a:ext cx="817413" cy="97039"/>
              </a:xfrm>
              <a:custGeom>
                <a:avLst/>
                <a:gdLst/>
                <a:ahLst/>
                <a:cxnLst/>
                <a:rect l="l" t="t" r="r" b="b"/>
                <a:pathLst>
                  <a:path w="28994" h="3442" extrusionOk="0">
                    <a:moveTo>
                      <a:pt x="18113" y="1"/>
                    </a:moveTo>
                    <a:lnTo>
                      <a:pt x="18048" y="16"/>
                    </a:lnTo>
                    <a:lnTo>
                      <a:pt x="13805" y="225"/>
                    </a:lnTo>
                    <a:cubicBezTo>
                      <a:pt x="12409" y="306"/>
                      <a:pt x="10993" y="371"/>
                      <a:pt x="9581" y="468"/>
                    </a:cubicBezTo>
                    <a:cubicBezTo>
                      <a:pt x="8166" y="545"/>
                      <a:pt x="6750" y="641"/>
                      <a:pt x="5354" y="738"/>
                    </a:cubicBezTo>
                    <a:cubicBezTo>
                      <a:pt x="3939" y="834"/>
                      <a:pt x="2523" y="930"/>
                      <a:pt x="1127" y="1046"/>
                    </a:cubicBezTo>
                    <a:cubicBezTo>
                      <a:pt x="787" y="1077"/>
                      <a:pt x="517" y="1239"/>
                      <a:pt x="305" y="1478"/>
                    </a:cubicBezTo>
                    <a:cubicBezTo>
                      <a:pt x="112" y="1702"/>
                      <a:pt x="1" y="2010"/>
                      <a:pt x="35" y="2331"/>
                    </a:cubicBezTo>
                    <a:cubicBezTo>
                      <a:pt x="79" y="2959"/>
                      <a:pt x="607" y="3441"/>
                      <a:pt x="1228" y="3441"/>
                    </a:cubicBezTo>
                    <a:cubicBezTo>
                      <a:pt x="1258" y="3441"/>
                      <a:pt x="1289" y="3440"/>
                      <a:pt x="1320" y="3438"/>
                    </a:cubicBezTo>
                    <a:cubicBezTo>
                      <a:pt x="2716" y="3326"/>
                      <a:pt x="4131" y="3198"/>
                      <a:pt x="5547" y="3071"/>
                    </a:cubicBezTo>
                    <a:cubicBezTo>
                      <a:pt x="6075" y="3021"/>
                      <a:pt x="6608" y="2955"/>
                      <a:pt x="7151" y="2909"/>
                    </a:cubicBezTo>
                    <a:cubicBezTo>
                      <a:pt x="8019" y="2828"/>
                      <a:pt x="8887" y="2732"/>
                      <a:pt x="9755" y="2651"/>
                    </a:cubicBezTo>
                    <a:cubicBezTo>
                      <a:pt x="11171" y="2508"/>
                      <a:pt x="12571" y="2346"/>
                      <a:pt x="13967" y="2203"/>
                    </a:cubicBezTo>
                    <a:lnTo>
                      <a:pt x="18129" y="1721"/>
                    </a:lnTo>
                    <a:lnTo>
                      <a:pt x="19047" y="1798"/>
                    </a:lnTo>
                    <a:lnTo>
                      <a:pt x="20686" y="1945"/>
                    </a:lnTo>
                    <a:cubicBezTo>
                      <a:pt x="21585" y="2010"/>
                      <a:pt x="22468" y="2072"/>
                      <a:pt x="23370" y="2138"/>
                    </a:cubicBezTo>
                    <a:cubicBezTo>
                      <a:pt x="24269" y="2203"/>
                      <a:pt x="25152" y="2250"/>
                      <a:pt x="26051" y="2300"/>
                    </a:cubicBezTo>
                    <a:cubicBezTo>
                      <a:pt x="26954" y="2346"/>
                      <a:pt x="27852" y="2396"/>
                      <a:pt x="28751" y="2412"/>
                    </a:cubicBezTo>
                    <a:cubicBezTo>
                      <a:pt x="28760" y="2413"/>
                      <a:pt x="28770" y="2413"/>
                      <a:pt x="28779" y="2413"/>
                    </a:cubicBezTo>
                    <a:cubicBezTo>
                      <a:pt x="28882" y="2413"/>
                      <a:pt x="28964" y="2337"/>
                      <a:pt x="28978" y="2234"/>
                    </a:cubicBezTo>
                    <a:cubicBezTo>
                      <a:pt x="28994" y="2203"/>
                      <a:pt x="28994" y="2184"/>
                      <a:pt x="28994" y="2153"/>
                    </a:cubicBezTo>
                    <a:cubicBezTo>
                      <a:pt x="28978" y="2057"/>
                      <a:pt x="28913" y="1976"/>
                      <a:pt x="28801" y="1945"/>
                    </a:cubicBezTo>
                    <a:cubicBezTo>
                      <a:pt x="27933" y="1752"/>
                      <a:pt x="27050" y="1575"/>
                      <a:pt x="26167" y="1413"/>
                    </a:cubicBezTo>
                    <a:cubicBezTo>
                      <a:pt x="25280" y="1239"/>
                      <a:pt x="24396" y="1077"/>
                      <a:pt x="23528" y="915"/>
                    </a:cubicBezTo>
                    <a:cubicBezTo>
                      <a:pt x="22645" y="757"/>
                      <a:pt x="21762" y="610"/>
                      <a:pt x="20879" y="448"/>
                    </a:cubicBezTo>
                    <a:lnTo>
                      <a:pt x="18225" y="16"/>
                    </a:lnTo>
                    <a:cubicBezTo>
                      <a:pt x="18194" y="1"/>
                      <a:pt x="18144" y="1"/>
                      <a:pt x="181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38"/>
              <p:cNvSpPr/>
              <p:nvPr/>
            </p:nvSpPr>
            <p:spPr>
              <a:xfrm>
                <a:off x="4929156" y="2895972"/>
                <a:ext cx="288184" cy="36791"/>
              </a:xfrm>
              <a:custGeom>
                <a:avLst/>
                <a:gdLst/>
                <a:ahLst/>
                <a:cxnLst/>
                <a:rect l="l" t="t" r="r" b="b"/>
                <a:pathLst>
                  <a:path w="10222" h="1305" extrusionOk="0">
                    <a:moveTo>
                      <a:pt x="1" y="1"/>
                    </a:moveTo>
                    <a:lnTo>
                      <a:pt x="275" y="691"/>
                    </a:lnTo>
                    <a:lnTo>
                      <a:pt x="1914" y="838"/>
                    </a:lnTo>
                    <a:cubicBezTo>
                      <a:pt x="2813" y="903"/>
                      <a:pt x="3696" y="965"/>
                      <a:pt x="4598" y="1031"/>
                    </a:cubicBezTo>
                    <a:cubicBezTo>
                      <a:pt x="5497" y="1096"/>
                      <a:pt x="6380" y="1143"/>
                      <a:pt x="7279" y="1193"/>
                    </a:cubicBezTo>
                    <a:cubicBezTo>
                      <a:pt x="8182" y="1239"/>
                      <a:pt x="9080" y="1289"/>
                      <a:pt x="9979" y="1305"/>
                    </a:cubicBezTo>
                    <a:cubicBezTo>
                      <a:pt x="10095" y="1305"/>
                      <a:pt x="10191" y="1239"/>
                      <a:pt x="10206" y="1127"/>
                    </a:cubicBezTo>
                    <a:cubicBezTo>
                      <a:pt x="10222" y="1112"/>
                      <a:pt x="10222" y="1096"/>
                      <a:pt x="10222" y="1077"/>
                    </a:cubicBezTo>
                    <a:lnTo>
                      <a:pt x="10222" y="1046"/>
                    </a:lnTo>
                    <a:lnTo>
                      <a:pt x="1" y="1"/>
                    </a:lnTo>
                    <a:close/>
                  </a:path>
                </a:pathLst>
              </a:custGeom>
              <a:solidFill>
                <a:srgbClr val="2E44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1452;p38"/>
              <p:cNvSpPr/>
              <p:nvPr/>
            </p:nvSpPr>
            <p:spPr>
              <a:xfrm>
                <a:off x="4400909" y="2906432"/>
                <a:ext cx="127797" cy="55257"/>
              </a:xfrm>
              <a:custGeom>
                <a:avLst/>
                <a:gdLst/>
                <a:ahLst/>
                <a:cxnLst/>
                <a:rect l="l" t="t" r="r" b="b"/>
                <a:pathLst>
                  <a:path w="4533" h="1960" extrusionOk="0">
                    <a:moveTo>
                      <a:pt x="270" y="0"/>
                    </a:moveTo>
                    <a:cubicBezTo>
                      <a:pt x="97" y="208"/>
                      <a:pt x="0" y="482"/>
                      <a:pt x="0" y="772"/>
                    </a:cubicBezTo>
                    <a:lnTo>
                      <a:pt x="0" y="853"/>
                    </a:lnTo>
                    <a:cubicBezTo>
                      <a:pt x="47" y="1497"/>
                      <a:pt x="560" y="1960"/>
                      <a:pt x="1188" y="1960"/>
                    </a:cubicBezTo>
                    <a:lnTo>
                      <a:pt x="1285" y="1960"/>
                    </a:lnTo>
                    <a:cubicBezTo>
                      <a:pt x="2361" y="1882"/>
                      <a:pt x="3452" y="1786"/>
                      <a:pt x="4532" y="1670"/>
                    </a:cubicBezTo>
                    <a:cubicBezTo>
                      <a:pt x="4436" y="1574"/>
                      <a:pt x="4370" y="1462"/>
                      <a:pt x="4339" y="1350"/>
                    </a:cubicBezTo>
                    <a:cubicBezTo>
                      <a:pt x="2199" y="1254"/>
                      <a:pt x="914" y="498"/>
                      <a:pt x="270" y="0"/>
                    </a:cubicBezTo>
                    <a:close/>
                  </a:path>
                </a:pathLst>
              </a:custGeom>
              <a:solidFill>
                <a:srgbClr val="2E44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38"/>
              <p:cNvSpPr/>
              <p:nvPr/>
            </p:nvSpPr>
            <p:spPr>
              <a:xfrm>
                <a:off x="4886980" y="2874771"/>
                <a:ext cx="174004" cy="132815"/>
              </a:xfrm>
              <a:custGeom>
                <a:avLst/>
                <a:gdLst/>
                <a:ahLst/>
                <a:cxnLst/>
                <a:rect l="l" t="t" r="r" b="b"/>
                <a:pathLst>
                  <a:path w="6172" h="4711" extrusionOk="0">
                    <a:moveTo>
                      <a:pt x="571" y="1"/>
                    </a:moveTo>
                    <a:cubicBezTo>
                      <a:pt x="444" y="1"/>
                      <a:pt x="314" y="49"/>
                      <a:pt x="212" y="143"/>
                    </a:cubicBezTo>
                    <a:cubicBezTo>
                      <a:pt x="0" y="336"/>
                      <a:pt x="0" y="656"/>
                      <a:pt x="193" y="865"/>
                    </a:cubicBezTo>
                    <a:lnTo>
                      <a:pt x="3040" y="3823"/>
                    </a:lnTo>
                    <a:lnTo>
                      <a:pt x="3055" y="3839"/>
                    </a:lnTo>
                    <a:cubicBezTo>
                      <a:pt x="3086" y="3873"/>
                      <a:pt x="3121" y="3889"/>
                      <a:pt x="3167" y="3904"/>
                    </a:cubicBezTo>
                    <a:lnTo>
                      <a:pt x="5998" y="4706"/>
                    </a:lnTo>
                    <a:cubicBezTo>
                      <a:pt x="6008" y="4709"/>
                      <a:pt x="6019" y="4710"/>
                      <a:pt x="6030" y="4710"/>
                    </a:cubicBezTo>
                    <a:cubicBezTo>
                      <a:pt x="6081" y="4710"/>
                      <a:pt x="6130" y="4680"/>
                      <a:pt x="6156" y="4625"/>
                    </a:cubicBezTo>
                    <a:cubicBezTo>
                      <a:pt x="6171" y="4564"/>
                      <a:pt x="6141" y="4483"/>
                      <a:pt x="6075" y="4452"/>
                    </a:cubicBezTo>
                    <a:lnTo>
                      <a:pt x="3442" y="3360"/>
                    </a:lnTo>
                    <a:lnTo>
                      <a:pt x="3442" y="3360"/>
                    </a:lnTo>
                    <a:lnTo>
                      <a:pt x="964" y="190"/>
                    </a:lnTo>
                    <a:lnTo>
                      <a:pt x="934" y="159"/>
                    </a:lnTo>
                    <a:cubicBezTo>
                      <a:pt x="835" y="53"/>
                      <a:pt x="704" y="1"/>
                      <a:pt x="5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38"/>
              <p:cNvSpPr/>
              <p:nvPr/>
            </p:nvSpPr>
            <p:spPr>
              <a:xfrm>
                <a:off x="5000286" y="2982693"/>
                <a:ext cx="23625" cy="37947"/>
              </a:xfrm>
              <a:custGeom>
                <a:avLst/>
                <a:gdLst/>
                <a:ahLst/>
                <a:cxnLst/>
                <a:rect l="l" t="t" r="r" b="b"/>
                <a:pathLst>
                  <a:path w="838" h="1346" extrusionOk="0">
                    <a:moveTo>
                      <a:pt x="190" y="0"/>
                    </a:moveTo>
                    <a:cubicBezTo>
                      <a:pt x="159" y="0"/>
                      <a:pt x="127" y="9"/>
                      <a:pt x="97" y="26"/>
                    </a:cubicBezTo>
                    <a:cubicBezTo>
                      <a:pt x="16" y="76"/>
                      <a:pt x="0" y="173"/>
                      <a:pt x="50" y="254"/>
                    </a:cubicBezTo>
                    <a:lnTo>
                      <a:pt x="756" y="1330"/>
                    </a:lnTo>
                    <a:cubicBezTo>
                      <a:pt x="772" y="1345"/>
                      <a:pt x="787" y="1345"/>
                      <a:pt x="803" y="1345"/>
                    </a:cubicBezTo>
                    <a:cubicBezTo>
                      <a:pt x="822" y="1330"/>
                      <a:pt x="837" y="1314"/>
                      <a:pt x="822" y="1299"/>
                    </a:cubicBezTo>
                    <a:lnTo>
                      <a:pt x="340" y="107"/>
                    </a:lnTo>
                    <a:cubicBezTo>
                      <a:pt x="340" y="92"/>
                      <a:pt x="340" y="76"/>
                      <a:pt x="320" y="76"/>
                    </a:cubicBezTo>
                    <a:cubicBezTo>
                      <a:pt x="291" y="25"/>
                      <a:pt x="242" y="0"/>
                      <a:pt x="19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38"/>
              <p:cNvSpPr/>
              <p:nvPr/>
            </p:nvSpPr>
            <p:spPr>
              <a:xfrm>
                <a:off x="5024307" y="2976068"/>
                <a:ext cx="38539" cy="22892"/>
              </a:xfrm>
              <a:custGeom>
                <a:avLst/>
                <a:gdLst/>
                <a:ahLst/>
                <a:cxnLst/>
                <a:rect l="l" t="t" r="r" b="b"/>
                <a:pathLst>
                  <a:path w="1367" h="812" extrusionOk="0">
                    <a:moveTo>
                      <a:pt x="1319" y="0"/>
                    </a:moveTo>
                    <a:cubicBezTo>
                      <a:pt x="1313" y="0"/>
                      <a:pt x="1306" y="2"/>
                      <a:pt x="1300" y="6"/>
                    </a:cubicBezTo>
                    <a:lnTo>
                      <a:pt x="113" y="489"/>
                    </a:lnTo>
                    <a:lnTo>
                      <a:pt x="97" y="504"/>
                    </a:lnTo>
                    <a:cubicBezTo>
                      <a:pt x="16" y="550"/>
                      <a:pt x="1" y="666"/>
                      <a:pt x="47" y="743"/>
                    </a:cubicBezTo>
                    <a:cubicBezTo>
                      <a:pt x="78" y="784"/>
                      <a:pt x="127" y="811"/>
                      <a:pt x="179" y="811"/>
                    </a:cubicBezTo>
                    <a:cubicBezTo>
                      <a:pt x="211" y="811"/>
                      <a:pt x="244" y="801"/>
                      <a:pt x="274" y="778"/>
                    </a:cubicBezTo>
                    <a:lnTo>
                      <a:pt x="1335" y="68"/>
                    </a:lnTo>
                    <a:cubicBezTo>
                      <a:pt x="1351" y="53"/>
                      <a:pt x="1366" y="37"/>
                      <a:pt x="1351" y="22"/>
                    </a:cubicBezTo>
                    <a:cubicBezTo>
                      <a:pt x="1351" y="11"/>
                      <a:pt x="1335" y="0"/>
                      <a:pt x="131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6" name="Google Shape;1456;p38"/>
              <p:cNvSpPr/>
              <p:nvPr/>
            </p:nvSpPr>
            <p:spPr>
              <a:xfrm>
                <a:off x="5082694" y="2822840"/>
                <a:ext cx="30476" cy="54947"/>
              </a:xfrm>
              <a:custGeom>
                <a:avLst/>
                <a:gdLst/>
                <a:ahLst/>
                <a:cxnLst/>
                <a:rect l="l" t="t" r="r" b="b"/>
                <a:pathLst>
                  <a:path w="1081" h="1949" extrusionOk="0">
                    <a:moveTo>
                      <a:pt x="1045" y="1"/>
                    </a:moveTo>
                    <a:cubicBezTo>
                      <a:pt x="1030" y="1"/>
                      <a:pt x="1011" y="12"/>
                      <a:pt x="1000" y="26"/>
                    </a:cubicBezTo>
                    <a:lnTo>
                      <a:pt x="51" y="1712"/>
                    </a:lnTo>
                    <a:cubicBezTo>
                      <a:pt x="36" y="1712"/>
                      <a:pt x="36" y="1712"/>
                      <a:pt x="36" y="1727"/>
                    </a:cubicBezTo>
                    <a:cubicBezTo>
                      <a:pt x="1" y="1808"/>
                      <a:pt x="36" y="1904"/>
                      <a:pt x="132" y="1935"/>
                    </a:cubicBezTo>
                    <a:cubicBezTo>
                      <a:pt x="153" y="1944"/>
                      <a:pt x="176" y="1949"/>
                      <a:pt x="198" y="1949"/>
                    </a:cubicBezTo>
                    <a:cubicBezTo>
                      <a:pt x="259" y="1949"/>
                      <a:pt x="318" y="1915"/>
                      <a:pt x="340" y="1858"/>
                    </a:cubicBezTo>
                    <a:lnTo>
                      <a:pt x="1081" y="57"/>
                    </a:lnTo>
                    <a:cubicBezTo>
                      <a:pt x="1081" y="42"/>
                      <a:pt x="1081" y="26"/>
                      <a:pt x="1062" y="7"/>
                    </a:cubicBezTo>
                    <a:cubicBezTo>
                      <a:pt x="1057" y="2"/>
                      <a:pt x="1051" y="1"/>
                      <a:pt x="104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7" name="Google Shape;1457;p38"/>
              <p:cNvSpPr/>
              <p:nvPr/>
            </p:nvSpPr>
            <p:spPr>
              <a:xfrm>
                <a:off x="4522701" y="2912296"/>
                <a:ext cx="89286" cy="55370"/>
              </a:xfrm>
              <a:custGeom>
                <a:avLst/>
                <a:gdLst/>
                <a:ahLst/>
                <a:cxnLst/>
                <a:rect l="l" t="t" r="r" b="b"/>
                <a:pathLst>
                  <a:path w="3167" h="1964" extrusionOk="0">
                    <a:moveTo>
                      <a:pt x="1593" y="0"/>
                    </a:moveTo>
                    <a:cubicBezTo>
                      <a:pt x="710" y="0"/>
                      <a:pt x="0" y="452"/>
                      <a:pt x="0" y="980"/>
                    </a:cubicBezTo>
                    <a:cubicBezTo>
                      <a:pt x="0" y="1528"/>
                      <a:pt x="710" y="1964"/>
                      <a:pt x="1593" y="1964"/>
                    </a:cubicBezTo>
                    <a:cubicBezTo>
                      <a:pt x="2461" y="1964"/>
                      <a:pt x="3167" y="1528"/>
                      <a:pt x="3167" y="980"/>
                    </a:cubicBezTo>
                    <a:cubicBezTo>
                      <a:pt x="3167" y="452"/>
                      <a:pt x="2461" y="0"/>
                      <a:pt x="159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1458;p38"/>
              <p:cNvSpPr/>
              <p:nvPr/>
            </p:nvSpPr>
            <p:spPr>
              <a:xfrm>
                <a:off x="4550415" y="2910999"/>
                <a:ext cx="46236" cy="8176"/>
              </a:xfrm>
              <a:custGeom>
                <a:avLst/>
                <a:gdLst/>
                <a:ahLst/>
                <a:cxnLst/>
                <a:rect l="l" t="t" r="r" b="b"/>
                <a:pathLst>
                  <a:path w="1640" h="290" extrusionOk="0">
                    <a:moveTo>
                      <a:pt x="676" y="0"/>
                    </a:moveTo>
                    <a:cubicBezTo>
                      <a:pt x="433" y="0"/>
                      <a:pt x="194" y="46"/>
                      <a:pt x="1" y="127"/>
                    </a:cubicBezTo>
                    <a:cubicBezTo>
                      <a:pt x="194" y="81"/>
                      <a:pt x="386" y="46"/>
                      <a:pt x="610" y="46"/>
                    </a:cubicBezTo>
                    <a:cubicBezTo>
                      <a:pt x="996" y="46"/>
                      <a:pt x="1351" y="143"/>
                      <a:pt x="1640" y="289"/>
                    </a:cubicBezTo>
                    <a:cubicBezTo>
                      <a:pt x="1412" y="112"/>
                      <a:pt x="1061" y="0"/>
                      <a:pt x="676" y="0"/>
                    </a:cubicBezTo>
                    <a:close/>
                  </a:path>
                </a:pathLst>
              </a:custGeom>
              <a:solidFill>
                <a:srgbClr val="2E44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1459;p38"/>
              <p:cNvSpPr/>
              <p:nvPr/>
            </p:nvSpPr>
            <p:spPr>
              <a:xfrm>
                <a:off x="4535839" y="2912296"/>
                <a:ext cx="67577" cy="40372"/>
              </a:xfrm>
              <a:custGeom>
                <a:avLst/>
                <a:gdLst/>
                <a:ahLst/>
                <a:cxnLst/>
                <a:rect l="l" t="t" r="r" b="b"/>
                <a:pathLst>
                  <a:path w="2397" h="1432" extrusionOk="0">
                    <a:moveTo>
                      <a:pt x="1193" y="243"/>
                    </a:moveTo>
                    <a:cubicBezTo>
                      <a:pt x="1609" y="243"/>
                      <a:pt x="1929" y="436"/>
                      <a:pt x="1929" y="691"/>
                    </a:cubicBezTo>
                    <a:cubicBezTo>
                      <a:pt x="1929" y="949"/>
                      <a:pt x="1609" y="1142"/>
                      <a:pt x="1193" y="1142"/>
                    </a:cubicBezTo>
                    <a:cubicBezTo>
                      <a:pt x="788" y="1142"/>
                      <a:pt x="452" y="949"/>
                      <a:pt x="452" y="691"/>
                    </a:cubicBezTo>
                    <a:cubicBezTo>
                      <a:pt x="452" y="436"/>
                      <a:pt x="788" y="243"/>
                      <a:pt x="1193" y="243"/>
                    </a:cubicBezTo>
                    <a:close/>
                    <a:moveTo>
                      <a:pt x="1127" y="0"/>
                    </a:moveTo>
                    <a:cubicBezTo>
                      <a:pt x="903" y="0"/>
                      <a:pt x="711" y="35"/>
                      <a:pt x="518" y="81"/>
                    </a:cubicBezTo>
                    <a:cubicBezTo>
                      <a:pt x="194" y="209"/>
                      <a:pt x="1" y="436"/>
                      <a:pt x="1" y="691"/>
                    </a:cubicBezTo>
                    <a:cubicBezTo>
                      <a:pt x="1" y="1111"/>
                      <a:pt x="533" y="1431"/>
                      <a:pt x="1193" y="1431"/>
                    </a:cubicBezTo>
                    <a:cubicBezTo>
                      <a:pt x="1868" y="1431"/>
                      <a:pt x="2396" y="1111"/>
                      <a:pt x="2396" y="691"/>
                    </a:cubicBezTo>
                    <a:cubicBezTo>
                      <a:pt x="2396" y="517"/>
                      <a:pt x="2300" y="371"/>
                      <a:pt x="2157" y="243"/>
                    </a:cubicBezTo>
                    <a:cubicBezTo>
                      <a:pt x="1868" y="97"/>
                      <a:pt x="1513" y="0"/>
                      <a:pt x="1127" y="0"/>
                    </a:cubicBezTo>
                    <a:close/>
                  </a:path>
                </a:pathLst>
              </a:custGeom>
              <a:solidFill>
                <a:srgbClr val="2E44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0" name="Google Shape;1460;p38"/>
              <p:cNvSpPr/>
              <p:nvPr/>
            </p:nvSpPr>
            <p:spPr>
              <a:xfrm>
                <a:off x="4548582" y="2919147"/>
                <a:ext cx="41669" cy="25373"/>
              </a:xfrm>
              <a:custGeom>
                <a:avLst/>
                <a:gdLst/>
                <a:ahLst/>
                <a:cxnLst/>
                <a:rect l="l" t="t" r="r" b="b"/>
                <a:pathLst>
                  <a:path w="1478" h="900" extrusionOk="0">
                    <a:moveTo>
                      <a:pt x="741" y="0"/>
                    </a:moveTo>
                    <a:cubicBezTo>
                      <a:pt x="336" y="0"/>
                      <a:pt x="0" y="193"/>
                      <a:pt x="0" y="448"/>
                    </a:cubicBezTo>
                    <a:cubicBezTo>
                      <a:pt x="0" y="706"/>
                      <a:pt x="336" y="899"/>
                      <a:pt x="741" y="899"/>
                    </a:cubicBezTo>
                    <a:cubicBezTo>
                      <a:pt x="1157" y="899"/>
                      <a:pt x="1477" y="706"/>
                      <a:pt x="1477" y="448"/>
                    </a:cubicBezTo>
                    <a:cubicBezTo>
                      <a:pt x="1477" y="193"/>
                      <a:pt x="1157" y="0"/>
                      <a:pt x="741" y="0"/>
                    </a:cubicBezTo>
                    <a:close/>
                  </a:path>
                </a:pathLst>
              </a:custGeom>
              <a:solidFill>
                <a:srgbClr val="2539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1" name="Google Shape;1461;p38"/>
              <p:cNvSpPr/>
              <p:nvPr/>
            </p:nvSpPr>
            <p:spPr>
              <a:xfrm>
                <a:off x="4748864" y="2879677"/>
                <a:ext cx="91485" cy="32224"/>
              </a:xfrm>
              <a:custGeom>
                <a:avLst/>
                <a:gdLst/>
                <a:ahLst/>
                <a:cxnLst/>
                <a:rect l="l" t="t" r="r" b="b"/>
                <a:pathLst>
                  <a:path w="3245" h="1143" extrusionOk="0">
                    <a:moveTo>
                      <a:pt x="1976" y="274"/>
                    </a:moveTo>
                    <a:cubicBezTo>
                      <a:pt x="2346" y="274"/>
                      <a:pt x="2620" y="340"/>
                      <a:pt x="2620" y="452"/>
                    </a:cubicBezTo>
                    <a:cubicBezTo>
                      <a:pt x="2635" y="614"/>
                      <a:pt x="2199" y="787"/>
                      <a:pt x="1655" y="853"/>
                    </a:cubicBezTo>
                    <a:cubicBezTo>
                      <a:pt x="1509" y="868"/>
                      <a:pt x="1382" y="868"/>
                      <a:pt x="1270" y="868"/>
                    </a:cubicBezTo>
                    <a:cubicBezTo>
                      <a:pt x="899" y="868"/>
                      <a:pt x="626" y="806"/>
                      <a:pt x="626" y="691"/>
                    </a:cubicBezTo>
                    <a:cubicBezTo>
                      <a:pt x="595" y="533"/>
                      <a:pt x="1042" y="355"/>
                      <a:pt x="1590" y="290"/>
                    </a:cubicBezTo>
                    <a:cubicBezTo>
                      <a:pt x="1736" y="274"/>
                      <a:pt x="1864" y="274"/>
                      <a:pt x="1976" y="274"/>
                    </a:cubicBezTo>
                    <a:close/>
                    <a:moveTo>
                      <a:pt x="2072" y="0"/>
                    </a:moveTo>
                    <a:cubicBezTo>
                      <a:pt x="1910" y="0"/>
                      <a:pt x="1736" y="16"/>
                      <a:pt x="1559" y="35"/>
                    </a:cubicBezTo>
                    <a:cubicBezTo>
                      <a:pt x="676" y="131"/>
                      <a:pt x="1" y="452"/>
                      <a:pt x="32" y="756"/>
                    </a:cubicBezTo>
                    <a:cubicBezTo>
                      <a:pt x="62" y="999"/>
                      <a:pt x="529" y="1142"/>
                      <a:pt x="1173" y="1142"/>
                    </a:cubicBezTo>
                    <a:cubicBezTo>
                      <a:pt x="1331" y="1142"/>
                      <a:pt x="1509" y="1127"/>
                      <a:pt x="1686" y="1111"/>
                    </a:cubicBezTo>
                    <a:cubicBezTo>
                      <a:pt x="2570" y="1015"/>
                      <a:pt x="3245" y="691"/>
                      <a:pt x="3214" y="386"/>
                    </a:cubicBezTo>
                    <a:cubicBezTo>
                      <a:pt x="3183" y="147"/>
                      <a:pt x="2716" y="0"/>
                      <a:pt x="2072" y="0"/>
                    </a:cubicBezTo>
                    <a:close/>
                  </a:path>
                </a:pathLst>
              </a:custGeom>
              <a:solidFill>
                <a:srgbClr val="2E44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462;p38"/>
              <p:cNvSpPr/>
              <p:nvPr/>
            </p:nvSpPr>
            <p:spPr>
              <a:xfrm>
                <a:off x="4765610" y="2887402"/>
                <a:ext cx="57569" cy="16775"/>
              </a:xfrm>
              <a:custGeom>
                <a:avLst/>
                <a:gdLst/>
                <a:ahLst/>
                <a:cxnLst/>
                <a:rect l="l" t="t" r="r" b="b"/>
                <a:pathLst>
                  <a:path w="2042" h="595" extrusionOk="0">
                    <a:moveTo>
                      <a:pt x="1382" y="0"/>
                    </a:moveTo>
                    <a:cubicBezTo>
                      <a:pt x="1270" y="0"/>
                      <a:pt x="1142" y="0"/>
                      <a:pt x="996" y="16"/>
                    </a:cubicBezTo>
                    <a:cubicBezTo>
                      <a:pt x="448" y="81"/>
                      <a:pt x="1" y="259"/>
                      <a:pt x="32" y="417"/>
                    </a:cubicBezTo>
                    <a:cubicBezTo>
                      <a:pt x="32" y="532"/>
                      <a:pt x="305" y="594"/>
                      <a:pt x="676" y="594"/>
                    </a:cubicBezTo>
                    <a:cubicBezTo>
                      <a:pt x="788" y="594"/>
                      <a:pt x="915" y="594"/>
                      <a:pt x="1061" y="579"/>
                    </a:cubicBezTo>
                    <a:cubicBezTo>
                      <a:pt x="1605" y="513"/>
                      <a:pt x="2041" y="340"/>
                      <a:pt x="2026" y="178"/>
                    </a:cubicBezTo>
                    <a:cubicBezTo>
                      <a:pt x="2026" y="66"/>
                      <a:pt x="1752" y="0"/>
                      <a:pt x="1382" y="0"/>
                    </a:cubicBezTo>
                    <a:close/>
                  </a:path>
                </a:pathLst>
              </a:custGeom>
              <a:solidFill>
                <a:srgbClr val="2539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63" name="Google Shape;1463;p38"/>
            <p:cNvGrpSpPr/>
            <p:nvPr/>
          </p:nvGrpSpPr>
          <p:grpSpPr>
            <a:xfrm>
              <a:off x="4307884" y="1041430"/>
              <a:ext cx="661421" cy="1845134"/>
              <a:chOff x="4221490" y="3070967"/>
              <a:chExt cx="251845" cy="702560"/>
            </a:xfrm>
          </p:grpSpPr>
          <p:sp>
            <p:nvSpPr>
              <p:cNvPr id="1464" name="Google Shape;1464;p38"/>
              <p:cNvSpPr/>
              <p:nvPr/>
            </p:nvSpPr>
            <p:spPr>
              <a:xfrm>
                <a:off x="4221490" y="3466089"/>
                <a:ext cx="232391" cy="307439"/>
              </a:xfrm>
              <a:custGeom>
                <a:avLst/>
                <a:gdLst/>
                <a:ahLst/>
                <a:cxnLst/>
                <a:rect l="l" t="t" r="r" b="b"/>
                <a:pathLst>
                  <a:path w="8243" h="10905" extrusionOk="0">
                    <a:moveTo>
                      <a:pt x="2603" y="0"/>
                    </a:moveTo>
                    <a:cubicBezTo>
                      <a:pt x="2386" y="0"/>
                      <a:pt x="2190" y="148"/>
                      <a:pt x="2137" y="368"/>
                    </a:cubicBezTo>
                    <a:lnTo>
                      <a:pt x="1959" y="1140"/>
                    </a:lnTo>
                    <a:cubicBezTo>
                      <a:pt x="1929" y="1221"/>
                      <a:pt x="1975" y="1286"/>
                      <a:pt x="2056" y="1317"/>
                    </a:cubicBezTo>
                    <a:lnTo>
                      <a:pt x="2071" y="1317"/>
                    </a:lnTo>
                    <a:cubicBezTo>
                      <a:pt x="2249" y="1363"/>
                      <a:pt x="2376" y="1556"/>
                      <a:pt x="2330" y="1734"/>
                    </a:cubicBezTo>
                    <a:cubicBezTo>
                      <a:pt x="2295" y="1830"/>
                      <a:pt x="2249" y="1911"/>
                      <a:pt x="2168" y="1961"/>
                    </a:cubicBezTo>
                    <a:cubicBezTo>
                      <a:pt x="2115" y="1991"/>
                      <a:pt x="2057" y="2008"/>
                      <a:pt x="1996" y="2008"/>
                    </a:cubicBezTo>
                    <a:cubicBezTo>
                      <a:pt x="1962" y="2008"/>
                      <a:pt x="1928" y="2003"/>
                      <a:pt x="1894" y="1992"/>
                    </a:cubicBezTo>
                    <a:cubicBezTo>
                      <a:pt x="1884" y="1990"/>
                      <a:pt x="1873" y="1989"/>
                      <a:pt x="1863" y="1989"/>
                    </a:cubicBezTo>
                    <a:cubicBezTo>
                      <a:pt x="1794" y="1989"/>
                      <a:pt x="1733" y="2033"/>
                      <a:pt x="1717" y="2104"/>
                    </a:cubicBezTo>
                    <a:lnTo>
                      <a:pt x="1686" y="2231"/>
                    </a:lnTo>
                    <a:cubicBezTo>
                      <a:pt x="1670" y="2312"/>
                      <a:pt x="1717" y="2378"/>
                      <a:pt x="1782" y="2393"/>
                    </a:cubicBezTo>
                    <a:lnTo>
                      <a:pt x="1798" y="2409"/>
                    </a:lnTo>
                    <a:cubicBezTo>
                      <a:pt x="1990" y="2443"/>
                      <a:pt x="2102" y="2636"/>
                      <a:pt x="2056" y="2829"/>
                    </a:cubicBezTo>
                    <a:cubicBezTo>
                      <a:pt x="2040" y="2926"/>
                      <a:pt x="1975" y="3003"/>
                      <a:pt x="1894" y="3053"/>
                    </a:cubicBezTo>
                    <a:cubicBezTo>
                      <a:pt x="1841" y="3083"/>
                      <a:pt x="1783" y="3101"/>
                      <a:pt x="1721" y="3101"/>
                    </a:cubicBezTo>
                    <a:cubicBezTo>
                      <a:pt x="1688" y="3101"/>
                      <a:pt x="1654" y="3096"/>
                      <a:pt x="1620" y="3084"/>
                    </a:cubicBezTo>
                    <a:cubicBezTo>
                      <a:pt x="1612" y="3082"/>
                      <a:pt x="1604" y="3081"/>
                      <a:pt x="1596" y="3081"/>
                    </a:cubicBezTo>
                    <a:cubicBezTo>
                      <a:pt x="1539" y="3081"/>
                      <a:pt x="1475" y="3126"/>
                      <a:pt x="1462" y="3180"/>
                    </a:cubicBezTo>
                    <a:lnTo>
                      <a:pt x="1427" y="3327"/>
                    </a:lnTo>
                    <a:cubicBezTo>
                      <a:pt x="1412" y="3408"/>
                      <a:pt x="1462" y="3469"/>
                      <a:pt x="1524" y="3485"/>
                    </a:cubicBezTo>
                    <a:cubicBezTo>
                      <a:pt x="1717" y="3535"/>
                      <a:pt x="1832" y="3728"/>
                      <a:pt x="1782" y="3921"/>
                    </a:cubicBezTo>
                    <a:cubicBezTo>
                      <a:pt x="1767" y="4017"/>
                      <a:pt x="1701" y="4098"/>
                      <a:pt x="1620" y="4129"/>
                    </a:cubicBezTo>
                    <a:cubicBezTo>
                      <a:pt x="1574" y="4167"/>
                      <a:pt x="1507" y="4185"/>
                      <a:pt x="1436" y="4185"/>
                    </a:cubicBezTo>
                    <a:cubicBezTo>
                      <a:pt x="1413" y="4185"/>
                      <a:pt x="1389" y="4183"/>
                      <a:pt x="1366" y="4179"/>
                    </a:cubicBezTo>
                    <a:cubicBezTo>
                      <a:pt x="1354" y="4176"/>
                      <a:pt x="1342" y="4175"/>
                      <a:pt x="1331" y="4175"/>
                    </a:cubicBezTo>
                    <a:cubicBezTo>
                      <a:pt x="1266" y="4175"/>
                      <a:pt x="1217" y="4220"/>
                      <a:pt x="1204" y="4276"/>
                    </a:cubicBezTo>
                    <a:lnTo>
                      <a:pt x="787" y="6011"/>
                    </a:lnTo>
                    <a:lnTo>
                      <a:pt x="46" y="9062"/>
                    </a:lnTo>
                    <a:cubicBezTo>
                      <a:pt x="0" y="9321"/>
                      <a:pt x="143" y="9560"/>
                      <a:pt x="401" y="9625"/>
                    </a:cubicBezTo>
                    <a:lnTo>
                      <a:pt x="5527" y="10894"/>
                    </a:lnTo>
                    <a:cubicBezTo>
                      <a:pt x="5561" y="10901"/>
                      <a:pt x="5595" y="10904"/>
                      <a:pt x="5628" y="10904"/>
                    </a:cubicBezTo>
                    <a:cubicBezTo>
                      <a:pt x="5846" y="10904"/>
                      <a:pt x="6033" y="10764"/>
                      <a:pt x="6090" y="10543"/>
                    </a:cubicBezTo>
                    <a:lnTo>
                      <a:pt x="6827" y="7488"/>
                    </a:lnTo>
                    <a:lnTo>
                      <a:pt x="7247" y="5737"/>
                    </a:lnTo>
                    <a:cubicBezTo>
                      <a:pt x="7263" y="5672"/>
                      <a:pt x="7213" y="5606"/>
                      <a:pt x="7167" y="5606"/>
                    </a:cubicBezTo>
                    <a:lnTo>
                      <a:pt x="7151" y="5591"/>
                    </a:lnTo>
                    <a:cubicBezTo>
                      <a:pt x="6958" y="5545"/>
                      <a:pt x="6846" y="5367"/>
                      <a:pt x="6893" y="5174"/>
                    </a:cubicBezTo>
                    <a:cubicBezTo>
                      <a:pt x="6908" y="5078"/>
                      <a:pt x="6974" y="4997"/>
                      <a:pt x="7055" y="4951"/>
                    </a:cubicBezTo>
                    <a:cubicBezTo>
                      <a:pt x="7107" y="4918"/>
                      <a:pt x="7167" y="4900"/>
                      <a:pt x="7223" y="4900"/>
                    </a:cubicBezTo>
                    <a:cubicBezTo>
                      <a:pt x="7253" y="4900"/>
                      <a:pt x="7282" y="4905"/>
                      <a:pt x="7309" y="4916"/>
                    </a:cubicBezTo>
                    <a:lnTo>
                      <a:pt x="7328" y="4916"/>
                    </a:lnTo>
                    <a:cubicBezTo>
                      <a:pt x="7337" y="4918"/>
                      <a:pt x="7345" y="4919"/>
                      <a:pt x="7353" y="4919"/>
                    </a:cubicBezTo>
                    <a:cubicBezTo>
                      <a:pt x="7403" y="4919"/>
                      <a:pt x="7442" y="4878"/>
                      <a:pt x="7456" y="4835"/>
                    </a:cubicBezTo>
                    <a:lnTo>
                      <a:pt x="7502" y="4642"/>
                    </a:lnTo>
                    <a:cubicBezTo>
                      <a:pt x="7521" y="4580"/>
                      <a:pt x="7487" y="4530"/>
                      <a:pt x="7425" y="4515"/>
                    </a:cubicBezTo>
                    <a:cubicBezTo>
                      <a:pt x="7232" y="4468"/>
                      <a:pt x="7116" y="4276"/>
                      <a:pt x="7151" y="4083"/>
                    </a:cubicBezTo>
                    <a:cubicBezTo>
                      <a:pt x="7182" y="3986"/>
                      <a:pt x="7247" y="3905"/>
                      <a:pt x="7309" y="3855"/>
                    </a:cubicBezTo>
                    <a:cubicBezTo>
                      <a:pt x="7366" y="3833"/>
                      <a:pt x="7431" y="3812"/>
                      <a:pt x="7499" y="3812"/>
                    </a:cubicBezTo>
                    <a:cubicBezTo>
                      <a:pt x="7527" y="3812"/>
                      <a:pt x="7555" y="3815"/>
                      <a:pt x="7583" y="3824"/>
                    </a:cubicBezTo>
                    <a:cubicBezTo>
                      <a:pt x="7594" y="3827"/>
                      <a:pt x="7605" y="3828"/>
                      <a:pt x="7616" y="3828"/>
                    </a:cubicBezTo>
                    <a:cubicBezTo>
                      <a:pt x="7670" y="3828"/>
                      <a:pt x="7717" y="3798"/>
                      <a:pt x="7730" y="3743"/>
                    </a:cubicBezTo>
                    <a:lnTo>
                      <a:pt x="7776" y="3550"/>
                    </a:lnTo>
                    <a:cubicBezTo>
                      <a:pt x="7776" y="3485"/>
                      <a:pt x="7745" y="3439"/>
                      <a:pt x="7679" y="3423"/>
                    </a:cubicBezTo>
                    <a:cubicBezTo>
                      <a:pt x="7487" y="3373"/>
                      <a:pt x="7375" y="3180"/>
                      <a:pt x="7425" y="2987"/>
                    </a:cubicBezTo>
                    <a:cubicBezTo>
                      <a:pt x="7456" y="2891"/>
                      <a:pt x="7502" y="2829"/>
                      <a:pt x="7583" y="2779"/>
                    </a:cubicBezTo>
                    <a:cubicBezTo>
                      <a:pt x="7643" y="2745"/>
                      <a:pt x="7711" y="2725"/>
                      <a:pt x="7782" y="2725"/>
                    </a:cubicBezTo>
                    <a:cubicBezTo>
                      <a:pt x="7807" y="2725"/>
                      <a:pt x="7832" y="2728"/>
                      <a:pt x="7857" y="2733"/>
                    </a:cubicBezTo>
                    <a:cubicBezTo>
                      <a:pt x="7866" y="2737"/>
                      <a:pt x="7874" y="2739"/>
                      <a:pt x="7881" y="2739"/>
                    </a:cubicBezTo>
                    <a:cubicBezTo>
                      <a:pt x="7900" y="2739"/>
                      <a:pt x="7916" y="2727"/>
                      <a:pt x="7938" y="2713"/>
                    </a:cubicBezTo>
                    <a:cubicBezTo>
                      <a:pt x="7953" y="2698"/>
                      <a:pt x="7984" y="2683"/>
                      <a:pt x="7984" y="2652"/>
                    </a:cubicBezTo>
                    <a:lnTo>
                      <a:pt x="8177" y="1830"/>
                    </a:lnTo>
                    <a:cubicBezTo>
                      <a:pt x="8243" y="1591"/>
                      <a:pt x="8081" y="1333"/>
                      <a:pt x="7841" y="1267"/>
                    </a:cubicBezTo>
                    <a:lnTo>
                      <a:pt x="2715" y="14"/>
                    </a:lnTo>
                    <a:cubicBezTo>
                      <a:pt x="2678" y="4"/>
                      <a:pt x="2640" y="0"/>
                      <a:pt x="26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5" name="Google Shape;1465;p38"/>
              <p:cNvSpPr/>
              <p:nvPr/>
            </p:nvSpPr>
            <p:spPr>
              <a:xfrm>
                <a:off x="4398625" y="3294761"/>
                <a:ext cx="74710" cy="49929"/>
              </a:xfrm>
              <a:custGeom>
                <a:avLst/>
                <a:gdLst/>
                <a:ahLst/>
                <a:cxnLst/>
                <a:rect l="l" t="t" r="r" b="b"/>
                <a:pathLst>
                  <a:path w="2650" h="1771" extrusionOk="0">
                    <a:moveTo>
                      <a:pt x="899" y="0"/>
                    </a:moveTo>
                    <a:cubicBezTo>
                      <a:pt x="255" y="81"/>
                      <a:pt x="62" y="629"/>
                      <a:pt x="0" y="644"/>
                    </a:cubicBezTo>
                    <a:lnTo>
                      <a:pt x="2137" y="1771"/>
                    </a:lnTo>
                    <a:cubicBezTo>
                      <a:pt x="2650" y="1238"/>
                      <a:pt x="2203" y="517"/>
                      <a:pt x="2203" y="517"/>
                    </a:cubicBezTo>
                    <a:lnTo>
                      <a:pt x="2203" y="517"/>
                    </a:lnTo>
                    <a:lnTo>
                      <a:pt x="1396" y="710"/>
                    </a:lnTo>
                    <a:cubicBezTo>
                      <a:pt x="1396" y="710"/>
                      <a:pt x="1366" y="691"/>
                      <a:pt x="89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1466;p38"/>
              <p:cNvSpPr/>
              <p:nvPr/>
            </p:nvSpPr>
            <p:spPr>
              <a:xfrm>
                <a:off x="4354673" y="3341787"/>
                <a:ext cx="69297" cy="218097"/>
              </a:xfrm>
              <a:custGeom>
                <a:avLst/>
                <a:gdLst/>
                <a:ahLst/>
                <a:cxnLst/>
                <a:rect l="l" t="t" r="r" b="b"/>
                <a:pathLst>
                  <a:path w="2458" h="7736" extrusionOk="0">
                    <a:moveTo>
                      <a:pt x="2341" y="1"/>
                    </a:moveTo>
                    <a:cubicBezTo>
                      <a:pt x="2292" y="1"/>
                      <a:pt x="2247" y="31"/>
                      <a:pt x="2234" y="68"/>
                    </a:cubicBezTo>
                    <a:cubicBezTo>
                      <a:pt x="884" y="3346"/>
                      <a:pt x="16" y="7558"/>
                      <a:pt x="1" y="7589"/>
                    </a:cubicBezTo>
                    <a:cubicBezTo>
                      <a:pt x="1" y="7655"/>
                      <a:pt x="32" y="7720"/>
                      <a:pt x="97" y="7736"/>
                    </a:cubicBezTo>
                    <a:lnTo>
                      <a:pt x="113" y="7736"/>
                    </a:lnTo>
                    <a:cubicBezTo>
                      <a:pt x="175" y="7736"/>
                      <a:pt x="209" y="7686"/>
                      <a:pt x="225" y="7639"/>
                    </a:cubicBezTo>
                    <a:cubicBezTo>
                      <a:pt x="240" y="7589"/>
                      <a:pt x="1093" y="3412"/>
                      <a:pt x="2427" y="149"/>
                    </a:cubicBezTo>
                    <a:cubicBezTo>
                      <a:pt x="2458" y="103"/>
                      <a:pt x="2427" y="37"/>
                      <a:pt x="2377" y="6"/>
                    </a:cubicBezTo>
                    <a:cubicBezTo>
                      <a:pt x="2365" y="2"/>
                      <a:pt x="2353" y="1"/>
                      <a:pt x="23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1467;p38"/>
              <p:cNvSpPr/>
              <p:nvPr/>
            </p:nvSpPr>
            <p:spPr>
              <a:xfrm>
                <a:off x="4358281" y="3433836"/>
                <a:ext cx="101916" cy="107893"/>
              </a:xfrm>
              <a:custGeom>
                <a:avLst/>
                <a:gdLst/>
                <a:ahLst/>
                <a:cxnLst/>
                <a:rect l="l" t="t" r="r" b="b"/>
                <a:pathLst>
                  <a:path w="3615" h="3827" extrusionOk="0">
                    <a:moveTo>
                      <a:pt x="3614" y="0"/>
                    </a:moveTo>
                    <a:cubicBezTo>
                      <a:pt x="1397" y="1447"/>
                      <a:pt x="0" y="3827"/>
                      <a:pt x="0" y="3827"/>
                    </a:cubicBezTo>
                    <a:cubicBezTo>
                      <a:pt x="0" y="3827"/>
                      <a:pt x="2989" y="2766"/>
                      <a:pt x="361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8" name="Google Shape;1468;p38"/>
              <p:cNvSpPr/>
              <p:nvPr/>
            </p:nvSpPr>
            <p:spPr>
              <a:xfrm>
                <a:off x="4312919" y="3395325"/>
                <a:ext cx="58105" cy="146855"/>
              </a:xfrm>
              <a:custGeom>
                <a:avLst/>
                <a:gdLst/>
                <a:ahLst/>
                <a:cxnLst/>
                <a:rect l="l" t="t" r="r" b="b"/>
                <a:pathLst>
                  <a:path w="2061" h="5209" extrusionOk="0">
                    <a:moveTo>
                      <a:pt x="1077" y="1"/>
                    </a:moveTo>
                    <a:lnTo>
                      <a:pt x="1077" y="1"/>
                    </a:lnTo>
                    <a:cubicBezTo>
                      <a:pt x="1" y="2620"/>
                      <a:pt x="1818" y="5208"/>
                      <a:pt x="1818" y="5208"/>
                    </a:cubicBezTo>
                    <a:cubicBezTo>
                      <a:pt x="1818" y="5208"/>
                      <a:pt x="2061" y="2462"/>
                      <a:pt x="107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9" name="Google Shape;1469;p38"/>
              <p:cNvSpPr/>
              <p:nvPr/>
            </p:nvSpPr>
            <p:spPr>
              <a:xfrm>
                <a:off x="4376438" y="3400766"/>
                <a:ext cx="72004" cy="75725"/>
              </a:xfrm>
              <a:custGeom>
                <a:avLst/>
                <a:gdLst/>
                <a:ahLst/>
                <a:cxnLst/>
                <a:rect l="l" t="t" r="r" b="b"/>
                <a:pathLst>
                  <a:path w="2554" h="2686" extrusionOk="0">
                    <a:moveTo>
                      <a:pt x="2554" y="1"/>
                    </a:moveTo>
                    <a:lnTo>
                      <a:pt x="2554" y="1"/>
                    </a:lnTo>
                    <a:cubicBezTo>
                      <a:pt x="980" y="1015"/>
                      <a:pt x="0" y="2685"/>
                      <a:pt x="0" y="2685"/>
                    </a:cubicBezTo>
                    <a:cubicBezTo>
                      <a:pt x="0" y="2685"/>
                      <a:pt x="2102" y="1945"/>
                      <a:pt x="25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38"/>
              <p:cNvSpPr/>
              <p:nvPr/>
            </p:nvSpPr>
            <p:spPr>
              <a:xfrm>
                <a:off x="4381879" y="3400766"/>
                <a:ext cx="66562" cy="73864"/>
              </a:xfrm>
              <a:custGeom>
                <a:avLst/>
                <a:gdLst/>
                <a:ahLst/>
                <a:cxnLst/>
                <a:rect l="l" t="t" r="r" b="b"/>
                <a:pathLst>
                  <a:path w="2361" h="2620" extrusionOk="0">
                    <a:moveTo>
                      <a:pt x="2361" y="1"/>
                    </a:moveTo>
                    <a:lnTo>
                      <a:pt x="0" y="2620"/>
                    </a:lnTo>
                    <a:cubicBezTo>
                      <a:pt x="0" y="2620"/>
                      <a:pt x="1863" y="1945"/>
                      <a:pt x="236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38"/>
              <p:cNvSpPr/>
              <p:nvPr/>
            </p:nvSpPr>
            <p:spPr>
              <a:xfrm>
                <a:off x="4357830" y="3347820"/>
                <a:ext cx="40823" cy="104622"/>
              </a:xfrm>
              <a:custGeom>
                <a:avLst/>
                <a:gdLst/>
                <a:ahLst/>
                <a:cxnLst/>
                <a:rect l="l" t="t" r="r" b="b"/>
                <a:pathLst>
                  <a:path w="1448" h="3711" extrusionOk="0">
                    <a:moveTo>
                      <a:pt x="1011" y="0"/>
                    </a:moveTo>
                    <a:lnTo>
                      <a:pt x="1011" y="0"/>
                    </a:lnTo>
                    <a:cubicBezTo>
                      <a:pt x="1" y="1721"/>
                      <a:pt x="996" y="3711"/>
                      <a:pt x="996" y="3711"/>
                    </a:cubicBezTo>
                    <a:cubicBezTo>
                      <a:pt x="996" y="3711"/>
                      <a:pt x="1447" y="1833"/>
                      <a:pt x="101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2" name="Google Shape;1472;p38"/>
              <p:cNvSpPr/>
              <p:nvPr/>
            </p:nvSpPr>
            <p:spPr>
              <a:xfrm>
                <a:off x="4357830" y="3347820"/>
                <a:ext cx="28531" cy="96926"/>
              </a:xfrm>
              <a:custGeom>
                <a:avLst/>
                <a:gdLst/>
                <a:ahLst/>
                <a:cxnLst/>
                <a:rect l="l" t="t" r="r" b="b"/>
                <a:pathLst>
                  <a:path w="1012" h="3438" extrusionOk="0">
                    <a:moveTo>
                      <a:pt x="1011" y="0"/>
                    </a:moveTo>
                    <a:cubicBezTo>
                      <a:pt x="1" y="1624"/>
                      <a:pt x="884" y="3437"/>
                      <a:pt x="884" y="3437"/>
                    </a:cubicBezTo>
                    <a:lnTo>
                      <a:pt x="101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3" name="Google Shape;1473;p38"/>
              <p:cNvSpPr/>
              <p:nvPr/>
            </p:nvSpPr>
            <p:spPr>
              <a:xfrm>
                <a:off x="4392197" y="3307223"/>
                <a:ext cx="71694" cy="49280"/>
              </a:xfrm>
              <a:custGeom>
                <a:avLst/>
                <a:gdLst/>
                <a:ahLst/>
                <a:cxnLst/>
                <a:rect l="l" t="t" r="r" b="b"/>
                <a:pathLst>
                  <a:path w="2543" h="1748" extrusionOk="0">
                    <a:moveTo>
                      <a:pt x="950" y="1"/>
                    </a:moveTo>
                    <a:cubicBezTo>
                      <a:pt x="612" y="1"/>
                      <a:pt x="317" y="139"/>
                      <a:pt x="194" y="395"/>
                    </a:cubicBezTo>
                    <a:cubicBezTo>
                      <a:pt x="1" y="796"/>
                      <a:pt x="309" y="1329"/>
                      <a:pt x="853" y="1599"/>
                    </a:cubicBezTo>
                    <a:cubicBezTo>
                      <a:pt x="1070" y="1698"/>
                      <a:pt x="1313" y="1747"/>
                      <a:pt x="1541" y="1747"/>
                    </a:cubicBezTo>
                    <a:cubicBezTo>
                      <a:pt x="1905" y="1747"/>
                      <a:pt x="2231" y="1622"/>
                      <a:pt x="2350" y="1375"/>
                    </a:cubicBezTo>
                    <a:cubicBezTo>
                      <a:pt x="2542" y="974"/>
                      <a:pt x="2107" y="411"/>
                      <a:pt x="1543" y="137"/>
                    </a:cubicBezTo>
                    <a:cubicBezTo>
                      <a:pt x="1347" y="45"/>
                      <a:pt x="1142" y="1"/>
                      <a:pt x="95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4" name="Google Shape;1474;p38"/>
              <p:cNvSpPr/>
              <p:nvPr/>
            </p:nvSpPr>
            <p:spPr>
              <a:xfrm>
                <a:off x="4383599" y="3298455"/>
                <a:ext cx="88440" cy="68959"/>
              </a:xfrm>
              <a:custGeom>
                <a:avLst/>
                <a:gdLst/>
                <a:ahLst/>
                <a:cxnLst/>
                <a:rect l="l" t="t" r="r" b="b"/>
                <a:pathLst>
                  <a:path w="3137" h="2446" extrusionOk="0">
                    <a:moveTo>
                      <a:pt x="580" y="0"/>
                    </a:moveTo>
                    <a:lnTo>
                      <a:pt x="580" y="0"/>
                    </a:lnTo>
                    <a:cubicBezTo>
                      <a:pt x="51" y="432"/>
                      <a:pt x="1" y="1813"/>
                      <a:pt x="1062" y="2315"/>
                    </a:cubicBezTo>
                    <a:cubicBezTo>
                      <a:pt x="1254" y="2405"/>
                      <a:pt x="1453" y="2446"/>
                      <a:pt x="1649" y="2446"/>
                    </a:cubicBezTo>
                    <a:cubicBezTo>
                      <a:pt x="2387" y="2446"/>
                      <a:pt x="3073" y="1869"/>
                      <a:pt x="3137" y="1219"/>
                    </a:cubicBezTo>
                    <a:cubicBezTo>
                      <a:pt x="3011" y="1178"/>
                      <a:pt x="2896" y="1163"/>
                      <a:pt x="2794" y="1163"/>
                    </a:cubicBezTo>
                    <a:cubicBezTo>
                      <a:pt x="2507" y="1163"/>
                      <a:pt x="2331" y="1285"/>
                      <a:pt x="2331" y="1285"/>
                    </a:cubicBezTo>
                    <a:cubicBezTo>
                      <a:pt x="2331" y="1285"/>
                      <a:pt x="2446" y="529"/>
                      <a:pt x="2010" y="305"/>
                    </a:cubicBezTo>
                    <a:cubicBezTo>
                      <a:pt x="1944" y="269"/>
                      <a:pt x="1875" y="253"/>
                      <a:pt x="1806" y="253"/>
                    </a:cubicBezTo>
                    <a:cubicBezTo>
                      <a:pt x="1442" y="253"/>
                      <a:pt x="1077" y="675"/>
                      <a:pt x="1077" y="675"/>
                    </a:cubicBezTo>
                    <a:cubicBezTo>
                      <a:pt x="1077" y="675"/>
                      <a:pt x="853" y="159"/>
                      <a:pt x="58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38"/>
              <p:cNvSpPr/>
              <p:nvPr/>
            </p:nvSpPr>
            <p:spPr>
              <a:xfrm>
                <a:off x="4249091" y="3532257"/>
                <a:ext cx="165434" cy="223369"/>
              </a:xfrm>
              <a:custGeom>
                <a:avLst/>
                <a:gdLst/>
                <a:ahLst/>
                <a:cxnLst/>
                <a:rect l="l" t="t" r="r" b="b"/>
                <a:pathLst>
                  <a:path w="5868" h="7923" extrusionOk="0">
                    <a:moveTo>
                      <a:pt x="1686" y="0"/>
                    </a:moveTo>
                    <a:lnTo>
                      <a:pt x="1" y="6893"/>
                    </a:lnTo>
                    <a:lnTo>
                      <a:pt x="4178" y="7922"/>
                    </a:lnTo>
                    <a:lnTo>
                      <a:pt x="5867" y="1026"/>
                    </a:lnTo>
                    <a:lnTo>
                      <a:pt x="168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38"/>
              <p:cNvSpPr/>
              <p:nvPr/>
            </p:nvSpPr>
            <p:spPr>
              <a:xfrm>
                <a:off x="4255829" y="3596931"/>
                <a:ext cx="143246" cy="131941"/>
              </a:xfrm>
              <a:custGeom>
                <a:avLst/>
                <a:gdLst/>
                <a:ahLst/>
                <a:cxnLst/>
                <a:rect l="l" t="t" r="r" b="b"/>
                <a:pathLst>
                  <a:path w="5081" h="4680" extrusionOk="0">
                    <a:moveTo>
                      <a:pt x="884" y="1"/>
                    </a:moveTo>
                    <a:lnTo>
                      <a:pt x="325" y="2284"/>
                    </a:lnTo>
                    <a:lnTo>
                      <a:pt x="4502" y="3279"/>
                    </a:lnTo>
                    <a:lnTo>
                      <a:pt x="4390" y="3796"/>
                    </a:lnTo>
                    <a:lnTo>
                      <a:pt x="5081" y="919"/>
                    </a:lnTo>
                    <a:lnTo>
                      <a:pt x="4776" y="853"/>
                    </a:lnTo>
                    <a:cubicBezTo>
                      <a:pt x="4776" y="1289"/>
                      <a:pt x="4437" y="1594"/>
                      <a:pt x="4051" y="1594"/>
                    </a:cubicBezTo>
                    <a:cubicBezTo>
                      <a:pt x="3873" y="1594"/>
                      <a:pt x="3715" y="1544"/>
                      <a:pt x="3553" y="1417"/>
                    </a:cubicBezTo>
                    <a:cubicBezTo>
                      <a:pt x="3441" y="1320"/>
                      <a:pt x="3360" y="1193"/>
                      <a:pt x="3345" y="1062"/>
                    </a:cubicBezTo>
                    <a:cubicBezTo>
                      <a:pt x="3295" y="869"/>
                      <a:pt x="3330" y="695"/>
                      <a:pt x="3391" y="549"/>
                    </a:cubicBezTo>
                    <a:lnTo>
                      <a:pt x="884" y="1"/>
                    </a:lnTo>
                    <a:close/>
                    <a:moveTo>
                      <a:pt x="163" y="2990"/>
                    </a:moveTo>
                    <a:lnTo>
                      <a:pt x="1" y="3650"/>
                    </a:lnTo>
                    <a:lnTo>
                      <a:pt x="4163" y="4680"/>
                    </a:lnTo>
                    <a:lnTo>
                      <a:pt x="4325" y="4005"/>
                    </a:lnTo>
                    <a:lnTo>
                      <a:pt x="163" y="299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38"/>
              <p:cNvSpPr/>
              <p:nvPr/>
            </p:nvSpPr>
            <p:spPr>
              <a:xfrm>
                <a:off x="4351431" y="3601075"/>
                <a:ext cx="39047" cy="19932"/>
              </a:xfrm>
              <a:custGeom>
                <a:avLst/>
                <a:gdLst/>
                <a:ahLst/>
                <a:cxnLst/>
                <a:rect l="l" t="t" r="r" b="b"/>
                <a:pathLst>
                  <a:path w="1385" h="707" extrusionOk="0">
                    <a:moveTo>
                      <a:pt x="660" y="1"/>
                    </a:moveTo>
                    <a:cubicBezTo>
                      <a:pt x="371" y="1"/>
                      <a:pt x="131" y="163"/>
                      <a:pt x="0" y="402"/>
                    </a:cubicBezTo>
                    <a:lnTo>
                      <a:pt x="1385" y="706"/>
                    </a:lnTo>
                    <a:cubicBezTo>
                      <a:pt x="1385" y="660"/>
                      <a:pt x="1370" y="595"/>
                      <a:pt x="1370" y="548"/>
                    </a:cubicBezTo>
                    <a:cubicBezTo>
                      <a:pt x="1335" y="402"/>
                      <a:pt x="1254" y="274"/>
                      <a:pt x="1142" y="178"/>
                    </a:cubicBezTo>
                    <a:cubicBezTo>
                      <a:pt x="984" y="66"/>
                      <a:pt x="822" y="1"/>
                      <a:pt x="6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8" name="Google Shape;1478;p38"/>
              <p:cNvSpPr/>
              <p:nvPr/>
            </p:nvSpPr>
            <p:spPr>
              <a:xfrm>
                <a:off x="4348696" y="3612381"/>
                <a:ext cx="41781" cy="29489"/>
              </a:xfrm>
              <a:custGeom>
                <a:avLst/>
                <a:gdLst/>
                <a:ahLst/>
                <a:cxnLst/>
                <a:rect l="l" t="t" r="r" b="b"/>
                <a:pathLst>
                  <a:path w="1482" h="1046" extrusionOk="0">
                    <a:moveTo>
                      <a:pt x="97" y="1"/>
                    </a:moveTo>
                    <a:cubicBezTo>
                      <a:pt x="36" y="147"/>
                      <a:pt x="1" y="321"/>
                      <a:pt x="51" y="514"/>
                    </a:cubicBezTo>
                    <a:cubicBezTo>
                      <a:pt x="66" y="645"/>
                      <a:pt x="147" y="772"/>
                      <a:pt x="259" y="869"/>
                    </a:cubicBezTo>
                    <a:cubicBezTo>
                      <a:pt x="421" y="996"/>
                      <a:pt x="579" y="1046"/>
                      <a:pt x="757" y="1046"/>
                    </a:cubicBezTo>
                    <a:cubicBezTo>
                      <a:pt x="1143" y="1046"/>
                      <a:pt x="1482" y="741"/>
                      <a:pt x="1482" y="305"/>
                    </a:cubicBezTo>
                    <a:lnTo>
                      <a:pt x="97" y="1"/>
                    </a:lnTo>
                    <a:close/>
                  </a:path>
                </a:pathLst>
              </a:custGeom>
              <a:solidFill>
                <a:srgbClr val="0C22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9" name="Google Shape;1479;p38"/>
              <p:cNvSpPr/>
              <p:nvPr/>
            </p:nvSpPr>
            <p:spPr>
              <a:xfrm>
                <a:off x="4324253" y="3577901"/>
                <a:ext cx="24048" cy="20919"/>
              </a:xfrm>
              <a:custGeom>
                <a:avLst/>
                <a:gdLst/>
                <a:ahLst/>
                <a:cxnLst/>
                <a:rect l="l" t="t" r="r" b="b"/>
                <a:pathLst>
                  <a:path w="853" h="742" extrusionOk="0">
                    <a:moveTo>
                      <a:pt x="420" y="1"/>
                    </a:moveTo>
                    <a:cubicBezTo>
                      <a:pt x="193" y="1"/>
                      <a:pt x="0" y="213"/>
                      <a:pt x="66" y="483"/>
                    </a:cubicBezTo>
                    <a:cubicBezTo>
                      <a:pt x="81" y="549"/>
                      <a:pt x="116" y="599"/>
                      <a:pt x="162" y="630"/>
                    </a:cubicBezTo>
                    <a:cubicBezTo>
                      <a:pt x="243" y="711"/>
                      <a:pt x="339" y="742"/>
                      <a:pt x="420" y="742"/>
                    </a:cubicBezTo>
                    <a:cubicBezTo>
                      <a:pt x="644" y="742"/>
                      <a:pt x="852" y="533"/>
                      <a:pt x="771" y="259"/>
                    </a:cubicBezTo>
                    <a:cubicBezTo>
                      <a:pt x="771" y="194"/>
                      <a:pt x="741" y="148"/>
                      <a:pt x="694" y="117"/>
                    </a:cubicBezTo>
                    <a:cubicBezTo>
                      <a:pt x="613" y="36"/>
                      <a:pt x="517" y="1"/>
                      <a:pt x="4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0" name="Google Shape;1480;p38"/>
              <p:cNvSpPr/>
              <p:nvPr/>
            </p:nvSpPr>
            <p:spPr>
              <a:xfrm>
                <a:off x="4353714" y="3571163"/>
                <a:ext cx="13166" cy="11784"/>
              </a:xfrm>
              <a:custGeom>
                <a:avLst/>
                <a:gdLst/>
                <a:ahLst/>
                <a:cxnLst/>
                <a:rect l="l" t="t" r="r" b="b"/>
                <a:pathLst>
                  <a:path w="467" h="418" extrusionOk="0">
                    <a:moveTo>
                      <a:pt x="228" y="1"/>
                    </a:moveTo>
                    <a:cubicBezTo>
                      <a:pt x="112" y="1"/>
                      <a:pt x="0" y="113"/>
                      <a:pt x="35" y="275"/>
                    </a:cubicBezTo>
                    <a:cubicBezTo>
                      <a:pt x="35" y="306"/>
                      <a:pt x="66" y="336"/>
                      <a:pt x="97" y="371"/>
                    </a:cubicBezTo>
                    <a:cubicBezTo>
                      <a:pt x="131" y="402"/>
                      <a:pt x="178" y="417"/>
                      <a:pt x="228" y="417"/>
                    </a:cubicBezTo>
                    <a:cubicBezTo>
                      <a:pt x="355" y="417"/>
                      <a:pt x="467" y="306"/>
                      <a:pt x="436" y="163"/>
                    </a:cubicBezTo>
                    <a:cubicBezTo>
                      <a:pt x="421" y="113"/>
                      <a:pt x="401" y="82"/>
                      <a:pt x="371" y="66"/>
                    </a:cubicBezTo>
                    <a:cubicBezTo>
                      <a:pt x="324" y="16"/>
                      <a:pt x="274" y="1"/>
                      <a:pt x="2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1" name="Google Shape;1481;p38"/>
              <p:cNvSpPr/>
              <p:nvPr/>
            </p:nvSpPr>
            <p:spPr>
              <a:xfrm>
                <a:off x="4377734" y="3703951"/>
                <a:ext cx="1889" cy="5892"/>
              </a:xfrm>
              <a:custGeom>
                <a:avLst/>
                <a:gdLst/>
                <a:ahLst/>
                <a:cxnLst/>
                <a:rect l="l" t="t" r="r" b="b"/>
                <a:pathLst>
                  <a:path w="67" h="209" extrusionOk="0">
                    <a:moveTo>
                      <a:pt x="66" y="0"/>
                    </a:moveTo>
                    <a:lnTo>
                      <a:pt x="1" y="209"/>
                    </a:lnTo>
                    <a:lnTo>
                      <a:pt x="16" y="209"/>
                    </a:lnTo>
                    <a:lnTo>
                      <a:pt x="6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2" name="Google Shape;1482;p38"/>
              <p:cNvSpPr/>
              <p:nvPr/>
            </p:nvSpPr>
            <p:spPr>
              <a:xfrm>
                <a:off x="4260396" y="3661323"/>
                <a:ext cx="122384" cy="48519"/>
              </a:xfrm>
              <a:custGeom>
                <a:avLst/>
                <a:gdLst/>
                <a:ahLst/>
                <a:cxnLst/>
                <a:rect l="l" t="t" r="r" b="b"/>
                <a:pathLst>
                  <a:path w="4341" h="1721" extrusionOk="0">
                    <a:moveTo>
                      <a:pt x="163" y="0"/>
                    </a:moveTo>
                    <a:lnTo>
                      <a:pt x="1" y="706"/>
                    </a:lnTo>
                    <a:lnTo>
                      <a:pt x="4163" y="1721"/>
                    </a:lnTo>
                    <a:lnTo>
                      <a:pt x="4228" y="1512"/>
                    </a:lnTo>
                    <a:lnTo>
                      <a:pt x="4340" y="995"/>
                    </a:lnTo>
                    <a:lnTo>
                      <a:pt x="163" y="0"/>
                    </a:lnTo>
                    <a:close/>
                  </a:path>
                </a:pathLst>
              </a:custGeom>
              <a:solidFill>
                <a:srgbClr val="0C22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3" name="Google Shape;1483;p38"/>
              <p:cNvSpPr/>
              <p:nvPr/>
            </p:nvSpPr>
            <p:spPr>
              <a:xfrm>
                <a:off x="4222787" y="3693519"/>
                <a:ext cx="177162" cy="79728"/>
              </a:xfrm>
              <a:custGeom>
                <a:avLst/>
                <a:gdLst/>
                <a:ahLst/>
                <a:cxnLst/>
                <a:rect l="l" t="t" r="r" b="b"/>
                <a:pathLst>
                  <a:path w="6284" h="2828" extrusionOk="0">
                    <a:moveTo>
                      <a:pt x="243" y="0"/>
                    </a:moveTo>
                    <a:lnTo>
                      <a:pt x="0" y="995"/>
                    </a:lnTo>
                    <a:lnTo>
                      <a:pt x="0" y="1107"/>
                    </a:lnTo>
                    <a:cubicBezTo>
                      <a:pt x="0" y="1319"/>
                      <a:pt x="128" y="1512"/>
                      <a:pt x="355" y="1558"/>
                    </a:cubicBezTo>
                    <a:lnTo>
                      <a:pt x="5481" y="2827"/>
                    </a:lnTo>
                    <a:lnTo>
                      <a:pt x="5593" y="2827"/>
                    </a:lnTo>
                    <a:cubicBezTo>
                      <a:pt x="5801" y="2827"/>
                      <a:pt x="5994" y="2685"/>
                      <a:pt x="6044" y="2476"/>
                    </a:cubicBezTo>
                    <a:lnTo>
                      <a:pt x="6284" y="1477"/>
                    </a:lnTo>
                    <a:lnTo>
                      <a:pt x="5354" y="1254"/>
                    </a:lnTo>
                    <a:lnTo>
                      <a:pt x="5111" y="2202"/>
                    </a:lnTo>
                    <a:lnTo>
                      <a:pt x="934" y="1173"/>
                    </a:lnTo>
                    <a:lnTo>
                      <a:pt x="1158" y="224"/>
                    </a:lnTo>
                    <a:lnTo>
                      <a:pt x="243" y="0"/>
                    </a:lnTo>
                    <a:close/>
                  </a:path>
                </a:pathLst>
              </a:custGeom>
              <a:solidFill>
                <a:schemeClr val="accent3">
                  <a:alpha val="316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4" name="Google Shape;1484;p38"/>
              <p:cNvSpPr/>
              <p:nvPr/>
            </p:nvSpPr>
            <p:spPr>
              <a:xfrm>
                <a:off x="4366852" y="3728845"/>
                <a:ext cx="6879" cy="26783"/>
              </a:xfrm>
              <a:custGeom>
                <a:avLst/>
                <a:gdLst/>
                <a:ahLst/>
                <a:cxnLst/>
                <a:rect l="l" t="t" r="r" b="b"/>
                <a:pathLst>
                  <a:path w="244" h="950" extrusionOk="0">
                    <a:moveTo>
                      <a:pt x="225" y="1"/>
                    </a:moveTo>
                    <a:lnTo>
                      <a:pt x="1" y="949"/>
                    </a:lnTo>
                    <a:lnTo>
                      <a:pt x="24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5" name="Google Shape;1485;p38"/>
              <p:cNvSpPr/>
              <p:nvPr/>
            </p:nvSpPr>
            <p:spPr>
              <a:xfrm>
                <a:off x="4249091" y="3699806"/>
                <a:ext cx="124103" cy="55821"/>
              </a:xfrm>
              <a:custGeom>
                <a:avLst/>
                <a:gdLst/>
                <a:ahLst/>
                <a:cxnLst/>
                <a:rect l="l" t="t" r="r" b="b"/>
                <a:pathLst>
                  <a:path w="4402" h="1980" extrusionOk="0">
                    <a:moveTo>
                      <a:pt x="240" y="1"/>
                    </a:moveTo>
                    <a:lnTo>
                      <a:pt x="1" y="950"/>
                    </a:lnTo>
                    <a:lnTo>
                      <a:pt x="4178" y="1979"/>
                    </a:lnTo>
                    <a:lnTo>
                      <a:pt x="4402" y="1031"/>
                    </a:lnTo>
                    <a:lnTo>
                      <a:pt x="240" y="1"/>
                    </a:lnTo>
                    <a:close/>
                  </a:path>
                </a:pathLst>
              </a:custGeom>
              <a:solidFill>
                <a:srgbClr val="0C22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38"/>
              <p:cNvSpPr/>
              <p:nvPr/>
            </p:nvSpPr>
            <p:spPr>
              <a:xfrm>
                <a:off x="4280751" y="3513565"/>
                <a:ext cx="41781" cy="139637"/>
              </a:xfrm>
              <a:custGeom>
                <a:avLst/>
                <a:gdLst/>
                <a:ahLst/>
                <a:cxnLst/>
                <a:rect l="l" t="t" r="r" b="b"/>
                <a:pathLst>
                  <a:path w="1482" h="4953" extrusionOk="0">
                    <a:moveTo>
                      <a:pt x="1320" y="1"/>
                    </a:moveTo>
                    <a:cubicBezTo>
                      <a:pt x="1253" y="1"/>
                      <a:pt x="1190" y="45"/>
                      <a:pt x="1177" y="115"/>
                    </a:cubicBezTo>
                    <a:lnTo>
                      <a:pt x="35" y="4759"/>
                    </a:lnTo>
                    <a:cubicBezTo>
                      <a:pt x="0" y="4840"/>
                      <a:pt x="66" y="4921"/>
                      <a:pt x="131" y="4952"/>
                    </a:cubicBezTo>
                    <a:lnTo>
                      <a:pt x="178" y="4952"/>
                    </a:lnTo>
                    <a:cubicBezTo>
                      <a:pt x="243" y="4952"/>
                      <a:pt x="309" y="4906"/>
                      <a:pt x="324" y="4840"/>
                    </a:cubicBezTo>
                    <a:lnTo>
                      <a:pt x="1466" y="196"/>
                    </a:lnTo>
                    <a:cubicBezTo>
                      <a:pt x="1481" y="115"/>
                      <a:pt x="1431" y="34"/>
                      <a:pt x="1350" y="3"/>
                    </a:cubicBezTo>
                    <a:cubicBezTo>
                      <a:pt x="1340" y="1"/>
                      <a:pt x="1330" y="1"/>
                      <a:pt x="13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38"/>
              <p:cNvSpPr/>
              <p:nvPr/>
            </p:nvSpPr>
            <p:spPr>
              <a:xfrm>
                <a:off x="4277143" y="3461324"/>
                <a:ext cx="184041" cy="55257"/>
              </a:xfrm>
              <a:custGeom>
                <a:avLst/>
                <a:gdLst/>
                <a:ahLst/>
                <a:cxnLst/>
                <a:rect l="l" t="t" r="r" b="b"/>
                <a:pathLst>
                  <a:path w="6528" h="1960" extrusionOk="0">
                    <a:moveTo>
                      <a:pt x="261" y="1"/>
                    </a:moveTo>
                    <a:cubicBezTo>
                      <a:pt x="156" y="1"/>
                      <a:pt x="61" y="75"/>
                      <a:pt x="32" y="183"/>
                    </a:cubicBezTo>
                    <a:lnTo>
                      <a:pt x="32" y="202"/>
                    </a:lnTo>
                    <a:cubicBezTo>
                      <a:pt x="1" y="329"/>
                      <a:pt x="82" y="456"/>
                      <a:pt x="209" y="491"/>
                    </a:cubicBezTo>
                    <a:lnTo>
                      <a:pt x="6203" y="1953"/>
                    </a:lnTo>
                    <a:cubicBezTo>
                      <a:pt x="6222" y="1957"/>
                      <a:pt x="6241" y="1959"/>
                      <a:pt x="6259" y="1959"/>
                    </a:cubicBezTo>
                    <a:cubicBezTo>
                      <a:pt x="6369" y="1959"/>
                      <a:pt x="6466" y="1884"/>
                      <a:pt x="6492" y="1775"/>
                    </a:cubicBezTo>
                    <a:cubicBezTo>
                      <a:pt x="6527" y="1648"/>
                      <a:pt x="6461" y="1517"/>
                      <a:pt x="6334" y="1486"/>
                    </a:cubicBezTo>
                    <a:lnTo>
                      <a:pt x="321" y="9"/>
                    </a:lnTo>
                    <a:cubicBezTo>
                      <a:pt x="301" y="3"/>
                      <a:pt x="281" y="1"/>
                      <a:pt x="26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38"/>
              <p:cNvSpPr/>
              <p:nvPr/>
            </p:nvSpPr>
            <p:spPr>
              <a:xfrm>
                <a:off x="4279426" y="3474603"/>
                <a:ext cx="172623" cy="53538"/>
              </a:xfrm>
              <a:custGeom>
                <a:avLst/>
                <a:gdLst/>
                <a:ahLst/>
                <a:cxnLst/>
                <a:rect l="l" t="t" r="r" b="b"/>
                <a:pathLst>
                  <a:path w="6123" h="1899" extrusionOk="0">
                    <a:moveTo>
                      <a:pt x="97" y="1"/>
                    </a:moveTo>
                    <a:cubicBezTo>
                      <a:pt x="97" y="20"/>
                      <a:pt x="97" y="36"/>
                      <a:pt x="82" y="51"/>
                    </a:cubicBezTo>
                    <a:lnTo>
                      <a:pt x="82" y="66"/>
                    </a:lnTo>
                    <a:lnTo>
                      <a:pt x="1" y="421"/>
                    </a:lnTo>
                    <a:lnTo>
                      <a:pt x="2300" y="984"/>
                    </a:lnTo>
                    <a:cubicBezTo>
                      <a:pt x="2250" y="822"/>
                      <a:pt x="2203" y="676"/>
                      <a:pt x="2153" y="502"/>
                    </a:cubicBezTo>
                    <a:lnTo>
                      <a:pt x="97" y="1"/>
                    </a:lnTo>
                    <a:close/>
                    <a:moveTo>
                      <a:pt x="3006" y="710"/>
                    </a:moveTo>
                    <a:cubicBezTo>
                      <a:pt x="3006" y="869"/>
                      <a:pt x="3021" y="1015"/>
                      <a:pt x="3021" y="1158"/>
                    </a:cubicBezTo>
                    <a:lnTo>
                      <a:pt x="3071" y="1158"/>
                    </a:lnTo>
                    <a:cubicBezTo>
                      <a:pt x="3102" y="1031"/>
                      <a:pt x="3133" y="903"/>
                      <a:pt x="3168" y="757"/>
                    </a:cubicBezTo>
                    <a:lnTo>
                      <a:pt x="3006" y="710"/>
                    </a:lnTo>
                    <a:close/>
                    <a:moveTo>
                      <a:pt x="3391" y="807"/>
                    </a:moveTo>
                    <a:cubicBezTo>
                      <a:pt x="3360" y="950"/>
                      <a:pt x="3326" y="1096"/>
                      <a:pt x="3295" y="1223"/>
                    </a:cubicBezTo>
                    <a:lnTo>
                      <a:pt x="3553" y="1289"/>
                    </a:lnTo>
                    <a:cubicBezTo>
                      <a:pt x="3650" y="1177"/>
                      <a:pt x="3746" y="1046"/>
                      <a:pt x="3843" y="919"/>
                    </a:cubicBezTo>
                    <a:lnTo>
                      <a:pt x="3391" y="807"/>
                    </a:lnTo>
                    <a:close/>
                    <a:moveTo>
                      <a:pt x="4807" y="1158"/>
                    </a:moveTo>
                    <a:cubicBezTo>
                      <a:pt x="4660" y="1274"/>
                      <a:pt x="4533" y="1385"/>
                      <a:pt x="4386" y="1497"/>
                    </a:cubicBezTo>
                    <a:lnTo>
                      <a:pt x="6026" y="1898"/>
                    </a:lnTo>
                    <a:lnTo>
                      <a:pt x="6122" y="1482"/>
                    </a:lnTo>
                    <a:lnTo>
                      <a:pt x="4807" y="1158"/>
                    </a:lnTo>
                    <a:close/>
                  </a:path>
                </a:pathLst>
              </a:custGeom>
              <a:solidFill>
                <a:schemeClr val="accent3">
                  <a:alpha val="316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38"/>
              <p:cNvSpPr/>
              <p:nvPr/>
            </p:nvSpPr>
            <p:spPr>
              <a:xfrm>
                <a:off x="4366006" y="3495917"/>
                <a:ext cx="9050" cy="13194"/>
              </a:xfrm>
              <a:custGeom>
                <a:avLst/>
                <a:gdLst/>
                <a:ahLst/>
                <a:cxnLst/>
                <a:rect l="l" t="t" r="r" b="b"/>
                <a:pathLst>
                  <a:path w="321" h="468" extrusionOk="0">
                    <a:moveTo>
                      <a:pt x="97" y="1"/>
                    </a:moveTo>
                    <a:cubicBezTo>
                      <a:pt x="62" y="147"/>
                      <a:pt x="31" y="275"/>
                      <a:pt x="0" y="402"/>
                    </a:cubicBezTo>
                    <a:lnTo>
                      <a:pt x="224" y="467"/>
                    </a:lnTo>
                    <a:cubicBezTo>
                      <a:pt x="255" y="340"/>
                      <a:pt x="289" y="194"/>
                      <a:pt x="320" y="51"/>
                    </a:cubicBezTo>
                    <a:lnTo>
                      <a:pt x="97" y="1"/>
                    </a:lnTo>
                    <a:close/>
                  </a:path>
                </a:pathLst>
              </a:custGeom>
              <a:solidFill>
                <a:srgbClr val="86AC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38"/>
              <p:cNvSpPr/>
              <p:nvPr/>
            </p:nvSpPr>
            <p:spPr>
              <a:xfrm>
                <a:off x="4379595" y="3500484"/>
                <a:ext cx="35353" cy="16352"/>
              </a:xfrm>
              <a:custGeom>
                <a:avLst/>
                <a:gdLst/>
                <a:ahLst/>
                <a:cxnLst/>
                <a:rect l="l" t="t" r="r" b="b"/>
                <a:pathLst>
                  <a:path w="1254" h="580" extrusionOk="0">
                    <a:moveTo>
                      <a:pt x="290" y="1"/>
                    </a:moveTo>
                    <a:cubicBezTo>
                      <a:pt x="193" y="128"/>
                      <a:pt x="97" y="259"/>
                      <a:pt x="0" y="371"/>
                    </a:cubicBezTo>
                    <a:lnTo>
                      <a:pt x="833" y="579"/>
                    </a:lnTo>
                    <a:cubicBezTo>
                      <a:pt x="980" y="467"/>
                      <a:pt x="1107" y="356"/>
                      <a:pt x="1254" y="240"/>
                    </a:cubicBezTo>
                    <a:lnTo>
                      <a:pt x="290" y="1"/>
                    </a:lnTo>
                    <a:close/>
                  </a:path>
                </a:pathLst>
              </a:custGeom>
              <a:solidFill>
                <a:srgbClr val="86AC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1491;p38"/>
              <p:cNvSpPr/>
              <p:nvPr/>
            </p:nvSpPr>
            <p:spPr>
              <a:xfrm>
                <a:off x="4340125" y="3488756"/>
                <a:ext cx="24471" cy="18494"/>
              </a:xfrm>
              <a:custGeom>
                <a:avLst/>
                <a:gdLst/>
                <a:ahLst/>
                <a:cxnLst/>
                <a:rect l="l" t="t" r="r" b="b"/>
                <a:pathLst>
                  <a:path w="868" h="656" extrusionOk="0">
                    <a:moveTo>
                      <a:pt x="0" y="0"/>
                    </a:moveTo>
                    <a:cubicBezTo>
                      <a:pt x="50" y="174"/>
                      <a:pt x="97" y="320"/>
                      <a:pt x="147" y="482"/>
                    </a:cubicBezTo>
                    <a:lnTo>
                      <a:pt x="868" y="656"/>
                    </a:lnTo>
                    <a:cubicBezTo>
                      <a:pt x="868" y="513"/>
                      <a:pt x="853" y="367"/>
                      <a:pt x="853" y="208"/>
                    </a:cubicBezTo>
                    <a:lnTo>
                      <a:pt x="0" y="0"/>
                    </a:lnTo>
                    <a:close/>
                  </a:path>
                </a:pathLst>
              </a:custGeom>
              <a:solidFill>
                <a:srgbClr val="86AC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2" name="Google Shape;1492;p38"/>
              <p:cNvSpPr/>
              <p:nvPr/>
            </p:nvSpPr>
            <p:spPr>
              <a:xfrm>
                <a:off x="4281287" y="3070967"/>
                <a:ext cx="172172" cy="446287"/>
              </a:xfrm>
              <a:custGeom>
                <a:avLst/>
                <a:gdLst/>
                <a:ahLst/>
                <a:cxnLst/>
                <a:rect l="l" t="t" r="r" b="b"/>
                <a:pathLst>
                  <a:path w="6107" h="15830" extrusionOk="0">
                    <a:moveTo>
                      <a:pt x="174" y="0"/>
                    </a:moveTo>
                    <a:cubicBezTo>
                      <a:pt x="159" y="0"/>
                      <a:pt x="143" y="16"/>
                      <a:pt x="143" y="47"/>
                    </a:cubicBezTo>
                    <a:lnTo>
                      <a:pt x="0" y="14318"/>
                    </a:lnTo>
                    <a:cubicBezTo>
                      <a:pt x="0" y="14337"/>
                      <a:pt x="16" y="14353"/>
                      <a:pt x="31" y="14353"/>
                    </a:cubicBezTo>
                    <a:lnTo>
                      <a:pt x="6056" y="15830"/>
                    </a:lnTo>
                    <a:cubicBezTo>
                      <a:pt x="6075" y="15830"/>
                      <a:pt x="6091" y="15830"/>
                      <a:pt x="6106" y="15814"/>
                    </a:cubicBezTo>
                    <a:cubicBezTo>
                      <a:pt x="6106" y="15783"/>
                      <a:pt x="6091" y="15764"/>
                      <a:pt x="6075" y="15764"/>
                    </a:cubicBezTo>
                    <a:lnTo>
                      <a:pt x="78" y="14287"/>
                    </a:lnTo>
                    <a:lnTo>
                      <a:pt x="209" y="47"/>
                    </a:lnTo>
                    <a:cubicBezTo>
                      <a:pt x="209" y="16"/>
                      <a:pt x="193" y="0"/>
                      <a:pt x="1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38"/>
              <p:cNvSpPr/>
              <p:nvPr/>
            </p:nvSpPr>
            <p:spPr>
              <a:xfrm>
                <a:off x="4297611" y="3070967"/>
                <a:ext cx="1748" cy="73413"/>
              </a:xfrm>
              <a:custGeom>
                <a:avLst/>
                <a:gdLst/>
                <a:ahLst/>
                <a:cxnLst/>
                <a:rect l="l" t="t" r="r" b="b"/>
                <a:pathLst>
                  <a:path w="62" h="2604" extrusionOk="0">
                    <a:moveTo>
                      <a:pt x="31" y="0"/>
                    </a:moveTo>
                    <a:cubicBezTo>
                      <a:pt x="15" y="0"/>
                      <a:pt x="0" y="16"/>
                      <a:pt x="0" y="47"/>
                    </a:cubicBezTo>
                    <a:lnTo>
                      <a:pt x="0" y="2573"/>
                    </a:lnTo>
                    <a:cubicBezTo>
                      <a:pt x="0" y="2588"/>
                      <a:pt x="15" y="2604"/>
                      <a:pt x="31" y="2604"/>
                    </a:cubicBezTo>
                    <a:cubicBezTo>
                      <a:pt x="46" y="2604"/>
                      <a:pt x="62" y="2588"/>
                      <a:pt x="62" y="2573"/>
                    </a:cubicBezTo>
                    <a:lnTo>
                      <a:pt x="62" y="47"/>
                    </a:lnTo>
                    <a:cubicBezTo>
                      <a:pt x="62" y="16"/>
                      <a:pt x="46" y="0"/>
                      <a:pt x="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38"/>
              <p:cNvSpPr/>
              <p:nvPr/>
            </p:nvSpPr>
            <p:spPr>
              <a:xfrm>
                <a:off x="4430060" y="3288108"/>
                <a:ext cx="9896" cy="8091"/>
              </a:xfrm>
              <a:custGeom>
                <a:avLst/>
                <a:gdLst/>
                <a:ahLst/>
                <a:cxnLst/>
                <a:rect l="l" t="t" r="r" b="b"/>
                <a:pathLst>
                  <a:path w="351" h="287" extrusionOk="0">
                    <a:moveTo>
                      <a:pt x="173" y="1"/>
                    </a:moveTo>
                    <a:cubicBezTo>
                      <a:pt x="72" y="1"/>
                      <a:pt x="0" y="99"/>
                      <a:pt x="42" y="205"/>
                    </a:cubicBezTo>
                    <a:cubicBezTo>
                      <a:pt x="58" y="236"/>
                      <a:pt x="73" y="271"/>
                      <a:pt x="104" y="271"/>
                    </a:cubicBezTo>
                    <a:cubicBezTo>
                      <a:pt x="128" y="282"/>
                      <a:pt x="151" y="287"/>
                      <a:pt x="173" y="287"/>
                    </a:cubicBezTo>
                    <a:cubicBezTo>
                      <a:pt x="275" y="287"/>
                      <a:pt x="351" y="183"/>
                      <a:pt x="297" y="78"/>
                    </a:cubicBezTo>
                    <a:cubicBezTo>
                      <a:pt x="281" y="59"/>
                      <a:pt x="266" y="28"/>
                      <a:pt x="235" y="13"/>
                    </a:cubicBezTo>
                    <a:cubicBezTo>
                      <a:pt x="214" y="4"/>
                      <a:pt x="193" y="1"/>
                      <a:pt x="1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38"/>
              <p:cNvSpPr/>
              <p:nvPr/>
            </p:nvSpPr>
            <p:spPr>
              <a:xfrm>
                <a:off x="4446525" y="3284302"/>
                <a:ext cx="7866" cy="6033"/>
              </a:xfrm>
              <a:custGeom>
                <a:avLst/>
                <a:gdLst/>
                <a:ahLst/>
                <a:cxnLst/>
                <a:rect l="l" t="t" r="r" b="b"/>
                <a:pathLst>
                  <a:path w="279" h="214" extrusionOk="0">
                    <a:moveTo>
                      <a:pt x="134" y="1"/>
                    </a:moveTo>
                    <a:cubicBezTo>
                      <a:pt x="60" y="1"/>
                      <a:pt x="0" y="87"/>
                      <a:pt x="52" y="163"/>
                    </a:cubicBezTo>
                    <a:cubicBezTo>
                      <a:pt x="52" y="178"/>
                      <a:pt x="68" y="194"/>
                      <a:pt x="83" y="194"/>
                    </a:cubicBezTo>
                    <a:cubicBezTo>
                      <a:pt x="103" y="207"/>
                      <a:pt x="124" y="213"/>
                      <a:pt x="143" y="213"/>
                    </a:cubicBezTo>
                    <a:cubicBezTo>
                      <a:pt x="218" y="213"/>
                      <a:pt x="279" y="124"/>
                      <a:pt x="230" y="36"/>
                    </a:cubicBezTo>
                    <a:cubicBezTo>
                      <a:pt x="230" y="36"/>
                      <a:pt x="214" y="20"/>
                      <a:pt x="195" y="20"/>
                    </a:cubicBezTo>
                    <a:cubicBezTo>
                      <a:pt x="175" y="7"/>
                      <a:pt x="154" y="1"/>
                      <a:pt x="13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96" name="Google Shape;1496;p38"/>
            <p:cNvGrpSpPr/>
            <p:nvPr/>
          </p:nvGrpSpPr>
          <p:grpSpPr>
            <a:xfrm>
              <a:off x="5242081" y="856278"/>
              <a:ext cx="640095" cy="2018837"/>
              <a:chOff x="5200568" y="3081850"/>
              <a:chExt cx="243725" cy="768700"/>
            </a:xfrm>
          </p:grpSpPr>
          <p:sp>
            <p:nvSpPr>
              <p:cNvPr id="1497" name="Google Shape;1497;p38"/>
              <p:cNvSpPr/>
              <p:nvPr/>
            </p:nvSpPr>
            <p:spPr>
              <a:xfrm>
                <a:off x="5340967" y="3084979"/>
                <a:ext cx="2312" cy="405972"/>
              </a:xfrm>
              <a:custGeom>
                <a:avLst/>
                <a:gdLst/>
                <a:ahLst/>
                <a:cxnLst/>
                <a:rect l="l" t="t" r="r" b="b"/>
                <a:pathLst>
                  <a:path w="82" h="14400" extrusionOk="0">
                    <a:moveTo>
                      <a:pt x="50" y="1"/>
                    </a:moveTo>
                    <a:cubicBezTo>
                      <a:pt x="20" y="1"/>
                      <a:pt x="0" y="16"/>
                      <a:pt x="0" y="32"/>
                    </a:cubicBezTo>
                    <a:lnTo>
                      <a:pt x="0" y="14368"/>
                    </a:lnTo>
                    <a:cubicBezTo>
                      <a:pt x="0" y="14384"/>
                      <a:pt x="20" y="14399"/>
                      <a:pt x="50" y="14399"/>
                    </a:cubicBezTo>
                    <a:cubicBezTo>
                      <a:pt x="66" y="14399"/>
                      <a:pt x="81" y="14384"/>
                      <a:pt x="81" y="14368"/>
                    </a:cubicBezTo>
                    <a:lnTo>
                      <a:pt x="81" y="32"/>
                    </a:lnTo>
                    <a:cubicBezTo>
                      <a:pt x="81" y="16"/>
                      <a:pt x="66" y="1"/>
                      <a:pt x="5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8" name="Google Shape;1498;p38"/>
              <p:cNvSpPr/>
              <p:nvPr/>
            </p:nvSpPr>
            <p:spPr>
              <a:xfrm>
                <a:off x="5280297" y="3486021"/>
                <a:ext cx="163996" cy="364529"/>
              </a:xfrm>
              <a:custGeom>
                <a:avLst/>
                <a:gdLst/>
                <a:ahLst/>
                <a:cxnLst/>
                <a:rect l="l" t="t" r="r" b="b"/>
                <a:pathLst>
                  <a:path w="5817" h="12930" extrusionOk="0">
                    <a:moveTo>
                      <a:pt x="2249" y="1"/>
                    </a:moveTo>
                    <a:lnTo>
                      <a:pt x="498" y="336"/>
                    </a:lnTo>
                    <a:lnTo>
                      <a:pt x="853" y="2168"/>
                    </a:lnTo>
                    <a:cubicBezTo>
                      <a:pt x="949" y="2604"/>
                      <a:pt x="802" y="3036"/>
                      <a:pt x="467" y="3407"/>
                    </a:cubicBezTo>
                    <a:cubicBezTo>
                      <a:pt x="127" y="3777"/>
                      <a:pt x="0" y="4224"/>
                      <a:pt x="81" y="4645"/>
                    </a:cubicBezTo>
                    <a:lnTo>
                      <a:pt x="1558" y="12324"/>
                    </a:lnTo>
                    <a:cubicBezTo>
                      <a:pt x="1627" y="12679"/>
                      <a:pt x="2003" y="12929"/>
                      <a:pt x="2448" y="12929"/>
                    </a:cubicBezTo>
                    <a:cubicBezTo>
                      <a:pt x="2530" y="12929"/>
                      <a:pt x="2615" y="12921"/>
                      <a:pt x="2700" y="12903"/>
                    </a:cubicBezTo>
                    <a:lnTo>
                      <a:pt x="4872" y="12486"/>
                    </a:lnTo>
                    <a:cubicBezTo>
                      <a:pt x="5431" y="12374"/>
                      <a:pt x="5817" y="11938"/>
                      <a:pt x="5739" y="11522"/>
                    </a:cubicBezTo>
                    <a:lnTo>
                      <a:pt x="4258" y="3839"/>
                    </a:lnTo>
                    <a:cubicBezTo>
                      <a:pt x="4162" y="3422"/>
                      <a:pt x="3873" y="3052"/>
                      <a:pt x="3425" y="2843"/>
                    </a:cubicBezTo>
                    <a:cubicBezTo>
                      <a:pt x="2989" y="2620"/>
                      <a:pt x="2685" y="2265"/>
                      <a:pt x="2604" y="1833"/>
                    </a:cubicBezTo>
                    <a:lnTo>
                      <a:pt x="224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9" name="Google Shape;1499;p38"/>
              <p:cNvSpPr/>
              <p:nvPr/>
            </p:nvSpPr>
            <p:spPr>
              <a:xfrm>
                <a:off x="5272121" y="3291914"/>
                <a:ext cx="88891" cy="372141"/>
              </a:xfrm>
              <a:custGeom>
                <a:avLst/>
                <a:gdLst/>
                <a:ahLst/>
                <a:cxnLst/>
                <a:rect l="l" t="t" r="r" b="b"/>
                <a:pathLst>
                  <a:path w="3153" h="13200" extrusionOk="0">
                    <a:moveTo>
                      <a:pt x="124" y="1"/>
                    </a:moveTo>
                    <a:cubicBezTo>
                      <a:pt x="115" y="1"/>
                      <a:pt x="106" y="2"/>
                      <a:pt x="97" y="5"/>
                    </a:cubicBezTo>
                    <a:cubicBezTo>
                      <a:pt x="32" y="40"/>
                      <a:pt x="1" y="101"/>
                      <a:pt x="16" y="151"/>
                    </a:cubicBezTo>
                    <a:cubicBezTo>
                      <a:pt x="1208" y="3476"/>
                      <a:pt x="2894" y="13007"/>
                      <a:pt x="2909" y="13103"/>
                    </a:cubicBezTo>
                    <a:cubicBezTo>
                      <a:pt x="2924" y="13169"/>
                      <a:pt x="2975" y="13200"/>
                      <a:pt x="3021" y="13200"/>
                    </a:cubicBezTo>
                    <a:lnTo>
                      <a:pt x="3040" y="13200"/>
                    </a:lnTo>
                    <a:cubicBezTo>
                      <a:pt x="3102" y="13184"/>
                      <a:pt x="3152" y="13134"/>
                      <a:pt x="3137" y="13073"/>
                    </a:cubicBezTo>
                    <a:cubicBezTo>
                      <a:pt x="3117" y="12976"/>
                      <a:pt x="1416" y="3414"/>
                      <a:pt x="244" y="86"/>
                    </a:cubicBezTo>
                    <a:cubicBezTo>
                      <a:pt x="215" y="31"/>
                      <a:pt x="168" y="1"/>
                      <a:pt x="12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0" name="Google Shape;1500;p38"/>
              <p:cNvSpPr/>
              <p:nvPr/>
            </p:nvSpPr>
            <p:spPr>
              <a:xfrm>
                <a:off x="5244943" y="3349568"/>
                <a:ext cx="68000" cy="79390"/>
              </a:xfrm>
              <a:custGeom>
                <a:avLst/>
                <a:gdLst/>
                <a:ahLst/>
                <a:cxnLst/>
                <a:rect l="l" t="t" r="r" b="b"/>
                <a:pathLst>
                  <a:path w="2412" h="2816" extrusionOk="0">
                    <a:moveTo>
                      <a:pt x="1" y="0"/>
                    </a:moveTo>
                    <a:lnTo>
                      <a:pt x="1" y="0"/>
                    </a:lnTo>
                    <a:cubicBezTo>
                      <a:pt x="355" y="1963"/>
                      <a:pt x="2411" y="2816"/>
                      <a:pt x="2411" y="2816"/>
                    </a:cubicBezTo>
                    <a:cubicBezTo>
                      <a:pt x="2411" y="2816"/>
                      <a:pt x="1513" y="1096"/>
                      <a:pt x="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1" name="Google Shape;1501;p38"/>
              <p:cNvSpPr/>
              <p:nvPr/>
            </p:nvSpPr>
            <p:spPr>
              <a:xfrm>
                <a:off x="5308348" y="3332822"/>
                <a:ext cx="51677" cy="92020"/>
              </a:xfrm>
              <a:custGeom>
                <a:avLst/>
                <a:gdLst/>
                <a:ahLst/>
                <a:cxnLst/>
                <a:rect l="l" t="t" r="r" b="b"/>
                <a:pathLst>
                  <a:path w="1833" h="3264" extrusionOk="0">
                    <a:moveTo>
                      <a:pt x="1786" y="0"/>
                    </a:moveTo>
                    <a:lnTo>
                      <a:pt x="1786" y="0"/>
                    </a:lnTo>
                    <a:cubicBezTo>
                      <a:pt x="517" y="1385"/>
                      <a:pt x="0" y="3263"/>
                      <a:pt x="0" y="3263"/>
                    </a:cubicBezTo>
                    <a:cubicBezTo>
                      <a:pt x="0" y="3263"/>
                      <a:pt x="1832" y="1994"/>
                      <a:pt x="17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2" name="Google Shape;1502;p38"/>
              <p:cNvSpPr/>
              <p:nvPr/>
            </p:nvSpPr>
            <p:spPr>
              <a:xfrm>
                <a:off x="5315199" y="3380890"/>
                <a:ext cx="87453" cy="78403"/>
              </a:xfrm>
              <a:custGeom>
                <a:avLst/>
                <a:gdLst/>
                <a:ahLst/>
                <a:cxnLst/>
                <a:rect l="l" t="t" r="r" b="b"/>
                <a:pathLst>
                  <a:path w="3102" h="2781" extrusionOk="0">
                    <a:moveTo>
                      <a:pt x="3101" y="0"/>
                    </a:moveTo>
                    <a:lnTo>
                      <a:pt x="3101" y="0"/>
                    </a:lnTo>
                    <a:cubicBezTo>
                      <a:pt x="1254" y="995"/>
                      <a:pt x="0" y="2781"/>
                      <a:pt x="0" y="2781"/>
                    </a:cubicBezTo>
                    <a:cubicBezTo>
                      <a:pt x="0" y="2781"/>
                      <a:pt x="2411" y="2137"/>
                      <a:pt x="31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1503;p38"/>
              <p:cNvSpPr/>
              <p:nvPr/>
            </p:nvSpPr>
            <p:spPr>
              <a:xfrm>
                <a:off x="5321063" y="3380890"/>
                <a:ext cx="81589" cy="76571"/>
              </a:xfrm>
              <a:custGeom>
                <a:avLst/>
                <a:gdLst/>
                <a:ahLst/>
                <a:cxnLst/>
                <a:rect l="l" t="t" r="r" b="b"/>
                <a:pathLst>
                  <a:path w="2894" h="2716" extrusionOk="0">
                    <a:moveTo>
                      <a:pt x="2893" y="0"/>
                    </a:moveTo>
                    <a:lnTo>
                      <a:pt x="1" y="2715"/>
                    </a:lnTo>
                    <a:cubicBezTo>
                      <a:pt x="2523" y="1878"/>
                      <a:pt x="2893" y="0"/>
                      <a:pt x="289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38"/>
              <p:cNvSpPr/>
              <p:nvPr/>
            </p:nvSpPr>
            <p:spPr>
              <a:xfrm>
                <a:off x="5212747" y="3431101"/>
                <a:ext cx="110204" cy="40964"/>
              </a:xfrm>
              <a:custGeom>
                <a:avLst/>
                <a:gdLst/>
                <a:ahLst/>
                <a:cxnLst/>
                <a:rect l="l" t="t" r="r" b="b"/>
                <a:pathLst>
                  <a:path w="3909" h="1453" extrusionOk="0">
                    <a:moveTo>
                      <a:pt x="1" y="1"/>
                    </a:moveTo>
                    <a:cubicBezTo>
                      <a:pt x="1049" y="1286"/>
                      <a:pt x="2686" y="1453"/>
                      <a:pt x="3466" y="1453"/>
                    </a:cubicBezTo>
                    <a:cubicBezTo>
                      <a:pt x="3740" y="1453"/>
                      <a:pt x="3908" y="1432"/>
                      <a:pt x="3908" y="1432"/>
                    </a:cubicBezTo>
                    <a:cubicBezTo>
                      <a:pt x="3908" y="1432"/>
                      <a:pt x="2076" y="244"/>
                      <a:pt x="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38"/>
              <p:cNvSpPr/>
              <p:nvPr/>
            </p:nvSpPr>
            <p:spPr>
              <a:xfrm>
                <a:off x="5212747" y="3431101"/>
                <a:ext cx="105186" cy="41781"/>
              </a:xfrm>
              <a:custGeom>
                <a:avLst/>
                <a:gdLst/>
                <a:ahLst/>
                <a:cxnLst/>
                <a:rect l="l" t="t" r="r" b="b"/>
                <a:pathLst>
                  <a:path w="3731" h="1482" extrusionOk="0">
                    <a:moveTo>
                      <a:pt x="1" y="1"/>
                    </a:moveTo>
                    <a:cubicBezTo>
                      <a:pt x="995" y="1325"/>
                      <a:pt x="2642" y="1482"/>
                      <a:pt x="3368" y="1482"/>
                    </a:cubicBezTo>
                    <a:cubicBezTo>
                      <a:pt x="3594" y="1482"/>
                      <a:pt x="3731" y="1467"/>
                      <a:pt x="3731" y="1467"/>
                    </a:cubicBez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1506;p38"/>
              <p:cNvSpPr/>
              <p:nvPr/>
            </p:nvSpPr>
            <p:spPr>
              <a:xfrm>
                <a:off x="5200568" y="3223631"/>
                <a:ext cx="114659" cy="72567"/>
              </a:xfrm>
              <a:custGeom>
                <a:avLst/>
                <a:gdLst/>
                <a:ahLst/>
                <a:cxnLst/>
                <a:rect l="l" t="t" r="r" b="b"/>
                <a:pathLst>
                  <a:path w="4067" h="2574" extrusionOk="0">
                    <a:moveTo>
                      <a:pt x="2747" y="1"/>
                    </a:moveTo>
                    <a:cubicBezTo>
                      <a:pt x="1991" y="1015"/>
                      <a:pt x="1929" y="1015"/>
                      <a:pt x="1929" y="1015"/>
                    </a:cubicBezTo>
                    <a:lnTo>
                      <a:pt x="738" y="660"/>
                    </a:lnTo>
                    <a:cubicBezTo>
                      <a:pt x="738" y="660"/>
                      <a:pt x="1" y="1736"/>
                      <a:pt x="722" y="2573"/>
                    </a:cubicBezTo>
                    <a:lnTo>
                      <a:pt x="4066" y="1031"/>
                    </a:lnTo>
                    <a:cubicBezTo>
                      <a:pt x="3970" y="1015"/>
                      <a:pt x="3727" y="163"/>
                      <a:pt x="274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1507;p38"/>
              <p:cNvSpPr/>
              <p:nvPr/>
            </p:nvSpPr>
            <p:spPr>
              <a:xfrm>
                <a:off x="5214608" y="3242379"/>
                <a:ext cx="108767" cy="74005"/>
              </a:xfrm>
              <a:custGeom>
                <a:avLst/>
                <a:gdLst/>
                <a:ahLst/>
                <a:cxnLst/>
                <a:rect l="l" t="t" r="r" b="b"/>
                <a:pathLst>
                  <a:path w="3858" h="2625" extrusionOk="0">
                    <a:moveTo>
                      <a:pt x="2406" y="0"/>
                    </a:moveTo>
                    <a:cubicBezTo>
                      <a:pt x="2135" y="0"/>
                      <a:pt x="1844" y="56"/>
                      <a:pt x="1559" y="173"/>
                    </a:cubicBezTo>
                    <a:cubicBezTo>
                      <a:pt x="691" y="524"/>
                      <a:pt x="0" y="1361"/>
                      <a:pt x="259" y="1989"/>
                    </a:cubicBezTo>
                    <a:cubicBezTo>
                      <a:pt x="426" y="2400"/>
                      <a:pt x="971" y="2624"/>
                      <a:pt x="1571" y="2624"/>
                    </a:cubicBezTo>
                    <a:cubicBezTo>
                      <a:pt x="1883" y="2624"/>
                      <a:pt x="2210" y="2564"/>
                      <a:pt x="2508" y="2437"/>
                    </a:cubicBezTo>
                    <a:cubicBezTo>
                      <a:pt x="3375" y="2086"/>
                      <a:pt x="3858" y="1280"/>
                      <a:pt x="3599" y="655"/>
                    </a:cubicBezTo>
                    <a:cubicBezTo>
                      <a:pt x="3428" y="233"/>
                      <a:pt x="2958" y="0"/>
                      <a:pt x="24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8" name="Google Shape;1508;p38"/>
              <p:cNvSpPr/>
              <p:nvPr/>
            </p:nvSpPr>
            <p:spPr>
              <a:xfrm>
                <a:off x="5201893" y="3230482"/>
                <a:ext cx="134647" cy="102846"/>
              </a:xfrm>
              <a:custGeom>
                <a:avLst/>
                <a:gdLst/>
                <a:ahLst/>
                <a:cxnLst/>
                <a:rect l="l" t="t" r="r" b="b"/>
                <a:pathLst>
                  <a:path w="4776" h="3648" extrusionOk="0">
                    <a:moveTo>
                      <a:pt x="4004" y="1"/>
                    </a:moveTo>
                    <a:lnTo>
                      <a:pt x="4004" y="1"/>
                    </a:lnTo>
                    <a:cubicBezTo>
                      <a:pt x="3568" y="240"/>
                      <a:pt x="3198" y="980"/>
                      <a:pt x="3198" y="980"/>
                    </a:cubicBezTo>
                    <a:cubicBezTo>
                      <a:pt x="3198" y="980"/>
                      <a:pt x="2653" y="291"/>
                      <a:pt x="2072" y="291"/>
                    </a:cubicBezTo>
                    <a:cubicBezTo>
                      <a:pt x="1977" y="291"/>
                      <a:pt x="1881" y="309"/>
                      <a:pt x="1786" y="352"/>
                    </a:cubicBezTo>
                    <a:cubicBezTo>
                      <a:pt x="1111" y="676"/>
                      <a:pt x="1223" y="1833"/>
                      <a:pt x="1223" y="1833"/>
                    </a:cubicBezTo>
                    <a:cubicBezTo>
                      <a:pt x="1223" y="1833"/>
                      <a:pt x="935" y="1621"/>
                      <a:pt x="462" y="1621"/>
                    </a:cubicBezTo>
                    <a:cubicBezTo>
                      <a:pt x="323" y="1621"/>
                      <a:pt x="168" y="1639"/>
                      <a:pt x="0" y="1686"/>
                    </a:cubicBezTo>
                    <a:cubicBezTo>
                      <a:pt x="54" y="2694"/>
                      <a:pt x="1116" y="3648"/>
                      <a:pt x="2273" y="3648"/>
                    </a:cubicBezTo>
                    <a:cubicBezTo>
                      <a:pt x="2537" y="3648"/>
                      <a:pt x="2807" y="3598"/>
                      <a:pt x="3070" y="3487"/>
                    </a:cubicBezTo>
                    <a:cubicBezTo>
                      <a:pt x="4725" y="2812"/>
                      <a:pt x="4775" y="722"/>
                      <a:pt x="400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9" name="Google Shape;1509;p38"/>
              <p:cNvSpPr/>
              <p:nvPr/>
            </p:nvSpPr>
            <p:spPr>
              <a:xfrm>
                <a:off x="5296169" y="3495494"/>
                <a:ext cx="51226" cy="18184"/>
              </a:xfrm>
              <a:custGeom>
                <a:avLst/>
                <a:gdLst/>
                <a:ahLst/>
                <a:cxnLst/>
                <a:rect l="l" t="t" r="r" b="b"/>
                <a:pathLst>
                  <a:path w="1817" h="645" extrusionOk="0">
                    <a:moveTo>
                      <a:pt x="0" y="340"/>
                    </a:moveTo>
                    <a:lnTo>
                      <a:pt x="0" y="340"/>
                    </a:lnTo>
                    <a:lnTo>
                      <a:pt x="66" y="644"/>
                    </a:lnTo>
                    <a:close/>
                    <a:moveTo>
                      <a:pt x="1751" y="0"/>
                    </a:moveTo>
                    <a:lnTo>
                      <a:pt x="1751" y="0"/>
                    </a:lnTo>
                    <a:lnTo>
                      <a:pt x="1817" y="305"/>
                    </a:lnTo>
                    <a:lnTo>
                      <a:pt x="1817" y="305"/>
                    </a:lnTo>
                    <a:close/>
                  </a:path>
                </a:pathLst>
              </a:custGeom>
              <a:solidFill>
                <a:srgbClr val="D0D6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1510;p38"/>
              <p:cNvSpPr/>
              <p:nvPr/>
            </p:nvSpPr>
            <p:spPr>
              <a:xfrm>
                <a:off x="5296169" y="3495494"/>
                <a:ext cx="51226" cy="18184"/>
              </a:xfrm>
              <a:custGeom>
                <a:avLst/>
                <a:gdLst/>
                <a:ahLst/>
                <a:cxnLst/>
                <a:rect l="l" t="t" r="r" b="b"/>
                <a:pathLst>
                  <a:path w="1817" h="645" extrusionOk="0">
                    <a:moveTo>
                      <a:pt x="1751" y="0"/>
                    </a:moveTo>
                    <a:lnTo>
                      <a:pt x="1173" y="112"/>
                    </a:lnTo>
                    <a:cubicBezTo>
                      <a:pt x="1188" y="209"/>
                      <a:pt x="1223" y="305"/>
                      <a:pt x="1238" y="417"/>
                    </a:cubicBezTo>
                    <a:lnTo>
                      <a:pt x="1817" y="305"/>
                    </a:lnTo>
                    <a:lnTo>
                      <a:pt x="1751" y="0"/>
                    </a:lnTo>
                    <a:close/>
                    <a:moveTo>
                      <a:pt x="949" y="162"/>
                    </a:moveTo>
                    <a:lnTo>
                      <a:pt x="0" y="340"/>
                    </a:lnTo>
                    <a:lnTo>
                      <a:pt x="66" y="644"/>
                    </a:lnTo>
                    <a:lnTo>
                      <a:pt x="1011" y="452"/>
                    </a:lnTo>
                    <a:cubicBezTo>
                      <a:pt x="995" y="355"/>
                      <a:pt x="980" y="259"/>
                      <a:pt x="949" y="162"/>
                    </a:cubicBezTo>
                    <a:close/>
                  </a:path>
                </a:pathLst>
              </a:custGeom>
              <a:solidFill>
                <a:schemeClr val="accent3">
                  <a:alpha val="316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511;p38"/>
              <p:cNvSpPr/>
              <p:nvPr/>
            </p:nvSpPr>
            <p:spPr>
              <a:xfrm>
                <a:off x="5322924" y="3498651"/>
                <a:ext cx="8176" cy="9585"/>
              </a:xfrm>
              <a:custGeom>
                <a:avLst/>
                <a:gdLst/>
                <a:ahLst/>
                <a:cxnLst/>
                <a:rect l="l" t="t" r="r" b="b"/>
                <a:pathLst>
                  <a:path w="290" h="340" extrusionOk="0">
                    <a:moveTo>
                      <a:pt x="224" y="0"/>
                    </a:moveTo>
                    <a:lnTo>
                      <a:pt x="0" y="50"/>
                    </a:lnTo>
                    <a:cubicBezTo>
                      <a:pt x="31" y="147"/>
                      <a:pt x="46" y="243"/>
                      <a:pt x="62" y="340"/>
                    </a:cubicBezTo>
                    <a:lnTo>
                      <a:pt x="289" y="305"/>
                    </a:lnTo>
                    <a:cubicBezTo>
                      <a:pt x="274" y="193"/>
                      <a:pt x="239" y="97"/>
                      <a:pt x="224" y="0"/>
                    </a:cubicBezTo>
                    <a:close/>
                  </a:path>
                </a:pathLst>
              </a:custGeom>
              <a:solidFill>
                <a:srgbClr val="86AC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2" name="Google Shape;1512;p38"/>
              <p:cNvSpPr/>
              <p:nvPr/>
            </p:nvSpPr>
            <p:spPr>
              <a:xfrm>
                <a:off x="5302033" y="3625547"/>
                <a:ext cx="126923" cy="209611"/>
              </a:xfrm>
              <a:custGeom>
                <a:avLst/>
                <a:gdLst/>
                <a:ahLst/>
                <a:cxnLst/>
                <a:rect l="l" t="t" r="r" b="b"/>
                <a:pathLst>
                  <a:path w="4502" h="7435" extrusionOk="0">
                    <a:moveTo>
                      <a:pt x="3198" y="0"/>
                    </a:moveTo>
                    <a:lnTo>
                      <a:pt x="1" y="610"/>
                    </a:lnTo>
                    <a:lnTo>
                      <a:pt x="1269" y="7136"/>
                    </a:lnTo>
                    <a:cubicBezTo>
                      <a:pt x="1299" y="7315"/>
                      <a:pt x="1447" y="7435"/>
                      <a:pt x="1610" y="7435"/>
                    </a:cubicBezTo>
                    <a:cubicBezTo>
                      <a:pt x="1637" y="7435"/>
                      <a:pt x="1663" y="7432"/>
                      <a:pt x="1690" y="7425"/>
                    </a:cubicBezTo>
                    <a:lnTo>
                      <a:pt x="4162" y="6959"/>
                    </a:lnTo>
                    <a:cubicBezTo>
                      <a:pt x="4355" y="6912"/>
                      <a:pt x="4502" y="6719"/>
                      <a:pt x="4452" y="6527"/>
                    </a:cubicBezTo>
                    <a:lnTo>
                      <a:pt x="319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3" name="Google Shape;1513;p38"/>
              <p:cNvSpPr/>
              <p:nvPr/>
            </p:nvSpPr>
            <p:spPr>
              <a:xfrm>
                <a:off x="5306178" y="3610013"/>
                <a:ext cx="37524" cy="156919"/>
              </a:xfrm>
              <a:custGeom>
                <a:avLst/>
                <a:gdLst/>
                <a:ahLst/>
                <a:cxnLst/>
                <a:rect l="l" t="t" r="r" b="b"/>
                <a:pathLst>
                  <a:path w="1331" h="5566" extrusionOk="0">
                    <a:moveTo>
                      <a:pt x="157" y="1"/>
                    </a:moveTo>
                    <a:cubicBezTo>
                      <a:pt x="147" y="1"/>
                      <a:pt x="137" y="2"/>
                      <a:pt x="127" y="4"/>
                    </a:cubicBezTo>
                    <a:cubicBezTo>
                      <a:pt x="46" y="19"/>
                      <a:pt x="0" y="100"/>
                      <a:pt x="16" y="181"/>
                    </a:cubicBezTo>
                    <a:lnTo>
                      <a:pt x="1026" y="5454"/>
                    </a:lnTo>
                    <a:cubicBezTo>
                      <a:pt x="1041" y="5515"/>
                      <a:pt x="1092" y="5566"/>
                      <a:pt x="1173" y="5566"/>
                    </a:cubicBezTo>
                    <a:lnTo>
                      <a:pt x="1203" y="5566"/>
                    </a:lnTo>
                    <a:cubicBezTo>
                      <a:pt x="1284" y="5550"/>
                      <a:pt x="1331" y="5469"/>
                      <a:pt x="1315" y="5388"/>
                    </a:cubicBezTo>
                    <a:lnTo>
                      <a:pt x="305" y="116"/>
                    </a:lnTo>
                    <a:cubicBezTo>
                      <a:pt x="291" y="48"/>
                      <a:pt x="227" y="1"/>
                      <a:pt x="1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4" name="Google Shape;1514;p38"/>
              <p:cNvSpPr/>
              <p:nvPr/>
            </p:nvSpPr>
            <p:spPr>
              <a:xfrm>
                <a:off x="5332369" y="3799524"/>
                <a:ext cx="5469" cy="27206"/>
              </a:xfrm>
              <a:custGeom>
                <a:avLst/>
                <a:gdLst/>
                <a:ahLst/>
                <a:cxnLst/>
                <a:rect l="l" t="t" r="r" b="b"/>
                <a:pathLst>
                  <a:path w="194" h="965" extrusionOk="0">
                    <a:moveTo>
                      <a:pt x="1" y="1"/>
                    </a:moveTo>
                    <a:lnTo>
                      <a:pt x="193" y="965"/>
                    </a:lnTo>
                    <a:lnTo>
                      <a:pt x="1" y="1"/>
                    </a:lnTo>
                    <a:close/>
                  </a:path>
                </a:pathLst>
              </a:custGeom>
              <a:solidFill>
                <a:srgbClr val="B2C5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5" name="Google Shape;1515;p38"/>
              <p:cNvSpPr/>
              <p:nvPr/>
            </p:nvSpPr>
            <p:spPr>
              <a:xfrm>
                <a:off x="5332369" y="3796367"/>
                <a:ext cx="95601" cy="38962"/>
              </a:xfrm>
              <a:custGeom>
                <a:avLst/>
                <a:gdLst/>
                <a:ahLst/>
                <a:cxnLst/>
                <a:rect l="l" t="t" r="r" b="b"/>
                <a:pathLst>
                  <a:path w="3391" h="1382" extrusionOk="0">
                    <a:moveTo>
                      <a:pt x="3279" y="1"/>
                    </a:moveTo>
                    <a:cubicBezTo>
                      <a:pt x="2701" y="225"/>
                      <a:pt x="2107" y="306"/>
                      <a:pt x="1559" y="306"/>
                    </a:cubicBezTo>
                    <a:cubicBezTo>
                      <a:pt x="965" y="306"/>
                      <a:pt x="436" y="209"/>
                      <a:pt x="1" y="113"/>
                    </a:cubicBezTo>
                    <a:lnTo>
                      <a:pt x="1" y="113"/>
                    </a:lnTo>
                    <a:lnTo>
                      <a:pt x="193" y="1077"/>
                    </a:lnTo>
                    <a:cubicBezTo>
                      <a:pt x="228" y="1254"/>
                      <a:pt x="371" y="1382"/>
                      <a:pt x="548" y="1382"/>
                    </a:cubicBezTo>
                    <a:cubicBezTo>
                      <a:pt x="564" y="1382"/>
                      <a:pt x="595" y="1382"/>
                      <a:pt x="614" y="1366"/>
                    </a:cubicBezTo>
                    <a:lnTo>
                      <a:pt x="3086" y="900"/>
                    </a:lnTo>
                    <a:cubicBezTo>
                      <a:pt x="3264" y="869"/>
                      <a:pt x="3391" y="707"/>
                      <a:pt x="3391" y="529"/>
                    </a:cubicBezTo>
                    <a:cubicBezTo>
                      <a:pt x="3391" y="514"/>
                      <a:pt x="3376" y="498"/>
                      <a:pt x="3376" y="468"/>
                    </a:cubicBezTo>
                    <a:lnTo>
                      <a:pt x="327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6" name="Google Shape;1516;p38"/>
              <p:cNvSpPr/>
              <p:nvPr/>
            </p:nvSpPr>
            <p:spPr>
              <a:xfrm>
                <a:off x="5388162" y="3775504"/>
                <a:ext cx="14040" cy="10882"/>
              </a:xfrm>
              <a:custGeom>
                <a:avLst/>
                <a:gdLst/>
                <a:ahLst/>
                <a:cxnLst/>
                <a:rect l="l" t="t" r="r" b="b"/>
                <a:pathLst>
                  <a:path w="498" h="386" extrusionOk="0">
                    <a:moveTo>
                      <a:pt x="255" y="0"/>
                    </a:moveTo>
                    <a:cubicBezTo>
                      <a:pt x="97" y="0"/>
                      <a:pt x="0" y="178"/>
                      <a:pt x="97" y="320"/>
                    </a:cubicBezTo>
                    <a:cubicBezTo>
                      <a:pt x="128" y="340"/>
                      <a:pt x="158" y="371"/>
                      <a:pt x="193" y="371"/>
                    </a:cubicBezTo>
                    <a:cubicBezTo>
                      <a:pt x="209" y="386"/>
                      <a:pt x="224" y="386"/>
                      <a:pt x="239" y="386"/>
                    </a:cubicBezTo>
                    <a:cubicBezTo>
                      <a:pt x="401" y="386"/>
                      <a:pt x="498" y="209"/>
                      <a:pt x="401" y="66"/>
                    </a:cubicBezTo>
                    <a:cubicBezTo>
                      <a:pt x="371" y="50"/>
                      <a:pt x="336" y="16"/>
                      <a:pt x="305" y="16"/>
                    </a:cubicBezTo>
                    <a:cubicBezTo>
                      <a:pt x="290" y="0"/>
                      <a:pt x="274" y="0"/>
                      <a:pt x="2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7" name="Google Shape;1517;p38"/>
              <p:cNvSpPr/>
              <p:nvPr/>
            </p:nvSpPr>
            <p:spPr>
              <a:xfrm>
                <a:off x="5337810" y="3688078"/>
                <a:ext cx="14068" cy="10882"/>
              </a:xfrm>
              <a:custGeom>
                <a:avLst/>
                <a:gdLst/>
                <a:ahLst/>
                <a:cxnLst/>
                <a:rect l="l" t="t" r="r" b="b"/>
                <a:pathLst>
                  <a:path w="499" h="386" extrusionOk="0">
                    <a:moveTo>
                      <a:pt x="259" y="0"/>
                    </a:moveTo>
                    <a:cubicBezTo>
                      <a:pt x="97" y="0"/>
                      <a:pt x="0" y="178"/>
                      <a:pt x="97" y="320"/>
                    </a:cubicBezTo>
                    <a:cubicBezTo>
                      <a:pt x="132" y="336"/>
                      <a:pt x="162" y="370"/>
                      <a:pt x="193" y="370"/>
                    </a:cubicBezTo>
                    <a:cubicBezTo>
                      <a:pt x="209" y="386"/>
                      <a:pt x="228" y="386"/>
                      <a:pt x="243" y="386"/>
                    </a:cubicBezTo>
                    <a:cubicBezTo>
                      <a:pt x="402" y="386"/>
                      <a:pt x="498" y="208"/>
                      <a:pt x="402" y="66"/>
                    </a:cubicBezTo>
                    <a:cubicBezTo>
                      <a:pt x="371" y="46"/>
                      <a:pt x="340" y="16"/>
                      <a:pt x="305" y="16"/>
                    </a:cubicBezTo>
                    <a:cubicBezTo>
                      <a:pt x="290" y="0"/>
                      <a:pt x="274" y="0"/>
                      <a:pt x="25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8" name="Google Shape;1518;p38"/>
              <p:cNvSpPr/>
              <p:nvPr/>
            </p:nvSpPr>
            <p:spPr>
              <a:xfrm>
                <a:off x="5348692" y="3764622"/>
                <a:ext cx="35804" cy="27206"/>
              </a:xfrm>
              <a:custGeom>
                <a:avLst/>
                <a:gdLst/>
                <a:ahLst/>
                <a:cxnLst/>
                <a:rect l="l" t="t" r="r" b="b"/>
                <a:pathLst>
                  <a:path w="1270" h="965" extrusionOk="0">
                    <a:moveTo>
                      <a:pt x="644" y="1"/>
                    </a:moveTo>
                    <a:cubicBezTo>
                      <a:pt x="243" y="1"/>
                      <a:pt x="0" y="436"/>
                      <a:pt x="259" y="787"/>
                    </a:cubicBezTo>
                    <a:cubicBezTo>
                      <a:pt x="324" y="868"/>
                      <a:pt x="401" y="919"/>
                      <a:pt x="482" y="934"/>
                    </a:cubicBezTo>
                    <a:cubicBezTo>
                      <a:pt x="532" y="949"/>
                      <a:pt x="579" y="965"/>
                      <a:pt x="629" y="965"/>
                    </a:cubicBezTo>
                    <a:cubicBezTo>
                      <a:pt x="1030" y="965"/>
                      <a:pt x="1269" y="514"/>
                      <a:pt x="1015" y="163"/>
                    </a:cubicBezTo>
                    <a:cubicBezTo>
                      <a:pt x="949" y="97"/>
                      <a:pt x="868" y="31"/>
                      <a:pt x="787" y="16"/>
                    </a:cubicBezTo>
                    <a:cubicBezTo>
                      <a:pt x="741" y="1"/>
                      <a:pt x="691" y="1"/>
                      <a:pt x="6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9" name="Google Shape;1519;p38"/>
              <p:cNvSpPr/>
              <p:nvPr/>
            </p:nvSpPr>
            <p:spPr>
              <a:xfrm>
                <a:off x="5364114" y="3728422"/>
                <a:ext cx="40823" cy="31237"/>
              </a:xfrm>
              <a:custGeom>
                <a:avLst/>
                <a:gdLst/>
                <a:ahLst/>
                <a:cxnLst/>
                <a:rect l="l" t="t" r="r" b="b"/>
                <a:pathLst>
                  <a:path w="1448" h="1108" extrusionOk="0">
                    <a:moveTo>
                      <a:pt x="722" y="0"/>
                    </a:moveTo>
                    <a:cubicBezTo>
                      <a:pt x="275" y="0"/>
                      <a:pt x="1" y="513"/>
                      <a:pt x="306" y="914"/>
                    </a:cubicBezTo>
                    <a:cubicBezTo>
                      <a:pt x="371" y="995"/>
                      <a:pt x="452" y="1045"/>
                      <a:pt x="549" y="1076"/>
                    </a:cubicBezTo>
                    <a:cubicBezTo>
                      <a:pt x="610" y="1092"/>
                      <a:pt x="660" y="1107"/>
                      <a:pt x="722" y="1107"/>
                    </a:cubicBezTo>
                    <a:cubicBezTo>
                      <a:pt x="1173" y="1107"/>
                      <a:pt x="1447" y="594"/>
                      <a:pt x="1143" y="193"/>
                    </a:cubicBezTo>
                    <a:cubicBezTo>
                      <a:pt x="1077" y="112"/>
                      <a:pt x="996" y="46"/>
                      <a:pt x="900" y="31"/>
                    </a:cubicBezTo>
                    <a:cubicBezTo>
                      <a:pt x="838" y="16"/>
                      <a:pt x="788" y="0"/>
                      <a:pt x="7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0" name="Google Shape;1520;p38"/>
              <p:cNvSpPr/>
              <p:nvPr/>
            </p:nvSpPr>
            <p:spPr>
              <a:xfrm>
                <a:off x="5283426" y="3475308"/>
                <a:ext cx="71694" cy="30786"/>
              </a:xfrm>
              <a:custGeom>
                <a:avLst/>
                <a:gdLst/>
                <a:ahLst/>
                <a:cxnLst/>
                <a:rect l="l" t="t" r="r" b="b"/>
                <a:pathLst>
                  <a:path w="2543" h="1092" extrusionOk="0">
                    <a:moveTo>
                      <a:pt x="2126" y="1"/>
                    </a:moveTo>
                    <a:cubicBezTo>
                      <a:pt x="2098" y="1"/>
                      <a:pt x="2070" y="4"/>
                      <a:pt x="2041" y="11"/>
                    </a:cubicBezTo>
                    <a:lnTo>
                      <a:pt x="340" y="331"/>
                    </a:lnTo>
                    <a:cubicBezTo>
                      <a:pt x="132" y="381"/>
                      <a:pt x="1" y="574"/>
                      <a:pt x="36" y="782"/>
                    </a:cubicBezTo>
                    <a:cubicBezTo>
                      <a:pt x="77" y="969"/>
                      <a:pt x="238" y="1091"/>
                      <a:pt x="421" y="1091"/>
                    </a:cubicBezTo>
                    <a:cubicBezTo>
                      <a:pt x="442" y="1091"/>
                      <a:pt x="462" y="1090"/>
                      <a:pt x="483" y="1087"/>
                    </a:cubicBezTo>
                    <a:lnTo>
                      <a:pt x="2188" y="747"/>
                    </a:lnTo>
                    <a:cubicBezTo>
                      <a:pt x="2396" y="716"/>
                      <a:pt x="2543" y="508"/>
                      <a:pt x="2493" y="315"/>
                    </a:cubicBezTo>
                    <a:cubicBezTo>
                      <a:pt x="2466" y="135"/>
                      <a:pt x="2306" y="1"/>
                      <a:pt x="212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1" name="Google Shape;1521;p38"/>
              <p:cNvSpPr/>
              <p:nvPr/>
            </p:nvSpPr>
            <p:spPr>
              <a:xfrm>
                <a:off x="5295718" y="3495494"/>
                <a:ext cx="50718" cy="11333"/>
              </a:xfrm>
              <a:custGeom>
                <a:avLst/>
                <a:gdLst/>
                <a:ahLst/>
                <a:cxnLst/>
                <a:rect l="l" t="t" r="r" b="b"/>
                <a:pathLst>
                  <a:path w="1799" h="402" extrusionOk="0">
                    <a:moveTo>
                      <a:pt x="1752" y="0"/>
                    </a:moveTo>
                    <a:lnTo>
                      <a:pt x="47" y="320"/>
                    </a:lnTo>
                    <a:cubicBezTo>
                      <a:pt x="16" y="340"/>
                      <a:pt x="1" y="355"/>
                      <a:pt x="16" y="371"/>
                    </a:cubicBezTo>
                    <a:cubicBezTo>
                      <a:pt x="16" y="386"/>
                      <a:pt x="32" y="401"/>
                      <a:pt x="47" y="401"/>
                    </a:cubicBezTo>
                    <a:lnTo>
                      <a:pt x="1767" y="81"/>
                    </a:lnTo>
                    <a:cubicBezTo>
                      <a:pt x="1783" y="66"/>
                      <a:pt x="1798" y="50"/>
                      <a:pt x="1798" y="31"/>
                    </a:cubicBezTo>
                    <a:cubicBezTo>
                      <a:pt x="1783" y="16"/>
                      <a:pt x="1767" y="0"/>
                      <a:pt x="17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2" name="Google Shape;1522;p38"/>
              <p:cNvSpPr/>
              <p:nvPr/>
            </p:nvSpPr>
            <p:spPr>
              <a:xfrm>
                <a:off x="5331495" y="3081850"/>
                <a:ext cx="2312" cy="32196"/>
              </a:xfrm>
              <a:custGeom>
                <a:avLst/>
                <a:gdLst/>
                <a:ahLst/>
                <a:cxnLst/>
                <a:rect l="l" t="t" r="r" b="b"/>
                <a:pathLst>
                  <a:path w="82" h="1142" extrusionOk="0">
                    <a:moveTo>
                      <a:pt x="32" y="0"/>
                    </a:moveTo>
                    <a:cubicBezTo>
                      <a:pt x="16" y="0"/>
                      <a:pt x="1" y="16"/>
                      <a:pt x="1" y="31"/>
                    </a:cubicBezTo>
                    <a:lnTo>
                      <a:pt x="1" y="1092"/>
                    </a:lnTo>
                    <a:cubicBezTo>
                      <a:pt x="1" y="1126"/>
                      <a:pt x="16" y="1142"/>
                      <a:pt x="32" y="1142"/>
                    </a:cubicBezTo>
                    <a:cubicBezTo>
                      <a:pt x="66" y="1142"/>
                      <a:pt x="82" y="1126"/>
                      <a:pt x="82" y="1092"/>
                    </a:cubicBezTo>
                    <a:lnTo>
                      <a:pt x="82" y="31"/>
                    </a:lnTo>
                    <a:cubicBezTo>
                      <a:pt x="82" y="16"/>
                      <a:pt x="66" y="0"/>
                      <a:pt x="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23" name="Google Shape;1523;p38"/>
            <p:cNvGrpSpPr/>
            <p:nvPr/>
          </p:nvGrpSpPr>
          <p:grpSpPr>
            <a:xfrm>
              <a:off x="4937791" y="1003446"/>
              <a:ext cx="272474" cy="2106289"/>
              <a:chOff x="4538574" y="3056505"/>
              <a:chExt cx="103748" cy="801999"/>
            </a:xfrm>
          </p:grpSpPr>
          <p:sp>
            <p:nvSpPr>
              <p:cNvPr id="1524" name="Google Shape;1524;p38"/>
              <p:cNvSpPr/>
              <p:nvPr/>
            </p:nvSpPr>
            <p:spPr>
              <a:xfrm>
                <a:off x="4603389" y="3056505"/>
                <a:ext cx="1861" cy="759365"/>
              </a:xfrm>
              <a:custGeom>
                <a:avLst/>
                <a:gdLst/>
                <a:ahLst/>
                <a:cxnLst/>
                <a:rect l="l" t="t" r="r" b="b"/>
                <a:pathLst>
                  <a:path w="66" h="26935" extrusionOk="0">
                    <a:moveTo>
                      <a:pt x="31" y="0"/>
                    </a:moveTo>
                    <a:cubicBezTo>
                      <a:pt x="15" y="0"/>
                      <a:pt x="0" y="16"/>
                      <a:pt x="0" y="31"/>
                    </a:cubicBezTo>
                    <a:lnTo>
                      <a:pt x="0" y="26903"/>
                    </a:lnTo>
                    <a:cubicBezTo>
                      <a:pt x="0" y="26919"/>
                      <a:pt x="15" y="26934"/>
                      <a:pt x="31" y="26934"/>
                    </a:cubicBezTo>
                    <a:cubicBezTo>
                      <a:pt x="50" y="26934"/>
                      <a:pt x="66" y="26919"/>
                      <a:pt x="66" y="26903"/>
                    </a:cubicBezTo>
                    <a:lnTo>
                      <a:pt x="66" y="31"/>
                    </a:lnTo>
                    <a:cubicBezTo>
                      <a:pt x="66" y="16"/>
                      <a:pt x="50" y="0"/>
                      <a:pt x="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5" name="Google Shape;1525;p38"/>
              <p:cNvSpPr/>
              <p:nvPr/>
            </p:nvSpPr>
            <p:spPr>
              <a:xfrm>
                <a:off x="4544494" y="3738656"/>
                <a:ext cx="91569" cy="73244"/>
              </a:xfrm>
              <a:custGeom>
                <a:avLst/>
                <a:gdLst/>
                <a:ahLst/>
                <a:cxnLst/>
                <a:rect l="l" t="t" r="r" b="b"/>
                <a:pathLst>
                  <a:path w="3248" h="2598" extrusionOk="0">
                    <a:moveTo>
                      <a:pt x="1636" y="1"/>
                    </a:moveTo>
                    <a:cubicBezTo>
                      <a:pt x="1426" y="1"/>
                      <a:pt x="1204" y="52"/>
                      <a:pt x="982" y="166"/>
                    </a:cubicBezTo>
                    <a:cubicBezTo>
                      <a:pt x="770" y="262"/>
                      <a:pt x="596" y="439"/>
                      <a:pt x="500" y="648"/>
                    </a:cubicBezTo>
                    <a:cubicBezTo>
                      <a:pt x="0" y="1619"/>
                      <a:pt x="699" y="2597"/>
                      <a:pt x="1625" y="2597"/>
                    </a:cubicBezTo>
                    <a:cubicBezTo>
                      <a:pt x="1836" y="2597"/>
                      <a:pt x="2059" y="2547"/>
                      <a:pt x="2282" y="2434"/>
                    </a:cubicBezTo>
                    <a:cubicBezTo>
                      <a:pt x="2490" y="2337"/>
                      <a:pt x="2652" y="2160"/>
                      <a:pt x="2764" y="1951"/>
                    </a:cubicBezTo>
                    <a:cubicBezTo>
                      <a:pt x="3247" y="970"/>
                      <a:pt x="2552" y="1"/>
                      <a:pt x="163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6" name="Google Shape;1526;p38"/>
              <p:cNvSpPr/>
              <p:nvPr/>
            </p:nvSpPr>
            <p:spPr>
              <a:xfrm>
                <a:off x="4561664" y="3752076"/>
                <a:ext cx="57259" cy="46433"/>
              </a:xfrm>
              <a:custGeom>
                <a:avLst/>
                <a:gdLst/>
                <a:ahLst/>
                <a:cxnLst/>
                <a:rect l="l" t="t" r="r" b="b"/>
                <a:pathLst>
                  <a:path w="2031" h="1647" extrusionOk="0">
                    <a:moveTo>
                      <a:pt x="1013" y="1"/>
                    </a:moveTo>
                    <a:cubicBezTo>
                      <a:pt x="889" y="1"/>
                      <a:pt x="759" y="29"/>
                      <a:pt x="628" y="91"/>
                    </a:cubicBezTo>
                    <a:cubicBezTo>
                      <a:pt x="485" y="172"/>
                      <a:pt x="354" y="284"/>
                      <a:pt x="292" y="430"/>
                    </a:cubicBezTo>
                    <a:cubicBezTo>
                      <a:pt x="0" y="1040"/>
                      <a:pt x="440" y="1647"/>
                      <a:pt x="1024" y="1647"/>
                    </a:cubicBezTo>
                    <a:cubicBezTo>
                      <a:pt x="1149" y="1647"/>
                      <a:pt x="1281" y="1619"/>
                      <a:pt x="1414" y="1556"/>
                    </a:cubicBezTo>
                    <a:cubicBezTo>
                      <a:pt x="1561" y="1475"/>
                      <a:pt x="1673" y="1364"/>
                      <a:pt x="1754" y="1217"/>
                    </a:cubicBezTo>
                    <a:cubicBezTo>
                      <a:pt x="2030" y="607"/>
                      <a:pt x="1590" y="1"/>
                      <a:pt x="101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7" name="Google Shape;1527;p38"/>
              <p:cNvSpPr/>
              <p:nvPr/>
            </p:nvSpPr>
            <p:spPr>
              <a:xfrm>
                <a:off x="4589349" y="3787232"/>
                <a:ext cx="2312" cy="17761"/>
              </a:xfrm>
              <a:custGeom>
                <a:avLst/>
                <a:gdLst/>
                <a:ahLst/>
                <a:cxnLst/>
                <a:rect l="l" t="t" r="r" b="b"/>
                <a:pathLst>
                  <a:path w="82" h="630" extrusionOk="0">
                    <a:moveTo>
                      <a:pt x="31" y="1"/>
                    </a:moveTo>
                    <a:cubicBezTo>
                      <a:pt x="16" y="1"/>
                      <a:pt x="0" y="20"/>
                      <a:pt x="0" y="36"/>
                    </a:cubicBezTo>
                    <a:lnTo>
                      <a:pt x="0" y="599"/>
                    </a:lnTo>
                    <a:cubicBezTo>
                      <a:pt x="0" y="614"/>
                      <a:pt x="16" y="630"/>
                      <a:pt x="31" y="630"/>
                    </a:cubicBezTo>
                    <a:cubicBezTo>
                      <a:pt x="66" y="630"/>
                      <a:pt x="81" y="614"/>
                      <a:pt x="81" y="599"/>
                    </a:cubicBezTo>
                    <a:lnTo>
                      <a:pt x="81" y="36"/>
                    </a:lnTo>
                    <a:cubicBezTo>
                      <a:pt x="81" y="20"/>
                      <a:pt x="66" y="1"/>
                      <a:pt x="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8" name="Google Shape;1528;p38"/>
              <p:cNvSpPr/>
              <p:nvPr/>
            </p:nvSpPr>
            <p:spPr>
              <a:xfrm>
                <a:off x="4563045" y="3797241"/>
                <a:ext cx="54383" cy="34931"/>
              </a:xfrm>
              <a:custGeom>
                <a:avLst/>
                <a:gdLst/>
                <a:ahLst/>
                <a:cxnLst/>
                <a:rect l="l" t="t" r="r" b="b"/>
                <a:pathLst>
                  <a:path w="1929" h="1239" extrusionOk="0">
                    <a:moveTo>
                      <a:pt x="208" y="1"/>
                    </a:moveTo>
                    <a:cubicBezTo>
                      <a:pt x="97" y="1"/>
                      <a:pt x="0" y="82"/>
                      <a:pt x="0" y="194"/>
                    </a:cubicBezTo>
                    <a:lnTo>
                      <a:pt x="0" y="1046"/>
                    </a:lnTo>
                    <a:cubicBezTo>
                      <a:pt x="0" y="1158"/>
                      <a:pt x="97" y="1239"/>
                      <a:pt x="208" y="1239"/>
                    </a:cubicBezTo>
                    <a:lnTo>
                      <a:pt x="1736" y="1239"/>
                    </a:lnTo>
                    <a:cubicBezTo>
                      <a:pt x="1848" y="1239"/>
                      <a:pt x="1929" y="1158"/>
                      <a:pt x="1929" y="1046"/>
                    </a:cubicBezTo>
                    <a:lnTo>
                      <a:pt x="1929" y="194"/>
                    </a:lnTo>
                    <a:cubicBezTo>
                      <a:pt x="1929" y="82"/>
                      <a:pt x="1848" y="1"/>
                      <a:pt x="17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9" name="Google Shape;1529;p38"/>
              <p:cNvSpPr/>
              <p:nvPr/>
            </p:nvSpPr>
            <p:spPr>
              <a:xfrm>
                <a:off x="4539533" y="3814974"/>
                <a:ext cx="101493" cy="43529"/>
              </a:xfrm>
              <a:custGeom>
                <a:avLst/>
                <a:gdLst/>
                <a:ahLst/>
                <a:cxnLst/>
                <a:rect l="l" t="t" r="r" b="b"/>
                <a:pathLst>
                  <a:path w="3600" h="1544" extrusionOk="0">
                    <a:moveTo>
                      <a:pt x="1" y="0"/>
                    </a:moveTo>
                    <a:cubicBezTo>
                      <a:pt x="1" y="270"/>
                      <a:pt x="97" y="529"/>
                      <a:pt x="240" y="772"/>
                    </a:cubicBezTo>
                    <a:cubicBezTo>
                      <a:pt x="560" y="1219"/>
                      <a:pt x="1139" y="1543"/>
                      <a:pt x="1798" y="1543"/>
                    </a:cubicBezTo>
                    <a:cubicBezTo>
                      <a:pt x="2473" y="1543"/>
                      <a:pt x="3052" y="1219"/>
                      <a:pt x="3357" y="772"/>
                    </a:cubicBezTo>
                    <a:cubicBezTo>
                      <a:pt x="3519" y="529"/>
                      <a:pt x="3600" y="270"/>
                      <a:pt x="360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38"/>
              <p:cNvSpPr/>
              <p:nvPr/>
            </p:nvSpPr>
            <p:spPr>
              <a:xfrm>
                <a:off x="4546299" y="3836710"/>
                <a:ext cx="87876" cy="21793"/>
              </a:xfrm>
              <a:custGeom>
                <a:avLst/>
                <a:gdLst/>
                <a:ahLst/>
                <a:cxnLst/>
                <a:rect l="l" t="t" r="r" b="b"/>
                <a:pathLst>
                  <a:path w="3117" h="773" extrusionOk="0">
                    <a:moveTo>
                      <a:pt x="0" y="1"/>
                    </a:moveTo>
                    <a:cubicBezTo>
                      <a:pt x="320" y="448"/>
                      <a:pt x="899" y="772"/>
                      <a:pt x="1558" y="772"/>
                    </a:cubicBezTo>
                    <a:cubicBezTo>
                      <a:pt x="2233" y="772"/>
                      <a:pt x="2812" y="448"/>
                      <a:pt x="31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1" name="Google Shape;1531;p38"/>
              <p:cNvSpPr/>
              <p:nvPr/>
            </p:nvSpPr>
            <p:spPr>
              <a:xfrm>
                <a:off x="4583908" y="3769189"/>
                <a:ext cx="13194" cy="19481"/>
              </a:xfrm>
              <a:custGeom>
                <a:avLst/>
                <a:gdLst/>
                <a:ahLst/>
                <a:cxnLst/>
                <a:rect l="l" t="t" r="r" b="b"/>
                <a:pathLst>
                  <a:path w="468" h="691" extrusionOk="0">
                    <a:moveTo>
                      <a:pt x="224" y="1"/>
                    </a:moveTo>
                    <a:cubicBezTo>
                      <a:pt x="224" y="1"/>
                      <a:pt x="1" y="336"/>
                      <a:pt x="1" y="467"/>
                    </a:cubicBezTo>
                    <a:cubicBezTo>
                      <a:pt x="1" y="579"/>
                      <a:pt x="97" y="691"/>
                      <a:pt x="224" y="691"/>
                    </a:cubicBezTo>
                    <a:cubicBezTo>
                      <a:pt x="355" y="691"/>
                      <a:pt x="467" y="579"/>
                      <a:pt x="467" y="467"/>
                    </a:cubicBezTo>
                    <a:cubicBezTo>
                      <a:pt x="467" y="336"/>
                      <a:pt x="224" y="1"/>
                      <a:pt x="22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2" name="Google Shape;1532;p38"/>
              <p:cNvSpPr/>
              <p:nvPr/>
            </p:nvSpPr>
            <p:spPr>
              <a:xfrm>
                <a:off x="4538574" y="3813564"/>
                <a:ext cx="103748" cy="2312"/>
              </a:xfrm>
              <a:custGeom>
                <a:avLst/>
                <a:gdLst/>
                <a:ahLst/>
                <a:cxnLst/>
                <a:rect l="l" t="t" r="r" b="b"/>
                <a:pathLst>
                  <a:path w="3680" h="82" extrusionOk="0">
                    <a:moveTo>
                      <a:pt x="35" y="0"/>
                    </a:moveTo>
                    <a:cubicBezTo>
                      <a:pt x="16" y="0"/>
                      <a:pt x="0" y="16"/>
                      <a:pt x="0" y="50"/>
                    </a:cubicBezTo>
                    <a:cubicBezTo>
                      <a:pt x="0" y="66"/>
                      <a:pt x="16" y="81"/>
                      <a:pt x="35" y="81"/>
                    </a:cubicBezTo>
                    <a:lnTo>
                      <a:pt x="3634" y="81"/>
                    </a:lnTo>
                    <a:cubicBezTo>
                      <a:pt x="3664" y="81"/>
                      <a:pt x="3680" y="66"/>
                      <a:pt x="3680" y="50"/>
                    </a:cubicBezTo>
                    <a:cubicBezTo>
                      <a:pt x="3680" y="16"/>
                      <a:pt x="3664" y="0"/>
                      <a:pt x="36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3" name="Google Shape;1533;p38"/>
            <p:cNvGrpSpPr/>
            <p:nvPr/>
          </p:nvGrpSpPr>
          <p:grpSpPr>
            <a:xfrm>
              <a:off x="6010639" y="937759"/>
              <a:ext cx="272474" cy="2106289"/>
              <a:chOff x="4538574" y="3056505"/>
              <a:chExt cx="103748" cy="801999"/>
            </a:xfrm>
          </p:grpSpPr>
          <p:sp>
            <p:nvSpPr>
              <p:cNvPr id="1534" name="Google Shape;1534;p38"/>
              <p:cNvSpPr/>
              <p:nvPr/>
            </p:nvSpPr>
            <p:spPr>
              <a:xfrm>
                <a:off x="4603389" y="3056505"/>
                <a:ext cx="1861" cy="759365"/>
              </a:xfrm>
              <a:custGeom>
                <a:avLst/>
                <a:gdLst/>
                <a:ahLst/>
                <a:cxnLst/>
                <a:rect l="l" t="t" r="r" b="b"/>
                <a:pathLst>
                  <a:path w="66" h="26935" extrusionOk="0">
                    <a:moveTo>
                      <a:pt x="31" y="0"/>
                    </a:moveTo>
                    <a:cubicBezTo>
                      <a:pt x="15" y="0"/>
                      <a:pt x="0" y="16"/>
                      <a:pt x="0" y="31"/>
                    </a:cubicBezTo>
                    <a:lnTo>
                      <a:pt x="0" y="26903"/>
                    </a:lnTo>
                    <a:cubicBezTo>
                      <a:pt x="0" y="26919"/>
                      <a:pt x="15" y="26934"/>
                      <a:pt x="31" y="26934"/>
                    </a:cubicBezTo>
                    <a:cubicBezTo>
                      <a:pt x="50" y="26934"/>
                      <a:pt x="66" y="26919"/>
                      <a:pt x="66" y="26903"/>
                    </a:cubicBezTo>
                    <a:lnTo>
                      <a:pt x="66" y="31"/>
                    </a:lnTo>
                    <a:cubicBezTo>
                      <a:pt x="66" y="16"/>
                      <a:pt x="50" y="0"/>
                      <a:pt x="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5" name="Google Shape;1535;p38"/>
              <p:cNvSpPr/>
              <p:nvPr/>
            </p:nvSpPr>
            <p:spPr>
              <a:xfrm>
                <a:off x="4544494" y="3738656"/>
                <a:ext cx="91569" cy="73244"/>
              </a:xfrm>
              <a:custGeom>
                <a:avLst/>
                <a:gdLst/>
                <a:ahLst/>
                <a:cxnLst/>
                <a:rect l="l" t="t" r="r" b="b"/>
                <a:pathLst>
                  <a:path w="3248" h="2598" extrusionOk="0">
                    <a:moveTo>
                      <a:pt x="1636" y="1"/>
                    </a:moveTo>
                    <a:cubicBezTo>
                      <a:pt x="1426" y="1"/>
                      <a:pt x="1204" y="52"/>
                      <a:pt x="982" y="166"/>
                    </a:cubicBezTo>
                    <a:cubicBezTo>
                      <a:pt x="770" y="262"/>
                      <a:pt x="596" y="439"/>
                      <a:pt x="500" y="648"/>
                    </a:cubicBezTo>
                    <a:cubicBezTo>
                      <a:pt x="0" y="1619"/>
                      <a:pt x="699" y="2597"/>
                      <a:pt x="1625" y="2597"/>
                    </a:cubicBezTo>
                    <a:cubicBezTo>
                      <a:pt x="1836" y="2597"/>
                      <a:pt x="2059" y="2547"/>
                      <a:pt x="2282" y="2434"/>
                    </a:cubicBezTo>
                    <a:cubicBezTo>
                      <a:pt x="2490" y="2337"/>
                      <a:pt x="2652" y="2160"/>
                      <a:pt x="2764" y="1951"/>
                    </a:cubicBezTo>
                    <a:cubicBezTo>
                      <a:pt x="3247" y="970"/>
                      <a:pt x="2552" y="1"/>
                      <a:pt x="163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38"/>
              <p:cNvSpPr/>
              <p:nvPr/>
            </p:nvSpPr>
            <p:spPr>
              <a:xfrm>
                <a:off x="4561664" y="3752076"/>
                <a:ext cx="57259" cy="46433"/>
              </a:xfrm>
              <a:custGeom>
                <a:avLst/>
                <a:gdLst/>
                <a:ahLst/>
                <a:cxnLst/>
                <a:rect l="l" t="t" r="r" b="b"/>
                <a:pathLst>
                  <a:path w="2031" h="1647" extrusionOk="0">
                    <a:moveTo>
                      <a:pt x="1013" y="1"/>
                    </a:moveTo>
                    <a:cubicBezTo>
                      <a:pt x="889" y="1"/>
                      <a:pt x="759" y="29"/>
                      <a:pt x="628" y="91"/>
                    </a:cubicBezTo>
                    <a:cubicBezTo>
                      <a:pt x="485" y="172"/>
                      <a:pt x="354" y="284"/>
                      <a:pt x="292" y="430"/>
                    </a:cubicBezTo>
                    <a:cubicBezTo>
                      <a:pt x="0" y="1040"/>
                      <a:pt x="440" y="1647"/>
                      <a:pt x="1024" y="1647"/>
                    </a:cubicBezTo>
                    <a:cubicBezTo>
                      <a:pt x="1149" y="1647"/>
                      <a:pt x="1281" y="1619"/>
                      <a:pt x="1414" y="1556"/>
                    </a:cubicBezTo>
                    <a:cubicBezTo>
                      <a:pt x="1561" y="1475"/>
                      <a:pt x="1673" y="1364"/>
                      <a:pt x="1754" y="1217"/>
                    </a:cubicBezTo>
                    <a:cubicBezTo>
                      <a:pt x="2030" y="607"/>
                      <a:pt x="1590" y="1"/>
                      <a:pt x="101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38"/>
              <p:cNvSpPr/>
              <p:nvPr/>
            </p:nvSpPr>
            <p:spPr>
              <a:xfrm>
                <a:off x="4589349" y="3787232"/>
                <a:ext cx="2312" cy="17761"/>
              </a:xfrm>
              <a:custGeom>
                <a:avLst/>
                <a:gdLst/>
                <a:ahLst/>
                <a:cxnLst/>
                <a:rect l="l" t="t" r="r" b="b"/>
                <a:pathLst>
                  <a:path w="82" h="630" extrusionOk="0">
                    <a:moveTo>
                      <a:pt x="31" y="1"/>
                    </a:moveTo>
                    <a:cubicBezTo>
                      <a:pt x="16" y="1"/>
                      <a:pt x="0" y="20"/>
                      <a:pt x="0" y="36"/>
                    </a:cubicBezTo>
                    <a:lnTo>
                      <a:pt x="0" y="599"/>
                    </a:lnTo>
                    <a:cubicBezTo>
                      <a:pt x="0" y="614"/>
                      <a:pt x="16" y="630"/>
                      <a:pt x="31" y="630"/>
                    </a:cubicBezTo>
                    <a:cubicBezTo>
                      <a:pt x="66" y="630"/>
                      <a:pt x="81" y="614"/>
                      <a:pt x="81" y="599"/>
                    </a:cubicBezTo>
                    <a:lnTo>
                      <a:pt x="81" y="36"/>
                    </a:lnTo>
                    <a:cubicBezTo>
                      <a:pt x="81" y="20"/>
                      <a:pt x="66" y="1"/>
                      <a:pt x="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8" name="Google Shape;1538;p38"/>
              <p:cNvSpPr/>
              <p:nvPr/>
            </p:nvSpPr>
            <p:spPr>
              <a:xfrm>
                <a:off x="4563045" y="3797241"/>
                <a:ext cx="54383" cy="34931"/>
              </a:xfrm>
              <a:custGeom>
                <a:avLst/>
                <a:gdLst/>
                <a:ahLst/>
                <a:cxnLst/>
                <a:rect l="l" t="t" r="r" b="b"/>
                <a:pathLst>
                  <a:path w="1929" h="1239" extrusionOk="0">
                    <a:moveTo>
                      <a:pt x="208" y="1"/>
                    </a:moveTo>
                    <a:cubicBezTo>
                      <a:pt x="97" y="1"/>
                      <a:pt x="0" y="82"/>
                      <a:pt x="0" y="194"/>
                    </a:cubicBezTo>
                    <a:lnTo>
                      <a:pt x="0" y="1046"/>
                    </a:lnTo>
                    <a:cubicBezTo>
                      <a:pt x="0" y="1158"/>
                      <a:pt x="97" y="1239"/>
                      <a:pt x="208" y="1239"/>
                    </a:cubicBezTo>
                    <a:lnTo>
                      <a:pt x="1736" y="1239"/>
                    </a:lnTo>
                    <a:cubicBezTo>
                      <a:pt x="1848" y="1239"/>
                      <a:pt x="1929" y="1158"/>
                      <a:pt x="1929" y="1046"/>
                    </a:cubicBezTo>
                    <a:lnTo>
                      <a:pt x="1929" y="194"/>
                    </a:lnTo>
                    <a:cubicBezTo>
                      <a:pt x="1929" y="82"/>
                      <a:pt x="1848" y="1"/>
                      <a:pt x="17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9" name="Google Shape;1539;p38"/>
              <p:cNvSpPr/>
              <p:nvPr/>
            </p:nvSpPr>
            <p:spPr>
              <a:xfrm>
                <a:off x="4539533" y="3814974"/>
                <a:ext cx="101493" cy="43529"/>
              </a:xfrm>
              <a:custGeom>
                <a:avLst/>
                <a:gdLst/>
                <a:ahLst/>
                <a:cxnLst/>
                <a:rect l="l" t="t" r="r" b="b"/>
                <a:pathLst>
                  <a:path w="3600" h="1544" extrusionOk="0">
                    <a:moveTo>
                      <a:pt x="1" y="0"/>
                    </a:moveTo>
                    <a:cubicBezTo>
                      <a:pt x="1" y="270"/>
                      <a:pt x="97" y="529"/>
                      <a:pt x="240" y="772"/>
                    </a:cubicBezTo>
                    <a:cubicBezTo>
                      <a:pt x="560" y="1219"/>
                      <a:pt x="1139" y="1543"/>
                      <a:pt x="1798" y="1543"/>
                    </a:cubicBezTo>
                    <a:cubicBezTo>
                      <a:pt x="2473" y="1543"/>
                      <a:pt x="3052" y="1219"/>
                      <a:pt x="3357" y="772"/>
                    </a:cubicBezTo>
                    <a:cubicBezTo>
                      <a:pt x="3519" y="529"/>
                      <a:pt x="3600" y="270"/>
                      <a:pt x="360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38"/>
              <p:cNvSpPr/>
              <p:nvPr/>
            </p:nvSpPr>
            <p:spPr>
              <a:xfrm>
                <a:off x="4546299" y="3836710"/>
                <a:ext cx="87876" cy="21793"/>
              </a:xfrm>
              <a:custGeom>
                <a:avLst/>
                <a:gdLst/>
                <a:ahLst/>
                <a:cxnLst/>
                <a:rect l="l" t="t" r="r" b="b"/>
                <a:pathLst>
                  <a:path w="3117" h="773" extrusionOk="0">
                    <a:moveTo>
                      <a:pt x="0" y="1"/>
                    </a:moveTo>
                    <a:cubicBezTo>
                      <a:pt x="320" y="448"/>
                      <a:pt x="899" y="772"/>
                      <a:pt x="1558" y="772"/>
                    </a:cubicBezTo>
                    <a:cubicBezTo>
                      <a:pt x="2233" y="772"/>
                      <a:pt x="2812" y="448"/>
                      <a:pt x="31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 name="Google Shape;1541;p38"/>
              <p:cNvSpPr/>
              <p:nvPr/>
            </p:nvSpPr>
            <p:spPr>
              <a:xfrm>
                <a:off x="4583908" y="3769189"/>
                <a:ext cx="13194" cy="19481"/>
              </a:xfrm>
              <a:custGeom>
                <a:avLst/>
                <a:gdLst/>
                <a:ahLst/>
                <a:cxnLst/>
                <a:rect l="l" t="t" r="r" b="b"/>
                <a:pathLst>
                  <a:path w="468" h="691" extrusionOk="0">
                    <a:moveTo>
                      <a:pt x="224" y="1"/>
                    </a:moveTo>
                    <a:cubicBezTo>
                      <a:pt x="224" y="1"/>
                      <a:pt x="1" y="336"/>
                      <a:pt x="1" y="467"/>
                    </a:cubicBezTo>
                    <a:cubicBezTo>
                      <a:pt x="1" y="579"/>
                      <a:pt x="97" y="691"/>
                      <a:pt x="224" y="691"/>
                    </a:cubicBezTo>
                    <a:cubicBezTo>
                      <a:pt x="355" y="691"/>
                      <a:pt x="467" y="579"/>
                      <a:pt x="467" y="467"/>
                    </a:cubicBezTo>
                    <a:cubicBezTo>
                      <a:pt x="467" y="336"/>
                      <a:pt x="224" y="1"/>
                      <a:pt x="22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2" name="Google Shape;1542;p38"/>
              <p:cNvSpPr/>
              <p:nvPr/>
            </p:nvSpPr>
            <p:spPr>
              <a:xfrm>
                <a:off x="4538574" y="3813564"/>
                <a:ext cx="103748" cy="2312"/>
              </a:xfrm>
              <a:custGeom>
                <a:avLst/>
                <a:gdLst/>
                <a:ahLst/>
                <a:cxnLst/>
                <a:rect l="l" t="t" r="r" b="b"/>
                <a:pathLst>
                  <a:path w="3680" h="82" extrusionOk="0">
                    <a:moveTo>
                      <a:pt x="35" y="0"/>
                    </a:moveTo>
                    <a:cubicBezTo>
                      <a:pt x="16" y="0"/>
                      <a:pt x="0" y="16"/>
                      <a:pt x="0" y="50"/>
                    </a:cubicBezTo>
                    <a:cubicBezTo>
                      <a:pt x="0" y="66"/>
                      <a:pt x="16" y="81"/>
                      <a:pt x="35" y="81"/>
                    </a:cubicBezTo>
                    <a:lnTo>
                      <a:pt x="3634" y="81"/>
                    </a:lnTo>
                    <a:cubicBezTo>
                      <a:pt x="3664" y="81"/>
                      <a:pt x="3680" y="66"/>
                      <a:pt x="3680" y="50"/>
                    </a:cubicBezTo>
                    <a:cubicBezTo>
                      <a:pt x="3680" y="16"/>
                      <a:pt x="3664" y="0"/>
                      <a:pt x="36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543" name="Google Shape;1543;p38"/>
          <p:cNvGrpSpPr/>
          <p:nvPr/>
        </p:nvGrpSpPr>
        <p:grpSpPr>
          <a:xfrm>
            <a:off x="5635056" y="4013040"/>
            <a:ext cx="1298937" cy="883583"/>
            <a:chOff x="6358218" y="3496678"/>
            <a:chExt cx="513840" cy="349532"/>
          </a:xfrm>
        </p:grpSpPr>
        <p:sp>
          <p:nvSpPr>
            <p:cNvPr id="1544" name="Google Shape;1544;p38"/>
            <p:cNvSpPr/>
            <p:nvPr/>
          </p:nvSpPr>
          <p:spPr>
            <a:xfrm>
              <a:off x="6527064" y="3505784"/>
              <a:ext cx="171016" cy="265179"/>
            </a:xfrm>
            <a:custGeom>
              <a:avLst/>
              <a:gdLst/>
              <a:ahLst/>
              <a:cxnLst/>
              <a:rect l="l" t="t" r="r" b="b"/>
              <a:pathLst>
                <a:path w="6066" h="9406" extrusionOk="0">
                  <a:moveTo>
                    <a:pt x="2730" y="1"/>
                  </a:moveTo>
                  <a:cubicBezTo>
                    <a:pt x="1" y="1"/>
                    <a:pt x="1001" y="8364"/>
                    <a:pt x="1001" y="8364"/>
                  </a:cubicBezTo>
                  <a:lnTo>
                    <a:pt x="2320" y="8634"/>
                  </a:lnTo>
                  <a:lnTo>
                    <a:pt x="6015" y="9405"/>
                  </a:lnTo>
                  <a:cubicBezTo>
                    <a:pt x="6015" y="9405"/>
                    <a:pt x="6031" y="9182"/>
                    <a:pt x="6031" y="8811"/>
                  </a:cubicBezTo>
                  <a:cubicBezTo>
                    <a:pt x="6065" y="7060"/>
                    <a:pt x="5969" y="1919"/>
                    <a:pt x="3863" y="407"/>
                  </a:cubicBezTo>
                  <a:cubicBezTo>
                    <a:pt x="3655" y="264"/>
                    <a:pt x="3427" y="148"/>
                    <a:pt x="3188" y="71"/>
                  </a:cubicBezTo>
                  <a:cubicBezTo>
                    <a:pt x="3025" y="23"/>
                    <a:pt x="2873" y="1"/>
                    <a:pt x="273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5" name="Google Shape;1545;p38"/>
            <p:cNvSpPr/>
            <p:nvPr/>
          </p:nvSpPr>
          <p:spPr>
            <a:xfrm>
              <a:off x="6527064" y="3505784"/>
              <a:ext cx="89878" cy="243414"/>
            </a:xfrm>
            <a:custGeom>
              <a:avLst/>
              <a:gdLst/>
              <a:ahLst/>
              <a:cxnLst/>
              <a:rect l="l" t="t" r="r" b="b"/>
              <a:pathLst>
                <a:path w="3188" h="8634" extrusionOk="0">
                  <a:moveTo>
                    <a:pt x="2730" y="1"/>
                  </a:moveTo>
                  <a:cubicBezTo>
                    <a:pt x="1" y="1"/>
                    <a:pt x="1001" y="8364"/>
                    <a:pt x="1001" y="8364"/>
                  </a:cubicBezTo>
                  <a:lnTo>
                    <a:pt x="2320" y="8634"/>
                  </a:lnTo>
                  <a:cubicBezTo>
                    <a:pt x="1691" y="569"/>
                    <a:pt x="3188" y="71"/>
                    <a:pt x="3188" y="71"/>
                  </a:cubicBezTo>
                  <a:cubicBezTo>
                    <a:pt x="3025" y="23"/>
                    <a:pt x="2873" y="1"/>
                    <a:pt x="273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6" name="Google Shape;1546;p38"/>
            <p:cNvSpPr/>
            <p:nvPr/>
          </p:nvSpPr>
          <p:spPr>
            <a:xfrm>
              <a:off x="6578854" y="3507786"/>
              <a:ext cx="82040" cy="212064"/>
            </a:xfrm>
            <a:custGeom>
              <a:avLst/>
              <a:gdLst/>
              <a:ahLst/>
              <a:cxnLst/>
              <a:rect l="l" t="t" r="r" b="b"/>
              <a:pathLst>
                <a:path w="2910" h="7522" extrusionOk="0">
                  <a:moveTo>
                    <a:pt x="1351" y="0"/>
                  </a:moveTo>
                  <a:cubicBezTo>
                    <a:pt x="1335" y="16"/>
                    <a:pt x="1" y="498"/>
                    <a:pt x="417" y="7521"/>
                  </a:cubicBezTo>
                  <a:lnTo>
                    <a:pt x="2057" y="7521"/>
                  </a:lnTo>
                  <a:cubicBezTo>
                    <a:pt x="2203" y="7020"/>
                    <a:pt x="2508" y="6171"/>
                    <a:pt x="2909" y="5269"/>
                  </a:cubicBezTo>
                  <a:cubicBezTo>
                    <a:pt x="2377" y="3340"/>
                    <a:pt x="1864" y="1157"/>
                    <a:pt x="2026" y="336"/>
                  </a:cubicBezTo>
                  <a:cubicBezTo>
                    <a:pt x="1818" y="193"/>
                    <a:pt x="1590" y="77"/>
                    <a:pt x="13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7" name="Google Shape;1547;p38"/>
            <p:cNvSpPr/>
            <p:nvPr/>
          </p:nvSpPr>
          <p:spPr>
            <a:xfrm>
              <a:off x="6548519" y="3505925"/>
              <a:ext cx="68423" cy="213925"/>
            </a:xfrm>
            <a:custGeom>
              <a:avLst/>
              <a:gdLst/>
              <a:ahLst/>
              <a:cxnLst/>
              <a:rect l="l" t="t" r="r" b="b"/>
              <a:pathLst>
                <a:path w="2427" h="7588" extrusionOk="0">
                  <a:moveTo>
                    <a:pt x="1976" y="1"/>
                  </a:moveTo>
                  <a:cubicBezTo>
                    <a:pt x="174" y="1"/>
                    <a:pt x="1" y="3615"/>
                    <a:pt x="78" y="6091"/>
                  </a:cubicBezTo>
                  <a:cubicBezTo>
                    <a:pt x="97" y="6669"/>
                    <a:pt x="143" y="7202"/>
                    <a:pt x="174" y="7587"/>
                  </a:cubicBezTo>
                  <a:lnTo>
                    <a:pt x="1493" y="7587"/>
                  </a:lnTo>
                  <a:cubicBezTo>
                    <a:pt x="1077" y="564"/>
                    <a:pt x="2411" y="82"/>
                    <a:pt x="2427" y="66"/>
                  </a:cubicBezTo>
                  <a:cubicBezTo>
                    <a:pt x="2265" y="16"/>
                    <a:pt x="2103" y="1"/>
                    <a:pt x="1976" y="1"/>
                  </a:cubicBezTo>
                  <a:close/>
                </a:path>
              </a:pathLst>
            </a:custGeom>
            <a:solidFill>
              <a:srgbClr val="86AC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8" name="Google Shape;1548;p38"/>
            <p:cNvSpPr/>
            <p:nvPr/>
          </p:nvSpPr>
          <p:spPr>
            <a:xfrm>
              <a:off x="6631377" y="3517230"/>
              <a:ext cx="53960" cy="139102"/>
            </a:xfrm>
            <a:custGeom>
              <a:avLst/>
              <a:gdLst/>
              <a:ahLst/>
              <a:cxnLst/>
              <a:rect l="l" t="t" r="r" b="b"/>
              <a:pathLst>
                <a:path w="1914" h="4934" extrusionOk="0">
                  <a:moveTo>
                    <a:pt x="163" y="1"/>
                  </a:moveTo>
                  <a:lnTo>
                    <a:pt x="163" y="1"/>
                  </a:lnTo>
                  <a:cubicBezTo>
                    <a:pt x="1" y="822"/>
                    <a:pt x="514" y="3005"/>
                    <a:pt x="1046" y="4934"/>
                  </a:cubicBezTo>
                  <a:cubicBezTo>
                    <a:pt x="1305" y="4406"/>
                    <a:pt x="1575" y="3858"/>
                    <a:pt x="1914" y="3360"/>
                  </a:cubicBezTo>
                  <a:cubicBezTo>
                    <a:pt x="1594" y="1945"/>
                    <a:pt x="1062" y="645"/>
                    <a:pt x="163" y="1"/>
                  </a:cubicBezTo>
                  <a:close/>
                </a:path>
              </a:pathLst>
            </a:custGeom>
            <a:solidFill>
              <a:srgbClr val="4976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9" name="Google Shape;1549;p38"/>
            <p:cNvSpPr/>
            <p:nvPr/>
          </p:nvSpPr>
          <p:spPr>
            <a:xfrm>
              <a:off x="6652691" y="3537134"/>
              <a:ext cx="11784" cy="8176"/>
            </a:xfrm>
            <a:custGeom>
              <a:avLst/>
              <a:gdLst/>
              <a:ahLst/>
              <a:cxnLst/>
              <a:rect l="l" t="t" r="r" b="b"/>
              <a:pathLst>
                <a:path w="418" h="290" extrusionOk="0">
                  <a:moveTo>
                    <a:pt x="356" y="1"/>
                  </a:moveTo>
                  <a:lnTo>
                    <a:pt x="16" y="213"/>
                  </a:lnTo>
                  <a:cubicBezTo>
                    <a:pt x="1" y="228"/>
                    <a:pt x="1" y="244"/>
                    <a:pt x="16" y="259"/>
                  </a:cubicBezTo>
                  <a:cubicBezTo>
                    <a:pt x="16" y="274"/>
                    <a:pt x="32" y="290"/>
                    <a:pt x="47" y="290"/>
                  </a:cubicBezTo>
                  <a:lnTo>
                    <a:pt x="66" y="274"/>
                  </a:lnTo>
                  <a:lnTo>
                    <a:pt x="387" y="66"/>
                  </a:lnTo>
                  <a:cubicBezTo>
                    <a:pt x="417" y="66"/>
                    <a:pt x="417" y="35"/>
                    <a:pt x="402" y="20"/>
                  </a:cubicBezTo>
                  <a:cubicBezTo>
                    <a:pt x="387" y="1"/>
                    <a:pt x="371" y="1"/>
                    <a:pt x="35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0" name="Google Shape;1550;p38"/>
            <p:cNvSpPr/>
            <p:nvPr/>
          </p:nvSpPr>
          <p:spPr>
            <a:xfrm>
              <a:off x="6663150" y="3561944"/>
              <a:ext cx="19904" cy="3383"/>
            </a:xfrm>
            <a:custGeom>
              <a:avLst/>
              <a:gdLst/>
              <a:ahLst/>
              <a:cxnLst/>
              <a:rect l="l" t="t" r="r" b="b"/>
              <a:pathLst>
                <a:path w="706" h="120" extrusionOk="0">
                  <a:moveTo>
                    <a:pt x="18" y="0"/>
                  </a:moveTo>
                  <a:cubicBezTo>
                    <a:pt x="8" y="0"/>
                    <a:pt x="0" y="16"/>
                    <a:pt x="0" y="39"/>
                  </a:cubicBezTo>
                  <a:cubicBezTo>
                    <a:pt x="0" y="54"/>
                    <a:pt x="16" y="69"/>
                    <a:pt x="31" y="69"/>
                  </a:cubicBezTo>
                  <a:lnTo>
                    <a:pt x="660" y="120"/>
                  </a:lnTo>
                  <a:lnTo>
                    <a:pt x="675" y="120"/>
                  </a:lnTo>
                  <a:cubicBezTo>
                    <a:pt x="691" y="120"/>
                    <a:pt x="706" y="104"/>
                    <a:pt x="706" y="69"/>
                  </a:cubicBezTo>
                  <a:cubicBezTo>
                    <a:pt x="706" y="54"/>
                    <a:pt x="691" y="39"/>
                    <a:pt x="675" y="39"/>
                  </a:cubicBezTo>
                  <a:lnTo>
                    <a:pt x="31" y="8"/>
                  </a:lnTo>
                  <a:cubicBezTo>
                    <a:pt x="27" y="2"/>
                    <a:pt x="22" y="0"/>
                    <a:pt x="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1" name="Google Shape;1551;p38"/>
            <p:cNvSpPr/>
            <p:nvPr/>
          </p:nvSpPr>
          <p:spPr>
            <a:xfrm>
              <a:off x="6672595" y="3600202"/>
              <a:ext cx="18184" cy="4060"/>
            </a:xfrm>
            <a:custGeom>
              <a:avLst/>
              <a:gdLst/>
              <a:ahLst/>
              <a:cxnLst/>
              <a:rect l="l" t="t" r="r" b="b"/>
              <a:pathLst>
                <a:path w="645" h="144" extrusionOk="0">
                  <a:moveTo>
                    <a:pt x="595" y="1"/>
                  </a:moveTo>
                  <a:lnTo>
                    <a:pt x="35" y="62"/>
                  </a:lnTo>
                  <a:cubicBezTo>
                    <a:pt x="16" y="78"/>
                    <a:pt x="1" y="97"/>
                    <a:pt x="1" y="113"/>
                  </a:cubicBezTo>
                  <a:cubicBezTo>
                    <a:pt x="1" y="128"/>
                    <a:pt x="16" y="143"/>
                    <a:pt x="35" y="143"/>
                  </a:cubicBezTo>
                  <a:lnTo>
                    <a:pt x="51" y="143"/>
                  </a:lnTo>
                  <a:lnTo>
                    <a:pt x="614" y="78"/>
                  </a:lnTo>
                  <a:cubicBezTo>
                    <a:pt x="629" y="78"/>
                    <a:pt x="645" y="62"/>
                    <a:pt x="645" y="32"/>
                  </a:cubicBezTo>
                  <a:cubicBezTo>
                    <a:pt x="645" y="16"/>
                    <a:pt x="629" y="1"/>
                    <a:pt x="59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2" name="Google Shape;1552;p38"/>
            <p:cNvSpPr/>
            <p:nvPr/>
          </p:nvSpPr>
          <p:spPr>
            <a:xfrm>
              <a:off x="6681194" y="3654360"/>
              <a:ext cx="20468" cy="8401"/>
            </a:xfrm>
            <a:custGeom>
              <a:avLst/>
              <a:gdLst/>
              <a:ahLst/>
              <a:cxnLst/>
              <a:rect l="l" t="t" r="r" b="b"/>
              <a:pathLst>
                <a:path w="726" h="298" extrusionOk="0">
                  <a:moveTo>
                    <a:pt x="692" y="0"/>
                  </a:moveTo>
                  <a:cubicBezTo>
                    <a:pt x="687" y="0"/>
                    <a:pt x="681" y="2"/>
                    <a:pt x="675" y="8"/>
                  </a:cubicBezTo>
                  <a:lnTo>
                    <a:pt x="35" y="217"/>
                  </a:lnTo>
                  <a:cubicBezTo>
                    <a:pt x="20" y="232"/>
                    <a:pt x="0" y="247"/>
                    <a:pt x="20" y="263"/>
                  </a:cubicBezTo>
                  <a:cubicBezTo>
                    <a:pt x="20" y="278"/>
                    <a:pt x="35" y="298"/>
                    <a:pt x="51" y="298"/>
                  </a:cubicBezTo>
                  <a:lnTo>
                    <a:pt x="66" y="298"/>
                  </a:lnTo>
                  <a:lnTo>
                    <a:pt x="695" y="70"/>
                  </a:lnTo>
                  <a:cubicBezTo>
                    <a:pt x="710" y="70"/>
                    <a:pt x="726" y="55"/>
                    <a:pt x="726" y="24"/>
                  </a:cubicBezTo>
                  <a:cubicBezTo>
                    <a:pt x="715" y="13"/>
                    <a:pt x="704" y="0"/>
                    <a:pt x="6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3" name="Google Shape;1553;p38"/>
            <p:cNvSpPr/>
            <p:nvPr/>
          </p:nvSpPr>
          <p:spPr>
            <a:xfrm>
              <a:off x="6688918" y="3694647"/>
              <a:ext cx="16775" cy="7048"/>
            </a:xfrm>
            <a:custGeom>
              <a:avLst/>
              <a:gdLst/>
              <a:ahLst/>
              <a:cxnLst/>
              <a:rect l="l" t="t" r="r" b="b"/>
              <a:pathLst>
                <a:path w="595" h="250" extrusionOk="0">
                  <a:moveTo>
                    <a:pt x="36" y="0"/>
                  </a:moveTo>
                  <a:cubicBezTo>
                    <a:pt x="24" y="0"/>
                    <a:pt x="11" y="12"/>
                    <a:pt x="0" y="26"/>
                  </a:cubicBezTo>
                  <a:cubicBezTo>
                    <a:pt x="0" y="56"/>
                    <a:pt x="16" y="72"/>
                    <a:pt x="35" y="72"/>
                  </a:cubicBezTo>
                  <a:lnTo>
                    <a:pt x="548" y="249"/>
                  </a:lnTo>
                  <a:lnTo>
                    <a:pt x="563" y="249"/>
                  </a:lnTo>
                  <a:cubicBezTo>
                    <a:pt x="579" y="249"/>
                    <a:pt x="594" y="234"/>
                    <a:pt x="594" y="218"/>
                  </a:cubicBezTo>
                  <a:cubicBezTo>
                    <a:pt x="594" y="199"/>
                    <a:pt x="594" y="184"/>
                    <a:pt x="563" y="168"/>
                  </a:cubicBezTo>
                  <a:lnTo>
                    <a:pt x="50" y="6"/>
                  </a:lnTo>
                  <a:cubicBezTo>
                    <a:pt x="46" y="2"/>
                    <a:pt x="41" y="0"/>
                    <a:pt x="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4" name="Google Shape;1554;p38"/>
            <p:cNvSpPr/>
            <p:nvPr/>
          </p:nvSpPr>
          <p:spPr>
            <a:xfrm>
              <a:off x="6616491" y="3656756"/>
              <a:ext cx="10347" cy="14604"/>
            </a:xfrm>
            <a:custGeom>
              <a:avLst/>
              <a:gdLst/>
              <a:ahLst/>
              <a:cxnLst/>
              <a:rect l="l" t="t" r="r" b="b"/>
              <a:pathLst>
                <a:path w="367" h="518" extrusionOk="0">
                  <a:moveTo>
                    <a:pt x="31" y="0"/>
                  </a:moveTo>
                  <a:cubicBezTo>
                    <a:pt x="16" y="20"/>
                    <a:pt x="0" y="35"/>
                    <a:pt x="16" y="66"/>
                  </a:cubicBezTo>
                  <a:lnTo>
                    <a:pt x="305" y="502"/>
                  </a:lnTo>
                  <a:cubicBezTo>
                    <a:pt x="305" y="517"/>
                    <a:pt x="321" y="517"/>
                    <a:pt x="336" y="517"/>
                  </a:cubicBezTo>
                  <a:lnTo>
                    <a:pt x="351" y="517"/>
                  </a:lnTo>
                  <a:cubicBezTo>
                    <a:pt x="367" y="502"/>
                    <a:pt x="367" y="482"/>
                    <a:pt x="351" y="467"/>
                  </a:cubicBezTo>
                  <a:lnTo>
                    <a:pt x="78" y="20"/>
                  </a:lnTo>
                  <a:cubicBezTo>
                    <a:pt x="62" y="0"/>
                    <a:pt x="47" y="0"/>
                    <a:pt x="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5" name="Google Shape;1555;p38"/>
            <p:cNvSpPr/>
            <p:nvPr/>
          </p:nvSpPr>
          <p:spPr>
            <a:xfrm>
              <a:off x="6580179" y="3596339"/>
              <a:ext cx="15027" cy="6061"/>
            </a:xfrm>
            <a:custGeom>
              <a:avLst/>
              <a:gdLst/>
              <a:ahLst/>
              <a:cxnLst/>
              <a:rect l="l" t="t" r="r" b="b"/>
              <a:pathLst>
                <a:path w="533" h="215" extrusionOk="0">
                  <a:moveTo>
                    <a:pt x="36" y="0"/>
                  </a:moveTo>
                  <a:cubicBezTo>
                    <a:pt x="24" y="0"/>
                    <a:pt x="11" y="11"/>
                    <a:pt x="0" y="22"/>
                  </a:cubicBezTo>
                  <a:cubicBezTo>
                    <a:pt x="0" y="57"/>
                    <a:pt x="16" y="72"/>
                    <a:pt x="35" y="72"/>
                  </a:cubicBezTo>
                  <a:lnTo>
                    <a:pt x="467" y="215"/>
                  </a:lnTo>
                  <a:lnTo>
                    <a:pt x="482" y="215"/>
                  </a:lnTo>
                  <a:cubicBezTo>
                    <a:pt x="498" y="215"/>
                    <a:pt x="517" y="215"/>
                    <a:pt x="517" y="199"/>
                  </a:cubicBezTo>
                  <a:cubicBezTo>
                    <a:pt x="532" y="169"/>
                    <a:pt x="517" y="153"/>
                    <a:pt x="498" y="153"/>
                  </a:cubicBezTo>
                  <a:lnTo>
                    <a:pt x="50" y="7"/>
                  </a:lnTo>
                  <a:cubicBezTo>
                    <a:pt x="46" y="2"/>
                    <a:pt x="41" y="0"/>
                    <a:pt x="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6" name="Google Shape;1556;p38"/>
            <p:cNvSpPr/>
            <p:nvPr/>
          </p:nvSpPr>
          <p:spPr>
            <a:xfrm>
              <a:off x="6546686" y="3694816"/>
              <a:ext cx="14491" cy="6428"/>
            </a:xfrm>
            <a:custGeom>
              <a:avLst/>
              <a:gdLst/>
              <a:ahLst/>
              <a:cxnLst/>
              <a:rect l="l" t="t" r="r" b="b"/>
              <a:pathLst>
                <a:path w="514" h="228" extrusionOk="0">
                  <a:moveTo>
                    <a:pt x="46" y="0"/>
                  </a:moveTo>
                  <a:cubicBezTo>
                    <a:pt x="31" y="0"/>
                    <a:pt x="16" y="20"/>
                    <a:pt x="0" y="35"/>
                  </a:cubicBezTo>
                  <a:cubicBezTo>
                    <a:pt x="0" y="50"/>
                    <a:pt x="16" y="66"/>
                    <a:pt x="31" y="81"/>
                  </a:cubicBezTo>
                  <a:lnTo>
                    <a:pt x="467" y="228"/>
                  </a:lnTo>
                  <a:lnTo>
                    <a:pt x="482" y="228"/>
                  </a:lnTo>
                  <a:cubicBezTo>
                    <a:pt x="498" y="228"/>
                    <a:pt x="513" y="212"/>
                    <a:pt x="513" y="193"/>
                  </a:cubicBezTo>
                  <a:cubicBezTo>
                    <a:pt x="513" y="178"/>
                    <a:pt x="513" y="162"/>
                    <a:pt x="498" y="147"/>
                  </a:cubicBezTo>
                  <a:lnTo>
                    <a:pt x="4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7" name="Google Shape;1557;p38"/>
            <p:cNvSpPr/>
            <p:nvPr/>
          </p:nvSpPr>
          <p:spPr>
            <a:xfrm>
              <a:off x="6578431" y="3614664"/>
              <a:ext cx="18522" cy="2312"/>
            </a:xfrm>
            <a:custGeom>
              <a:avLst/>
              <a:gdLst/>
              <a:ahLst/>
              <a:cxnLst/>
              <a:rect l="l" t="t" r="r" b="b"/>
              <a:pathLst>
                <a:path w="657" h="82" extrusionOk="0">
                  <a:moveTo>
                    <a:pt x="31" y="1"/>
                  </a:moveTo>
                  <a:cubicBezTo>
                    <a:pt x="16" y="1"/>
                    <a:pt x="0" y="16"/>
                    <a:pt x="0" y="47"/>
                  </a:cubicBezTo>
                  <a:cubicBezTo>
                    <a:pt x="0" y="66"/>
                    <a:pt x="16" y="82"/>
                    <a:pt x="31" y="82"/>
                  </a:cubicBezTo>
                  <a:lnTo>
                    <a:pt x="625" y="66"/>
                  </a:lnTo>
                  <a:cubicBezTo>
                    <a:pt x="641" y="66"/>
                    <a:pt x="656" y="47"/>
                    <a:pt x="656" y="32"/>
                  </a:cubicBezTo>
                  <a:cubicBezTo>
                    <a:pt x="656" y="16"/>
                    <a:pt x="641" y="1"/>
                    <a:pt x="62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558;p38"/>
            <p:cNvSpPr/>
            <p:nvPr/>
          </p:nvSpPr>
          <p:spPr>
            <a:xfrm>
              <a:off x="6557991" y="3670345"/>
              <a:ext cx="19058" cy="2735"/>
            </a:xfrm>
            <a:custGeom>
              <a:avLst/>
              <a:gdLst/>
              <a:ahLst/>
              <a:cxnLst/>
              <a:rect l="l" t="t" r="r" b="b"/>
              <a:pathLst>
                <a:path w="676" h="97" extrusionOk="0">
                  <a:moveTo>
                    <a:pt x="629" y="0"/>
                  </a:moveTo>
                  <a:lnTo>
                    <a:pt x="50" y="20"/>
                  </a:lnTo>
                  <a:cubicBezTo>
                    <a:pt x="16" y="20"/>
                    <a:pt x="0" y="35"/>
                    <a:pt x="0" y="51"/>
                  </a:cubicBezTo>
                  <a:cubicBezTo>
                    <a:pt x="0" y="81"/>
                    <a:pt x="16" y="97"/>
                    <a:pt x="50" y="97"/>
                  </a:cubicBezTo>
                  <a:lnTo>
                    <a:pt x="644" y="81"/>
                  </a:lnTo>
                  <a:cubicBezTo>
                    <a:pt x="660" y="81"/>
                    <a:pt x="675" y="66"/>
                    <a:pt x="675" y="51"/>
                  </a:cubicBezTo>
                  <a:cubicBezTo>
                    <a:pt x="675" y="20"/>
                    <a:pt x="660" y="0"/>
                    <a:pt x="6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1559;p38"/>
            <p:cNvSpPr/>
            <p:nvPr/>
          </p:nvSpPr>
          <p:spPr>
            <a:xfrm>
              <a:off x="6582463" y="3568034"/>
              <a:ext cx="19058" cy="2735"/>
            </a:xfrm>
            <a:custGeom>
              <a:avLst/>
              <a:gdLst/>
              <a:ahLst/>
              <a:cxnLst/>
              <a:rect l="l" t="t" r="r" b="b"/>
              <a:pathLst>
                <a:path w="676" h="97" extrusionOk="0">
                  <a:moveTo>
                    <a:pt x="629" y="0"/>
                  </a:moveTo>
                  <a:lnTo>
                    <a:pt x="31" y="15"/>
                  </a:lnTo>
                  <a:cubicBezTo>
                    <a:pt x="16" y="15"/>
                    <a:pt x="0" y="31"/>
                    <a:pt x="0" y="46"/>
                  </a:cubicBezTo>
                  <a:cubicBezTo>
                    <a:pt x="0" y="81"/>
                    <a:pt x="16" y="96"/>
                    <a:pt x="50" y="96"/>
                  </a:cubicBezTo>
                  <a:lnTo>
                    <a:pt x="629" y="81"/>
                  </a:lnTo>
                  <a:cubicBezTo>
                    <a:pt x="660" y="81"/>
                    <a:pt x="675" y="62"/>
                    <a:pt x="675" y="31"/>
                  </a:cubicBezTo>
                  <a:cubicBezTo>
                    <a:pt x="675" y="15"/>
                    <a:pt x="660" y="0"/>
                    <a:pt x="6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0" name="Google Shape;1560;p38"/>
            <p:cNvSpPr/>
            <p:nvPr/>
          </p:nvSpPr>
          <p:spPr>
            <a:xfrm>
              <a:off x="6608344" y="3634568"/>
              <a:ext cx="17197" cy="2312"/>
            </a:xfrm>
            <a:custGeom>
              <a:avLst/>
              <a:gdLst/>
              <a:ahLst/>
              <a:cxnLst/>
              <a:rect l="l" t="t" r="r" b="b"/>
              <a:pathLst>
                <a:path w="610" h="82" extrusionOk="0">
                  <a:moveTo>
                    <a:pt x="579" y="1"/>
                  </a:moveTo>
                  <a:lnTo>
                    <a:pt x="46" y="16"/>
                  </a:lnTo>
                  <a:cubicBezTo>
                    <a:pt x="16" y="16"/>
                    <a:pt x="0" y="35"/>
                    <a:pt x="0" y="51"/>
                  </a:cubicBezTo>
                  <a:cubicBezTo>
                    <a:pt x="0" y="66"/>
                    <a:pt x="16" y="82"/>
                    <a:pt x="46" y="82"/>
                  </a:cubicBezTo>
                  <a:lnTo>
                    <a:pt x="579" y="66"/>
                  </a:lnTo>
                  <a:cubicBezTo>
                    <a:pt x="594" y="66"/>
                    <a:pt x="610" y="51"/>
                    <a:pt x="610" y="35"/>
                  </a:cubicBezTo>
                  <a:cubicBezTo>
                    <a:pt x="610" y="16"/>
                    <a:pt x="594" y="1"/>
                    <a:pt x="57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561;p38"/>
            <p:cNvSpPr/>
            <p:nvPr/>
          </p:nvSpPr>
          <p:spPr>
            <a:xfrm>
              <a:off x="6545812" y="3633694"/>
              <a:ext cx="16775" cy="4060"/>
            </a:xfrm>
            <a:custGeom>
              <a:avLst/>
              <a:gdLst/>
              <a:ahLst/>
              <a:cxnLst/>
              <a:rect l="l" t="t" r="r" b="b"/>
              <a:pathLst>
                <a:path w="595" h="144" extrusionOk="0">
                  <a:moveTo>
                    <a:pt x="31" y="1"/>
                  </a:moveTo>
                  <a:cubicBezTo>
                    <a:pt x="16" y="1"/>
                    <a:pt x="0" y="1"/>
                    <a:pt x="0" y="32"/>
                  </a:cubicBezTo>
                  <a:cubicBezTo>
                    <a:pt x="0" y="47"/>
                    <a:pt x="16" y="66"/>
                    <a:pt x="31" y="66"/>
                  </a:cubicBezTo>
                  <a:lnTo>
                    <a:pt x="544" y="143"/>
                  </a:lnTo>
                  <a:cubicBezTo>
                    <a:pt x="579" y="143"/>
                    <a:pt x="594" y="128"/>
                    <a:pt x="594" y="113"/>
                  </a:cubicBezTo>
                  <a:cubicBezTo>
                    <a:pt x="594" y="97"/>
                    <a:pt x="579" y="82"/>
                    <a:pt x="560" y="82"/>
                  </a:cubicBezTo>
                  <a:lnTo>
                    <a:pt x="3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38"/>
            <p:cNvSpPr/>
            <p:nvPr/>
          </p:nvSpPr>
          <p:spPr>
            <a:xfrm>
              <a:off x="6549393" y="3550300"/>
              <a:ext cx="15478" cy="2735"/>
            </a:xfrm>
            <a:custGeom>
              <a:avLst/>
              <a:gdLst/>
              <a:ahLst/>
              <a:cxnLst/>
              <a:rect l="l" t="t" r="r" b="b"/>
              <a:pathLst>
                <a:path w="549" h="97" extrusionOk="0">
                  <a:moveTo>
                    <a:pt x="47" y="0"/>
                  </a:moveTo>
                  <a:cubicBezTo>
                    <a:pt x="16" y="0"/>
                    <a:pt x="1" y="16"/>
                    <a:pt x="1" y="35"/>
                  </a:cubicBezTo>
                  <a:cubicBezTo>
                    <a:pt x="1" y="50"/>
                    <a:pt x="16" y="66"/>
                    <a:pt x="47" y="66"/>
                  </a:cubicBezTo>
                  <a:lnTo>
                    <a:pt x="514" y="97"/>
                  </a:lnTo>
                  <a:cubicBezTo>
                    <a:pt x="529" y="97"/>
                    <a:pt x="548" y="81"/>
                    <a:pt x="548" y="66"/>
                  </a:cubicBezTo>
                  <a:cubicBezTo>
                    <a:pt x="548" y="35"/>
                    <a:pt x="529" y="16"/>
                    <a:pt x="514" y="16"/>
                  </a:cubicBezTo>
                  <a:lnTo>
                    <a:pt x="4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1563;p38"/>
            <p:cNvSpPr/>
            <p:nvPr/>
          </p:nvSpPr>
          <p:spPr>
            <a:xfrm>
              <a:off x="6558865" y="3523123"/>
              <a:ext cx="17310" cy="9585"/>
            </a:xfrm>
            <a:custGeom>
              <a:avLst/>
              <a:gdLst/>
              <a:ahLst/>
              <a:cxnLst/>
              <a:rect l="l" t="t" r="r" b="b"/>
              <a:pathLst>
                <a:path w="614" h="340" extrusionOk="0">
                  <a:moveTo>
                    <a:pt x="66" y="0"/>
                  </a:moveTo>
                  <a:cubicBezTo>
                    <a:pt x="50" y="0"/>
                    <a:pt x="19" y="0"/>
                    <a:pt x="19" y="35"/>
                  </a:cubicBezTo>
                  <a:cubicBezTo>
                    <a:pt x="0" y="50"/>
                    <a:pt x="19" y="66"/>
                    <a:pt x="35" y="81"/>
                  </a:cubicBezTo>
                  <a:lnTo>
                    <a:pt x="548" y="324"/>
                  </a:lnTo>
                  <a:lnTo>
                    <a:pt x="563" y="339"/>
                  </a:lnTo>
                  <a:cubicBezTo>
                    <a:pt x="579" y="339"/>
                    <a:pt x="598" y="324"/>
                    <a:pt x="598" y="305"/>
                  </a:cubicBezTo>
                  <a:cubicBezTo>
                    <a:pt x="613" y="289"/>
                    <a:pt x="598" y="274"/>
                    <a:pt x="579" y="258"/>
                  </a:cubicBezTo>
                  <a:lnTo>
                    <a:pt x="6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1564;p38"/>
            <p:cNvSpPr/>
            <p:nvPr/>
          </p:nvSpPr>
          <p:spPr>
            <a:xfrm>
              <a:off x="6542119" y="3588783"/>
              <a:ext cx="17310" cy="9614"/>
            </a:xfrm>
            <a:custGeom>
              <a:avLst/>
              <a:gdLst/>
              <a:ahLst/>
              <a:cxnLst/>
              <a:rect l="l" t="t" r="r" b="b"/>
              <a:pathLst>
                <a:path w="614" h="341" extrusionOk="0">
                  <a:moveTo>
                    <a:pt x="50" y="1"/>
                  </a:moveTo>
                  <a:cubicBezTo>
                    <a:pt x="35" y="1"/>
                    <a:pt x="16" y="1"/>
                    <a:pt x="0" y="35"/>
                  </a:cubicBezTo>
                  <a:cubicBezTo>
                    <a:pt x="0" y="51"/>
                    <a:pt x="0" y="66"/>
                    <a:pt x="16" y="82"/>
                  </a:cubicBezTo>
                  <a:lnTo>
                    <a:pt x="548" y="325"/>
                  </a:lnTo>
                  <a:lnTo>
                    <a:pt x="563" y="340"/>
                  </a:lnTo>
                  <a:cubicBezTo>
                    <a:pt x="579" y="340"/>
                    <a:pt x="594" y="325"/>
                    <a:pt x="594" y="309"/>
                  </a:cubicBezTo>
                  <a:cubicBezTo>
                    <a:pt x="613" y="290"/>
                    <a:pt x="594" y="275"/>
                    <a:pt x="579" y="259"/>
                  </a:cubicBezTo>
                  <a:lnTo>
                    <a:pt x="5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1565;p38"/>
            <p:cNvSpPr/>
            <p:nvPr/>
          </p:nvSpPr>
          <p:spPr>
            <a:xfrm>
              <a:off x="6614631" y="3540179"/>
              <a:ext cx="6343" cy="14716"/>
            </a:xfrm>
            <a:custGeom>
              <a:avLst/>
              <a:gdLst/>
              <a:ahLst/>
              <a:cxnLst/>
              <a:rect l="l" t="t" r="r" b="b"/>
              <a:pathLst>
                <a:path w="225" h="522" extrusionOk="0">
                  <a:moveTo>
                    <a:pt x="180" y="0"/>
                  </a:moveTo>
                  <a:cubicBezTo>
                    <a:pt x="169" y="0"/>
                    <a:pt x="157" y="13"/>
                    <a:pt x="144" y="24"/>
                  </a:cubicBezTo>
                  <a:lnTo>
                    <a:pt x="1" y="471"/>
                  </a:lnTo>
                  <a:cubicBezTo>
                    <a:pt x="1" y="506"/>
                    <a:pt x="1" y="521"/>
                    <a:pt x="32" y="521"/>
                  </a:cubicBezTo>
                  <a:cubicBezTo>
                    <a:pt x="47" y="521"/>
                    <a:pt x="66" y="521"/>
                    <a:pt x="82" y="506"/>
                  </a:cubicBezTo>
                  <a:lnTo>
                    <a:pt x="225" y="55"/>
                  </a:lnTo>
                  <a:cubicBezTo>
                    <a:pt x="225" y="24"/>
                    <a:pt x="225" y="8"/>
                    <a:pt x="194" y="8"/>
                  </a:cubicBezTo>
                  <a:cubicBezTo>
                    <a:pt x="189" y="3"/>
                    <a:pt x="184" y="0"/>
                    <a:pt x="18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38"/>
            <p:cNvSpPr/>
            <p:nvPr/>
          </p:nvSpPr>
          <p:spPr>
            <a:xfrm>
              <a:off x="6622806" y="3503754"/>
              <a:ext cx="10882" cy="14914"/>
            </a:xfrm>
            <a:custGeom>
              <a:avLst/>
              <a:gdLst/>
              <a:ahLst/>
              <a:cxnLst/>
              <a:rect l="l" t="t" r="r" b="b"/>
              <a:pathLst>
                <a:path w="386" h="529" extrusionOk="0">
                  <a:moveTo>
                    <a:pt x="345" y="0"/>
                  </a:moveTo>
                  <a:cubicBezTo>
                    <a:pt x="337" y="0"/>
                    <a:pt x="328" y="4"/>
                    <a:pt x="320" y="12"/>
                  </a:cubicBezTo>
                  <a:lnTo>
                    <a:pt x="0" y="463"/>
                  </a:lnTo>
                  <a:cubicBezTo>
                    <a:pt x="0" y="479"/>
                    <a:pt x="0" y="494"/>
                    <a:pt x="16" y="510"/>
                  </a:cubicBezTo>
                  <a:lnTo>
                    <a:pt x="31" y="529"/>
                  </a:lnTo>
                  <a:cubicBezTo>
                    <a:pt x="46" y="529"/>
                    <a:pt x="66" y="510"/>
                    <a:pt x="66" y="510"/>
                  </a:cubicBezTo>
                  <a:lnTo>
                    <a:pt x="386" y="62"/>
                  </a:lnTo>
                  <a:cubicBezTo>
                    <a:pt x="386" y="47"/>
                    <a:pt x="386" y="27"/>
                    <a:pt x="370" y="12"/>
                  </a:cubicBezTo>
                  <a:cubicBezTo>
                    <a:pt x="363" y="4"/>
                    <a:pt x="354" y="0"/>
                    <a:pt x="3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1567;p38"/>
            <p:cNvSpPr/>
            <p:nvPr/>
          </p:nvSpPr>
          <p:spPr>
            <a:xfrm>
              <a:off x="6592471" y="3496678"/>
              <a:ext cx="7189" cy="16577"/>
            </a:xfrm>
            <a:custGeom>
              <a:avLst/>
              <a:gdLst/>
              <a:ahLst/>
              <a:cxnLst/>
              <a:rect l="l" t="t" r="r" b="b"/>
              <a:pathLst>
                <a:path w="255" h="588" extrusionOk="0">
                  <a:moveTo>
                    <a:pt x="39" y="0"/>
                  </a:moveTo>
                  <a:cubicBezTo>
                    <a:pt x="33" y="0"/>
                    <a:pt x="25" y="3"/>
                    <a:pt x="15" y="8"/>
                  </a:cubicBezTo>
                  <a:cubicBezTo>
                    <a:pt x="0" y="8"/>
                    <a:pt x="0" y="24"/>
                    <a:pt x="0" y="55"/>
                  </a:cubicBezTo>
                  <a:lnTo>
                    <a:pt x="177" y="552"/>
                  </a:lnTo>
                  <a:cubicBezTo>
                    <a:pt x="177" y="568"/>
                    <a:pt x="193" y="587"/>
                    <a:pt x="208" y="587"/>
                  </a:cubicBezTo>
                  <a:lnTo>
                    <a:pt x="224" y="587"/>
                  </a:lnTo>
                  <a:cubicBezTo>
                    <a:pt x="239" y="568"/>
                    <a:pt x="255" y="552"/>
                    <a:pt x="239" y="537"/>
                  </a:cubicBezTo>
                  <a:lnTo>
                    <a:pt x="62" y="24"/>
                  </a:lnTo>
                  <a:cubicBezTo>
                    <a:pt x="62" y="13"/>
                    <a:pt x="54" y="0"/>
                    <a:pt x="3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1568;p38"/>
            <p:cNvSpPr/>
            <p:nvPr/>
          </p:nvSpPr>
          <p:spPr>
            <a:xfrm>
              <a:off x="6632787" y="3557546"/>
              <a:ext cx="204790" cy="187198"/>
            </a:xfrm>
            <a:custGeom>
              <a:avLst/>
              <a:gdLst/>
              <a:ahLst/>
              <a:cxnLst/>
              <a:rect l="l" t="t" r="r" b="b"/>
              <a:pathLst>
                <a:path w="7264" h="6640" extrusionOk="0">
                  <a:moveTo>
                    <a:pt x="4430" y="1"/>
                  </a:moveTo>
                  <a:cubicBezTo>
                    <a:pt x="1696" y="1"/>
                    <a:pt x="1" y="6219"/>
                    <a:pt x="1" y="6219"/>
                  </a:cubicBezTo>
                  <a:lnTo>
                    <a:pt x="3006" y="6528"/>
                  </a:lnTo>
                  <a:lnTo>
                    <a:pt x="4097" y="6640"/>
                  </a:lnTo>
                  <a:cubicBezTo>
                    <a:pt x="4097" y="6640"/>
                    <a:pt x="7264" y="83"/>
                    <a:pt x="4483" y="2"/>
                  </a:cubicBezTo>
                  <a:cubicBezTo>
                    <a:pt x="4465" y="1"/>
                    <a:pt x="4448" y="1"/>
                    <a:pt x="443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38"/>
            <p:cNvSpPr/>
            <p:nvPr/>
          </p:nvSpPr>
          <p:spPr>
            <a:xfrm>
              <a:off x="6717506" y="3557574"/>
              <a:ext cx="120072" cy="187170"/>
            </a:xfrm>
            <a:custGeom>
              <a:avLst/>
              <a:gdLst/>
              <a:ahLst/>
              <a:cxnLst/>
              <a:rect l="l" t="t" r="r" b="b"/>
              <a:pathLst>
                <a:path w="4259" h="6639" extrusionOk="0">
                  <a:moveTo>
                    <a:pt x="1478" y="1"/>
                  </a:moveTo>
                  <a:cubicBezTo>
                    <a:pt x="1478" y="1"/>
                    <a:pt x="2508" y="722"/>
                    <a:pt x="1" y="6527"/>
                  </a:cubicBezTo>
                  <a:lnTo>
                    <a:pt x="1092" y="6639"/>
                  </a:lnTo>
                  <a:cubicBezTo>
                    <a:pt x="1092" y="6639"/>
                    <a:pt x="4259" y="82"/>
                    <a:pt x="147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38"/>
            <p:cNvSpPr/>
            <p:nvPr/>
          </p:nvSpPr>
          <p:spPr>
            <a:xfrm>
              <a:off x="6710655" y="3571727"/>
              <a:ext cx="8176" cy="8937"/>
            </a:xfrm>
            <a:custGeom>
              <a:avLst/>
              <a:gdLst/>
              <a:ahLst/>
              <a:cxnLst/>
              <a:rect l="l" t="t" r="r" b="b"/>
              <a:pathLst>
                <a:path w="290" h="317" extrusionOk="0">
                  <a:moveTo>
                    <a:pt x="50" y="0"/>
                  </a:moveTo>
                  <a:cubicBezTo>
                    <a:pt x="38" y="0"/>
                    <a:pt x="26" y="4"/>
                    <a:pt x="16" y="12"/>
                  </a:cubicBezTo>
                  <a:cubicBezTo>
                    <a:pt x="1" y="27"/>
                    <a:pt x="1" y="62"/>
                    <a:pt x="16" y="62"/>
                  </a:cubicBezTo>
                  <a:lnTo>
                    <a:pt x="228" y="301"/>
                  </a:lnTo>
                  <a:lnTo>
                    <a:pt x="244" y="316"/>
                  </a:lnTo>
                  <a:cubicBezTo>
                    <a:pt x="259" y="316"/>
                    <a:pt x="259" y="316"/>
                    <a:pt x="274" y="301"/>
                  </a:cubicBezTo>
                  <a:cubicBezTo>
                    <a:pt x="290" y="286"/>
                    <a:pt x="290" y="270"/>
                    <a:pt x="274" y="255"/>
                  </a:cubicBezTo>
                  <a:lnTo>
                    <a:pt x="82" y="12"/>
                  </a:lnTo>
                  <a:cubicBezTo>
                    <a:pt x="74" y="4"/>
                    <a:pt x="62" y="0"/>
                    <a:pt x="5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571;p38"/>
            <p:cNvSpPr/>
            <p:nvPr/>
          </p:nvSpPr>
          <p:spPr>
            <a:xfrm>
              <a:off x="6694360" y="3582299"/>
              <a:ext cx="16323" cy="5639"/>
            </a:xfrm>
            <a:custGeom>
              <a:avLst/>
              <a:gdLst/>
              <a:ahLst/>
              <a:cxnLst/>
              <a:rect l="l" t="t" r="r" b="b"/>
              <a:pathLst>
                <a:path w="579" h="200" extrusionOk="0">
                  <a:moveTo>
                    <a:pt x="36" y="1"/>
                  </a:moveTo>
                  <a:cubicBezTo>
                    <a:pt x="24" y="1"/>
                    <a:pt x="11" y="12"/>
                    <a:pt x="0" y="22"/>
                  </a:cubicBezTo>
                  <a:cubicBezTo>
                    <a:pt x="0" y="57"/>
                    <a:pt x="16" y="73"/>
                    <a:pt x="35" y="73"/>
                  </a:cubicBezTo>
                  <a:lnTo>
                    <a:pt x="532" y="200"/>
                  </a:lnTo>
                  <a:cubicBezTo>
                    <a:pt x="548" y="200"/>
                    <a:pt x="563" y="184"/>
                    <a:pt x="579" y="169"/>
                  </a:cubicBezTo>
                  <a:cubicBezTo>
                    <a:pt x="579" y="154"/>
                    <a:pt x="563" y="134"/>
                    <a:pt x="548" y="119"/>
                  </a:cubicBezTo>
                  <a:lnTo>
                    <a:pt x="50" y="7"/>
                  </a:lnTo>
                  <a:cubicBezTo>
                    <a:pt x="46" y="2"/>
                    <a:pt x="41" y="1"/>
                    <a:pt x="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38"/>
            <p:cNvSpPr/>
            <p:nvPr/>
          </p:nvSpPr>
          <p:spPr>
            <a:xfrm>
              <a:off x="6670311" y="3619232"/>
              <a:ext cx="14181" cy="7217"/>
            </a:xfrm>
            <a:custGeom>
              <a:avLst/>
              <a:gdLst/>
              <a:ahLst/>
              <a:cxnLst/>
              <a:rect l="l" t="t" r="r" b="b"/>
              <a:pathLst>
                <a:path w="503" h="256" extrusionOk="0">
                  <a:moveTo>
                    <a:pt x="66" y="1"/>
                  </a:moveTo>
                  <a:cubicBezTo>
                    <a:pt x="35" y="1"/>
                    <a:pt x="20" y="1"/>
                    <a:pt x="20" y="32"/>
                  </a:cubicBezTo>
                  <a:cubicBezTo>
                    <a:pt x="1" y="47"/>
                    <a:pt x="20" y="62"/>
                    <a:pt x="35" y="78"/>
                  </a:cubicBezTo>
                  <a:lnTo>
                    <a:pt x="452" y="255"/>
                  </a:lnTo>
                  <a:lnTo>
                    <a:pt x="467" y="255"/>
                  </a:lnTo>
                  <a:cubicBezTo>
                    <a:pt x="483" y="255"/>
                    <a:pt x="483" y="255"/>
                    <a:pt x="502" y="240"/>
                  </a:cubicBezTo>
                  <a:cubicBezTo>
                    <a:pt x="502" y="224"/>
                    <a:pt x="502" y="194"/>
                    <a:pt x="483" y="194"/>
                  </a:cubicBezTo>
                  <a:lnTo>
                    <a:pt x="6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3" name="Google Shape;1573;p38"/>
            <p:cNvSpPr/>
            <p:nvPr/>
          </p:nvSpPr>
          <p:spPr>
            <a:xfrm>
              <a:off x="6657258" y="3645451"/>
              <a:ext cx="14491" cy="10882"/>
            </a:xfrm>
            <a:custGeom>
              <a:avLst/>
              <a:gdLst/>
              <a:ahLst/>
              <a:cxnLst/>
              <a:rect l="l" t="t" r="r" b="b"/>
              <a:pathLst>
                <a:path w="514" h="386" extrusionOk="0">
                  <a:moveTo>
                    <a:pt x="63" y="0"/>
                  </a:moveTo>
                  <a:cubicBezTo>
                    <a:pt x="47" y="0"/>
                    <a:pt x="32" y="0"/>
                    <a:pt x="16" y="16"/>
                  </a:cubicBezTo>
                  <a:cubicBezTo>
                    <a:pt x="1" y="35"/>
                    <a:pt x="16" y="50"/>
                    <a:pt x="32" y="66"/>
                  </a:cubicBezTo>
                  <a:lnTo>
                    <a:pt x="448" y="371"/>
                  </a:lnTo>
                  <a:cubicBezTo>
                    <a:pt x="464" y="386"/>
                    <a:pt x="464" y="386"/>
                    <a:pt x="483" y="386"/>
                  </a:cubicBezTo>
                  <a:cubicBezTo>
                    <a:pt x="498" y="386"/>
                    <a:pt x="498" y="371"/>
                    <a:pt x="514" y="371"/>
                  </a:cubicBezTo>
                  <a:cubicBezTo>
                    <a:pt x="514" y="355"/>
                    <a:pt x="514" y="324"/>
                    <a:pt x="498" y="324"/>
                  </a:cubicBezTo>
                  <a:lnTo>
                    <a:pt x="6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4" name="Google Shape;1574;p38"/>
            <p:cNvSpPr/>
            <p:nvPr/>
          </p:nvSpPr>
          <p:spPr>
            <a:xfrm>
              <a:off x="6643133" y="3677619"/>
              <a:ext cx="14153" cy="2312"/>
            </a:xfrm>
            <a:custGeom>
              <a:avLst/>
              <a:gdLst/>
              <a:ahLst/>
              <a:cxnLst/>
              <a:rect l="l" t="t" r="r" b="b"/>
              <a:pathLst>
                <a:path w="502" h="82" extrusionOk="0">
                  <a:moveTo>
                    <a:pt x="35" y="1"/>
                  </a:moveTo>
                  <a:cubicBezTo>
                    <a:pt x="20" y="1"/>
                    <a:pt x="0" y="16"/>
                    <a:pt x="0" y="32"/>
                  </a:cubicBezTo>
                  <a:cubicBezTo>
                    <a:pt x="0" y="66"/>
                    <a:pt x="20" y="82"/>
                    <a:pt x="35" y="82"/>
                  </a:cubicBezTo>
                  <a:lnTo>
                    <a:pt x="467" y="82"/>
                  </a:lnTo>
                  <a:cubicBezTo>
                    <a:pt x="483" y="82"/>
                    <a:pt x="502" y="66"/>
                    <a:pt x="502" y="32"/>
                  </a:cubicBezTo>
                  <a:cubicBezTo>
                    <a:pt x="502" y="16"/>
                    <a:pt x="483" y="1"/>
                    <a:pt x="46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38"/>
            <p:cNvSpPr/>
            <p:nvPr/>
          </p:nvSpPr>
          <p:spPr>
            <a:xfrm>
              <a:off x="6710655" y="3667018"/>
              <a:ext cx="11897" cy="9332"/>
            </a:xfrm>
            <a:custGeom>
              <a:avLst/>
              <a:gdLst/>
              <a:ahLst/>
              <a:cxnLst/>
              <a:rect l="l" t="t" r="r" b="b"/>
              <a:pathLst>
                <a:path w="422" h="331" extrusionOk="0">
                  <a:moveTo>
                    <a:pt x="369" y="0"/>
                  </a:moveTo>
                  <a:cubicBezTo>
                    <a:pt x="365" y="0"/>
                    <a:pt x="360" y="2"/>
                    <a:pt x="355" y="7"/>
                  </a:cubicBezTo>
                  <a:lnTo>
                    <a:pt x="16" y="265"/>
                  </a:lnTo>
                  <a:cubicBezTo>
                    <a:pt x="1" y="280"/>
                    <a:pt x="1" y="311"/>
                    <a:pt x="16" y="331"/>
                  </a:cubicBezTo>
                  <a:lnTo>
                    <a:pt x="66" y="331"/>
                  </a:lnTo>
                  <a:lnTo>
                    <a:pt x="402" y="72"/>
                  </a:lnTo>
                  <a:cubicBezTo>
                    <a:pt x="421" y="57"/>
                    <a:pt x="421" y="41"/>
                    <a:pt x="402" y="22"/>
                  </a:cubicBezTo>
                  <a:cubicBezTo>
                    <a:pt x="391" y="11"/>
                    <a:pt x="380" y="0"/>
                    <a:pt x="36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38"/>
            <p:cNvSpPr/>
            <p:nvPr/>
          </p:nvSpPr>
          <p:spPr>
            <a:xfrm>
              <a:off x="6756440" y="3607814"/>
              <a:ext cx="12320" cy="2312"/>
            </a:xfrm>
            <a:custGeom>
              <a:avLst/>
              <a:gdLst/>
              <a:ahLst/>
              <a:cxnLst/>
              <a:rect l="l" t="t" r="r" b="b"/>
              <a:pathLst>
                <a:path w="437" h="82" extrusionOk="0">
                  <a:moveTo>
                    <a:pt x="31" y="1"/>
                  </a:moveTo>
                  <a:cubicBezTo>
                    <a:pt x="16" y="1"/>
                    <a:pt x="0" y="20"/>
                    <a:pt x="0" y="51"/>
                  </a:cubicBezTo>
                  <a:cubicBezTo>
                    <a:pt x="0" y="66"/>
                    <a:pt x="16" y="82"/>
                    <a:pt x="31" y="82"/>
                  </a:cubicBezTo>
                  <a:lnTo>
                    <a:pt x="402" y="82"/>
                  </a:lnTo>
                  <a:cubicBezTo>
                    <a:pt x="417" y="82"/>
                    <a:pt x="436" y="66"/>
                    <a:pt x="436" y="51"/>
                  </a:cubicBezTo>
                  <a:cubicBezTo>
                    <a:pt x="436" y="20"/>
                    <a:pt x="417" y="1"/>
                    <a:pt x="40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38"/>
            <p:cNvSpPr/>
            <p:nvPr/>
          </p:nvSpPr>
          <p:spPr>
            <a:xfrm>
              <a:off x="6747418" y="3640996"/>
              <a:ext cx="14914" cy="6315"/>
            </a:xfrm>
            <a:custGeom>
              <a:avLst/>
              <a:gdLst/>
              <a:ahLst/>
              <a:cxnLst/>
              <a:rect l="l" t="t" r="r" b="b"/>
              <a:pathLst>
                <a:path w="529" h="224" extrusionOk="0">
                  <a:moveTo>
                    <a:pt x="47" y="0"/>
                  </a:moveTo>
                  <a:cubicBezTo>
                    <a:pt x="31" y="0"/>
                    <a:pt x="16" y="16"/>
                    <a:pt x="0" y="31"/>
                  </a:cubicBezTo>
                  <a:cubicBezTo>
                    <a:pt x="0" y="46"/>
                    <a:pt x="16" y="62"/>
                    <a:pt x="31" y="77"/>
                  </a:cubicBezTo>
                  <a:lnTo>
                    <a:pt x="482" y="224"/>
                  </a:lnTo>
                  <a:cubicBezTo>
                    <a:pt x="498" y="224"/>
                    <a:pt x="513" y="224"/>
                    <a:pt x="529" y="208"/>
                  </a:cubicBezTo>
                  <a:cubicBezTo>
                    <a:pt x="529" y="193"/>
                    <a:pt x="513" y="158"/>
                    <a:pt x="498" y="158"/>
                  </a:cubicBezTo>
                  <a:lnTo>
                    <a:pt x="4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38"/>
            <p:cNvSpPr/>
            <p:nvPr/>
          </p:nvSpPr>
          <p:spPr>
            <a:xfrm>
              <a:off x="6732420" y="3687458"/>
              <a:ext cx="14040" cy="6090"/>
            </a:xfrm>
            <a:custGeom>
              <a:avLst/>
              <a:gdLst/>
              <a:ahLst/>
              <a:cxnLst/>
              <a:rect l="l" t="t" r="r" b="b"/>
              <a:pathLst>
                <a:path w="498" h="216" extrusionOk="0">
                  <a:moveTo>
                    <a:pt x="48" y="0"/>
                  </a:moveTo>
                  <a:cubicBezTo>
                    <a:pt x="33" y="0"/>
                    <a:pt x="15" y="11"/>
                    <a:pt x="15" y="22"/>
                  </a:cubicBezTo>
                  <a:cubicBezTo>
                    <a:pt x="0" y="38"/>
                    <a:pt x="15" y="68"/>
                    <a:pt x="35" y="68"/>
                  </a:cubicBezTo>
                  <a:lnTo>
                    <a:pt x="436" y="215"/>
                  </a:lnTo>
                  <a:lnTo>
                    <a:pt x="451" y="215"/>
                  </a:lnTo>
                  <a:cubicBezTo>
                    <a:pt x="467" y="215"/>
                    <a:pt x="482" y="200"/>
                    <a:pt x="482" y="184"/>
                  </a:cubicBezTo>
                  <a:cubicBezTo>
                    <a:pt x="498" y="165"/>
                    <a:pt x="482" y="149"/>
                    <a:pt x="467" y="134"/>
                  </a:cubicBezTo>
                  <a:lnTo>
                    <a:pt x="66" y="7"/>
                  </a:lnTo>
                  <a:cubicBezTo>
                    <a:pt x="61" y="2"/>
                    <a:pt x="55" y="0"/>
                    <a:pt x="4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38"/>
            <p:cNvSpPr/>
            <p:nvPr/>
          </p:nvSpPr>
          <p:spPr>
            <a:xfrm>
              <a:off x="6772764" y="3663156"/>
              <a:ext cx="14040" cy="4060"/>
            </a:xfrm>
            <a:custGeom>
              <a:avLst/>
              <a:gdLst/>
              <a:ahLst/>
              <a:cxnLst/>
              <a:rect l="l" t="t" r="r" b="b"/>
              <a:pathLst>
                <a:path w="498" h="144" extrusionOk="0">
                  <a:moveTo>
                    <a:pt x="50" y="1"/>
                  </a:moveTo>
                  <a:cubicBezTo>
                    <a:pt x="31" y="1"/>
                    <a:pt x="0" y="16"/>
                    <a:pt x="0" y="32"/>
                  </a:cubicBezTo>
                  <a:cubicBezTo>
                    <a:pt x="0" y="47"/>
                    <a:pt x="15" y="63"/>
                    <a:pt x="31" y="82"/>
                  </a:cubicBezTo>
                  <a:lnTo>
                    <a:pt x="451" y="144"/>
                  </a:lnTo>
                  <a:cubicBezTo>
                    <a:pt x="482" y="144"/>
                    <a:pt x="498" y="128"/>
                    <a:pt x="498" y="113"/>
                  </a:cubicBezTo>
                  <a:cubicBezTo>
                    <a:pt x="498" y="97"/>
                    <a:pt x="482" y="63"/>
                    <a:pt x="467" y="63"/>
                  </a:cubicBezTo>
                  <a:lnTo>
                    <a:pt x="5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0" name="Google Shape;1580;p38"/>
            <p:cNvSpPr/>
            <p:nvPr/>
          </p:nvSpPr>
          <p:spPr>
            <a:xfrm>
              <a:off x="6784492" y="3627182"/>
              <a:ext cx="12743" cy="3834"/>
            </a:xfrm>
            <a:custGeom>
              <a:avLst/>
              <a:gdLst/>
              <a:ahLst/>
              <a:cxnLst/>
              <a:rect l="l" t="t" r="r" b="b"/>
              <a:pathLst>
                <a:path w="452" h="136" extrusionOk="0">
                  <a:moveTo>
                    <a:pt x="421" y="0"/>
                  </a:moveTo>
                  <a:cubicBezTo>
                    <a:pt x="415" y="0"/>
                    <a:pt x="410" y="3"/>
                    <a:pt x="406" y="8"/>
                  </a:cubicBezTo>
                  <a:lnTo>
                    <a:pt x="35" y="54"/>
                  </a:lnTo>
                  <a:cubicBezTo>
                    <a:pt x="20" y="70"/>
                    <a:pt x="1" y="85"/>
                    <a:pt x="1" y="104"/>
                  </a:cubicBezTo>
                  <a:cubicBezTo>
                    <a:pt x="1" y="120"/>
                    <a:pt x="20" y="135"/>
                    <a:pt x="35" y="135"/>
                  </a:cubicBezTo>
                  <a:lnTo>
                    <a:pt x="51" y="135"/>
                  </a:lnTo>
                  <a:lnTo>
                    <a:pt x="421" y="70"/>
                  </a:lnTo>
                  <a:cubicBezTo>
                    <a:pt x="436" y="70"/>
                    <a:pt x="452" y="54"/>
                    <a:pt x="452" y="39"/>
                  </a:cubicBezTo>
                  <a:cubicBezTo>
                    <a:pt x="452" y="17"/>
                    <a:pt x="436" y="0"/>
                    <a:pt x="42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1" name="Google Shape;1581;p38"/>
            <p:cNvSpPr/>
            <p:nvPr/>
          </p:nvSpPr>
          <p:spPr>
            <a:xfrm>
              <a:off x="6784492" y="3582468"/>
              <a:ext cx="15478" cy="3637"/>
            </a:xfrm>
            <a:custGeom>
              <a:avLst/>
              <a:gdLst/>
              <a:ahLst/>
              <a:cxnLst/>
              <a:rect l="l" t="t" r="r" b="b"/>
              <a:pathLst>
                <a:path w="549" h="129" extrusionOk="0">
                  <a:moveTo>
                    <a:pt x="502" y="1"/>
                  </a:moveTo>
                  <a:lnTo>
                    <a:pt x="35" y="67"/>
                  </a:lnTo>
                  <a:cubicBezTo>
                    <a:pt x="20" y="67"/>
                    <a:pt x="1" y="82"/>
                    <a:pt x="1" y="97"/>
                  </a:cubicBezTo>
                  <a:cubicBezTo>
                    <a:pt x="1" y="113"/>
                    <a:pt x="20" y="128"/>
                    <a:pt x="35" y="128"/>
                  </a:cubicBezTo>
                  <a:lnTo>
                    <a:pt x="51" y="128"/>
                  </a:lnTo>
                  <a:lnTo>
                    <a:pt x="517" y="67"/>
                  </a:lnTo>
                  <a:cubicBezTo>
                    <a:pt x="533" y="67"/>
                    <a:pt x="548" y="51"/>
                    <a:pt x="548" y="32"/>
                  </a:cubicBezTo>
                  <a:cubicBezTo>
                    <a:pt x="533" y="1"/>
                    <a:pt x="517" y="1"/>
                    <a:pt x="50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582;p38"/>
            <p:cNvSpPr/>
            <p:nvPr/>
          </p:nvSpPr>
          <p:spPr>
            <a:xfrm>
              <a:off x="6732843" y="3600202"/>
              <a:ext cx="1889" cy="12658"/>
            </a:xfrm>
            <a:custGeom>
              <a:avLst/>
              <a:gdLst/>
              <a:ahLst/>
              <a:cxnLst/>
              <a:rect l="l" t="t" r="r" b="b"/>
              <a:pathLst>
                <a:path w="67" h="449" extrusionOk="0">
                  <a:moveTo>
                    <a:pt x="35" y="1"/>
                  </a:moveTo>
                  <a:cubicBezTo>
                    <a:pt x="20" y="1"/>
                    <a:pt x="0" y="16"/>
                    <a:pt x="0" y="32"/>
                  </a:cubicBezTo>
                  <a:lnTo>
                    <a:pt x="0" y="402"/>
                  </a:lnTo>
                  <a:cubicBezTo>
                    <a:pt x="0" y="433"/>
                    <a:pt x="20" y="448"/>
                    <a:pt x="35" y="448"/>
                  </a:cubicBezTo>
                  <a:cubicBezTo>
                    <a:pt x="51" y="448"/>
                    <a:pt x="66" y="433"/>
                    <a:pt x="66" y="402"/>
                  </a:cubicBezTo>
                  <a:lnTo>
                    <a:pt x="66" y="32"/>
                  </a:lnTo>
                  <a:cubicBezTo>
                    <a:pt x="66" y="16"/>
                    <a:pt x="51" y="1"/>
                    <a:pt x="3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38"/>
            <p:cNvSpPr/>
            <p:nvPr/>
          </p:nvSpPr>
          <p:spPr>
            <a:xfrm>
              <a:off x="6746967" y="3550554"/>
              <a:ext cx="5920" cy="13363"/>
            </a:xfrm>
            <a:custGeom>
              <a:avLst/>
              <a:gdLst/>
              <a:ahLst/>
              <a:cxnLst/>
              <a:rect l="l" t="t" r="r" b="b"/>
              <a:pathLst>
                <a:path w="210" h="474" extrusionOk="0">
                  <a:moveTo>
                    <a:pt x="45" y="0"/>
                  </a:moveTo>
                  <a:cubicBezTo>
                    <a:pt x="41" y="0"/>
                    <a:pt x="36" y="2"/>
                    <a:pt x="32" y="7"/>
                  </a:cubicBezTo>
                  <a:cubicBezTo>
                    <a:pt x="16" y="7"/>
                    <a:pt x="1" y="26"/>
                    <a:pt x="1" y="57"/>
                  </a:cubicBezTo>
                  <a:lnTo>
                    <a:pt x="128" y="458"/>
                  </a:lnTo>
                  <a:cubicBezTo>
                    <a:pt x="144" y="473"/>
                    <a:pt x="159" y="473"/>
                    <a:pt x="159" y="473"/>
                  </a:cubicBezTo>
                  <a:lnTo>
                    <a:pt x="174" y="473"/>
                  </a:lnTo>
                  <a:cubicBezTo>
                    <a:pt x="194" y="473"/>
                    <a:pt x="209" y="443"/>
                    <a:pt x="209" y="427"/>
                  </a:cubicBezTo>
                  <a:lnTo>
                    <a:pt x="78" y="26"/>
                  </a:lnTo>
                  <a:cubicBezTo>
                    <a:pt x="67" y="12"/>
                    <a:pt x="56" y="0"/>
                    <a:pt x="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38"/>
            <p:cNvSpPr/>
            <p:nvPr/>
          </p:nvSpPr>
          <p:spPr>
            <a:xfrm>
              <a:off x="6658132" y="3608349"/>
              <a:ext cx="69297" cy="111501"/>
            </a:xfrm>
            <a:custGeom>
              <a:avLst/>
              <a:gdLst/>
              <a:ahLst/>
              <a:cxnLst/>
              <a:rect l="l" t="t" r="r" b="b"/>
              <a:pathLst>
                <a:path w="2458" h="3955" extrusionOk="0">
                  <a:moveTo>
                    <a:pt x="1995" y="1"/>
                  </a:moveTo>
                  <a:cubicBezTo>
                    <a:pt x="1528" y="1"/>
                    <a:pt x="275" y="3214"/>
                    <a:pt x="1" y="3954"/>
                  </a:cubicBezTo>
                  <a:lnTo>
                    <a:pt x="1046" y="3954"/>
                  </a:lnTo>
                  <a:cubicBezTo>
                    <a:pt x="1320" y="3229"/>
                    <a:pt x="2458" y="97"/>
                    <a:pt x="20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38"/>
            <p:cNvSpPr/>
            <p:nvPr/>
          </p:nvSpPr>
          <p:spPr>
            <a:xfrm>
              <a:off x="6396278" y="3631947"/>
              <a:ext cx="127797" cy="100957"/>
            </a:xfrm>
            <a:custGeom>
              <a:avLst/>
              <a:gdLst/>
              <a:ahLst/>
              <a:cxnLst/>
              <a:rect l="l" t="t" r="r" b="b"/>
              <a:pathLst>
                <a:path w="4533" h="3581" extrusionOk="0">
                  <a:moveTo>
                    <a:pt x="2242" y="0"/>
                  </a:moveTo>
                  <a:cubicBezTo>
                    <a:pt x="1117" y="0"/>
                    <a:pt x="1" y="422"/>
                    <a:pt x="1" y="1266"/>
                  </a:cubicBezTo>
                  <a:cubicBezTo>
                    <a:pt x="1" y="2986"/>
                    <a:pt x="1366" y="3580"/>
                    <a:pt x="1366" y="3580"/>
                  </a:cubicBezTo>
                  <a:lnTo>
                    <a:pt x="3279" y="3580"/>
                  </a:lnTo>
                  <a:cubicBezTo>
                    <a:pt x="3279" y="3580"/>
                    <a:pt x="4533" y="3021"/>
                    <a:pt x="4533" y="1301"/>
                  </a:cubicBezTo>
                  <a:cubicBezTo>
                    <a:pt x="4533" y="434"/>
                    <a:pt x="3383" y="0"/>
                    <a:pt x="224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38"/>
            <p:cNvSpPr/>
            <p:nvPr/>
          </p:nvSpPr>
          <p:spPr>
            <a:xfrm>
              <a:off x="6403890" y="3631862"/>
              <a:ext cx="108344" cy="105609"/>
            </a:xfrm>
            <a:custGeom>
              <a:avLst/>
              <a:gdLst/>
              <a:ahLst/>
              <a:cxnLst/>
              <a:rect l="l" t="t" r="r" b="b"/>
              <a:pathLst>
                <a:path w="3843" h="3746" extrusionOk="0">
                  <a:moveTo>
                    <a:pt x="1995" y="0"/>
                  </a:moveTo>
                  <a:cubicBezTo>
                    <a:pt x="1995" y="0"/>
                    <a:pt x="1" y="756"/>
                    <a:pt x="1675" y="3745"/>
                  </a:cubicBezTo>
                  <a:lnTo>
                    <a:pt x="2446" y="3745"/>
                  </a:lnTo>
                  <a:cubicBezTo>
                    <a:pt x="2446" y="3745"/>
                    <a:pt x="3843" y="883"/>
                    <a:pt x="199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7" name="Google Shape;1587;p38"/>
            <p:cNvSpPr/>
            <p:nvPr/>
          </p:nvSpPr>
          <p:spPr>
            <a:xfrm>
              <a:off x="6420213" y="3594873"/>
              <a:ext cx="52664" cy="44149"/>
            </a:xfrm>
            <a:custGeom>
              <a:avLst/>
              <a:gdLst/>
              <a:ahLst/>
              <a:cxnLst/>
              <a:rect l="l" t="t" r="r" b="b"/>
              <a:pathLst>
                <a:path w="1868" h="1566" extrusionOk="0">
                  <a:moveTo>
                    <a:pt x="984" y="0"/>
                  </a:moveTo>
                  <a:cubicBezTo>
                    <a:pt x="894" y="0"/>
                    <a:pt x="802" y="14"/>
                    <a:pt x="710" y="43"/>
                  </a:cubicBezTo>
                  <a:cubicBezTo>
                    <a:pt x="259" y="170"/>
                    <a:pt x="0" y="606"/>
                    <a:pt x="116" y="1023"/>
                  </a:cubicBezTo>
                  <a:cubicBezTo>
                    <a:pt x="217" y="1356"/>
                    <a:pt x="531" y="1565"/>
                    <a:pt x="879" y="1565"/>
                  </a:cubicBezTo>
                  <a:cubicBezTo>
                    <a:pt x="971" y="1565"/>
                    <a:pt x="1064" y="1551"/>
                    <a:pt x="1158" y="1520"/>
                  </a:cubicBezTo>
                  <a:cubicBezTo>
                    <a:pt x="1609" y="1393"/>
                    <a:pt x="1867" y="961"/>
                    <a:pt x="1755" y="541"/>
                  </a:cubicBezTo>
                  <a:cubicBezTo>
                    <a:pt x="1651" y="209"/>
                    <a:pt x="1335" y="0"/>
                    <a:pt x="98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8" name="Google Shape;1588;p38"/>
            <p:cNvSpPr/>
            <p:nvPr/>
          </p:nvSpPr>
          <p:spPr>
            <a:xfrm>
              <a:off x="6413786" y="3599666"/>
              <a:ext cx="68113" cy="46771"/>
            </a:xfrm>
            <a:custGeom>
              <a:avLst/>
              <a:gdLst/>
              <a:ahLst/>
              <a:cxnLst/>
              <a:rect l="l" t="t" r="r" b="b"/>
              <a:pathLst>
                <a:path w="2416" h="1659" extrusionOk="0">
                  <a:moveTo>
                    <a:pt x="1081" y="0"/>
                  </a:moveTo>
                  <a:cubicBezTo>
                    <a:pt x="730" y="193"/>
                    <a:pt x="664" y="695"/>
                    <a:pt x="664" y="695"/>
                  </a:cubicBezTo>
                  <a:cubicBezTo>
                    <a:pt x="664" y="695"/>
                    <a:pt x="364" y="545"/>
                    <a:pt x="142" y="545"/>
                  </a:cubicBezTo>
                  <a:cubicBezTo>
                    <a:pt x="122" y="545"/>
                    <a:pt x="104" y="546"/>
                    <a:pt x="86" y="548"/>
                  </a:cubicBezTo>
                  <a:cubicBezTo>
                    <a:pt x="0" y="990"/>
                    <a:pt x="470" y="1659"/>
                    <a:pt x="1151" y="1659"/>
                  </a:cubicBezTo>
                  <a:cubicBezTo>
                    <a:pt x="1238" y="1659"/>
                    <a:pt x="1328" y="1648"/>
                    <a:pt x="1420" y="1624"/>
                  </a:cubicBezTo>
                  <a:cubicBezTo>
                    <a:pt x="2126" y="1447"/>
                    <a:pt x="2415" y="564"/>
                    <a:pt x="2095" y="66"/>
                  </a:cubicBezTo>
                  <a:lnTo>
                    <a:pt x="2095" y="66"/>
                  </a:lnTo>
                  <a:cubicBezTo>
                    <a:pt x="1740" y="193"/>
                    <a:pt x="1659" y="467"/>
                    <a:pt x="1659" y="467"/>
                  </a:cubicBezTo>
                  <a:cubicBezTo>
                    <a:pt x="1659" y="467"/>
                    <a:pt x="1563" y="132"/>
                    <a:pt x="108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9" name="Google Shape;1589;p38"/>
            <p:cNvSpPr/>
            <p:nvPr/>
          </p:nvSpPr>
          <p:spPr>
            <a:xfrm>
              <a:off x="6394868" y="3647537"/>
              <a:ext cx="14068" cy="6090"/>
            </a:xfrm>
            <a:custGeom>
              <a:avLst/>
              <a:gdLst/>
              <a:ahLst/>
              <a:cxnLst/>
              <a:rect l="l" t="t" r="r" b="b"/>
              <a:pathLst>
                <a:path w="499" h="216" extrusionOk="0">
                  <a:moveTo>
                    <a:pt x="41" y="1"/>
                  </a:moveTo>
                  <a:cubicBezTo>
                    <a:pt x="24" y="1"/>
                    <a:pt x="16" y="12"/>
                    <a:pt x="16" y="23"/>
                  </a:cubicBezTo>
                  <a:cubicBezTo>
                    <a:pt x="1" y="57"/>
                    <a:pt x="16" y="73"/>
                    <a:pt x="32" y="73"/>
                  </a:cubicBezTo>
                  <a:lnTo>
                    <a:pt x="437" y="200"/>
                  </a:lnTo>
                  <a:lnTo>
                    <a:pt x="452" y="216"/>
                  </a:lnTo>
                  <a:cubicBezTo>
                    <a:pt x="467" y="216"/>
                    <a:pt x="483" y="200"/>
                    <a:pt x="483" y="185"/>
                  </a:cubicBezTo>
                  <a:cubicBezTo>
                    <a:pt x="498" y="169"/>
                    <a:pt x="483" y="135"/>
                    <a:pt x="467" y="135"/>
                  </a:cubicBezTo>
                  <a:lnTo>
                    <a:pt x="66" y="7"/>
                  </a:lnTo>
                  <a:cubicBezTo>
                    <a:pt x="56" y="3"/>
                    <a:pt x="48" y="1"/>
                    <a:pt x="4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1590;p38"/>
            <p:cNvSpPr/>
            <p:nvPr/>
          </p:nvSpPr>
          <p:spPr>
            <a:xfrm>
              <a:off x="6389427" y="3667187"/>
              <a:ext cx="13645" cy="1889"/>
            </a:xfrm>
            <a:custGeom>
              <a:avLst/>
              <a:gdLst/>
              <a:ahLst/>
              <a:cxnLst/>
              <a:rect l="l" t="t" r="r" b="b"/>
              <a:pathLst>
                <a:path w="484" h="67" extrusionOk="0">
                  <a:moveTo>
                    <a:pt x="32" y="1"/>
                  </a:moveTo>
                  <a:cubicBezTo>
                    <a:pt x="16" y="1"/>
                    <a:pt x="1" y="16"/>
                    <a:pt x="1" y="35"/>
                  </a:cubicBezTo>
                  <a:cubicBezTo>
                    <a:pt x="1" y="51"/>
                    <a:pt x="16" y="66"/>
                    <a:pt x="32" y="66"/>
                  </a:cubicBezTo>
                  <a:lnTo>
                    <a:pt x="452" y="66"/>
                  </a:lnTo>
                  <a:cubicBezTo>
                    <a:pt x="468" y="66"/>
                    <a:pt x="483" y="51"/>
                    <a:pt x="483" y="35"/>
                  </a:cubicBezTo>
                  <a:cubicBezTo>
                    <a:pt x="483" y="16"/>
                    <a:pt x="468" y="1"/>
                    <a:pt x="45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1" name="Google Shape;1591;p38"/>
            <p:cNvSpPr/>
            <p:nvPr/>
          </p:nvSpPr>
          <p:spPr>
            <a:xfrm>
              <a:off x="6393036" y="3683511"/>
              <a:ext cx="15901" cy="5892"/>
            </a:xfrm>
            <a:custGeom>
              <a:avLst/>
              <a:gdLst/>
              <a:ahLst/>
              <a:cxnLst/>
              <a:rect l="l" t="t" r="r" b="b"/>
              <a:pathLst>
                <a:path w="564" h="209" extrusionOk="0">
                  <a:moveTo>
                    <a:pt x="502" y="0"/>
                  </a:moveTo>
                  <a:lnTo>
                    <a:pt x="35" y="147"/>
                  </a:lnTo>
                  <a:cubicBezTo>
                    <a:pt x="19" y="147"/>
                    <a:pt x="0" y="162"/>
                    <a:pt x="19" y="193"/>
                  </a:cubicBezTo>
                  <a:cubicBezTo>
                    <a:pt x="19" y="208"/>
                    <a:pt x="35" y="208"/>
                    <a:pt x="50" y="208"/>
                  </a:cubicBezTo>
                  <a:lnTo>
                    <a:pt x="66" y="208"/>
                  </a:lnTo>
                  <a:lnTo>
                    <a:pt x="532" y="81"/>
                  </a:lnTo>
                  <a:cubicBezTo>
                    <a:pt x="548" y="66"/>
                    <a:pt x="563" y="50"/>
                    <a:pt x="548" y="35"/>
                  </a:cubicBezTo>
                  <a:cubicBezTo>
                    <a:pt x="548" y="16"/>
                    <a:pt x="532" y="0"/>
                    <a:pt x="50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2" name="Google Shape;1592;p38"/>
            <p:cNvSpPr/>
            <p:nvPr/>
          </p:nvSpPr>
          <p:spPr>
            <a:xfrm>
              <a:off x="6417056" y="3694196"/>
              <a:ext cx="10037" cy="7499"/>
            </a:xfrm>
            <a:custGeom>
              <a:avLst/>
              <a:gdLst/>
              <a:ahLst/>
              <a:cxnLst/>
              <a:rect l="l" t="t" r="r" b="b"/>
              <a:pathLst>
                <a:path w="356" h="266" extrusionOk="0">
                  <a:moveTo>
                    <a:pt x="307" y="1"/>
                  </a:moveTo>
                  <a:cubicBezTo>
                    <a:pt x="301" y="1"/>
                    <a:pt x="294" y="2"/>
                    <a:pt x="290" y="7"/>
                  </a:cubicBezTo>
                  <a:lnTo>
                    <a:pt x="16" y="200"/>
                  </a:lnTo>
                  <a:cubicBezTo>
                    <a:pt x="1" y="215"/>
                    <a:pt x="1" y="234"/>
                    <a:pt x="1" y="250"/>
                  </a:cubicBezTo>
                  <a:cubicBezTo>
                    <a:pt x="16" y="265"/>
                    <a:pt x="16" y="265"/>
                    <a:pt x="35" y="265"/>
                  </a:cubicBezTo>
                  <a:lnTo>
                    <a:pt x="66" y="265"/>
                  </a:lnTo>
                  <a:lnTo>
                    <a:pt x="340" y="72"/>
                  </a:lnTo>
                  <a:cubicBezTo>
                    <a:pt x="355" y="57"/>
                    <a:pt x="355" y="42"/>
                    <a:pt x="355" y="22"/>
                  </a:cubicBezTo>
                  <a:cubicBezTo>
                    <a:pt x="345" y="11"/>
                    <a:pt x="324" y="1"/>
                    <a:pt x="30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 name="Google Shape;1593;p38"/>
            <p:cNvSpPr/>
            <p:nvPr/>
          </p:nvSpPr>
          <p:spPr>
            <a:xfrm>
              <a:off x="6427938" y="3659773"/>
              <a:ext cx="11333" cy="5695"/>
            </a:xfrm>
            <a:custGeom>
              <a:avLst/>
              <a:gdLst/>
              <a:ahLst/>
              <a:cxnLst/>
              <a:rect l="l" t="t" r="r" b="b"/>
              <a:pathLst>
                <a:path w="402" h="202" extrusionOk="0">
                  <a:moveTo>
                    <a:pt x="42" y="1"/>
                  </a:moveTo>
                  <a:cubicBezTo>
                    <a:pt x="25" y="1"/>
                    <a:pt x="16" y="14"/>
                    <a:pt x="16" y="25"/>
                  </a:cubicBezTo>
                  <a:cubicBezTo>
                    <a:pt x="0" y="40"/>
                    <a:pt x="16" y="71"/>
                    <a:pt x="35" y="71"/>
                  </a:cubicBezTo>
                  <a:lnTo>
                    <a:pt x="355" y="183"/>
                  </a:lnTo>
                  <a:lnTo>
                    <a:pt x="355" y="202"/>
                  </a:lnTo>
                  <a:cubicBezTo>
                    <a:pt x="371" y="202"/>
                    <a:pt x="386" y="183"/>
                    <a:pt x="401" y="167"/>
                  </a:cubicBezTo>
                  <a:cubicBezTo>
                    <a:pt x="401" y="152"/>
                    <a:pt x="386" y="136"/>
                    <a:pt x="371" y="121"/>
                  </a:cubicBezTo>
                  <a:lnTo>
                    <a:pt x="66" y="9"/>
                  </a:lnTo>
                  <a:cubicBezTo>
                    <a:pt x="57" y="3"/>
                    <a:pt x="48" y="1"/>
                    <a:pt x="4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 name="Google Shape;1594;p38"/>
            <p:cNvSpPr/>
            <p:nvPr/>
          </p:nvSpPr>
          <p:spPr>
            <a:xfrm>
              <a:off x="6480997" y="3657574"/>
              <a:ext cx="13194" cy="4201"/>
            </a:xfrm>
            <a:custGeom>
              <a:avLst/>
              <a:gdLst/>
              <a:ahLst/>
              <a:cxnLst/>
              <a:rect l="l" t="t" r="r" b="b"/>
              <a:pathLst>
                <a:path w="468" h="149" extrusionOk="0">
                  <a:moveTo>
                    <a:pt x="430" y="0"/>
                  </a:moveTo>
                  <a:cubicBezTo>
                    <a:pt x="425" y="0"/>
                    <a:pt x="421" y="2"/>
                    <a:pt x="417" y="6"/>
                  </a:cubicBezTo>
                  <a:lnTo>
                    <a:pt x="31" y="87"/>
                  </a:lnTo>
                  <a:cubicBezTo>
                    <a:pt x="16" y="87"/>
                    <a:pt x="1" y="103"/>
                    <a:pt x="1" y="133"/>
                  </a:cubicBezTo>
                  <a:cubicBezTo>
                    <a:pt x="1" y="149"/>
                    <a:pt x="16" y="149"/>
                    <a:pt x="31" y="149"/>
                  </a:cubicBezTo>
                  <a:lnTo>
                    <a:pt x="47" y="149"/>
                  </a:lnTo>
                  <a:lnTo>
                    <a:pt x="433" y="68"/>
                  </a:lnTo>
                  <a:cubicBezTo>
                    <a:pt x="448" y="68"/>
                    <a:pt x="467" y="52"/>
                    <a:pt x="467" y="37"/>
                  </a:cubicBezTo>
                  <a:cubicBezTo>
                    <a:pt x="453" y="14"/>
                    <a:pt x="441" y="0"/>
                    <a:pt x="43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 name="Google Shape;1595;p38"/>
            <p:cNvSpPr/>
            <p:nvPr/>
          </p:nvSpPr>
          <p:spPr>
            <a:xfrm>
              <a:off x="6480997" y="3691236"/>
              <a:ext cx="11333" cy="5018"/>
            </a:xfrm>
            <a:custGeom>
              <a:avLst/>
              <a:gdLst/>
              <a:ahLst/>
              <a:cxnLst/>
              <a:rect l="l" t="t" r="r" b="b"/>
              <a:pathLst>
                <a:path w="402" h="178" extrusionOk="0">
                  <a:moveTo>
                    <a:pt x="47" y="0"/>
                  </a:moveTo>
                  <a:cubicBezTo>
                    <a:pt x="31" y="0"/>
                    <a:pt x="16" y="15"/>
                    <a:pt x="1" y="31"/>
                  </a:cubicBezTo>
                  <a:cubicBezTo>
                    <a:pt x="1" y="50"/>
                    <a:pt x="16" y="66"/>
                    <a:pt x="31" y="81"/>
                  </a:cubicBezTo>
                  <a:lnTo>
                    <a:pt x="352" y="177"/>
                  </a:lnTo>
                  <a:lnTo>
                    <a:pt x="371" y="177"/>
                  </a:lnTo>
                  <a:cubicBezTo>
                    <a:pt x="386" y="177"/>
                    <a:pt x="402" y="177"/>
                    <a:pt x="402" y="162"/>
                  </a:cubicBezTo>
                  <a:cubicBezTo>
                    <a:pt x="402" y="147"/>
                    <a:pt x="402" y="112"/>
                    <a:pt x="371" y="112"/>
                  </a:cubicBezTo>
                  <a:lnTo>
                    <a:pt x="4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 name="Google Shape;1596;p38"/>
            <p:cNvSpPr/>
            <p:nvPr/>
          </p:nvSpPr>
          <p:spPr>
            <a:xfrm>
              <a:off x="6482294" y="3674489"/>
              <a:ext cx="10037" cy="1861"/>
            </a:xfrm>
            <a:custGeom>
              <a:avLst/>
              <a:gdLst/>
              <a:ahLst/>
              <a:cxnLst/>
              <a:rect l="l" t="t" r="r" b="b"/>
              <a:pathLst>
                <a:path w="356" h="66" extrusionOk="0">
                  <a:moveTo>
                    <a:pt x="36" y="0"/>
                  </a:moveTo>
                  <a:cubicBezTo>
                    <a:pt x="16" y="0"/>
                    <a:pt x="1" y="15"/>
                    <a:pt x="1" y="31"/>
                  </a:cubicBezTo>
                  <a:cubicBezTo>
                    <a:pt x="1" y="46"/>
                    <a:pt x="16" y="66"/>
                    <a:pt x="36" y="66"/>
                  </a:cubicBezTo>
                  <a:lnTo>
                    <a:pt x="325" y="66"/>
                  </a:lnTo>
                  <a:cubicBezTo>
                    <a:pt x="340" y="66"/>
                    <a:pt x="356" y="46"/>
                    <a:pt x="356" y="31"/>
                  </a:cubicBezTo>
                  <a:cubicBezTo>
                    <a:pt x="356" y="15"/>
                    <a:pt x="340" y="0"/>
                    <a:pt x="3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 name="Google Shape;1597;p38"/>
            <p:cNvSpPr/>
            <p:nvPr/>
          </p:nvSpPr>
          <p:spPr>
            <a:xfrm>
              <a:off x="6516774" y="3659040"/>
              <a:ext cx="13194" cy="4595"/>
            </a:xfrm>
            <a:custGeom>
              <a:avLst/>
              <a:gdLst/>
              <a:ahLst/>
              <a:cxnLst/>
              <a:rect l="l" t="t" r="r" b="b"/>
              <a:pathLst>
                <a:path w="468" h="163" extrusionOk="0">
                  <a:moveTo>
                    <a:pt x="417" y="0"/>
                  </a:moveTo>
                  <a:lnTo>
                    <a:pt x="31" y="81"/>
                  </a:lnTo>
                  <a:cubicBezTo>
                    <a:pt x="16" y="97"/>
                    <a:pt x="1" y="112"/>
                    <a:pt x="1" y="132"/>
                  </a:cubicBezTo>
                  <a:cubicBezTo>
                    <a:pt x="1" y="147"/>
                    <a:pt x="16" y="162"/>
                    <a:pt x="31" y="162"/>
                  </a:cubicBezTo>
                  <a:lnTo>
                    <a:pt x="47" y="162"/>
                  </a:lnTo>
                  <a:lnTo>
                    <a:pt x="433" y="81"/>
                  </a:lnTo>
                  <a:cubicBezTo>
                    <a:pt x="467" y="81"/>
                    <a:pt x="467" y="66"/>
                    <a:pt x="467" y="35"/>
                  </a:cubicBezTo>
                  <a:cubicBezTo>
                    <a:pt x="467" y="16"/>
                    <a:pt x="452" y="0"/>
                    <a:pt x="41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 name="Google Shape;1598;p38"/>
            <p:cNvSpPr/>
            <p:nvPr/>
          </p:nvSpPr>
          <p:spPr>
            <a:xfrm>
              <a:off x="6518070" y="3685344"/>
              <a:ext cx="10910" cy="2312"/>
            </a:xfrm>
            <a:custGeom>
              <a:avLst/>
              <a:gdLst/>
              <a:ahLst/>
              <a:cxnLst/>
              <a:rect l="l" t="t" r="r" b="b"/>
              <a:pathLst>
                <a:path w="387" h="82" extrusionOk="0">
                  <a:moveTo>
                    <a:pt x="36" y="1"/>
                  </a:moveTo>
                  <a:cubicBezTo>
                    <a:pt x="20" y="1"/>
                    <a:pt x="1" y="16"/>
                    <a:pt x="1" y="32"/>
                  </a:cubicBezTo>
                  <a:cubicBezTo>
                    <a:pt x="1" y="47"/>
                    <a:pt x="20" y="66"/>
                    <a:pt x="36" y="66"/>
                  </a:cubicBezTo>
                  <a:lnTo>
                    <a:pt x="340" y="82"/>
                  </a:lnTo>
                  <a:cubicBezTo>
                    <a:pt x="356" y="82"/>
                    <a:pt x="371" y="66"/>
                    <a:pt x="387" y="47"/>
                  </a:cubicBezTo>
                  <a:cubicBezTo>
                    <a:pt x="387" y="16"/>
                    <a:pt x="371" y="1"/>
                    <a:pt x="3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9" name="Google Shape;1599;p38"/>
            <p:cNvSpPr/>
            <p:nvPr/>
          </p:nvSpPr>
          <p:spPr>
            <a:xfrm>
              <a:off x="6358218" y="3719823"/>
              <a:ext cx="487533" cy="126387"/>
            </a:xfrm>
            <a:custGeom>
              <a:avLst/>
              <a:gdLst/>
              <a:ahLst/>
              <a:cxnLst/>
              <a:rect l="l" t="t" r="r" b="b"/>
              <a:pathLst>
                <a:path w="17293" h="4483" extrusionOk="0">
                  <a:moveTo>
                    <a:pt x="321" y="0"/>
                  </a:moveTo>
                  <a:cubicBezTo>
                    <a:pt x="144" y="0"/>
                    <a:pt x="16" y="128"/>
                    <a:pt x="16" y="305"/>
                  </a:cubicBezTo>
                  <a:lnTo>
                    <a:pt x="1" y="3919"/>
                  </a:lnTo>
                  <a:cubicBezTo>
                    <a:pt x="1" y="4224"/>
                    <a:pt x="240" y="4482"/>
                    <a:pt x="545" y="4482"/>
                  </a:cubicBezTo>
                  <a:lnTo>
                    <a:pt x="5979" y="4467"/>
                  </a:lnTo>
                  <a:cubicBezTo>
                    <a:pt x="6076" y="4467"/>
                    <a:pt x="6138" y="4401"/>
                    <a:pt x="6138" y="4305"/>
                  </a:cubicBezTo>
                  <a:cubicBezTo>
                    <a:pt x="6138" y="4112"/>
                    <a:pt x="6284" y="3919"/>
                    <a:pt x="6492" y="3888"/>
                  </a:cubicBezTo>
                  <a:cubicBezTo>
                    <a:pt x="6522" y="3882"/>
                    <a:pt x="6551" y="3879"/>
                    <a:pt x="6580" y="3879"/>
                  </a:cubicBezTo>
                  <a:cubicBezTo>
                    <a:pt x="6688" y="3879"/>
                    <a:pt x="6786" y="3924"/>
                    <a:pt x="6863" y="4000"/>
                  </a:cubicBezTo>
                  <a:cubicBezTo>
                    <a:pt x="6924" y="4081"/>
                    <a:pt x="6974" y="4178"/>
                    <a:pt x="6974" y="4305"/>
                  </a:cubicBezTo>
                  <a:cubicBezTo>
                    <a:pt x="6974" y="4401"/>
                    <a:pt x="7055" y="4467"/>
                    <a:pt x="7136" y="4467"/>
                  </a:cubicBezTo>
                  <a:lnTo>
                    <a:pt x="7310" y="4467"/>
                  </a:lnTo>
                  <a:cubicBezTo>
                    <a:pt x="7391" y="4467"/>
                    <a:pt x="7472" y="4401"/>
                    <a:pt x="7472" y="4320"/>
                  </a:cubicBezTo>
                  <a:cubicBezTo>
                    <a:pt x="7472" y="4097"/>
                    <a:pt x="7634" y="3904"/>
                    <a:pt x="7858" y="3888"/>
                  </a:cubicBezTo>
                  <a:cubicBezTo>
                    <a:pt x="7874" y="3886"/>
                    <a:pt x="7890" y="3885"/>
                    <a:pt x="7906" y="3885"/>
                  </a:cubicBezTo>
                  <a:cubicBezTo>
                    <a:pt x="8014" y="3885"/>
                    <a:pt x="8111" y="3930"/>
                    <a:pt x="8178" y="4000"/>
                  </a:cubicBezTo>
                  <a:cubicBezTo>
                    <a:pt x="8259" y="4081"/>
                    <a:pt x="8309" y="4178"/>
                    <a:pt x="8309" y="4305"/>
                  </a:cubicBezTo>
                  <a:cubicBezTo>
                    <a:pt x="8309" y="4401"/>
                    <a:pt x="8371" y="4467"/>
                    <a:pt x="8467" y="4467"/>
                  </a:cubicBezTo>
                  <a:lnTo>
                    <a:pt x="8645" y="4467"/>
                  </a:lnTo>
                  <a:cubicBezTo>
                    <a:pt x="8726" y="4467"/>
                    <a:pt x="8791" y="4401"/>
                    <a:pt x="8791" y="4320"/>
                  </a:cubicBezTo>
                  <a:cubicBezTo>
                    <a:pt x="8791" y="4112"/>
                    <a:pt x="8934" y="3919"/>
                    <a:pt x="9142" y="3888"/>
                  </a:cubicBezTo>
                  <a:cubicBezTo>
                    <a:pt x="9161" y="3886"/>
                    <a:pt x="9180" y="3885"/>
                    <a:pt x="9198" y="3885"/>
                  </a:cubicBezTo>
                  <a:cubicBezTo>
                    <a:pt x="9321" y="3885"/>
                    <a:pt x="9426" y="3930"/>
                    <a:pt x="9497" y="4000"/>
                  </a:cubicBezTo>
                  <a:cubicBezTo>
                    <a:pt x="9578" y="4081"/>
                    <a:pt x="9624" y="4178"/>
                    <a:pt x="9624" y="4305"/>
                  </a:cubicBezTo>
                  <a:cubicBezTo>
                    <a:pt x="9624" y="4386"/>
                    <a:pt x="9690" y="4467"/>
                    <a:pt x="9786" y="4467"/>
                  </a:cubicBezTo>
                  <a:lnTo>
                    <a:pt x="10045" y="4451"/>
                  </a:lnTo>
                  <a:lnTo>
                    <a:pt x="15283" y="4436"/>
                  </a:lnTo>
                  <a:cubicBezTo>
                    <a:pt x="15587" y="4436"/>
                    <a:pt x="15830" y="4178"/>
                    <a:pt x="15830" y="3873"/>
                  </a:cubicBezTo>
                  <a:lnTo>
                    <a:pt x="15830" y="3294"/>
                  </a:lnTo>
                  <a:cubicBezTo>
                    <a:pt x="16023" y="3036"/>
                    <a:pt x="16602" y="2604"/>
                    <a:pt x="17292" y="2604"/>
                  </a:cubicBezTo>
                  <a:lnTo>
                    <a:pt x="17292" y="899"/>
                  </a:lnTo>
                  <a:cubicBezTo>
                    <a:pt x="17292" y="899"/>
                    <a:pt x="17121" y="930"/>
                    <a:pt x="16894" y="930"/>
                  </a:cubicBezTo>
                  <a:cubicBezTo>
                    <a:pt x="16534" y="930"/>
                    <a:pt x="16032" y="852"/>
                    <a:pt x="15846" y="448"/>
                  </a:cubicBezTo>
                  <a:lnTo>
                    <a:pt x="15846" y="290"/>
                  </a:lnTo>
                  <a:cubicBezTo>
                    <a:pt x="15846" y="128"/>
                    <a:pt x="15718" y="0"/>
                    <a:pt x="155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38"/>
            <p:cNvSpPr/>
            <p:nvPr/>
          </p:nvSpPr>
          <p:spPr>
            <a:xfrm>
              <a:off x="6837128" y="3737444"/>
              <a:ext cx="34931" cy="64392"/>
            </a:xfrm>
            <a:custGeom>
              <a:avLst/>
              <a:gdLst/>
              <a:ahLst/>
              <a:cxnLst/>
              <a:rect l="l" t="t" r="r" b="b"/>
              <a:pathLst>
                <a:path w="1239" h="2284" extrusionOk="0">
                  <a:moveTo>
                    <a:pt x="128" y="0"/>
                  </a:moveTo>
                  <a:cubicBezTo>
                    <a:pt x="62" y="0"/>
                    <a:pt x="0" y="50"/>
                    <a:pt x="0" y="112"/>
                  </a:cubicBezTo>
                  <a:lnTo>
                    <a:pt x="0" y="2153"/>
                  </a:lnTo>
                  <a:cubicBezTo>
                    <a:pt x="0" y="2218"/>
                    <a:pt x="62" y="2284"/>
                    <a:pt x="128" y="2284"/>
                  </a:cubicBezTo>
                  <a:lnTo>
                    <a:pt x="1107" y="2284"/>
                  </a:lnTo>
                  <a:cubicBezTo>
                    <a:pt x="1188" y="2284"/>
                    <a:pt x="1238" y="2218"/>
                    <a:pt x="1238" y="2153"/>
                  </a:cubicBezTo>
                  <a:lnTo>
                    <a:pt x="1238" y="112"/>
                  </a:lnTo>
                  <a:cubicBezTo>
                    <a:pt x="1238" y="50"/>
                    <a:pt x="1188" y="0"/>
                    <a:pt x="110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38"/>
            <p:cNvSpPr/>
            <p:nvPr/>
          </p:nvSpPr>
          <p:spPr>
            <a:xfrm>
              <a:off x="6837128" y="3747875"/>
              <a:ext cx="34931" cy="10037"/>
            </a:xfrm>
            <a:custGeom>
              <a:avLst/>
              <a:gdLst/>
              <a:ahLst/>
              <a:cxnLst/>
              <a:rect l="l" t="t" r="r" b="b"/>
              <a:pathLst>
                <a:path w="1239" h="356" extrusionOk="0">
                  <a:moveTo>
                    <a:pt x="0" y="1"/>
                  </a:moveTo>
                  <a:lnTo>
                    <a:pt x="0" y="355"/>
                  </a:lnTo>
                  <a:lnTo>
                    <a:pt x="1238" y="355"/>
                  </a:lnTo>
                  <a:lnTo>
                    <a:pt x="123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38"/>
            <p:cNvSpPr/>
            <p:nvPr/>
          </p:nvSpPr>
          <p:spPr>
            <a:xfrm>
              <a:off x="6837128" y="3764622"/>
              <a:ext cx="34931" cy="10037"/>
            </a:xfrm>
            <a:custGeom>
              <a:avLst/>
              <a:gdLst/>
              <a:ahLst/>
              <a:cxnLst/>
              <a:rect l="l" t="t" r="r" b="b"/>
              <a:pathLst>
                <a:path w="1239" h="356" extrusionOk="0">
                  <a:moveTo>
                    <a:pt x="0" y="1"/>
                  </a:moveTo>
                  <a:lnTo>
                    <a:pt x="0" y="355"/>
                  </a:lnTo>
                  <a:lnTo>
                    <a:pt x="1238" y="355"/>
                  </a:lnTo>
                  <a:lnTo>
                    <a:pt x="123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38"/>
            <p:cNvSpPr/>
            <p:nvPr/>
          </p:nvSpPr>
          <p:spPr>
            <a:xfrm>
              <a:off x="6837128" y="3781368"/>
              <a:ext cx="34931" cy="10037"/>
            </a:xfrm>
            <a:custGeom>
              <a:avLst/>
              <a:gdLst/>
              <a:ahLst/>
              <a:cxnLst/>
              <a:rect l="l" t="t" r="r" b="b"/>
              <a:pathLst>
                <a:path w="1239" h="356" extrusionOk="0">
                  <a:moveTo>
                    <a:pt x="0" y="1"/>
                  </a:moveTo>
                  <a:lnTo>
                    <a:pt x="0" y="355"/>
                  </a:lnTo>
                  <a:lnTo>
                    <a:pt x="1238" y="355"/>
                  </a:lnTo>
                  <a:lnTo>
                    <a:pt x="123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38"/>
            <p:cNvSpPr/>
            <p:nvPr/>
          </p:nvSpPr>
          <p:spPr>
            <a:xfrm>
              <a:off x="6384014" y="3719823"/>
              <a:ext cx="392891" cy="95178"/>
            </a:xfrm>
            <a:custGeom>
              <a:avLst/>
              <a:gdLst/>
              <a:ahLst/>
              <a:cxnLst/>
              <a:rect l="l" t="t" r="r" b="b"/>
              <a:pathLst>
                <a:path w="13936" h="3376" extrusionOk="0">
                  <a:moveTo>
                    <a:pt x="0" y="0"/>
                  </a:moveTo>
                  <a:lnTo>
                    <a:pt x="0" y="2330"/>
                  </a:lnTo>
                  <a:cubicBezTo>
                    <a:pt x="0" y="2909"/>
                    <a:pt x="482" y="3375"/>
                    <a:pt x="1061" y="3375"/>
                  </a:cubicBezTo>
                  <a:lnTo>
                    <a:pt x="12875" y="3375"/>
                  </a:lnTo>
                  <a:cubicBezTo>
                    <a:pt x="13453" y="3375"/>
                    <a:pt x="13936" y="2909"/>
                    <a:pt x="13936" y="2330"/>
                  </a:cubicBezTo>
                  <a:lnTo>
                    <a:pt x="1393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38"/>
            <p:cNvSpPr/>
            <p:nvPr/>
          </p:nvSpPr>
          <p:spPr>
            <a:xfrm>
              <a:off x="6374964" y="3735583"/>
              <a:ext cx="156722" cy="15027"/>
            </a:xfrm>
            <a:custGeom>
              <a:avLst/>
              <a:gdLst/>
              <a:ahLst/>
              <a:cxnLst/>
              <a:rect l="l" t="t" r="r" b="b"/>
              <a:pathLst>
                <a:path w="5559" h="533" extrusionOk="0">
                  <a:moveTo>
                    <a:pt x="256" y="1"/>
                  </a:moveTo>
                  <a:cubicBezTo>
                    <a:pt x="113" y="1"/>
                    <a:pt x="1" y="132"/>
                    <a:pt x="1" y="275"/>
                  </a:cubicBezTo>
                  <a:cubicBezTo>
                    <a:pt x="1" y="421"/>
                    <a:pt x="113" y="533"/>
                    <a:pt x="256" y="533"/>
                  </a:cubicBezTo>
                  <a:lnTo>
                    <a:pt x="5304" y="533"/>
                  </a:lnTo>
                  <a:cubicBezTo>
                    <a:pt x="5447" y="533"/>
                    <a:pt x="5559" y="421"/>
                    <a:pt x="5559" y="275"/>
                  </a:cubicBezTo>
                  <a:cubicBezTo>
                    <a:pt x="5559" y="132"/>
                    <a:pt x="5447" y="1"/>
                    <a:pt x="530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38"/>
            <p:cNvSpPr/>
            <p:nvPr/>
          </p:nvSpPr>
          <p:spPr>
            <a:xfrm>
              <a:off x="6384014" y="3771472"/>
              <a:ext cx="392891" cy="43529"/>
            </a:xfrm>
            <a:custGeom>
              <a:avLst/>
              <a:gdLst/>
              <a:ahLst/>
              <a:cxnLst/>
              <a:rect l="l" t="t" r="r" b="b"/>
              <a:pathLst>
                <a:path w="13936" h="1544" extrusionOk="0">
                  <a:moveTo>
                    <a:pt x="0" y="1"/>
                  </a:moveTo>
                  <a:lnTo>
                    <a:pt x="0" y="498"/>
                  </a:lnTo>
                  <a:cubicBezTo>
                    <a:pt x="0" y="1077"/>
                    <a:pt x="482" y="1543"/>
                    <a:pt x="1061" y="1543"/>
                  </a:cubicBezTo>
                  <a:lnTo>
                    <a:pt x="12875" y="1543"/>
                  </a:lnTo>
                  <a:cubicBezTo>
                    <a:pt x="13453" y="1543"/>
                    <a:pt x="13936" y="1077"/>
                    <a:pt x="13936" y="498"/>
                  </a:cubicBezTo>
                  <a:lnTo>
                    <a:pt x="13936" y="305"/>
                  </a:lnTo>
                  <a:cubicBezTo>
                    <a:pt x="13018" y="463"/>
                    <a:pt x="12084" y="579"/>
                    <a:pt x="11155" y="656"/>
                  </a:cubicBezTo>
                  <a:cubicBezTo>
                    <a:pt x="11139" y="849"/>
                    <a:pt x="10977" y="1011"/>
                    <a:pt x="10784" y="1011"/>
                  </a:cubicBezTo>
                  <a:cubicBezTo>
                    <a:pt x="10719" y="1011"/>
                    <a:pt x="10657" y="996"/>
                    <a:pt x="10576" y="965"/>
                  </a:cubicBezTo>
                  <a:cubicBezTo>
                    <a:pt x="10526" y="930"/>
                    <a:pt x="10495" y="899"/>
                    <a:pt x="10464" y="834"/>
                  </a:cubicBezTo>
                  <a:cubicBezTo>
                    <a:pt x="10430" y="787"/>
                    <a:pt x="10414" y="737"/>
                    <a:pt x="10414" y="706"/>
                  </a:cubicBezTo>
                  <a:cubicBezTo>
                    <a:pt x="9755" y="737"/>
                    <a:pt x="9114" y="753"/>
                    <a:pt x="8470" y="753"/>
                  </a:cubicBezTo>
                  <a:cubicBezTo>
                    <a:pt x="7537" y="753"/>
                    <a:pt x="6623" y="722"/>
                    <a:pt x="5770" y="656"/>
                  </a:cubicBezTo>
                  <a:cubicBezTo>
                    <a:pt x="5739" y="868"/>
                    <a:pt x="5577" y="1011"/>
                    <a:pt x="5369" y="1011"/>
                  </a:cubicBezTo>
                  <a:cubicBezTo>
                    <a:pt x="5304" y="1011"/>
                    <a:pt x="5238" y="996"/>
                    <a:pt x="5161" y="965"/>
                  </a:cubicBezTo>
                  <a:cubicBezTo>
                    <a:pt x="5111" y="930"/>
                    <a:pt x="5064" y="884"/>
                    <a:pt x="5030" y="834"/>
                  </a:cubicBezTo>
                  <a:cubicBezTo>
                    <a:pt x="4983" y="753"/>
                    <a:pt x="4968" y="676"/>
                    <a:pt x="4968" y="610"/>
                  </a:cubicBezTo>
                  <a:cubicBezTo>
                    <a:pt x="4258" y="560"/>
                    <a:pt x="3599" y="498"/>
                    <a:pt x="2989" y="417"/>
                  </a:cubicBezTo>
                  <a:cubicBezTo>
                    <a:pt x="2974" y="691"/>
                    <a:pt x="2750" y="899"/>
                    <a:pt x="2476" y="899"/>
                  </a:cubicBezTo>
                  <a:cubicBezTo>
                    <a:pt x="2395" y="899"/>
                    <a:pt x="2314" y="884"/>
                    <a:pt x="2218" y="834"/>
                  </a:cubicBezTo>
                  <a:cubicBezTo>
                    <a:pt x="2137" y="787"/>
                    <a:pt x="2056" y="722"/>
                    <a:pt x="2025" y="625"/>
                  </a:cubicBezTo>
                  <a:cubicBezTo>
                    <a:pt x="1959" y="514"/>
                    <a:pt x="1944" y="402"/>
                    <a:pt x="1959" y="290"/>
                  </a:cubicBezTo>
                  <a:cubicBezTo>
                    <a:pt x="1061" y="174"/>
                    <a:pt x="386" y="62"/>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38"/>
            <p:cNvSpPr/>
            <p:nvPr/>
          </p:nvSpPr>
          <p:spPr>
            <a:xfrm>
              <a:off x="6439244" y="3767328"/>
              <a:ext cx="29489" cy="15929"/>
            </a:xfrm>
            <a:custGeom>
              <a:avLst/>
              <a:gdLst/>
              <a:ahLst/>
              <a:cxnLst/>
              <a:rect l="l" t="t" r="r" b="b"/>
              <a:pathLst>
                <a:path w="1046" h="565" extrusionOk="0">
                  <a:moveTo>
                    <a:pt x="517" y="1"/>
                  </a:moveTo>
                  <a:cubicBezTo>
                    <a:pt x="259" y="1"/>
                    <a:pt x="51" y="194"/>
                    <a:pt x="0" y="437"/>
                  </a:cubicBezTo>
                  <a:cubicBezTo>
                    <a:pt x="324" y="483"/>
                    <a:pt x="660" y="533"/>
                    <a:pt x="1030" y="564"/>
                  </a:cubicBezTo>
                  <a:cubicBezTo>
                    <a:pt x="1046" y="468"/>
                    <a:pt x="1030" y="371"/>
                    <a:pt x="984" y="275"/>
                  </a:cubicBezTo>
                  <a:cubicBezTo>
                    <a:pt x="934" y="178"/>
                    <a:pt x="853" y="113"/>
                    <a:pt x="772" y="67"/>
                  </a:cubicBezTo>
                  <a:cubicBezTo>
                    <a:pt x="675" y="16"/>
                    <a:pt x="598" y="1"/>
                    <a:pt x="5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38"/>
            <p:cNvSpPr/>
            <p:nvPr/>
          </p:nvSpPr>
          <p:spPr>
            <a:xfrm>
              <a:off x="6438821" y="3779620"/>
              <a:ext cx="29489" cy="17226"/>
            </a:xfrm>
            <a:custGeom>
              <a:avLst/>
              <a:gdLst/>
              <a:ahLst/>
              <a:cxnLst/>
              <a:rect l="l" t="t" r="r" b="b"/>
              <a:pathLst>
                <a:path w="1046" h="611" extrusionOk="0">
                  <a:moveTo>
                    <a:pt x="15" y="1"/>
                  </a:moveTo>
                  <a:lnTo>
                    <a:pt x="15" y="1"/>
                  </a:lnTo>
                  <a:cubicBezTo>
                    <a:pt x="0" y="113"/>
                    <a:pt x="15" y="225"/>
                    <a:pt x="81" y="336"/>
                  </a:cubicBezTo>
                  <a:cubicBezTo>
                    <a:pt x="112" y="433"/>
                    <a:pt x="193" y="498"/>
                    <a:pt x="274" y="545"/>
                  </a:cubicBezTo>
                  <a:cubicBezTo>
                    <a:pt x="370" y="595"/>
                    <a:pt x="451" y="610"/>
                    <a:pt x="532" y="610"/>
                  </a:cubicBezTo>
                  <a:cubicBezTo>
                    <a:pt x="806" y="610"/>
                    <a:pt x="1030" y="402"/>
                    <a:pt x="1045" y="128"/>
                  </a:cubicBezTo>
                  <a:cubicBezTo>
                    <a:pt x="675" y="97"/>
                    <a:pt x="339" y="47"/>
                    <a:pt x="15" y="1"/>
                  </a:cubicBezTo>
                  <a:close/>
                </a:path>
              </a:pathLst>
            </a:custGeom>
            <a:solidFill>
              <a:srgbClr val="0C22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 name="Google Shape;1609;p38"/>
            <p:cNvSpPr/>
            <p:nvPr/>
          </p:nvSpPr>
          <p:spPr>
            <a:xfrm>
              <a:off x="6494586" y="3766031"/>
              <a:ext cx="14491" cy="11784"/>
            </a:xfrm>
            <a:custGeom>
              <a:avLst/>
              <a:gdLst/>
              <a:ahLst/>
              <a:cxnLst/>
              <a:rect l="l" t="t" r="r" b="b"/>
              <a:pathLst>
                <a:path w="514" h="418" extrusionOk="0">
                  <a:moveTo>
                    <a:pt x="255" y="1"/>
                  </a:moveTo>
                  <a:cubicBezTo>
                    <a:pt x="113" y="1"/>
                    <a:pt x="1" y="159"/>
                    <a:pt x="82" y="305"/>
                  </a:cubicBezTo>
                  <a:cubicBezTo>
                    <a:pt x="97" y="336"/>
                    <a:pt x="128" y="367"/>
                    <a:pt x="159" y="386"/>
                  </a:cubicBezTo>
                  <a:cubicBezTo>
                    <a:pt x="194" y="402"/>
                    <a:pt x="224" y="417"/>
                    <a:pt x="255" y="417"/>
                  </a:cubicBezTo>
                  <a:cubicBezTo>
                    <a:pt x="402" y="417"/>
                    <a:pt x="514" y="255"/>
                    <a:pt x="433" y="113"/>
                  </a:cubicBezTo>
                  <a:cubicBezTo>
                    <a:pt x="417" y="78"/>
                    <a:pt x="402" y="47"/>
                    <a:pt x="371" y="32"/>
                  </a:cubicBezTo>
                  <a:cubicBezTo>
                    <a:pt x="321" y="16"/>
                    <a:pt x="290" y="1"/>
                    <a:pt x="2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 name="Google Shape;1610;p38"/>
            <p:cNvSpPr/>
            <p:nvPr/>
          </p:nvSpPr>
          <p:spPr>
            <a:xfrm>
              <a:off x="6524047" y="3777788"/>
              <a:ext cx="23090" cy="12207"/>
            </a:xfrm>
            <a:custGeom>
              <a:avLst/>
              <a:gdLst/>
              <a:ahLst/>
              <a:cxnLst/>
              <a:rect l="l" t="t" r="r" b="b"/>
              <a:pathLst>
                <a:path w="819" h="433" extrusionOk="0">
                  <a:moveTo>
                    <a:pt x="402" y="0"/>
                  </a:moveTo>
                  <a:cubicBezTo>
                    <a:pt x="194" y="0"/>
                    <a:pt x="16" y="162"/>
                    <a:pt x="1" y="386"/>
                  </a:cubicBezTo>
                  <a:cubicBezTo>
                    <a:pt x="271" y="401"/>
                    <a:pt x="529" y="417"/>
                    <a:pt x="803" y="432"/>
                  </a:cubicBezTo>
                  <a:cubicBezTo>
                    <a:pt x="819" y="355"/>
                    <a:pt x="803" y="274"/>
                    <a:pt x="753" y="178"/>
                  </a:cubicBezTo>
                  <a:cubicBezTo>
                    <a:pt x="722" y="128"/>
                    <a:pt x="676" y="81"/>
                    <a:pt x="626" y="47"/>
                  </a:cubicBezTo>
                  <a:cubicBezTo>
                    <a:pt x="545" y="16"/>
                    <a:pt x="483" y="0"/>
                    <a:pt x="4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1" name="Google Shape;1611;p38"/>
            <p:cNvSpPr/>
            <p:nvPr/>
          </p:nvSpPr>
          <p:spPr>
            <a:xfrm>
              <a:off x="6524047" y="3788642"/>
              <a:ext cx="22667" cy="11362"/>
            </a:xfrm>
            <a:custGeom>
              <a:avLst/>
              <a:gdLst/>
              <a:ahLst/>
              <a:cxnLst/>
              <a:rect l="l" t="t" r="r" b="b"/>
              <a:pathLst>
                <a:path w="804" h="403" extrusionOk="0">
                  <a:moveTo>
                    <a:pt x="1" y="1"/>
                  </a:moveTo>
                  <a:cubicBezTo>
                    <a:pt x="1" y="67"/>
                    <a:pt x="16" y="144"/>
                    <a:pt x="63" y="225"/>
                  </a:cubicBezTo>
                  <a:cubicBezTo>
                    <a:pt x="97" y="275"/>
                    <a:pt x="144" y="321"/>
                    <a:pt x="194" y="356"/>
                  </a:cubicBezTo>
                  <a:cubicBezTo>
                    <a:pt x="271" y="387"/>
                    <a:pt x="337" y="402"/>
                    <a:pt x="402" y="402"/>
                  </a:cubicBezTo>
                  <a:cubicBezTo>
                    <a:pt x="610" y="402"/>
                    <a:pt x="772" y="259"/>
                    <a:pt x="803" y="47"/>
                  </a:cubicBezTo>
                  <a:cubicBezTo>
                    <a:pt x="529" y="32"/>
                    <a:pt x="271" y="16"/>
                    <a:pt x="1" y="1"/>
                  </a:cubicBezTo>
                  <a:close/>
                </a:path>
              </a:pathLst>
            </a:custGeom>
            <a:solidFill>
              <a:srgbClr val="0C22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 name="Google Shape;1612;p38"/>
            <p:cNvSpPr/>
            <p:nvPr/>
          </p:nvSpPr>
          <p:spPr>
            <a:xfrm>
              <a:off x="6703494" y="3747452"/>
              <a:ext cx="31237" cy="25345"/>
            </a:xfrm>
            <a:custGeom>
              <a:avLst/>
              <a:gdLst/>
              <a:ahLst/>
              <a:cxnLst/>
              <a:rect l="l" t="t" r="r" b="b"/>
              <a:pathLst>
                <a:path w="1108" h="899" extrusionOk="0">
                  <a:moveTo>
                    <a:pt x="544" y="0"/>
                  </a:moveTo>
                  <a:cubicBezTo>
                    <a:pt x="239" y="0"/>
                    <a:pt x="0" y="336"/>
                    <a:pt x="158" y="675"/>
                  </a:cubicBezTo>
                  <a:cubicBezTo>
                    <a:pt x="193" y="756"/>
                    <a:pt x="255" y="818"/>
                    <a:pt x="336" y="853"/>
                  </a:cubicBezTo>
                  <a:cubicBezTo>
                    <a:pt x="417" y="883"/>
                    <a:pt x="482" y="899"/>
                    <a:pt x="544" y="899"/>
                  </a:cubicBezTo>
                  <a:cubicBezTo>
                    <a:pt x="868" y="899"/>
                    <a:pt x="1107" y="579"/>
                    <a:pt x="945" y="239"/>
                  </a:cubicBezTo>
                  <a:cubicBezTo>
                    <a:pt x="914" y="158"/>
                    <a:pt x="849" y="97"/>
                    <a:pt x="771" y="62"/>
                  </a:cubicBezTo>
                  <a:cubicBezTo>
                    <a:pt x="690" y="16"/>
                    <a:pt x="625" y="0"/>
                    <a:pt x="5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 name="Google Shape;1613;p38"/>
            <p:cNvSpPr/>
            <p:nvPr/>
          </p:nvSpPr>
          <p:spPr>
            <a:xfrm>
              <a:off x="6676739" y="3779084"/>
              <a:ext cx="21765" cy="12320"/>
            </a:xfrm>
            <a:custGeom>
              <a:avLst/>
              <a:gdLst/>
              <a:ahLst/>
              <a:cxnLst/>
              <a:rect l="l" t="t" r="r" b="b"/>
              <a:pathLst>
                <a:path w="772" h="437" extrusionOk="0">
                  <a:moveTo>
                    <a:pt x="401" y="1"/>
                  </a:moveTo>
                  <a:cubicBezTo>
                    <a:pt x="178" y="1"/>
                    <a:pt x="0" y="193"/>
                    <a:pt x="31" y="436"/>
                  </a:cubicBezTo>
                  <a:cubicBezTo>
                    <a:pt x="274" y="421"/>
                    <a:pt x="513" y="406"/>
                    <a:pt x="772" y="386"/>
                  </a:cubicBezTo>
                  <a:cubicBezTo>
                    <a:pt x="772" y="325"/>
                    <a:pt x="756" y="244"/>
                    <a:pt x="706" y="178"/>
                  </a:cubicBezTo>
                  <a:cubicBezTo>
                    <a:pt x="691" y="132"/>
                    <a:pt x="641" y="82"/>
                    <a:pt x="594" y="51"/>
                  </a:cubicBezTo>
                  <a:cubicBezTo>
                    <a:pt x="529" y="20"/>
                    <a:pt x="467" y="1"/>
                    <a:pt x="4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 name="Google Shape;1614;p38"/>
            <p:cNvSpPr/>
            <p:nvPr/>
          </p:nvSpPr>
          <p:spPr>
            <a:xfrm>
              <a:off x="6677613" y="3789967"/>
              <a:ext cx="20891" cy="10037"/>
            </a:xfrm>
            <a:custGeom>
              <a:avLst/>
              <a:gdLst/>
              <a:ahLst/>
              <a:cxnLst/>
              <a:rect l="l" t="t" r="r" b="b"/>
              <a:pathLst>
                <a:path w="741" h="356" extrusionOk="0">
                  <a:moveTo>
                    <a:pt x="741" y="0"/>
                  </a:moveTo>
                  <a:lnTo>
                    <a:pt x="741" y="0"/>
                  </a:lnTo>
                  <a:cubicBezTo>
                    <a:pt x="482" y="20"/>
                    <a:pt x="243" y="35"/>
                    <a:pt x="0" y="50"/>
                  </a:cubicBezTo>
                  <a:cubicBezTo>
                    <a:pt x="0" y="81"/>
                    <a:pt x="16" y="131"/>
                    <a:pt x="50" y="178"/>
                  </a:cubicBezTo>
                  <a:cubicBezTo>
                    <a:pt x="81" y="243"/>
                    <a:pt x="112" y="274"/>
                    <a:pt x="162" y="309"/>
                  </a:cubicBezTo>
                  <a:cubicBezTo>
                    <a:pt x="243" y="340"/>
                    <a:pt x="305" y="355"/>
                    <a:pt x="370" y="355"/>
                  </a:cubicBezTo>
                  <a:cubicBezTo>
                    <a:pt x="563" y="355"/>
                    <a:pt x="725" y="193"/>
                    <a:pt x="741" y="0"/>
                  </a:cubicBezTo>
                  <a:close/>
                </a:path>
              </a:pathLst>
            </a:custGeom>
            <a:solidFill>
              <a:srgbClr val="0C22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 name="Google Shape;1615;p38"/>
            <p:cNvSpPr/>
            <p:nvPr/>
          </p:nvSpPr>
          <p:spPr>
            <a:xfrm>
              <a:off x="6756863" y="3521967"/>
              <a:ext cx="53538" cy="44741"/>
            </a:xfrm>
            <a:custGeom>
              <a:avLst/>
              <a:gdLst/>
              <a:ahLst/>
              <a:cxnLst/>
              <a:rect l="l" t="t" r="r" b="b"/>
              <a:pathLst>
                <a:path w="1899" h="1587" extrusionOk="0">
                  <a:moveTo>
                    <a:pt x="888" y="0"/>
                  </a:moveTo>
                  <a:cubicBezTo>
                    <a:pt x="608" y="0"/>
                    <a:pt x="348" y="138"/>
                    <a:pt x="209" y="380"/>
                  </a:cubicBezTo>
                  <a:cubicBezTo>
                    <a:pt x="1" y="751"/>
                    <a:pt x="163" y="1233"/>
                    <a:pt x="564" y="1472"/>
                  </a:cubicBezTo>
                  <a:cubicBezTo>
                    <a:pt x="709" y="1550"/>
                    <a:pt x="863" y="1587"/>
                    <a:pt x="1013" y="1587"/>
                  </a:cubicBezTo>
                  <a:cubicBezTo>
                    <a:pt x="1293" y="1587"/>
                    <a:pt x="1554" y="1455"/>
                    <a:pt x="1690" y="1214"/>
                  </a:cubicBezTo>
                  <a:cubicBezTo>
                    <a:pt x="1899" y="847"/>
                    <a:pt x="1737" y="346"/>
                    <a:pt x="1335" y="122"/>
                  </a:cubicBezTo>
                  <a:cubicBezTo>
                    <a:pt x="1191" y="39"/>
                    <a:pt x="1037" y="0"/>
                    <a:pt x="88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 name="Google Shape;1616;p38"/>
            <p:cNvSpPr/>
            <p:nvPr/>
          </p:nvSpPr>
          <p:spPr>
            <a:xfrm>
              <a:off x="6747841" y="3521375"/>
              <a:ext cx="65266" cy="52466"/>
            </a:xfrm>
            <a:custGeom>
              <a:avLst/>
              <a:gdLst/>
              <a:ahLst/>
              <a:cxnLst/>
              <a:rect l="l" t="t" r="r" b="b"/>
              <a:pathLst>
                <a:path w="2315" h="1861" extrusionOk="0">
                  <a:moveTo>
                    <a:pt x="564" y="0"/>
                  </a:moveTo>
                  <a:cubicBezTo>
                    <a:pt x="143" y="270"/>
                    <a:pt x="1" y="1254"/>
                    <a:pt x="722" y="1701"/>
                  </a:cubicBezTo>
                  <a:cubicBezTo>
                    <a:pt x="895" y="1812"/>
                    <a:pt x="1085" y="1860"/>
                    <a:pt x="1270" y="1860"/>
                  </a:cubicBezTo>
                  <a:cubicBezTo>
                    <a:pt x="1758" y="1860"/>
                    <a:pt x="2223" y="1526"/>
                    <a:pt x="2315" y="1107"/>
                  </a:cubicBezTo>
                  <a:cubicBezTo>
                    <a:pt x="2185" y="1045"/>
                    <a:pt x="2068" y="1026"/>
                    <a:pt x="1973" y="1026"/>
                  </a:cubicBezTo>
                  <a:cubicBezTo>
                    <a:pt x="1818" y="1026"/>
                    <a:pt x="1721" y="1076"/>
                    <a:pt x="1721" y="1076"/>
                  </a:cubicBezTo>
                  <a:cubicBezTo>
                    <a:pt x="1721" y="1076"/>
                    <a:pt x="1898" y="772"/>
                    <a:pt x="1671" y="336"/>
                  </a:cubicBezTo>
                  <a:cubicBezTo>
                    <a:pt x="1609" y="319"/>
                    <a:pt x="1546" y="311"/>
                    <a:pt x="1486" y="311"/>
                  </a:cubicBezTo>
                  <a:cubicBezTo>
                    <a:pt x="1155" y="311"/>
                    <a:pt x="869" y="529"/>
                    <a:pt x="869" y="529"/>
                  </a:cubicBezTo>
                  <a:cubicBezTo>
                    <a:pt x="869" y="529"/>
                    <a:pt x="757" y="143"/>
                    <a:pt x="56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17" name="Google Shape;1617;p38"/>
          <p:cNvGrpSpPr/>
          <p:nvPr/>
        </p:nvGrpSpPr>
        <p:grpSpPr>
          <a:xfrm>
            <a:off x="4794231" y="3739795"/>
            <a:ext cx="642766" cy="1156828"/>
            <a:chOff x="6025600" y="3390870"/>
            <a:chExt cx="254269" cy="457624"/>
          </a:xfrm>
        </p:grpSpPr>
        <p:sp>
          <p:nvSpPr>
            <p:cNvPr id="1618" name="Google Shape;1618;p38"/>
            <p:cNvSpPr/>
            <p:nvPr/>
          </p:nvSpPr>
          <p:spPr>
            <a:xfrm>
              <a:off x="6025600" y="3690362"/>
              <a:ext cx="102903" cy="104199"/>
            </a:xfrm>
            <a:custGeom>
              <a:avLst/>
              <a:gdLst/>
              <a:ahLst/>
              <a:cxnLst/>
              <a:rect l="l" t="t" r="r" b="b"/>
              <a:pathLst>
                <a:path w="3650" h="3696" extrusionOk="0">
                  <a:moveTo>
                    <a:pt x="1867" y="0"/>
                  </a:moveTo>
                  <a:cubicBezTo>
                    <a:pt x="837" y="0"/>
                    <a:pt x="0" y="818"/>
                    <a:pt x="0" y="1848"/>
                  </a:cubicBezTo>
                  <a:cubicBezTo>
                    <a:pt x="0" y="2858"/>
                    <a:pt x="837" y="3695"/>
                    <a:pt x="1867" y="3695"/>
                  </a:cubicBezTo>
                  <a:cubicBezTo>
                    <a:pt x="2716" y="3695"/>
                    <a:pt x="3441" y="3101"/>
                    <a:pt x="3649" y="2314"/>
                  </a:cubicBezTo>
                  <a:lnTo>
                    <a:pt x="2862" y="2314"/>
                  </a:lnTo>
                  <a:cubicBezTo>
                    <a:pt x="2685" y="2685"/>
                    <a:pt x="2299" y="2955"/>
                    <a:pt x="1867" y="2955"/>
                  </a:cubicBezTo>
                  <a:cubicBezTo>
                    <a:pt x="1254" y="2955"/>
                    <a:pt x="756" y="2457"/>
                    <a:pt x="756" y="1848"/>
                  </a:cubicBezTo>
                  <a:cubicBezTo>
                    <a:pt x="756" y="1238"/>
                    <a:pt x="1254" y="737"/>
                    <a:pt x="1867" y="737"/>
                  </a:cubicBezTo>
                  <a:cubicBezTo>
                    <a:pt x="2218" y="737"/>
                    <a:pt x="2542" y="914"/>
                    <a:pt x="2750" y="1188"/>
                  </a:cubicBezTo>
                  <a:lnTo>
                    <a:pt x="3583" y="1188"/>
                  </a:lnTo>
                  <a:cubicBezTo>
                    <a:pt x="3329" y="498"/>
                    <a:pt x="2654" y="0"/>
                    <a:pt x="186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 name="Google Shape;1619;p38"/>
            <p:cNvSpPr/>
            <p:nvPr/>
          </p:nvSpPr>
          <p:spPr>
            <a:xfrm>
              <a:off x="6036905" y="3702541"/>
              <a:ext cx="48519" cy="79841"/>
            </a:xfrm>
            <a:custGeom>
              <a:avLst/>
              <a:gdLst/>
              <a:ahLst/>
              <a:cxnLst/>
              <a:rect l="l" t="t" r="r" b="b"/>
              <a:pathLst>
                <a:path w="1721" h="2832" extrusionOk="0">
                  <a:moveTo>
                    <a:pt x="1431" y="0"/>
                  </a:moveTo>
                  <a:cubicBezTo>
                    <a:pt x="645" y="0"/>
                    <a:pt x="0" y="629"/>
                    <a:pt x="0" y="1416"/>
                  </a:cubicBezTo>
                  <a:cubicBezTo>
                    <a:pt x="0" y="2203"/>
                    <a:pt x="645" y="2831"/>
                    <a:pt x="1431" y="2831"/>
                  </a:cubicBezTo>
                  <a:cubicBezTo>
                    <a:pt x="1528" y="2831"/>
                    <a:pt x="1624" y="2831"/>
                    <a:pt x="1721" y="2797"/>
                  </a:cubicBezTo>
                  <a:cubicBezTo>
                    <a:pt x="1705" y="2700"/>
                    <a:pt x="1674" y="2604"/>
                    <a:pt x="1659" y="2507"/>
                  </a:cubicBezTo>
                  <a:cubicBezTo>
                    <a:pt x="1593" y="2507"/>
                    <a:pt x="1528" y="2523"/>
                    <a:pt x="1466" y="2523"/>
                  </a:cubicBezTo>
                  <a:cubicBezTo>
                    <a:pt x="853" y="2523"/>
                    <a:pt x="355" y="2025"/>
                    <a:pt x="355" y="1416"/>
                  </a:cubicBezTo>
                  <a:cubicBezTo>
                    <a:pt x="355" y="806"/>
                    <a:pt x="853" y="305"/>
                    <a:pt x="1466" y="305"/>
                  </a:cubicBezTo>
                  <a:cubicBezTo>
                    <a:pt x="1512" y="305"/>
                    <a:pt x="1563" y="305"/>
                    <a:pt x="1593" y="324"/>
                  </a:cubicBezTo>
                  <a:lnTo>
                    <a:pt x="1593" y="0"/>
                  </a:lnTo>
                  <a:close/>
                </a:path>
              </a:pathLst>
            </a:custGeom>
            <a:solidFill>
              <a:srgbClr val="2E44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 name="Google Shape;1620;p38"/>
            <p:cNvSpPr/>
            <p:nvPr/>
          </p:nvSpPr>
          <p:spPr>
            <a:xfrm>
              <a:off x="6170116" y="3431665"/>
              <a:ext cx="101155" cy="122778"/>
            </a:xfrm>
            <a:custGeom>
              <a:avLst/>
              <a:gdLst/>
              <a:ahLst/>
              <a:cxnLst/>
              <a:rect l="l" t="t" r="r" b="b"/>
              <a:pathLst>
                <a:path w="3588" h="4355" extrusionOk="0">
                  <a:moveTo>
                    <a:pt x="2831" y="0"/>
                  </a:moveTo>
                  <a:cubicBezTo>
                    <a:pt x="2430" y="0"/>
                    <a:pt x="2091" y="336"/>
                    <a:pt x="2091" y="752"/>
                  </a:cubicBezTo>
                  <a:lnTo>
                    <a:pt x="2091" y="2665"/>
                  </a:lnTo>
                  <a:cubicBezTo>
                    <a:pt x="2091" y="2777"/>
                    <a:pt x="1994" y="2858"/>
                    <a:pt x="1883" y="2858"/>
                  </a:cubicBezTo>
                  <a:lnTo>
                    <a:pt x="756" y="2858"/>
                  </a:lnTo>
                  <a:cubicBezTo>
                    <a:pt x="340" y="2858"/>
                    <a:pt x="0" y="3198"/>
                    <a:pt x="0" y="3614"/>
                  </a:cubicBezTo>
                  <a:cubicBezTo>
                    <a:pt x="0" y="4031"/>
                    <a:pt x="340" y="4355"/>
                    <a:pt x="756" y="4355"/>
                  </a:cubicBezTo>
                  <a:lnTo>
                    <a:pt x="1883" y="4355"/>
                  </a:lnTo>
                  <a:cubicBezTo>
                    <a:pt x="2816" y="4355"/>
                    <a:pt x="3587" y="3599"/>
                    <a:pt x="3587" y="2665"/>
                  </a:cubicBezTo>
                  <a:lnTo>
                    <a:pt x="3587" y="752"/>
                  </a:lnTo>
                  <a:cubicBezTo>
                    <a:pt x="3587" y="336"/>
                    <a:pt x="3248" y="0"/>
                    <a:pt x="283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 name="Google Shape;1621;p38"/>
            <p:cNvSpPr/>
            <p:nvPr/>
          </p:nvSpPr>
          <p:spPr>
            <a:xfrm>
              <a:off x="6087680" y="3488756"/>
              <a:ext cx="114631" cy="112347"/>
            </a:xfrm>
            <a:custGeom>
              <a:avLst/>
              <a:gdLst/>
              <a:ahLst/>
              <a:cxnLst/>
              <a:rect l="l" t="t" r="r" b="b"/>
              <a:pathLst>
                <a:path w="4066" h="3985" extrusionOk="0">
                  <a:moveTo>
                    <a:pt x="757" y="0"/>
                  </a:moveTo>
                  <a:cubicBezTo>
                    <a:pt x="340" y="0"/>
                    <a:pt x="1" y="336"/>
                    <a:pt x="1" y="752"/>
                  </a:cubicBezTo>
                  <a:lnTo>
                    <a:pt x="1" y="2233"/>
                  </a:lnTo>
                  <a:cubicBezTo>
                    <a:pt x="1" y="3198"/>
                    <a:pt x="787" y="3985"/>
                    <a:pt x="1767" y="3985"/>
                  </a:cubicBezTo>
                  <a:lnTo>
                    <a:pt x="3329" y="3985"/>
                  </a:lnTo>
                  <a:cubicBezTo>
                    <a:pt x="3730" y="3985"/>
                    <a:pt x="4066" y="3664"/>
                    <a:pt x="4066" y="3244"/>
                  </a:cubicBezTo>
                  <a:cubicBezTo>
                    <a:pt x="4066" y="2827"/>
                    <a:pt x="3730" y="2488"/>
                    <a:pt x="3329" y="2488"/>
                  </a:cubicBezTo>
                  <a:lnTo>
                    <a:pt x="1767" y="2488"/>
                  </a:lnTo>
                  <a:cubicBezTo>
                    <a:pt x="1624" y="2488"/>
                    <a:pt x="1497" y="2376"/>
                    <a:pt x="1497" y="2233"/>
                  </a:cubicBezTo>
                  <a:lnTo>
                    <a:pt x="1497" y="752"/>
                  </a:lnTo>
                  <a:cubicBezTo>
                    <a:pt x="1497" y="336"/>
                    <a:pt x="1158" y="0"/>
                    <a:pt x="75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 name="Google Shape;1622;p38"/>
            <p:cNvSpPr/>
            <p:nvPr/>
          </p:nvSpPr>
          <p:spPr>
            <a:xfrm>
              <a:off x="6151621" y="3432088"/>
              <a:ext cx="59824" cy="209780"/>
            </a:xfrm>
            <a:custGeom>
              <a:avLst/>
              <a:gdLst/>
              <a:ahLst/>
              <a:cxnLst/>
              <a:rect l="l" t="t" r="r" b="b"/>
              <a:pathLst>
                <a:path w="2122" h="7441" extrusionOk="0">
                  <a:moveTo>
                    <a:pt x="1061" y="1"/>
                  </a:moveTo>
                  <a:cubicBezTo>
                    <a:pt x="915" y="1"/>
                    <a:pt x="787" y="32"/>
                    <a:pt x="656" y="82"/>
                  </a:cubicBezTo>
                  <a:cubicBezTo>
                    <a:pt x="271" y="240"/>
                    <a:pt x="1" y="610"/>
                    <a:pt x="1" y="1061"/>
                  </a:cubicBezTo>
                  <a:lnTo>
                    <a:pt x="1" y="7294"/>
                  </a:lnTo>
                  <a:cubicBezTo>
                    <a:pt x="1" y="7375"/>
                    <a:pt x="62" y="7441"/>
                    <a:pt x="143" y="7441"/>
                  </a:cubicBezTo>
                  <a:lnTo>
                    <a:pt x="1975" y="7441"/>
                  </a:lnTo>
                  <a:cubicBezTo>
                    <a:pt x="2056" y="7441"/>
                    <a:pt x="2122" y="7375"/>
                    <a:pt x="2122" y="7294"/>
                  </a:cubicBezTo>
                  <a:lnTo>
                    <a:pt x="2122" y="1061"/>
                  </a:lnTo>
                  <a:cubicBezTo>
                    <a:pt x="2122" y="772"/>
                    <a:pt x="1991" y="498"/>
                    <a:pt x="1798" y="305"/>
                  </a:cubicBezTo>
                  <a:cubicBezTo>
                    <a:pt x="1605" y="113"/>
                    <a:pt x="1351" y="1"/>
                    <a:pt x="106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 name="Google Shape;1623;p38"/>
            <p:cNvSpPr/>
            <p:nvPr/>
          </p:nvSpPr>
          <p:spPr>
            <a:xfrm>
              <a:off x="6151621" y="3434372"/>
              <a:ext cx="18522" cy="207497"/>
            </a:xfrm>
            <a:custGeom>
              <a:avLst/>
              <a:gdLst/>
              <a:ahLst/>
              <a:cxnLst/>
              <a:rect l="l" t="t" r="r" b="b"/>
              <a:pathLst>
                <a:path w="657" h="7360" extrusionOk="0">
                  <a:moveTo>
                    <a:pt x="656" y="1"/>
                  </a:moveTo>
                  <a:cubicBezTo>
                    <a:pt x="271" y="159"/>
                    <a:pt x="1" y="529"/>
                    <a:pt x="1" y="980"/>
                  </a:cubicBezTo>
                  <a:lnTo>
                    <a:pt x="1" y="7213"/>
                  </a:lnTo>
                  <a:cubicBezTo>
                    <a:pt x="1" y="7294"/>
                    <a:pt x="62" y="7360"/>
                    <a:pt x="143" y="7360"/>
                  </a:cubicBezTo>
                  <a:lnTo>
                    <a:pt x="656" y="7360"/>
                  </a:lnTo>
                  <a:lnTo>
                    <a:pt x="6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 name="Google Shape;1624;p38"/>
            <p:cNvSpPr/>
            <p:nvPr/>
          </p:nvSpPr>
          <p:spPr>
            <a:xfrm>
              <a:off x="6088131" y="3626844"/>
              <a:ext cx="184886" cy="97039"/>
            </a:xfrm>
            <a:custGeom>
              <a:avLst/>
              <a:gdLst/>
              <a:ahLst/>
              <a:cxnLst/>
              <a:rect l="l" t="t" r="r" b="b"/>
              <a:pathLst>
                <a:path w="6558" h="3442" extrusionOk="0">
                  <a:moveTo>
                    <a:pt x="3375" y="1"/>
                  </a:moveTo>
                  <a:cubicBezTo>
                    <a:pt x="2299" y="1"/>
                    <a:pt x="1481" y="386"/>
                    <a:pt x="903" y="772"/>
                  </a:cubicBezTo>
                  <a:cubicBezTo>
                    <a:pt x="305" y="1193"/>
                    <a:pt x="0" y="1624"/>
                    <a:pt x="0" y="1624"/>
                  </a:cubicBezTo>
                  <a:lnTo>
                    <a:pt x="3954" y="3441"/>
                  </a:lnTo>
                  <a:lnTo>
                    <a:pt x="6557" y="1624"/>
                  </a:lnTo>
                  <a:cubicBezTo>
                    <a:pt x="6557" y="1624"/>
                    <a:pt x="6364" y="1289"/>
                    <a:pt x="5932" y="919"/>
                  </a:cubicBezTo>
                  <a:cubicBezTo>
                    <a:pt x="5415" y="483"/>
                    <a:pt x="4582" y="1"/>
                    <a:pt x="33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5" name="Google Shape;1625;p38"/>
            <p:cNvSpPr/>
            <p:nvPr/>
          </p:nvSpPr>
          <p:spPr>
            <a:xfrm>
              <a:off x="6093995" y="3648608"/>
              <a:ext cx="174004" cy="39921"/>
            </a:xfrm>
            <a:custGeom>
              <a:avLst/>
              <a:gdLst/>
              <a:ahLst/>
              <a:cxnLst/>
              <a:rect l="l" t="t" r="r" b="b"/>
              <a:pathLst>
                <a:path w="6172" h="1416" extrusionOk="0">
                  <a:moveTo>
                    <a:pt x="695" y="0"/>
                  </a:moveTo>
                  <a:cubicBezTo>
                    <a:pt x="386" y="228"/>
                    <a:pt x="147" y="451"/>
                    <a:pt x="0" y="613"/>
                  </a:cubicBezTo>
                  <a:lnTo>
                    <a:pt x="1304" y="613"/>
                  </a:lnTo>
                  <a:lnTo>
                    <a:pt x="2669" y="1126"/>
                  </a:lnTo>
                  <a:lnTo>
                    <a:pt x="3587" y="868"/>
                  </a:lnTo>
                  <a:lnTo>
                    <a:pt x="4694" y="1416"/>
                  </a:lnTo>
                  <a:lnTo>
                    <a:pt x="5902" y="613"/>
                  </a:lnTo>
                  <a:lnTo>
                    <a:pt x="6172" y="613"/>
                  </a:lnTo>
                  <a:cubicBezTo>
                    <a:pt x="6075" y="482"/>
                    <a:pt x="5917" y="309"/>
                    <a:pt x="5724" y="147"/>
                  </a:cubicBezTo>
                  <a:cubicBezTo>
                    <a:pt x="4918" y="355"/>
                    <a:pt x="4166" y="436"/>
                    <a:pt x="3491" y="436"/>
                  </a:cubicBezTo>
                  <a:cubicBezTo>
                    <a:pt x="2237" y="436"/>
                    <a:pt x="1223" y="178"/>
                    <a:pt x="6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 name="Google Shape;1626;p38"/>
            <p:cNvSpPr/>
            <p:nvPr/>
          </p:nvSpPr>
          <p:spPr>
            <a:xfrm>
              <a:off x="6081816" y="3665891"/>
              <a:ext cx="198052" cy="182603"/>
            </a:xfrm>
            <a:custGeom>
              <a:avLst/>
              <a:gdLst/>
              <a:ahLst/>
              <a:cxnLst/>
              <a:rect l="l" t="t" r="r" b="b"/>
              <a:pathLst>
                <a:path w="7025" h="6477" extrusionOk="0">
                  <a:moveTo>
                    <a:pt x="0" y="0"/>
                  </a:moveTo>
                  <a:lnTo>
                    <a:pt x="0" y="3198"/>
                  </a:lnTo>
                  <a:cubicBezTo>
                    <a:pt x="0" y="3807"/>
                    <a:pt x="178" y="4386"/>
                    <a:pt x="467" y="4868"/>
                  </a:cubicBezTo>
                  <a:cubicBezTo>
                    <a:pt x="1046" y="5832"/>
                    <a:pt x="2091" y="6476"/>
                    <a:pt x="3294" y="6476"/>
                  </a:cubicBezTo>
                  <a:lnTo>
                    <a:pt x="3746" y="6476"/>
                  </a:lnTo>
                  <a:cubicBezTo>
                    <a:pt x="5080" y="6476"/>
                    <a:pt x="6218" y="5690"/>
                    <a:pt x="6735" y="4563"/>
                  </a:cubicBezTo>
                  <a:cubicBezTo>
                    <a:pt x="6928" y="4147"/>
                    <a:pt x="7024" y="3680"/>
                    <a:pt x="7024" y="3198"/>
                  </a:cubicBezTo>
                  <a:lnTo>
                    <a:pt x="7024" y="0"/>
                  </a:lnTo>
                  <a:lnTo>
                    <a:pt x="6334" y="0"/>
                  </a:lnTo>
                  <a:lnTo>
                    <a:pt x="5126" y="803"/>
                  </a:lnTo>
                  <a:lnTo>
                    <a:pt x="4019" y="255"/>
                  </a:lnTo>
                  <a:lnTo>
                    <a:pt x="3101" y="513"/>
                  </a:lnTo>
                  <a:lnTo>
                    <a:pt x="173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627;p38"/>
            <p:cNvSpPr/>
            <p:nvPr/>
          </p:nvSpPr>
          <p:spPr>
            <a:xfrm>
              <a:off x="6094982" y="3794534"/>
              <a:ext cx="176711" cy="53960"/>
            </a:xfrm>
            <a:custGeom>
              <a:avLst/>
              <a:gdLst/>
              <a:ahLst/>
              <a:cxnLst/>
              <a:rect l="l" t="t" r="r" b="b"/>
              <a:pathLst>
                <a:path w="6268" h="1914" extrusionOk="0">
                  <a:moveTo>
                    <a:pt x="6268" y="0"/>
                  </a:moveTo>
                  <a:lnTo>
                    <a:pt x="6268" y="0"/>
                  </a:lnTo>
                  <a:cubicBezTo>
                    <a:pt x="4146" y="112"/>
                    <a:pt x="1527" y="243"/>
                    <a:pt x="0" y="305"/>
                  </a:cubicBezTo>
                  <a:cubicBezTo>
                    <a:pt x="579" y="1269"/>
                    <a:pt x="1624" y="1913"/>
                    <a:pt x="2827" y="1913"/>
                  </a:cubicBezTo>
                  <a:lnTo>
                    <a:pt x="3279" y="1913"/>
                  </a:lnTo>
                  <a:cubicBezTo>
                    <a:pt x="4613" y="1913"/>
                    <a:pt x="5751" y="1127"/>
                    <a:pt x="6268" y="0"/>
                  </a:cubicBezTo>
                  <a:close/>
                </a:path>
              </a:pathLst>
            </a:custGeom>
            <a:solidFill>
              <a:srgbClr val="B2C5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 name="Google Shape;1628;p38"/>
            <p:cNvSpPr/>
            <p:nvPr/>
          </p:nvSpPr>
          <p:spPr>
            <a:xfrm>
              <a:off x="6174683" y="3710266"/>
              <a:ext cx="55793" cy="68846"/>
            </a:xfrm>
            <a:custGeom>
              <a:avLst/>
              <a:gdLst/>
              <a:ahLst/>
              <a:cxnLst/>
              <a:rect l="l" t="t" r="r" b="b"/>
              <a:pathLst>
                <a:path w="1979" h="2442" extrusionOk="0">
                  <a:moveTo>
                    <a:pt x="980" y="0"/>
                  </a:moveTo>
                  <a:cubicBezTo>
                    <a:pt x="436" y="0"/>
                    <a:pt x="0" y="548"/>
                    <a:pt x="0" y="1223"/>
                  </a:cubicBezTo>
                  <a:cubicBezTo>
                    <a:pt x="0" y="1898"/>
                    <a:pt x="436" y="2442"/>
                    <a:pt x="980" y="2442"/>
                  </a:cubicBezTo>
                  <a:cubicBezTo>
                    <a:pt x="1528" y="2442"/>
                    <a:pt x="1979" y="1898"/>
                    <a:pt x="1979" y="1223"/>
                  </a:cubicBezTo>
                  <a:cubicBezTo>
                    <a:pt x="1979" y="548"/>
                    <a:pt x="1528" y="0"/>
                    <a:pt x="9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 name="Google Shape;1629;p38"/>
            <p:cNvSpPr/>
            <p:nvPr/>
          </p:nvSpPr>
          <p:spPr>
            <a:xfrm>
              <a:off x="6182831" y="3720697"/>
              <a:ext cx="38962" cy="48096"/>
            </a:xfrm>
            <a:custGeom>
              <a:avLst/>
              <a:gdLst/>
              <a:ahLst/>
              <a:cxnLst/>
              <a:rect l="l" t="t" r="r" b="b"/>
              <a:pathLst>
                <a:path w="1382" h="1706" extrusionOk="0">
                  <a:moveTo>
                    <a:pt x="691" y="0"/>
                  </a:moveTo>
                  <a:cubicBezTo>
                    <a:pt x="321" y="0"/>
                    <a:pt x="1" y="386"/>
                    <a:pt x="1" y="853"/>
                  </a:cubicBezTo>
                  <a:cubicBezTo>
                    <a:pt x="1" y="1335"/>
                    <a:pt x="321" y="1705"/>
                    <a:pt x="691" y="1705"/>
                  </a:cubicBezTo>
                  <a:cubicBezTo>
                    <a:pt x="1077" y="1705"/>
                    <a:pt x="1381" y="1335"/>
                    <a:pt x="1381" y="853"/>
                  </a:cubicBezTo>
                  <a:cubicBezTo>
                    <a:pt x="1381" y="386"/>
                    <a:pt x="1077" y="0"/>
                    <a:pt x="69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 name="Google Shape;1630;p38"/>
            <p:cNvSpPr/>
            <p:nvPr/>
          </p:nvSpPr>
          <p:spPr>
            <a:xfrm>
              <a:off x="6163801" y="3390870"/>
              <a:ext cx="48096" cy="43980"/>
            </a:xfrm>
            <a:custGeom>
              <a:avLst/>
              <a:gdLst/>
              <a:ahLst/>
              <a:cxnLst/>
              <a:rect l="l" t="t" r="r" b="b"/>
              <a:pathLst>
                <a:path w="1706" h="1560" extrusionOk="0">
                  <a:moveTo>
                    <a:pt x="853" y="1"/>
                  </a:moveTo>
                  <a:cubicBezTo>
                    <a:pt x="371" y="1"/>
                    <a:pt x="1" y="352"/>
                    <a:pt x="1" y="772"/>
                  </a:cubicBezTo>
                  <a:cubicBezTo>
                    <a:pt x="1" y="1204"/>
                    <a:pt x="371" y="1559"/>
                    <a:pt x="853" y="1559"/>
                  </a:cubicBezTo>
                  <a:cubicBezTo>
                    <a:pt x="1320" y="1559"/>
                    <a:pt x="1705" y="1204"/>
                    <a:pt x="1705" y="772"/>
                  </a:cubicBezTo>
                  <a:cubicBezTo>
                    <a:pt x="1705" y="352"/>
                    <a:pt x="1320" y="1"/>
                    <a:pt x="85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 name="Google Shape;1631;p38"/>
            <p:cNvSpPr/>
            <p:nvPr/>
          </p:nvSpPr>
          <p:spPr>
            <a:xfrm>
              <a:off x="6152495" y="3395325"/>
              <a:ext cx="69748" cy="47251"/>
            </a:xfrm>
            <a:custGeom>
              <a:avLst/>
              <a:gdLst/>
              <a:ahLst/>
              <a:cxnLst/>
              <a:rect l="l" t="t" r="r" b="b"/>
              <a:pathLst>
                <a:path w="2474" h="1676" extrusionOk="0">
                  <a:moveTo>
                    <a:pt x="1350" y="1"/>
                  </a:moveTo>
                  <a:cubicBezTo>
                    <a:pt x="949" y="97"/>
                    <a:pt x="756" y="564"/>
                    <a:pt x="756" y="564"/>
                  </a:cubicBezTo>
                  <a:cubicBezTo>
                    <a:pt x="756" y="564"/>
                    <a:pt x="467" y="290"/>
                    <a:pt x="224" y="259"/>
                  </a:cubicBezTo>
                  <a:lnTo>
                    <a:pt x="224" y="259"/>
                  </a:lnTo>
                  <a:cubicBezTo>
                    <a:pt x="0" y="691"/>
                    <a:pt x="371" y="1625"/>
                    <a:pt x="1223" y="1675"/>
                  </a:cubicBezTo>
                  <a:cubicBezTo>
                    <a:pt x="1237" y="1676"/>
                    <a:pt x="1251" y="1676"/>
                    <a:pt x="1265" y="1676"/>
                  </a:cubicBezTo>
                  <a:cubicBezTo>
                    <a:pt x="1965" y="1676"/>
                    <a:pt x="2473" y="923"/>
                    <a:pt x="2299" y="356"/>
                  </a:cubicBezTo>
                  <a:lnTo>
                    <a:pt x="2299" y="356"/>
                  </a:lnTo>
                  <a:cubicBezTo>
                    <a:pt x="1929" y="387"/>
                    <a:pt x="1767" y="630"/>
                    <a:pt x="1767" y="630"/>
                  </a:cubicBezTo>
                  <a:cubicBezTo>
                    <a:pt x="1767" y="630"/>
                    <a:pt x="1767" y="275"/>
                    <a:pt x="135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 name="Google Shape;1632;p38"/>
            <p:cNvSpPr/>
            <p:nvPr/>
          </p:nvSpPr>
          <p:spPr>
            <a:xfrm>
              <a:off x="6082690" y="3514524"/>
              <a:ext cx="10882" cy="2312"/>
            </a:xfrm>
            <a:custGeom>
              <a:avLst/>
              <a:gdLst/>
              <a:ahLst/>
              <a:cxnLst/>
              <a:rect l="l" t="t" r="r" b="b"/>
              <a:pathLst>
                <a:path w="386" h="82" extrusionOk="0">
                  <a:moveTo>
                    <a:pt x="35" y="0"/>
                  </a:moveTo>
                  <a:cubicBezTo>
                    <a:pt x="16" y="0"/>
                    <a:pt x="0" y="16"/>
                    <a:pt x="0" y="31"/>
                  </a:cubicBezTo>
                  <a:cubicBezTo>
                    <a:pt x="0" y="66"/>
                    <a:pt x="16" y="81"/>
                    <a:pt x="35" y="81"/>
                  </a:cubicBezTo>
                  <a:lnTo>
                    <a:pt x="355" y="81"/>
                  </a:lnTo>
                  <a:cubicBezTo>
                    <a:pt x="370" y="81"/>
                    <a:pt x="386" y="66"/>
                    <a:pt x="386" y="31"/>
                  </a:cubicBezTo>
                  <a:cubicBezTo>
                    <a:pt x="386" y="16"/>
                    <a:pt x="370" y="0"/>
                    <a:pt x="35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 name="Google Shape;1633;p38"/>
            <p:cNvSpPr/>
            <p:nvPr/>
          </p:nvSpPr>
          <p:spPr>
            <a:xfrm>
              <a:off x="6121709" y="3504092"/>
              <a:ext cx="10910" cy="1861"/>
            </a:xfrm>
            <a:custGeom>
              <a:avLst/>
              <a:gdLst/>
              <a:ahLst/>
              <a:cxnLst/>
              <a:rect l="l" t="t" r="r" b="b"/>
              <a:pathLst>
                <a:path w="387" h="66" extrusionOk="0">
                  <a:moveTo>
                    <a:pt x="32" y="0"/>
                  </a:moveTo>
                  <a:cubicBezTo>
                    <a:pt x="16" y="0"/>
                    <a:pt x="1" y="15"/>
                    <a:pt x="1" y="35"/>
                  </a:cubicBezTo>
                  <a:cubicBezTo>
                    <a:pt x="1" y="50"/>
                    <a:pt x="16" y="66"/>
                    <a:pt x="32" y="66"/>
                  </a:cubicBezTo>
                  <a:lnTo>
                    <a:pt x="336" y="66"/>
                  </a:lnTo>
                  <a:cubicBezTo>
                    <a:pt x="367" y="66"/>
                    <a:pt x="387" y="50"/>
                    <a:pt x="387" y="35"/>
                  </a:cubicBezTo>
                  <a:cubicBezTo>
                    <a:pt x="387" y="15"/>
                    <a:pt x="367" y="0"/>
                    <a:pt x="3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 name="Google Shape;1634;p38"/>
            <p:cNvSpPr/>
            <p:nvPr/>
          </p:nvSpPr>
          <p:spPr>
            <a:xfrm>
              <a:off x="6082690" y="3538121"/>
              <a:ext cx="10882" cy="4060"/>
            </a:xfrm>
            <a:custGeom>
              <a:avLst/>
              <a:gdLst/>
              <a:ahLst/>
              <a:cxnLst/>
              <a:rect l="l" t="t" r="r" b="b"/>
              <a:pathLst>
                <a:path w="386" h="144" extrusionOk="0">
                  <a:moveTo>
                    <a:pt x="50" y="0"/>
                  </a:moveTo>
                  <a:cubicBezTo>
                    <a:pt x="35" y="0"/>
                    <a:pt x="16" y="0"/>
                    <a:pt x="16" y="31"/>
                  </a:cubicBezTo>
                  <a:cubicBezTo>
                    <a:pt x="0" y="47"/>
                    <a:pt x="16" y="62"/>
                    <a:pt x="35" y="62"/>
                  </a:cubicBezTo>
                  <a:lnTo>
                    <a:pt x="340" y="143"/>
                  </a:lnTo>
                  <a:cubicBezTo>
                    <a:pt x="355" y="143"/>
                    <a:pt x="370" y="143"/>
                    <a:pt x="386" y="128"/>
                  </a:cubicBezTo>
                  <a:cubicBezTo>
                    <a:pt x="386" y="97"/>
                    <a:pt x="370" y="81"/>
                    <a:pt x="355" y="81"/>
                  </a:cubicBezTo>
                  <a:lnTo>
                    <a:pt x="5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1635;p38"/>
            <p:cNvSpPr/>
            <p:nvPr/>
          </p:nvSpPr>
          <p:spPr>
            <a:xfrm>
              <a:off x="6112151" y="3531270"/>
              <a:ext cx="10037" cy="6879"/>
            </a:xfrm>
            <a:custGeom>
              <a:avLst/>
              <a:gdLst/>
              <a:ahLst/>
              <a:cxnLst/>
              <a:rect l="l" t="t" r="r" b="b"/>
              <a:pathLst>
                <a:path w="356" h="244" extrusionOk="0">
                  <a:moveTo>
                    <a:pt x="66" y="0"/>
                  </a:moveTo>
                  <a:cubicBezTo>
                    <a:pt x="51" y="0"/>
                    <a:pt x="31" y="0"/>
                    <a:pt x="16" y="16"/>
                  </a:cubicBezTo>
                  <a:cubicBezTo>
                    <a:pt x="0" y="35"/>
                    <a:pt x="0" y="66"/>
                    <a:pt x="31" y="66"/>
                  </a:cubicBezTo>
                  <a:lnTo>
                    <a:pt x="290" y="228"/>
                  </a:lnTo>
                  <a:cubicBezTo>
                    <a:pt x="290" y="243"/>
                    <a:pt x="305" y="243"/>
                    <a:pt x="305" y="243"/>
                  </a:cubicBezTo>
                  <a:cubicBezTo>
                    <a:pt x="321" y="243"/>
                    <a:pt x="340" y="228"/>
                    <a:pt x="340" y="228"/>
                  </a:cubicBezTo>
                  <a:cubicBezTo>
                    <a:pt x="355" y="209"/>
                    <a:pt x="355" y="178"/>
                    <a:pt x="321" y="178"/>
                  </a:cubicBezTo>
                  <a:lnTo>
                    <a:pt x="6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 name="Google Shape;1636;p38"/>
            <p:cNvSpPr/>
            <p:nvPr/>
          </p:nvSpPr>
          <p:spPr>
            <a:xfrm>
              <a:off x="6109868" y="3568175"/>
              <a:ext cx="7302" cy="9332"/>
            </a:xfrm>
            <a:custGeom>
              <a:avLst/>
              <a:gdLst/>
              <a:ahLst/>
              <a:cxnLst/>
              <a:rect l="l" t="t" r="r" b="b"/>
              <a:pathLst>
                <a:path w="259" h="331" extrusionOk="0">
                  <a:moveTo>
                    <a:pt x="206" y="0"/>
                  </a:moveTo>
                  <a:cubicBezTo>
                    <a:pt x="196" y="0"/>
                    <a:pt x="187" y="8"/>
                    <a:pt x="178" y="26"/>
                  </a:cubicBezTo>
                  <a:lnTo>
                    <a:pt x="16" y="284"/>
                  </a:lnTo>
                  <a:cubicBezTo>
                    <a:pt x="0" y="300"/>
                    <a:pt x="0" y="315"/>
                    <a:pt x="16" y="331"/>
                  </a:cubicBezTo>
                  <a:lnTo>
                    <a:pt x="35" y="331"/>
                  </a:lnTo>
                  <a:cubicBezTo>
                    <a:pt x="51" y="331"/>
                    <a:pt x="66" y="331"/>
                    <a:pt x="66" y="315"/>
                  </a:cubicBezTo>
                  <a:lnTo>
                    <a:pt x="243" y="57"/>
                  </a:lnTo>
                  <a:cubicBezTo>
                    <a:pt x="259" y="41"/>
                    <a:pt x="243" y="26"/>
                    <a:pt x="228" y="10"/>
                  </a:cubicBezTo>
                  <a:cubicBezTo>
                    <a:pt x="220" y="4"/>
                    <a:pt x="213" y="0"/>
                    <a:pt x="20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 name="Google Shape;1637;p38"/>
            <p:cNvSpPr/>
            <p:nvPr/>
          </p:nvSpPr>
          <p:spPr>
            <a:xfrm>
              <a:off x="6127601" y="3520388"/>
              <a:ext cx="10882" cy="1889"/>
            </a:xfrm>
            <a:custGeom>
              <a:avLst/>
              <a:gdLst/>
              <a:ahLst/>
              <a:cxnLst/>
              <a:rect l="l" t="t" r="r" b="b"/>
              <a:pathLst>
                <a:path w="386" h="67" extrusionOk="0">
                  <a:moveTo>
                    <a:pt x="31" y="1"/>
                  </a:moveTo>
                  <a:cubicBezTo>
                    <a:pt x="16" y="1"/>
                    <a:pt x="0" y="16"/>
                    <a:pt x="0" y="35"/>
                  </a:cubicBezTo>
                  <a:cubicBezTo>
                    <a:pt x="0" y="51"/>
                    <a:pt x="16" y="66"/>
                    <a:pt x="31" y="66"/>
                  </a:cubicBezTo>
                  <a:lnTo>
                    <a:pt x="336" y="66"/>
                  </a:lnTo>
                  <a:cubicBezTo>
                    <a:pt x="370" y="66"/>
                    <a:pt x="386" y="51"/>
                    <a:pt x="386" y="35"/>
                  </a:cubicBezTo>
                  <a:cubicBezTo>
                    <a:pt x="386" y="16"/>
                    <a:pt x="370" y="1"/>
                    <a:pt x="3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 name="Google Shape;1638;p38"/>
            <p:cNvSpPr/>
            <p:nvPr/>
          </p:nvSpPr>
          <p:spPr>
            <a:xfrm>
              <a:off x="6082690" y="3562141"/>
              <a:ext cx="10882" cy="5469"/>
            </a:xfrm>
            <a:custGeom>
              <a:avLst/>
              <a:gdLst/>
              <a:ahLst/>
              <a:cxnLst/>
              <a:rect l="l" t="t" r="r" b="b"/>
              <a:pathLst>
                <a:path w="386" h="194" extrusionOk="0">
                  <a:moveTo>
                    <a:pt x="324" y="1"/>
                  </a:moveTo>
                  <a:lnTo>
                    <a:pt x="35" y="113"/>
                  </a:lnTo>
                  <a:cubicBezTo>
                    <a:pt x="16" y="128"/>
                    <a:pt x="0" y="143"/>
                    <a:pt x="16" y="159"/>
                  </a:cubicBezTo>
                  <a:cubicBezTo>
                    <a:pt x="16" y="174"/>
                    <a:pt x="35" y="194"/>
                    <a:pt x="50" y="194"/>
                  </a:cubicBezTo>
                  <a:lnTo>
                    <a:pt x="66" y="174"/>
                  </a:lnTo>
                  <a:lnTo>
                    <a:pt x="355" y="62"/>
                  </a:lnTo>
                  <a:cubicBezTo>
                    <a:pt x="370" y="62"/>
                    <a:pt x="386" y="32"/>
                    <a:pt x="370" y="16"/>
                  </a:cubicBezTo>
                  <a:cubicBezTo>
                    <a:pt x="370" y="1"/>
                    <a:pt x="340" y="1"/>
                    <a:pt x="32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 name="Google Shape;1639;p38"/>
            <p:cNvSpPr/>
            <p:nvPr/>
          </p:nvSpPr>
          <p:spPr>
            <a:xfrm>
              <a:off x="6105836" y="3592477"/>
              <a:ext cx="10488" cy="5469"/>
            </a:xfrm>
            <a:custGeom>
              <a:avLst/>
              <a:gdLst/>
              <a:ahLst/>
              <a:cxnLst/>
              <a:rect l="l" t="t" r="r" b="b"/>
              <a:pathLst>
                <a:path w="372" h="194" extrusionOk="0">
                  <a:moveTo>
                    <a:pt x="321" y="1"/>
                  </a:moveTo>
                  <a:lnTo>
                    <a:pt x="32" y="113"/>
                  </a:lnTo>
                  <a:cubicBezTo>
                    <a:pt x="1" y="128"/>
                    <a:pt x="1" y="144"/>
                    <a:pt x="1" y="159"/>
                  </a:cubicBezTo>
                  <a:cubicBezTo>
                    <a:pt x="16" y="178"/>
                    <a:pt x="32" y="194"/>
                    <a:pt x="47" y="194"/>
                  </a:cubicBezTo>
                  <a:lnTo>
                    <a:pt x="336" y="82"/>
                  </a:lnTo>
                  <a:cubicBezTo>
                    <a:pt x="371" y="63"/>
                    <a:pt x="371" y="47"/>
                    <a:pt x="371" y="32"/>
                  </a:cubicBezTo>
                  <a:cubicBezTo>
                    <a:pt x="352" y="1"/>
                    <a:pt x="336" y="1"/>
                    <a:pt x="32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 name="Google Shape;1640;p38"/>
            <p:cNvSpPr/>
            <p:nvPr/>
          </p:nvSpPr>
          <p:spPr>
            <a:xfrm>
              <a:off x="6112574" y="3481905"/>
              <a:ext cx="3750" cy="10882"/>
            </a:xfrm>
            <a:custGeom>
              <a:avLst/>
              <a:gdLst/>
              <a:ahLst/>
              <a:cxnLst/>
              <a:rect l="l" t="t" r="r" b="b"/>
              <a:pathLst>
                <a:path w="133" h="386" extrusionOk="0">
                  <a:moveTo>
                    <a:pt x="97" y="0"/>
                  </a:moveTo>
                  <a:cubicBezTo>
                    <a:pt x="82" y="0"/>
                    <a:pt x="66" y="16"/>
                    <a:pt x="51" y="31"/>
                  </a:cubicBezTo>
                  <a:lnTo>
                    <a:pt x="1" y="340"/>
                  </a:lnTo>
                  <a:cubicBezTo>
                    <a:pt x="1" y="355"/>
                    <a:pt x="16" y="370"/>
                    <a:pt x="36" y="386"/>
                  </a:cubicBezTo>
                  <a:cubicBezTo>
                    <a:pt x="66" y="386"/>
                    <a:pt x="82" y="370"/>
                    <a:pt x="82" y="355"/>
                  </a:cubicBezTo>
                  <a:lnTo>
                    <a:pt x="132" y="50"/>
                  </a:lnTo>
                  <a:cubicBezTo>
                    <a:pt x="132" y="16"/>
                    <a:pt x="113" y="0"/>
                    <a:pt x="9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 name="Google Shape;1641;p38"/>
            <p:cNvSpPr/>
            <p:nvPr/>
          </p:nvSpPr>
          <p:spPr>
            <a:xfrm>
              <a:off x="6135326" y="3554868"/>
              <a:ext cx="3609" cy="10882"/>
            </a:xfrm>
            <a:custGeom>
              <a:avLst/>
              <a:gdLst/>
              <a:ahLst/>
              <a:cxnLst/>
              <a:rect l="l" t="t" r="r" b="b"/>
              <a:pathLst>
                <a:path w="128" h="386" extrusionOk="0">
                  <a:moveTo>
                    <a:pt x="96" y="0"/>
                  </a:moveTo>
                  <a:cubicBezTo>
                    <a:pt x="77" y="0"/>
                    <a:pt x="62" y="16"/>
                    <a:pt x="62" y="31"/>
                  </a:cubicBezTo>
                  <a:lnTo>
                    <a:pt x="0" y="336"/>
                  </a:lnTo>
                  <a:cubicBezTo>
                    <a:pt x="0" y="371"/>
                    <a:pt x="15" y="386"/>
                    <a:pt x="31" y="386"/>
                  </a:cubicBezTo>
                  <a:lnTo>
                    <a:pt x="46" y="386"/>
                  </a:lnTo>
                  <a:cubicBezTo>
                    <a:pt x="62" y="386"/>
                    <a:pt x="77" y="371"/>
                    <a:pt x="77" y="355"/>
                  </a:cubicBezTo>
                  <a:lnTo>
                    <a:pt x="127" y="47"/>
                  </a:lnTo>
                  <a:cubicBezTo>
                    <a:pt x="127" y="31"/>
                    <a:pt x="127" y="16"/>
                    <a:pt x="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 name="Google Shape;1642;p38"/>
            <p:cNvSpPr/>
            <p:nvPr/>
          </p:nvSpPr>
          <p:spPr>
            <a:xfrm>
              <a:off x="6094531" y="3491998"/>
              <a:ext cx="8176" cy="8965"/>
            </a:xfrm>
            <a:custGeom>
              <a:avLst/>
              <a:gdLst/>
              <a:ahLst/>
              <a:cxnLst/>
              <a:rect l="l" t="t" r="r" b="b"/>
              <a:pathLst>
                <a:path w="290" h="318" extrusionOk="0">
                  <a:moveTo>
                    <a:pt x="39" y="1"/>
                  </a:moveTo>
                  <a:cubicBezTo>
                    <a:pt x="31" y="1"/>
                    <a:pt x="24" y="5"/>
                    <a:pt x="16" y="12"/>
                  </a:cubicBezTo>
                  <a:cubicBezTo>
                    <a:pt x="1" y="28"/>
                    <a:pt x="1" y="43"/>
                    <a:pt x="16" y="59"/>
                  </a:cubicBezTo>
                  <a:lnTo>
                    <a:pt x="224" y="302"/>
                  </a:lnTo>
                  <a:cubicBezTo>
                    <a:pt x="224" y="302"/>
                    <a:pt x="240" y="317"/>
                    <a:pt x="255" y="317"/>
                  </a:cubicBezTo>
                  <a:lnTo>
                    <a:pt x="271" y="302"/>
                  </a:lnTo>
                  <a:cubicBezTo>
                    <a:pt x="290" y="286"/>
                    <a:pt x="290" y="271"/>
                    <a:pt x="271" y="252"/>
                  </a:cubicBezTo>
                  <a:lnTo>
                    <a:pt x="62" y="12"/>
                  </a:lnTo>
                  <a:cubicBezTo>
                    <a:pt x="55" y="5"/>
                    <a:pt x="47" y="1"/>
                    <a:pt x="3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 name="Google Shape;1643;p38"/>
            <p:cNvSpPr/>
            <p:nvPr/>
          </p:nvSpPr>
          <p:spPr>
            <a:xfrm>
              <a:off x="6265802" y="3457856"/>
              <a:ext cx="10910" cy="1889"/>
            </a:xfrm>
            <a:custGeom>
              <a:avLst/>
              <a:gdLst/>
              <a:ahLst/>
              <a:cxnLst/>
              <a:rect l="l" t="t" r="r" b="b"/>
              <a:pathLst>
                <a:path w="387" h="67" extrusionOk="0">
                  <a:moveTo>
                    <a:pt x="31" y="1"/>
                  </a:moveTo>
                  <a:cubicBezTo>
                    <a:pt x="16" y="1"/>
                    <a:pt x="0" y="16"/>
                    <a:pt x="0" y="36"/>
                  </a:cubicBezTo>
                  <a:cubicBezTo>
                    <a:pt x="0" y="51"/>
                    <a:pt x="16" y="66"/>
                    <a:pt x="31" y="66"/>
                  </a:cubicBezTo>
                  <a:lnTo>
                    <a:pt x="351" y="66"/>
                  </a:lnTo>
                  <a:cubicBezTo>
                    <a:pt x="367" y="66"/>
                    <a:pt x="386" y="51"/>
                    <a:pt x="386" y="36"/>
                  </a:cubicBezTo>
                  <a:cubicBezTo>
                    <a:pt x="386" y="16"/>
                    <a:pt x="367" y="1"/>
                    <a:pt x="35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 name="Google Shape;1644;p38"/>
            <p:cNvSpPr/>
            <p:nvPr/>
          </p:nvSpPr>
          <p:spPr>
            <a:xfrm>
              <a:off x="6226755" y="3447002"/>
              <a:ext cx="10910" cy="2312"/>
            </a:xfrm>
            <a:custGeom>
              <a:avLst/>
              <a:gdLst/>
              <a:ahLst/>
              <a:cxnLst/>
              <a:rect l="l" t="t" r="r" b="b"/>
              <a:pathLst>
                <a:path w="387" h="82" extrusionOk="0">
                  <a:moveTo>
                    <a:pt x="51" y="0"/>
                  </a:moveTo>
                  <a:cubicBezTo>
                    <a:pt x="16" y="0"/>
                    <a:pt x="1" y="16"/>
                    <a:pt x="1" y="50"/>
                  </a:cubicBezTo>
                  <a:cubicBezTo>
                    <a:pt x="1" y="66"/>
                    <a:pt x="16" y="81"/>
                    <a:pt x="51" y="81"/>
                  </a:cubicBezTo>
                  <a:lnTo>
                    <a:pt x="356" y="81"/>
                  </a:lnTo>
                  <a:cubicBezTo>
                    <a:pt x="371" y="81"/>
                    <a:pt x="387" y="66"/>
                    <a:pt x="387" y="50"/>
                  </a:cubicBezTo>
                  <a:cubicBezTo>
                    <a:pt x="387" y="16"/>
                    <a:pt x="371" y="0"/>
                    <a:pt x="35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1645;p38"/>
            <p:cNvSpPr/>
            <p:nvPr/>
          </p:nvSpPr>
          <p:spPr>
            <a:xfrm>
              <a:off x="6265802" y="3481285"/>
              <a:ext cx="10910" cy="4229"/>
            </a:xfrm>
            <a:custGeom>
              <a:avLst/>
              <a:gdLst/>
              <a:ahLst/>
              <a:cxnLst/>
              <a:rect l="l" t="t" r="r" b="b"/>
              <a:pathLst>
                <a:path w="387" h="150" extrusionOk="0">
                  <a:moveTo>
                    <a:pt x="350" y="0"/>
                  </a:moveTo>
                  <a:cubicBezTo>
                    <a:pt x="345" y="0"/>
                    <a:pt x="341" y="2"/>
                    <a:pt x="336" y="7"/>
                  </a:cubicBezTo>
                  <a:lnTo>
                    <a:pt x="31" y="88"/>
                  </a:lnTo>
                  <a:cubicBezTo>
                    <a:pt x="16" y="88"/>
                    <a:pt x="0" y="103"/>
                    <a:pt x="0" y="119"/>
                  </a:cubicBezTo>
                  <a:cubicBezTo>
                    <a:pt x="16" y="134"/>
                    <a:pt x="31" y="149"/>
                    <a:pt x="47" y="149"/>
                  </a:cubicBezTo>
                  <a:lnTo>
                    <a:pt x="351" y="72"/>
                  </a:lnTo>
                  <a:cubicBezTo>
                    <a:pt x="367" y="72"/>
                    <a:pt x="386" y="38"/>
                    <a:pt x="386" y="22"/>
                  </a:cubicBezTo>
                  <a:cubicBezTo>
                    <a:pt x="373" y="11"/>
                    <a:pt x="361" y="0"/>
                    <a:pt x="35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38"/>
            <p:cNvSpPr/>
            <p:nvPr/>
          </p:nvSpPr>
          <p:spPr>
            <a:xfrm>
              <a:off x="6237214" y="3474434"/>
              <a:ext cx="10008" cy="7048"/>
            </a:xfrm>
            <a:custGeom>
              <a:avLst/>
              <a:gdLst/>
              <a:ahLst/>
              <a:cxnLst/>
              <a:rect l="l" t="t" r="r" b="b"/>
              <a:pathLst>
                <a:path w="355" h="250" extrusionOk="0">
                  <a:moveTo>
                    <a:pt x="306" y="0"/>
                  </a:moveTo>
                  <a:cubicBezTo>
                    <a:pt x="300" y="0"/>
                    <a:pt x="294" y="2"/>
                    <a:pt x="289" y="7"/>
                  </a:cubicBezTo>
                  <a:lnTo>
                    <a:pt x="31" y="169"/>
                  </a:lnTo>
                  <a:cubicBezTo>
                    <a:pt x="16" y="184"/>
                    <a:pt x="0" y="200"/>
                    <a:pt x="16" y="219"/>
                  </a:cubicBezTo>
                  <a:cubicBezTo>
                    <a:pt x="16" y="234"/>
                    <a:pt x="31" y="250"/>
                    <a:pt x="50" y="250"/>
                  </a:cubicBezTo>
                  <a:lnTo>
                    <a:pt x="66" y="234"/>
                  </a:lnTo>
                  <a:lnTo>
                    <a:pt x="339" y="72"/>
                  </a:lnTo>
                  <a:cubicBezTo>
                    <a:pt x="355" y="57"/>
                    <a:pt x="355" y="42"/>
                    <a:pt x="339" y="26"/>
                  </a:cubicBezTo>
                  <a:cubicBezTo>
                    <a:pt x="339" y="12"/>
                    <a:pt x="322" y="0"/>
                    <a:pt x="30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38"/>
            <p:cNvSpPr/>
            <p:nvPr/>
          </p:nvSpPr>
          <p:spPr>
            <a:xfrm>
              <a:off x="6242205" y="3511479"/>
              <a:ext cx="7302" cy="9388"/>
            </a:xfrm>
            <a:custGeom>
              <a:avLst/>
              <a:gdLst/>
              <a:ahLst/>
              <a:cxnLst/>
              <a:rect l="l" t="t" r="r" b="b"/>
              <a:pathLst>
                <a:path w="259" h="333" extrusionOk="0">
                  <a:moveTo>
                    <a:pt x="56" y="0"/>
                  </a:moveTo>
                  <a:cubicBezTo>
                    <a:pt x="48" y="0"/>
                    <a:pt x="39" y="4"/>
                    <a:pt x="31" y="12"/>
                  </a:cubicBezTo>
                  <a:cubicBezTo>
                    <a:pt x="16" y="12"/>
                    <a:pt x="0" y="43"/>
                    <a:pt x="16" y="62"/>
                  </a:cubicBezTo>
                  <a:lnTo>
                    <a:pt x="193" y="317"/>
                  </a:lnTo>
                  <a:cubicBezTo>
                    <a:pt x="193" y="332"/>
                    <a:pt x="209" y="332"/>
                    <a:pt x="224" y="332"/>
                  </a:cubicBezTo>
                  <a:lnTo>
                    <a:pt x="240" y="332"/>
                  </a:lnTo>
                  <a:cubicBezTo>
                    <a:pt x="259" y="317"/>
                    <a:pt x="259" y="286"/>
                    <a:pt x="259" y="270"/>
                  </a:cubicBezTo>
                  <a:lnTo>
                    <a:pt x="81" y="12"/>
                  </a:lnTo>
                  <a:cubicBezTo>
                    <a:pt x="74" y="4"/>
                    <a:pt x="65" y="0"/>
                    <a:pt x="5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8" name="Google Shape;1648;p38"/>
            <p:cNvSpPr/>
            <p:nvPr/>
          </p:nvSpPr>
          <p:spPr>
            <a:xfrm>
              <a:off x="6220891" y="3463749"/>
              <a:ext cx="10910" cy="1861"/>
            </a:xfrm>
            <a:custGeom>
              <a:avLst/>
              <a:gdLst/>
              <a:ahLst/>
              <a:cxnLst/>
              <a:rect l="l" t="t" r="r" b="b"/>
              <a:pathLst>
                <a:path w="387" h="66" extrusionOk="0">
                  <a:moveTo>
                    <a:pt x="51" y="0"/>
                  </a:moveTo>
                  <a:cubicBezTo>
                    <a:pt x="16" y="0"/>
                    <a:pt x="1" y="19"/>
                    <a:pt x="1" y="35"/>
                  </a:cubicBezTo>
                  <a:cubicBezTo>
                    <a:pt x="1" y="50"/>
                    <a:pt x="16" y="66"/>
                    <a:pt x="51" y="66"/>
                  </a:cubicBezTo>
                  <a:lnTo>
                    <a:pt x="355" y="66"/>
                  </a:lnTo>
                  <a:cubicBezTo>
                    <a:pt x="371" y="66"/>
                    <a:pt x="386" y="50"/>
                    <a:pt x="386" y="35"/>
                  </a:cubicBezTo>
                  <a:cubicBezTo>
                    <a:pt x="386" y="19"/>
                    <a:pt x="371" y="0"/>
                    <a:pt x="35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9" name="Google Shape;1649;p38"/>
            <p:cNvSpPr/>
            <p:nvPr/>
          </p:nvSpPr>
          <p:spPr>
            <a:xfrm>
              <a:off x="6149789" y="3470148"/>
              <a:ext cx="10882" cy="2312"/>
            </a:xfrm>
            <a:custGeom>
              <a:avLst/>
              <a:gdLst/>
              <a:ahLst/>
              <a:cxnLst/>
              <a:rect l="l" t="t" r="r" b="b"/>
              <a:pathLst>
                <a:path w="386" h="82" extrusionOk="0">
                  <a:moveTo>
                    <a:pt x="31" y="1"/>
                  </a:moveTo>
                  <a:cubicBezTo>
                    <a:pt x="15" y="1"/>
                    <a:pt x="0" y="16"/>
                    <a:pt x="0" y="32"/>
                  </a:cubicBezTo>
                  <a:cubicBezTo>
                    <a:pt x="0" y="62"/>
                    <a:pt x="15" y="82"/>
                    <a:pt x="31" y="82"/>
                  </a:cubicBezTo>
                  <a:lnTo>
                    <a:pt x="336" y="82"/>
                  </a:lnTo>
                  <a:cubicBezTo>
                    <a:pt x="370" y="82"/>
                    <a:pt x="386" y="62"/>
                    <a:pt x="386" y="32"/>
                  </a:cubicBezTo>
                  <a:cubicBezTo>
                    <a:pt x="386" y="16"/>
                    <a:pt x="370" y="1"/>
                    <a:pt x="3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1650;p38"/>
            <p:cNvSpPr/>
            <p:nvPr/>
          </p:nvSpPr>
          <p:spPr>
            <a:xfrm>
              <a:off x="6165210" y="3493013"/>
              <a:ext cx="9924" cy="6625"/>
            </a:xfrm>
            <a:custGeom>
              <a:avLst/>
              <a:gdLst/>
              <a:ahLst/>
              <a:cxnLst/>
              <a:rect l="l" t="t" r="r" b="b"/>
              <a:pathLst>
                <a:path w="352" h="235" extrusionOk="0">
                  <a:moveTo>
                    <a:pt x="306" y="1"/>
                  </a:moveTo>
                  <a:cubicBezTo>
                    <a:pt x="300" y="1"/>
                    <a:pt x="295" y="3"/>
                    <a:pt x="290" y="7"/>
                  </a:cubicBezTo>
                  <a:lnTo>
                    <a:pt x="32" y="169"/>
                  </a:lnTo>
                  <a:cubicBezTo>
                    <a:pt x="16" y="185"/>
                    <a:pt x="1" y="200"/>
                    <a:pt x="16" y="216"/>
                  </a:cubicBezTo>
                  <a:cubicBezTo>
                    <a:pt x="32" y="235"/>
                    <a:pt x="32" y="235"/>
                    <a:pt x="47" y="235"/>
                  </a:cubicBezTo>
                  <a:lnTo>
                    <a:pt x="62" y="235"/>
                  </a:lnTo>
                  <a:lnTo>
                    <a:pt x="336" y="73"/>
                  </a:lnTo>
                  <a:cubicBezTo>
                    <a:pt x="352" y="57"/>
                    <a:pt x="352" y="42"/>
                    <a:pt x="336" y="23"/>
                  </a:cubicBezTo>
                  <a:cubicBezTo>
                    <a:pt x="336" y="12"/>
                    <a:pt x="321" y="1"/>
                    <a:pt x="30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1" name="Google Shape;1651;p38"/>
            <p:cNvSpPr/>
            <p:nvPr/>
          </p:nvSpPr>
          <p:spPr>
            <a:xfrm>
              <a:off x="6185537" y="3565835"/>
              <a:ext cx="10037" cy="6682"/>
            </a:xfrm>
            <a:custGeom>
              <a:avLst/>
              <a:gdLst/>
              <a:ahLst/>
              <a:cxnLst/>
              <a:rect l="l" t="t" r="r" b="b"/>
              <a:pathLst>
                <a:path w="356" h="237" extrusionOk="0">
                  <a:moveTo>
                    <a:pt x="321" y="1"/>
                  </a:moveTo>
                  <a:cubicBezTo>
                    <a:pt x="311" y="1"/>
                    <a:pt x="298" y="5"/>
                    <a:pt x="290" y="12"/>
                  </a:cubicBezTo>
                  <a:lnTo>
                    <a:pt x="32" y="174"/>
                  </a:lnTo>
                  <a:cubicBezTo>
                    <a:pt x="16" y="190"/>
                    <a:pt x="1" y="205"/>
                    <a:pt x="16" y="221"/>
                  </a:cubicBezTo>
                  <a:cubicBezTo>
                    <a:pt x="16" y="236"/>
                    <a:pt x="32" y="236"/>
                    <a:pt x="51" y="236"/>
                  </a:cubicBezTo>
                  <a:lnTo>
                    <a:pt x="67" y="236"/>
                  </a:lnTo>
                  <a:lnTo>
                    <a:pt x="340" y="78"/>
                  </a:lnTo>
                  <a:cubicBezTo>
                    <a:pt x="356" y="63"/>
                    <a:pt x="356" y="43"/>
                    <a:pt x="340" y="12"/>
                  </a:cubicBezTo>
                  <a:cubicBezTo>
                    <a:pt x="340" y="5"/>
                    <a:pt x="332" y="1"/>
                    <a:pt x="32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2" name="Google Shape;1652;p38"/>
            <p:cNvSpPr/>
            <p:nvPr/>
          </p:nvSpPr>
          <p:spPr>
            <a:xfrm>
              <a:off x="6164675" y="3540405"/>
              <a:ext cx="10910" cy="1776"/>
            </a:xfrm>
            <a:custGeom>
              <a:avLst/>
              <a:gdLst/>
              <a:ahLst/>
              <a:cxnLst/>
              <a:rect l="l" t="t" r="r" b="b"/>
              <a:pathLst>
                <a:path w="387" h="63" extrusionOk="0">
                  <a:moveTo>
                    <a:pt x="51" y="0"/>
                  </a:moveTo>
                  <a:cubicBezTo>
                    <a:pt x="20" y="0"/>
                    <a:pt x="0" y="16"/>
                    <a:pt x="0" y="31"/>
                  </a:cubicBezTo>
                  <a:cubicBezTo>
                    <a:pt x="0" y="47"/>
                    <a:pt x="20" y="62"/>
                    <a:pt x="51" y="62"/>
                  </a:cubicBezTo>
                  <a:lnTo>
                    <a:pt x="355" y="62"/>
                  </a:lnTo>
                  <a:cubicBezTo>
                    <a:pt x="371" y="62"/>
                    <a:pt x="386" y="47"/>
                    <a:pt x="386" y="31"/>
                  </a:cubicBezTo>
                  <a:cubicBezTo>
                    <a:pt x="386" y="16"/>
                    <a:pt x="371" y="0"/>
                    <a:pt x="35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653;p38"/>
            <p:cNvSpPr/>
            <p:nvPr/>
          </p:nvSpPr>
          <p:spPr>
            <a:xfrm>
              <a:off x="6265802" y="3505305"/>
              <a:ext cx="10910" cy="5216"/>
            </a:xfrm>
            <a:custGeom>
              <a:avLst/>
              <a:gdLst/>
              <a:ahLst/>
              <a:cxnLst/>
              <a:rect l="l" t="t" r="r" b="b"/>
              <a:pathLst>
                <a:path w="387" h="185" extrusionOk="0">
                  <a:moveTo>
                    <a:pt x="46" y="1"/>
                  </a:moveTo>
                  <a:cubicBezTo>
                    <a:pt x="31" y="1"/>
                    <a:pt x="16" y="12"/>
                    <a:pt x="16" y="23"/>
                  </a:cubicBezTo>
                  <a:cubicBezTo>
                    <a:pt x="0" y="38"/>
                    <a:pt x="16" y="69"/>
                    <a:pt x="31" y="69"/>
                  </a:cubicBezTo>
                  <a:lnTo>
                    <a:pt x="321" y="185"/>
                  </a:lnTo>
                  <a:lnTo>
                    <a:pt x="336" y="185"/>
                  </a:lnTo>
                  <a:cubicBezTo>
                    <a:pt x="351" y="185"/>
                    <a:pt x="367" y="185"/>
                    <a:pt x="367" y="165"/>
                  </a:cubicBezTo>
                  <a:cubicBezTo>
                    <a:pt x="386" y="150"/>
                    <a:pt x="367" y="119"/>
                    <a:pt x="351" y="119"/>
                  </a:cubicBezTo>
                  <a:lnTo>
                    <a:pt x="62" y="7"/>
                  </a:lnTo>
                  <a:cubicBezTo>
                    <a:pt x="58" y="3"/>
                    <a:pt x="52" y="1"/>
                    <a:pt x="4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38"/>
            <p:cNvSpPr/>
            <p:nvPr/>
          </p:nvSpPr>
          <p:spPr>
            <a:xfrm>
              <a:off x="6255371" y="3533977"/>
              <a:ext cx="10882" cy="5469"/>
            </a:xfrm>
            <a:custGeom>
              <a:avLst/>
              <a:gdLst/>
              <a:ahLst/>
              <a:cxnLst/>
              <a:rect l="l" t="t" r="r" b="b"/>
              <a:pathLst>
                <a:path w="386" h="194" extrusionOk="0">
                  <a:moveTo>
                    <a:pt x="62" y="1"/>
                  </a:moveTo>
                  <a:cubicBezTo>
                    <a:pt x="46" y="1"/>
                    <a:pt x="16" y="16"/>
                    <a:pt x="16" y="35"/>
                  </a:cubicBezTo>
                  <a:cubicBezTo>
                    <a:pt x="0" y="51"/>
                    <a:pt x="16" y="66"/>
                    <a:pt x="31" y="82"/>
                  </a:cubicBezTo>
                  <a:lnTo>
                    <a:pt x="320" y="194"/>
                  </a:lnTo>
                  <a:lnTo>
                    <a:pt x="336" y="194"/>
                  </a:lnTo>
                  <a:cubicBezTo>
                    <a:pt x="351" y="194"/>
                    <a:pt x="370" y="194"/>
                    <a:pt x="370" y="178"/>
                  </a:cubicBezTo>
                  <a:cubicBezTo>
                    <a:pt x="386" y="147"/>
                    <a:pt x="370" y="132"/>
                    <a:pt x="351" y="132"/>
                  </a:cubicBezTo>
                  <a:lnTo>
                    <a:pt x="6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5" name="Google Shape;1655;p38"/>
            <p:cNvSpPr/>
            <p:nvPr/>
          </p:nvSpPr>
          <p:spPr>
            <a:xfrm>
              <a:off x="6206005" y="3604064"/>
              <a:ext cx="10347" cy="5187"/>
            </a:xfrm>
            <a:custGeom>
              <a:avLst/>
              <a:gdLst/>
              <a:ahLst/>
              <a:cxnLst/>
              <a:rect l="l" t="t" r="r" b="b"/>
              <a:pathLst>
                <a:path w="367" h="184" extrusionOk="0">
                  <a:moveTo>
                    <a:pt x="33" y="0"/>
                  </a:moveTo>
                  <a:cubicBezTo>
                    <a:pt x="22" y="0"/>
                    <a:pt x="11" y="11"/>
                    <a:pt x="0" y="22"/>
                  </a:cubicBezTo>
                  <a:cubicBezTo>
                    <a:pt x="0" y="37"/>
                    <a:pt x="16" y="57"/>
                    <a:pt x="31" y="72"/>
                  </a:cubicBezTo>
                  <a:lnTo>
                    <a:pt x="320" y="184"/>
                  </a:lnTo>
                  <a:lnTo>
                    <a:pt x="336" y="184"/>
                  </a:lnTo>
                  <a:cubicBezTo>
                    <a:pt x="336" y="184"/>
                    <a:pt x="351" y="184"/>
                    <a:pt x="367" y="168"/>
                  </a:cubicBezTo>
                  <a:cubicBezTo>
                    <a:pt x="367" y="153"/>
                    <a:pt x="367" y="118"/>
                    <a:pt x="336" y="118"/>
                  </a:cubicBezTo>
                  <a:lnTo>
                    <a:pt x="46" y="6"/>
                  </a:lnTo>
                  <a:cubicBezTo>
                    <a:pt x="42" y="2"/>
                    <a:pt x="37" y="0"/>
                    <a:pt x="3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6" name="Google Shape;1656;p38"/>
            <p:cNvSpPr/>
            <p:nvPr/>
          </p:nvSpPr>
          <p:spPr>
            <a:xfrm>
              <a:off x="6231322" y="3546523"/>
              <a:ext cx="4595" cy="10657"/>
            </a:xfrm>
            <a:custGeom>
              <a:avLst/>
              <a:gdLst/>
              <a:ahLst/>
              <a:cxnLst/>
              <a:rect l="l" t="t" r="r" b="b"/>
              <a:pathLst>
                <a:path w="163" h="378" extrusionOk="0">
                  <a:moveTo>
                    <a:pt x="46" y="1"/>
                  </a:moveTo>
                  <a:cubicBezTo>
                    <a:pt x="41" y="1"/>
                    <a:pt x="36" y="3"/>
                    <a:pt x="32" y="7"/>
                  </a:cubicBezTo>
                  <a:cubicBezTo>
                    <a:pt x="16" y="7"/>
                    <a:pt x="1" y="22"/>
                    <a:pt x="1" y="38"/>
                  </a:cubicBezTo>
                  <a:lnTo>
                    <a:pt x="82" y="343"/>
                  </a:lnTo>
                  <a:cubicBezTo>
                    <a:pt x="82" y="362"/>
                    <a:pt x="97" y="377"/>
                    <a:pt x="113" y="377"/>
                  </a:cubicBezTo>
                  <a:lnTo>
                    <a:pt x="128" y="377"/>
                  </a:lnTo>
                  <a:cubicBezTo>
                    <a:pt x="144" y="377"/>
                    <a:pt x="163" y="343"/>
                    <a:pt x="144" y="327"/>
                  </a:cubicBezTo>
                  <a:lnTo>
                    <a:pt x="82" y="22"/>
                  </a:lnTo>
                  <a:cubicBezTo>
                    <a:pt x="71" y="12"/>
                    <a:pt x="58" y="1"/>
                    <a:pt x="4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7" name="Google Shape;1657;p38"/>
            <p:cNvSpPr/>
            <p:nvPr/>
          </p:nvSpPr>
          <p:spPr>
            <a:xfrm>
              <a:off x="6243079" y="3425068"/>
              <a:ext cx="3721" cy="10629"/>
            </a:xfrm>
            <a:custGeom>
              <a:avLst/>
              <a:gdLst/>
              <a:ahLst/>
              <a:cxnLst/>
              <a:rect l="l" t="t" r="r" b="b"/>
              <a:pathLst>
                <a:path w="132" h="377" extrusionOk="0">
                  <a:moveTo>
                    <a:pt x="50" y="1"/>
                  </a:moveTo>
                  <a:cubicBezTo>
                    <a:pt x="44" y="1"/>
                    <a:pt x="39" y="3"/>
                    <a:pt x="35" y="7"/>
                  </a:cubicBezTo>
                  <a:cubicBezTo>
                    <a:pt x="16" y="7"/>
                    <a:pt x="0" y="22"/>
                    <a:pt x="0" y="41"/>
                  </a:cubicBezTo>
                  <a:lnTo>
                    <a:pt x="50" y="346"/>
                  </a:lnTo>
                  <a:cubicBezTo>
                    <a:pt x="66" y="377"/>
                    <a:pt x="81" y="377"/>
                    <a:pt x="97" y="377"/>
                  </a:cubicBezTo>
                  <a:cubicBezTo>
                    <a:pt x="112" y="377"/>
                    <a:pt x="131" y="362"/>
                    <a:pt x="131" y="346"/>
                  </a:cubicBezTo>
                  <a:lnTo>
                    <a:pt x="81" y="41"/>
                  </a:lnTo>
                  <a:cubicBezTo>
                    <a:pt x="81" y="16"/>
                    <a:pt x="65" y="1"/>
                    <a:pt x="5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8" name="Google Shape;1658;p38"/>
            <p:cNvSpPr/>
            <p:nvPr/>
          </p:nvSpPr>
          <p:spPr>
            <a:xfrm>
              <a:off x="6219594" y="3507053"/>
              <a:ext cx="4032" cy="10657"/>
            </a:xfrm>
            <a:custGeom>
              <a:avLst/>
              <a:gdLst/>
              <a:ahLst/>
              <a:cxnLst/>
              <a:rect l="l" t="t" r="r" b="b"/>
              <a:pathLst>
                <a:path w="143" h="378" extrusionOk="0">
                  <a:moveTo>
                    <a:pt x="58" y="1"/>
                  </a:moveTo>
                  <a:cubicBezTo>
                    <a:pt x="55" y="1"/>
                    <a:pt x="51" y="3"/>
                    <a:pt x="47" y="7"/>
                  </a:cubicBezTo>
                  <a:cubicBezTo>
                    <a:pt x="16" y="7"/>
                    <a:pt x="0" y="26"/>
                    <a:pt x="16" y="42"/>
                  </a:cubicBezTo>
                  <a:lnTo>
                    <a:pt x="62" y="346"/>
                  </a:lnTo>
                  <a:cubicBezTo>
                    <a:pt x="62" y="377"/>
                    <a:pt x="77" y="377"/>
                    <a:pt x="97" y="377"/>
                  </a:cubicBezTo>
                  <a:cubicBezTo>
                    <a:pt x="128" y="377"/>
                    <a:pt x="143" y="362"/>
                    <a:pt x="128" y="346"/>
                  </a:cubicBezTo>
                  <a:lnTo>
                    <a:pt x="77" y="42"/>
                  </a:lnTo>
                  <a:cubicBezTo>
                    <a:pt x="77" y="16"/>
                    <a:pt x="69" y="1"/>
                    <a:pt x="5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9" name="Google Shape;1659;p38"/>
            <p:cNvSpPr/>
            <p:nvPr/>
          </p:nvSpPr>
          <p:spPr>
            <a:xfrm>
              <a:off x="6256667" y="3435359"/>
              <a:ext cx="8176" cy="8514"/>
            </a:xfrm>
            <a:custGeom>
              <a:avLst/>
              <a:gdLst/>
              <a:ahLst/>
              <a:cxnLst/>
              <a:rect l="l" t="t" r="r" b="b"/>
              <a:pathLst>
                <a:path w="290" h="302" extrusionOk="0">
                  <a:moveTo>
                    <a:pt x="251" y="0"/>
                  </a:moveTo>
                  <a:cubicBezTo>
                    <a:pt x="243" y="0"/>
                    <a:pt x="236" y="4"/>
                    <a:pt x="228" y="12"/>
                  </a:cubicBezTo>
                  <a:lnTo>
                    <a:pt x="16" y="236"/>
                  </a:lnTo>
                  <a:cubicBezTo>
                    <a:pt x="0" y="255"/>
                    <a:pt x="0" y="286"/>
                    <a:pt x="16" y="301"/>
                  </a:cubicBezTo>
                  <a:lnTo>
                    <a:pt x="35" y="301"/>
                  </a:lnTo>
                  <a:cubicBezTo>
                    <a:pt x="51" y="301"/>
                    <a:pt x="66" y="301"/>
                    <a:pt x="66" y="286"/>
                  </a:cubicBezTo>
                  <a:lnTo>
                    <a:pt x="274" y="62"/>
                  </a:lnTo>
                  <a:cubicBezTo>
                    <a:pt x="290" y="43"/>
                    <a:pt x="290" y="27"/>
                    <a:pt x="274" y="12"/>
                  </a:cubicBezTo>
                  <a:cubicBezTo>
                    <a:pt x="267" y="4"/>
                    <a:pt x="259" y="0"/>
                    <a:pt x="25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0" name="Google Shape;1660;p38"/>
            <p:cNvSpPr/>
            <p:nvPr/>
          </p:nvSpPr>
          <p:spPr>
            <a:xfrm>
              <a:off x="6192839" y="3480580"/>
              <a:ext cx="10910" cy="2227"/>
            </a:xfrm>
            <a:custGeom>
              <a:avLst/>
              <a:gdLst/>
              <a:ahLst/>
              <a:cxnLst/>
              <a:rect l="l" t="t" r="r" b="b"/>
              <a:pathLst>
                <a:path w="387" h="79" extrusionOk="0">
                  <a:moveTo>
                    <a:pt x="31" y="1"/>
                  </a:moveTo>
                  <a:cubicBezTo>
                    <a:pt x="16" y="1"/>
                    <a:pt x="0" y="16"/>
                    <a:pt x="0" y="47"/>
                  </a:cubicBezTo>
                  <a:cubicBezTo>
                    <a:pt x="0" y="63"/>
                    <a:pt x="16" y="78"/>
                    <a:pt x="31" y="78"/>
                  </a:cubicBezTo>
                  <a:lnTo>
                    <a:pt x="336" y="78"/>
                  </a:lnTo>
                  <a:cubicBezTo>
                    <a:pt x="371" y="78"/>
                    <a:pt x="386" y="63"/>
                    <a:pt x="386" y="47"/>
                  </a:cubicBezTo>
                  <a:cubicBezTo>
                    <a:pt x="386" y="16"/>
                    <a:pt x="371" y="1"/>
                    <a:pt x="3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1" name="Google Shape;1661;p38"/>
            <p:cNvSpPr/>
            <p:nvPr/>
          </p:nvSpPr>
          <p:spPr>
            <a:xfrm>
              <a:off x="6206005" y="3582468"/>
              <a:ext cx="10882" cy="2312"/>
            </a:xfrm>
            <a:custGeom>
              <a:avLst/>
              <a:gdLst/>
              <a:ahLst/>
              <a:cxnLst/>
              <a:rect l="l" t="t" r="r" b="b"/>
              <a:pathLst>
                <a:path w="386" h="82" extrusionOk="0">
                  <a:moveTo>
                    <a:pt x="31" y="1"/>
                  </a:moveTo>
                  <a:cubicBezTo>
                    <a:pt x="16" y="1"/>
                    <a:pt x="0" y="16"/>
                    <a:pt x="0" y="32"/>
                  </a:cubicBezTo>
                  <a:cubicBezTo>
                    <a:pt x="0" y="67"/>
                    <a:pt x="16" y="82"/>
                    <a:pt x="31" y="82"/>
                  </a:cubicBezTo>
                  <a:lnTo>
                    <a:pt x="336" y="82"/>
                  </a:lnTo>
                  <a:cubicBezTo>
                    <a:pt x="367" y="82"/>
                    <a:pt x="386" y="67"/>
                    <a:pt x="386" y="32"/>
                  </a:cubicBezTo>
                  <a:cubicBezTo>
                    <a:pt x="386" y="16"/>
                    <a:pt x="367" y="1"/>
                    <a:pt x="3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2" name="Google Shape;1662;p38"/>
            <p:cNvSpPr/>
            <p:nvPr/>
          </p:nvSpPr>
          <p:spPr>
            <a:xfrm>
              <a:off x="6182408" y="3517681"/>
              <a:ext cx="10882" cy="4144"/>
            </a:xfrm>
            <a:custGeom>
              <a:avLst/>
              <a:gdLst/>
              <a:ahLst/>
              <a:cxnLst/>
              <a:rect l="l" t="t" r="r" b="b"/>
              <a:pathLst>
                <a:path w="386" h="147" extrusionOk="0">
                  <a:moveTo>
                    <a:pt x="320" y="0"/>
                  </a:moveTo>
                  <a:lnTo>
                    <a:pt x="31" y="81"/>
                  </a:lnTo>
                  <a:cubicBezTo>
                    <a:pt x="0" y="81"/>
                    <a:pt x="0" y="112"/>
                    <a:pt x="0" y="131"/>
                  </a:cubicBezTo>
                  <a:cubicBezTo>
                    <a:pt x="0" y="147"/>
                    <a:pt x="16" y="147"/>
                    <a:pt x="31" y="147"/>
                  </a:cubicBezTo>
                  <a:lnTo>
                    <a:pt x="46" y="147"/>
                  </a:lnTo>
                  <a:lnTo>
                    <a:pt x="355" y="66"/>
                  </a:lnTo>
                  <a:cubicBezTo>
                    <a:pt x="370" y="66"/>
                    <a:pt x="386" y="50"/>
                    <a:pt x="370" y="35"/>
                  </a:cubicBezTo>
                  <a:cubicBezTo>
                    <a:pt x="370" y="0"/>
                    <a:pt x="355" y="0"/>
                    <a:pt x="32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3" name="Google Shape;1663;p38"/>
            <p:cNvSpPr/>
            <p:nvPr/>
          </p:nvSpPr>
          <p:spPr>
            <a:xfrm>
              <a:off x="6183705" y="3458307"/>
              <a:ext cx="8176" cy="8711"/>
            </a:xfrm>
            <a:custGeom>
              <a:avLst/>
              <a:gdLst/>
              <a:ahLst/>
              <a:cxnLst/>
              <a:rect l="l" t="t" r="r" b="b"/>
              <a:pathLst>
                <a:path w="290" h="309" extrusionOk="0">
                  <a:moveTo>
                    <a:pt x="274" y="0"/>
                  </a:moveTo>
                  <a:cubicBezTo>
                    <a:pt x="259" y="0"/>
                    <a:pt x="228" y="0"/>
                    <a:pt x="213" y="20"/>
                  </a:cubicBezTo>
                  <a:lnTo>
                    <a:pt x="0" y="243"/>
                  </a:lnTo>
                  <a:cubicBezTo>
                    <a:pt x="0" y="259"/>
                    <a:pt x="0" y="274"/>
                    <a:pt x="20" y="290"/>
                  </a:cubicBezTo>
                  <a:cubicBezTo>
                    <a:pt x="20" y="309"/>
                    <a:pt x="35" y="309"/>
                    <a:pt x="35" y="309"/>
                  </a:cubicBezTo>
                  <a:cubicBezTo>
                    <a:pt x="51" y="309"/>
                    <a:pt x="51" y="309"/>
                    <a:pt x="66" y="290"/>
                  </a:cubicBezTo>
                  <a:lnTo>
                    <a:pt x="274" y="66"/>
                  </a:lnTo>
                  <a:cubicBezTo>
                    <a:pt x="290" y="50"/>
                    <a:pt x="290" y="20"/>
                    <a:pt x="27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64" name="Google Shape;1664;p38"/>
          <p:cNvGrpSpPr/>
          <p:nvPr/>
        </p:nvGrpSpPr>
        <p:grpSpPr>
          <a:xfrm>
            <a:off x="7132055" y="3833118"/>
            <a:ext cx="1097933" cy="1063504"/>
            <a:chOff x="8354993" y="3390869"/>
            <a:chExt cx="434326" cy="420706"/>
          </a:xfrm>
        </p:grpSpPr>
        <p:sp>
          <p:nvSpPr>
            <p:cNvPr id="1665" name="Google Shape;1665;p38"/>
            <p:cNvSpPr/>
            <p:nvPr/>
          </p:nvSpPr>
          <p:spPr>
            <a:xfrm>
              <a:off x="8418149" y="3652973"/>
              <a:ext cx="364940" cy="158603"/>
            </a:xfrm>
            <a:custGeom>
              <a:avLst/>
              <a:gdLst/>
              <a:ahLst/>
              <a:cxnLst/>
              <a:rect l="l" t="t" r="r" b="b"/>
              <a:pathLst>
                <a:path w="3808" h="1655" extrusionOk="0">
                  <a:moveTo>
                    <a:pt x="1" y="0"/>
                  </a:moveTo>
                  <a:lnTo>
                    <a:pt x="1" y="1300"/>
                  </a:lnTo>
                  <a:cubicBezTo>
                    <a:pt x="1" y="1493"/>
                    <a:pt x="159" y="1655"/>
                    <a:pt x="352" y="1655"/>
                  </a:cubicBezTo>
                  <a:lnTo>
                    <a:pt x="3472" y="1655"/>
                  </a:lnTo>
                  <a:cubicBezTo>
                    <a:pt x="3665" y="1655"/>
                    <a:pt x="3808" y="1493"/>
                    <a:pt x="3808" y="1300"/>
                  </a:cubicBezTo>
                  <a:lnTo>
                    <a:pt x="380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6" name="Google Shape;1666;p38"/>
            <p:cNvSpPr/>
            <p:nvPr/>
          </p:nvSpPr>
          <p:spPr>
            <a:xfrm>
              <a:off x="8658505" y="3491015"/>
              <a:ext cx="36992" cy="212652"/>
            </a:xfrm>
            <a:custGeom>
              <a:avLst/>
              <a:gdLst/>
              <a:ahLst/>
              <a:cxnLst/>
              <a:rect l="l" t="t" r="r" b="b"/>
              <a:pathLst>
                <a:path w="386" h="2219" extrusionOk="0">
                  <a:moveTo>
                    <a:pt x="305" y="1"/>
                  </a:moveTo>
                  <a:cubicBezTo>
                    <a:pt x="270" y="1"/>
                    <a:pt x="224" y="16"/>
                    <a:pt x="224" y="66"/>
                  </a:cubicBezTo>
                  <a:lnTo>
                    <a:pt x="0" y="2122"/>
                  </a:lnTo>
                  <a:cubicBezTo>
                    <a:pt x="0" y="2172"/>
                    <a:pt x="31" y="2203"/>
                    <a:pt x="62" y="2219"/>
                  </a:cubicBezTo>
                  <a:lnTo>
                    <a:pt x="77" y="2219"/>
                  </a:lnTo>
                  <a:cubicBezTo>
                    <a:pt x="112" y="2219"/>
                    <a:pt x="143" y="2188"/>
                    <a:pt x="158" y="2138"/>
                  </a:cubicBezTo>
                  <a:lnTo>
                    <a:pt x="366" y="82"/>
                  </a:lnTo>
                  <a:cubicBezTo>
                    <a:pt x="386" y="36"/>
                    <a:pt x="351" y="1"/>
                    <a:pt x="30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7" name="Google Shape;1667;p38"/>
            <p:cNvSpPr/>
            <p:nvPr/>
          </p:nvSpPr>
          <p:spPr>
            <a:xfrm>
              <a:off x="8598032" y="3569598"/>
              <a:ext cx="75710" cy="55966"/>
            </a:xfrm>
            <a:custGeom>
              <a:avLst/>
              <a:gdLst/>
              <a:ahLst/>
              <a:cxnLst/>
              <a:rect l="l" t="t" r="r" b="b"/>
              <a:pathLst>
                <a:path w="790" h="584" extrusionOk="0">
                  <a:moveTo>
                    <a:pt x="150" y="0"/>
                  </a:moveTo>
                  <a:cubicBezTo>
                    <a:pt x="118" y="0"/>
                    <a:pt x="99" y="2"/>
                    <a:pt x="99" y="2"/>
                  </a:cubicBezTo>
                  <a:cubicBezTo>
                    <a:pt x="99" y="2"/>
                    <a:pt x="1" y="584"/>
                    <a:pt x="528" y="584"/>
                  </a:cubicBezTo>
                  <a:cubicBezTo>
                    <a:pt x="602" y="584"/>
                    <a:pt x="689" y="572"/>
                    <a:pt x="789" y="546"/>
                  </a:cubicBezTo>
                  <a:cubicBezTo>
                    <a:pt x="723" y="45"/>
                    <a:pt x="298" y="0"/>
                    <a:pt x="15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8" name="Google Shape;1668;p38"/>
            <p:cNvSpPr/>
            <p:nvPr/>
          </p:nvSpPr>
          <p:spPr>
            <a:xfrm>
              <a:off x="8516476" y="3537302"/>
              <a:ext cx="84814" cy="100241"/>
            </a:xfrm>
            <a:custGeom>
              <a:avLst/>
              <a:gdLst/>
              <a:ahLst/>
              <a:cxnLst/>
              <a:rect l="l" t="t" r="r" b="b"/>
              <a:pathLst>
                <a:path w="885" h="1046" extrusionOk="0">
                  <a:moveTo>
                    <a:pt x="691" y="0"/>
                  </a:moveTo>
                  <a:cubicBezTo>
                    <a:pt x="691" y="0"/>
                    <a:pt x="1" y="208"/>
                    <a:pt x="132" y="1045"/>
                  </a:cubicBezTo>
                  <a:cubicBezTo>
                    <a:pt x="884" y="852"/>
                    <a:pt x="691" y="0"/>
                    <a:pt x="69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9" name="Google Shape;1669;p38"/>
            <p:cNvSpPr/>
            <p:nvPr/>
          </p:nvSpPr>
          <p:spPr>
            <a:xfrm>
              <a:off x="8673647" y="3610806"/>
              <a:ext cx="81747" cy="49737"/>
            </a:xfrm>
            <a:custGeom>
              <a:avLst/>
              <a:gdLst/>
              <a:ahLst/>
              <a:cxnLst/>
              <a:rect l="l" t="t" r="r" b="b"/>
              <a:pathLst>
                <a:path w="853" h="519" extrusionOk="0">
                  <a:moveTo>
                    <a:pt x="452" y="0"/>
                  </a:moveTo>
                  <a:cubicBezTo>
                    <a:pt x="295" y="0"/>
                    <a:pt x="123" y="99"/>
                    <a:pt x="0" y="440"/>
                  </a:cubicBezTo>
                  <a:cubicBezTo>
                    <a:pt x="112" y="496"/>
                    <a:pt x="214" y="519"/>
                    <a:pt x="305" y="519"/>
                  </a:cubicBezTo>
                  <a:cubicBezTo>
                    <a:pt x="660" y="519"/>
                    <a:pt x="853" y="182"/>
                    <a:pt x="853" y="182"/>
                  </a:cubicBezTo>
                  <a:cubicBezTo>
                    <a:pt x="853" y="182"/>
                    <a:pt x="666" y="0"/>
                    <a:pt x="45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0" name="Google Shape;1670;p38"/>
            <p:cNvSpPr/>
            <p:nvPr/>
          </p:nvSpPr>
          <p:spPr>
            <a:xfrm>
              <a:off x="8592186" y="3394031"/>
              <a:ext cx="197133" cy="159849"/>
            </a:xfrm>
            <a:custGeom>
              <a:avLst/>
              <a:gdLst/>
              <a:ahLst/>
              <a:cxnLst/>
              <a:rect l="l" t="t" r="r" b="b"/>
              <a:pathLst>
                <a:path w="2057" h="1668" extrusionOk="0">
                  <a:moveTo>
                    <a:pt x="1022" y="1"/>
                  </a:moveTo>
                  <a:cubicBezTo>
                    <a:pt x="440" y="1"/>
                    <a:pt x="0" y="610"/>
                    <a:pt x="287" y="1240"/>
                  </a:cubicBezTo>
                  <a:cubicBezTo>
                    <a:pt x="353" y="1383"/>
                    <a:pt x="480" y="1510"/>
                    <a:pt x="627" y="1576"/>
                  </a:cubicBezTo>
                  <a:cubicBezTo>
                    <a:pt x="761" y="1639"/>
                    <a:pt x="894" y="1668"/>
                    <a:pt x="1021" y="1668"/>
                  </a:cubicBezTo>
                  <a:cubicBezTo>
                    <a:pt x="1610" y="1668"/>
                    <a:pt x="2057" y="1056"/>
                    <a:pt x="1768" y="434"/>
                  </a:cubicBezTo>
                  <a:cubicBezTo>
                    <a:pt x="1703" y="292"/>
                    <a:pt x="1575" y="161"/>
                    <a:pt x="1429" y="99"/>
                  </a:cubicBezTo>
                  <a:cubicBezTo>
                    <a:pt x="1290" y="31"/>
                    <a:pt x="1153" y="1"/>
                    <a:pt x="102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1" name="Google Shape;1671;p38"/>
            <p:cNvSpPr/>
            <p:nvPr/>
          </p:nvSpPr>
          <p:spPr>
            <a:xfrm>
              <a:off x="8634354" y="3428819"/>
              <a:ext cx="112894" cy="90945"/>
            </a:xfrm>
            <a:custGeom>
              <a:avLst/>
              <a:gdLst/>
              <a:ahLst/>
              <a:cxnLst/>
              <a:rect l="l" t="t" r="r" b="b"/>
              <a:pathLst>
                <a:path w="1178" h="949" extrusionOk="0">
                  <a:moveTo>
                    <a:pt x="580" y="1"/>
                  </a:moveTo>
                  <a:cubicBezTo>
                    <a:pt x="248" y="1"/>
                    <a:pt x="1" y="344"/>
                    <a:pt x="171" y="700"/>
                  </a:cubicBezTo>
                  <a:cubicBezTo>
                    <a:pt x="202" y="781"/>
                    <a:pt x="267" y="858"/>
                    <a:pt x="364" y="893"/>
                  </a:cubicBezTo>
                  <a:cubicBezTo>
                    <a:pt x="443" y="931"/>
                    <a:pt x="522" y="948"/>
                    <a:pt x="596" y="948"/>
                  </a:cubicBezTo>
                  <a:cubicBezTo>
                    <a:pt x="929" y="948"/>
                    <a:pt x="1178" y="605"/>
                    <a:pt x="1004" y="249"/>
                  </a:cubicBezTo>
                  <a:cubicBezTo>
                    <a:pt x="973" y="152"/>
                    <a:pt x="892" y="87"/>
                    <a:pt x="811" y="56"/>
                  </a:cubicBezTo>
                  <a:cubicBezTo>
                    <a:pt x="732" y="18"/>
                    <a:pt x="654" y="1"/>
                    <a:pt x="58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2" name="Google Shape;1672;p38"/>
            <p:cNvSpPr/>
            <p:nvPr/>
          </p:nvSpPr>
          <p:spPr>
            <a:xfrm>
              <a:off x="8664542" y="3453161"/>
              <a:ext cx="52230" cy="41879"/>
            </a:xfrm>
            <a:custGeom>
              <a:avLst/>
              <a:gdLst/>
              <a:ahLst/>
              <a:cxnLst/>
              <a:rect l="l" t="t" r="r" b="b"/>
              <a:pathLst>
                <a:path w="545" h="437" extrusionOk="0">
                  <a:moveTo>
                    <a:pt x="274" y="0"/>
                  </a:moveTo>
                  <a:cubicBezTo>
                    <a:pt x="116" y="0"/>
                    <a:pt x="1" y="161"/>
                    <a:pt x="80" y="334"/>
                  </a:cubicBezTo>
                  <a:cubicBezTo>
                    <a:pt x="95" y="365"/>
                    <a:pt x="130" y="396"/>
                    <a:pt x="161" y="411"/>
                  </a:cubicBezTo>
                  <a:cubicBezTo>
                    <a:pt x="199" y="429"/>
                    <a:pt x="236" y="437"/>
                    <a:pt x="272" y="437"/>
                  </a:cubicBezTo>
                  <a:cubicBezTo>
                    <a:pt x="430" y="437"/>
                    <a:pt x="544" y="277"/>
                    <a:pt x="465" y="107"/>
                  </a:cubicBezTo>
                  <a:cubicBezTo>
                    <a:pt x="450" y="76"/>
                    <a:pt x="419" y="45"/>
                    <a:pt x="384" y="26"/>
                  </a:cubicBezTo>
                  <a:cubicBezTo>
                    <a:pt x="347" y="8"/>
                    <a:pt x="309" y="0"/>
                    <a:pt x="2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3" name="Google Shape;1673;p38"/>
            <p:cNvSpPr/>
            <p:nvPr/>
          </p:nvSpPr>
          <p:spPr>
            <a:xfrm>
              <a:off x="8488779" y="3542669"/>
              <a:ext cx="66318" cy="171732"/>
            </a:xfrm>
            <a:custGeom>
              <a:avLst/>
              <a:gdLst/>
              <a:ahLst/>
              <a:cxnLst/>
              <a:rect l="l" t="t" r="r" b="b"/>
              <a:pathLst>
                <a:path w="692" h="1792" extrusionOk="0">
                  <a:moveTo>
                    <a:pt x="101" y="0"/>
                  </a:moveTo>
                  <a:cubicBezTo>
                    <a:pt x="85" y="0"/>
                    <a:pt x="68" y="4"/>
                    <a:pt x="51" y="10"/>
                  </a:cubicBezTo>
                  <a:cubicBezTo>
                    <a:pt x="16" y="25"/>
                    <a:pt x="1" y="75"/>
                    <a:pt x="35" y="106"/>
                  </a:cubicBezTo>
                  <a:cubicBezTo>
                    <a:pt x="35" y="121"/>
                    <a:pt x="467" y="877"/>
                    <a:pt x="548" y="1730"/>
                  </a:cubicBezTo>
                  <a:cubicBezTo>
                    <a:pt x="548" y="1761"/>
                    <a:pt x="579" y="1792"/>
                    <a:pt x="614" y="1792"/>
                  </a:cubicBezTo>
                  <a:lnTo>
                    <a:pt x="629" y="1792"/>
                  </a:lnTo>
                  <a:cubicBezTo>
                    <a:pt x="660" y="1792"/>
                    <a:pt x="691" y="1745"/>
                    <a:pt x="691" y="1714"/>
                  </a:cubicBezTo>
                  <a:cubicBezTo>
                    <a:pt x="614" y="827"/>
                    <a:pt x="178" y="75"/>
                    <a:pt x="163" y="40"/>
                  </a:cubicBezTo>
                  <a:cubicBezTo>
                    <a:pt x="153" y="11"/>
                    <a:pt x="129" y="0"/>
                    <a:pt x="1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4" name="Google Shape;1674;p38"/>
            <p:cNvSpPr/>
            <p:nvPr/>
          </p:nvSpPr>
          <p:spPr>
            <a:xfrm>
              <a:off x="8354993" y="3390869"/>
              <a:ext cx="234029" cy="166174"/>
            </a:xfrm>
            <a:custGeom>
              <a:avLst/>
              <a:gdLst/>
              <a:ahLst/>
              <a:cxnLst/>
              <a:rect l="l" t="t" r="r" b="b"/>
              <a:pathLst>
                <a:path w="2442" h="1734" extrusionOk="0">
                  <a:moveTo>
                    <a:pt x="1879" y="1"/>
                  </a:moveTo>
                  <a:lnTo>
                    <a:pt x="1447" y="645"/>
                  </a:lnTo>
                  <a:lnTo>
                    <a:pt x="772" y="97"/>
                  </a:lnTo>
                  <a:lnTo>
                    <a:pt x="772" y="903"/>
                  </a:lnTo>
                  <a:lnTo>
                    <a:pt x="0" y="934"/>
                  </a:lnTo>
                  <a:cubicBezTo>
                    <a:pt x="0" y="934"/>
                    <a:pt x="422" y="1734"/>
                    <a:pt x="1102" y="1734"/>
                  </a:cubicBezTo>
                  <a:cubicBezTo>
                    <a:pt x="1229" y="1734"/>
                    <a:pt x="1365" y="1706"/>
                    <a:pt x="1509" y="1640"/>
                  </a:cubicBezTo>
                  <a:cubicBezTo>
                    <a:pt x="2442" y="1223"/>
                    <a:pt x="1879" y="1"/>
                    <a:pt x="187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5" name="Google Shape;1675;p38"/>
            <p:cNvSpPr/>
            <p:nvPr/>
          </p:nvSpPr>
          <p:spPr>
            <a:xfrm>
              <a:off x="8453320" y="3679231"/>
              <a:ext cx="295843" cy="106182"/>
            </a:xfrm>
            <a:custGeom>
              <a:avLst/>
              <a:gdLst/>
              <a:ahLst/>
              <a:cxnLst/>
              <a:rect l="l" t="t" r="r" b="b"/>
              <a:pathLst>
                <a:path w="3087" h="1108" extrusionOk="0">
                  <a:moveTo>
                    <a:pt x="0" y="0"/>
                  </a:moveTo>
                  <a:lnTo>
                    <a:pt x="0" y="833"/>
                  </a:lnTo>
                  <a:cubicBezTo>
                    <a:pt x="0" y="980"/>
                    <a:pt x="116" y="1107"/>
                    <a:pt x="259" y="1107"/>
                  </a:cubicBezTo>
                  <a:lnTo>
                    <a:pt x="2816" y="1107"/>
                  </a:lnTo>
                  <a:cubicBezTo>
                    <a:pt x="2974" y="1107"/>
                    <a:pt x="3086" y="980"/>
                    <a:pt x="3086" y="833"/>
                  </a:cubicBezTo>
                  <a:lnTo>
                    <a:pt x="308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6" name="Google Shape;1676;p38"/>
            <p:cNvSpPr/>
            <p:nvPr/>
          </p:nvSpPr>
          <p:spPr>
            <a:xfrm>
              <a:off x="8453320" y="3717660"/>
              <a:ext cx="295843" cy="67754"/>
            </a:xfrm>
            <a:custGeom>
              <a:avLst/>
              <a:gdLst/>
              <a:ahLst/>
              <a:cxnLst/>
              <a:rect l="l" t="t" r="r" b="b"/>
              <a:pathLst>
                <a:path w="3087" h="707" extrusionOk="0">
                  <a:moveTo>
                    <a:pt x="0" y="0"/>
                  </a:moveTo>
                  <a:lnTo>
                    <a:pt x="0" y="706"/>
                  </a:lnTo>
                  <a:lnTo>
                    <a:pt x="3086" y="706"/>
                  </a:lnTo>
                  <a:lnTo>
                    <a:pt x="308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7" name="Google Shape;1677;p38"/>
            <p:cNvSpPr/>
            <p:nvPr/>
          </p:nvSpPr>
          <p:spPr>
            <a:xfrm>
              <a:off x="8473637" y="3691402"/>
              <a:ext cx="27792" cy="72545"/>
            </a:xfrm>
            <a:custGeom>
              <a:avLst/>
              <a:gdLst/>
              <a:ahLst/>
              <a:cxnLst/>
              <a:rect l="l" t="t" r="r" b="b"/>
              <a:pathLst>
                <a:path w="290" h="757" extrusionOk="0">
                  <a:moveTo>
                    <a:pt x="143" y="0"/>
                  </a:moveTo>
                  <a:cubicBezTo>
                    <a:pt x="62" y="0"/>
                    <a:pt x="1" y="66"/>
                    <a:pt x="1" y="162"/>
                  </a:cubicBezTo>
                  <a:lnTo>
                    <a:pt x="1" y="594"/>
                  </a:lnTo>
                  <a:cubicBezTo>
                    <a:pt x="1" y="691"/>
                    <a:pt x="62" y="756"/>
                    <a:pt x="143" y="756"/>
                  </a:cubicBezTo>
                  <a:cubicBezTo>
                    <a:pt x="224" y="756"/>
                    <a:pt x="290" y="691"/>
                    <a:pt x="290" y="594"/>
                  </a:cubicBezTo>
                  <a:lnTo>
                    <a:pt x="290" y="162"/>
                  </a:lnTo>
                  <a:cubicBezTo>
                    <a:pt x="290" y="66"/>
                    <a:pt x="224" y="0"/>
                    <a:pt x="1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78" name="Google Shape;1678;p38"/>
          <p:cNvGrpSpPr/>
          <p:nvPr/>
        </p:nvGrpSpPr>
        <p:grpSpPr>
          <a:xfrm rot="5400000">
            <a:off x="7811714" y="1866212"/>
            <a:ext cx="710917" cy="241171"/>
            <a:chOff x="7325426" y="3246600"/>
            <a:chExt cx="710917" cy="241171"/>
          </a:xfrm>
        </p:grpSpPr>
        <p:sp>
          <p:nvSpPr>
            <p:cNvPr id="1679" name="Google Shape;1679;p38"/>
            <p:cNvSpPr/>
            <p:nvPr/>
          </p:nvSpPr>
          <p:spPr>
            <a:xfrm>
              <a:off x="7884711" y="3336629"/>
              <a:ext cx="151632" cy="151142"/>
            </a:xfrm>
            <a:custGeom>
              <a:avLst/>
              <a:gdLst/>
              <a:ahLst/>
              <a:cxnLst/>
              <a:rect l="l" t="t" r="r" b="b"/>
              <a:pathLst>
                <a:path w="1239" h="1235" extrusionOk="0">
                  <a:moveTo>
                    <a:pt x="625" y="1"/>
                  </a:moveTo>
                  <a:cubicBezTo>
                    <a:pt x="625" y="336"/>
                    <a:pt x="336" y="610"/>
                    <a:pt x="1" y="610"/>
                  </a:cubicBezTo>
                  <a:cubicBezTo>
                    <a:pt x="336" y="610"/>
                    <a:pt x="625" y="884"/>
                    <a:pt x="625" y="1235"/>
                  </a:cubicBezTo>
                  <a:cubicBezTo>
                    <a:pt x="625" y="884"/>
                    <a:pt x="899" y="610"/>
                    <a:pt x="1239" y="610"/>
                  </a:cubicBezTo>
                  <a:cubicBezTo>
                    <a:pt x="899" y="610"/>
                    <a:pt x="625" y="336"/>
                    <a:pt x="6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0" name="Google Shape;1680;p38"/>
            <p:cNvSpPr/>
            <p:nvPr/>
          </p:nvSpPr>
          <p:spPr>
            <a:xfrm>
              <a:off x="7325426" y="3246600"/>
              <a:ext cx="74349" cy="74100"/>
            </a:xfrm>
            <a:custGeom>
              <a:avLst/>
              <a:gdLst/>
              <a:ahLst/>
              <a:cxnLst/>
              <a:rect l="l" t="t" r="r" b="b"/>
              <a:pathLst>
                <a:path w="1239" h="1235" extrusionOk="0">
                  <a:moveTo>
                    <a:pt x="625" y="1"/>
                  </a:moveTo>
                  <a:cubicBezTo>
                    <a:pt x="625" y="336"/>
                    <a:pt x="336" y="610"/>
                    <a:pt x="1" y="610"/>
                  </a:cubicBezTo>
                  <a:cubicBezTo>
                    <a:pt x="336" y="610"/>
                    <a:pt x="625" y="884"/>
                    <a:pt x="625" y="1235"/>
                  </a:cubicBezTo>
                  <a:cubicBezTo>
                    <a:pt x="625" y="884"/>
                    <a:pt x="899" y="610"/>
                    <a:pt x="1239" y="610"/>
                  </a:cubicBezTo>
                  <a:cubicBezTo>
                    <a:pt x="899" y="610"/>
                    <a:pt x="625" y="336"/>
                    <a:pt x="6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81" name="Google Shape;1681;p38"/>
          <p:cNvGrpSpPr/>
          <p:nvPr/>
        </p:nvGrpSpPr>
        <p:grpSpPr>
          <a:xfrm rot="5400000">
            <a:off x="4523389" y="1195012"/>
            <a:ext cx="710917" cy="241171"/>
            <a:chOff x="7325426" y="3246600"/>
            <a:chExt cx="710917" cy="241171"/>
          </a:xfrm>
        </p:grpSpPr>
        <p:sp>
          <p:nvSpPr>
            <p:cNvPr id="1682" name="Google Shape;1682;p38"/>
            <p:cNvSpPr/>
            <p:nvPr/>
          </p:nvSpPr>
          <p:spPr>
            <a:xfrm>
              <a:off x="7884711" y="3336629"/>
              <a:ext cx="151632" cy="151142"/>
            </a:xfrm>
            <a:custGeom>
              <a:avLst/>
              <a:gdLst/>
              <a:ahLst/>
              <a:cxnLst/>
              <a:rect l="l" t="t" r="r" b="b"/>
              <a:pathLst>
                <a:path w="1239" h="1235" extrusionOk="0">
                  <a:moveTo>
                    <a:pt x="625" y="1"/>
                  </a:moveTo>
                  <a:cubicBezTo>
                    <a:pt x="625" y="336"/>
                    <a:pt x="336" y="610"/>
                    <a:pt x="1" y="610"/>
                  </a:cubicBezTo>
                  <a:cubicBezTo>
                    <a:pt x="336" y="610"/>
                    <a:pt x="625" y="884"/>
                    <a:pt x="625" y="1235"/>
                  </a:cubicBezTo>
                  <a:cubicBezTo>
                    <a:pt x="625" y="884"/>
                    <a:pt x="899" y="610"/>
                    <a:pt x="1239" y="610"/>
                  </a:cubicBezTo>
                  <a:cubicBezTo>
                    <a:pt x="899" y="610"/>
                    <a:pt x="625" y="336"/>
                    <a:pt x="6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3" name="Google Shape;1683;p38"/>
            <p:cNvSpPr/>
            <p:nvPr/>
          </p:nvSpPr>
          <p:spPr>
            <a:xfrm>
              <a:off x="7325426" y="3246600"/>
              <a:ext cx="74349" cy="74100"/>
            </a:xfrm>
            <a:custGeom>
              <a:avLst/>
              <a:gdLst/>
              <a:ahLst/>
              <a:cxnLst/>
              <a:rect l="l" t="t" r="r" b="b"/>
              <a:pathLst>
                <a:path w="1239" h="1235" extrusionOk="0">
                  <a:moveTo>
                    <a:pt x="625" y="1"/>
                  </a:moveTo>
                  <a:cubicBezTo>
                    <a:pt x="625" y="336"/>
                    <a:pt x="336" y="610"/>
                    <a:pt x="1" y="610"/>
                  </a:cubicBezTo>
                  <a:cubicBezTo>
                    <a:pt x="336" y="610"/>
                    <a:pt x="625" y="884"/>
                    <a:pt x="625" y="1235"/>
                  </a:cubicBezTo>
                  <a:cubicBezTo>
                    <a:pt x="625" y="884"/>
                    <a:pt x="899" y="610"/>
                    <a:pt x="1239" y="610"/>
                  </a:cubicBezTo>
                  <a:cubicBezTo>
                    <a:pt x="899" y="610"/>
                    <a:pt x="625" y="336"/>
                    <a:pt x="6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1321256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46"/>
        <p:cNvGrpSpPr/>
        <p:nvPr/>
      </p:nvGrpSpPr>
      <p:grpSpPr>
        <a:xfrm>
          <a:off x="0" y="0"/>
          <a:ext cx="0" cy="0"/>
          <a:chOff x="0" y="0"/>
          <a:chExt cx="0" cy="0"/>
        </a:xfrm>
      </p:grpSpPr>
      <p:sp>
        <p:nvSpPr>
          <p:cNvPr id="1847" name="Google Shape;1847;p40"/>
          <p:cNvSpPr/>
          <p:nvPr/>
        </p:nvSpPr>
        <p:spPr>
          <a:xfrm>
            <a:off x="5748338" y="4695025"/>
            <a:ext cx="1845300" cy="237600"/>
          </a:xfrm>
          <a:prstGeom prst="ellipse">
            <a:avLst/>
          </a:prstGeom>
          <a:solidFill>
            <a:schemeClr val="dk1">
              <a:alpha val="532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8" name="Google Shape;1848;p40"/>
          <p:cNvSpPr txBox="1">
            <a:spLocks noGrp="1"/>
          </p:cNvSpPr>
          <p:nvPr>
            <p:ph type="title"/>
          </p:nvPr>
        </p:nvSpPr>
        <p:spPr>
          <a:xfrm>
            <a:off x="739632" y="181571"/>
            <a:ext cx="3617100" cy="760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Project Idea</a:t>
            </a:r>
          </a:p>
        </p:txBody>
      </p:sp>
      <p:sp>
        <p:nvSpPr>
          <p:cNvPr id="1849" name="Google Shape;1849;p40"/>
          <p:cNvSpPr txBox="1">
            <a:spLocks noGrp="1"/>
          </p:cNvSpPr>
          <p:nvPr>
            <p:ph type="subTitle" idx="1"/>
          </p:nvPr>
        </p:nvSpPr>
        <p:spPr>
          <a:xfrm>
            <a:off x="365177" y="1026924"/>
            <a:ext cx="4583346" cy="3121718"/>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US" dirty="0"/>
              <a:t>Leveraging IoT technology, our smart irrigation system addresses the issue of improper plant watering. By integrating open-source platforms and applications, the system monitors soil moisture and temperature, activating the water pump, as necessary. This not only prevents overwatering but also reduces water waste commonly seen in traditional timed irrigation practices, as the system halts pumping once optimal soil moisture is achieved.</a:t>
            </a:r>
            <a:endParaRPr dirty="0"/>
          </a:p>
        </p:txBody>
      </p:sp>
      <p:grpSp>
        <p:nvGrpSpPr>
          <p:cNvPr id="1850" name="Google Shape;1850;p40"/>
          <p:cNvGrpSpPr/>
          <p:nvPr/>
        </p:nvGrpSpPr>
        <p:grpSpPr>
          <a:xfrm>
            <a:off x="5862912" y="3645395"/>
            <a:ext cx="1616171" cy="1180606"/>
            <a:chOff x="1591700" y="2665330"/>
            <a:chExt cx="522407" cy="381616"/>
          </a:xfrm>
        </p:grpSpPr>
        <p:sp>
          <p:nvSpPr>
            <p:cNvPr id="1851" name="Google Shape;1851;p40"/>
            <p:cNvSpPr/>
            <p:nvPr/>
          </p:nvSpPr>
          <p:spPr>
            <a:xfrm>
              <a:off x="1661083" y="2980384"/>
              <a:ext cx="109190" cy="66562"/>
            </a:xfrm>
            <a:custGeom>
              <a:avLst/>
              <a:gdLst/>
              <a:ahLst/>
              <a:cxnLst/>
              <a:rect l="l" t="t" r="r" b="b"/>
              <a:pathLst>
                <a:path w="3873" h="2361" extrusionOk="0">
                  <a:moveTo>
                    <a:pt x="0" y="0"/>
                  </a:moveTo>
                  <a:lnTo>
                    <a:pt x="112" y="641"/>
                  </a:lnTo>
                  <a:lnTo>
                    <a:pt x="336" y="2041"/>
                  </a:lnTo>
                  <a:cubicBezTo>
                    <a:pt x="351" y="2234"/>
                    <a:pt x="513" y="2361"/>
                    <a:pt x="706" y="2361"/>
                  </a:cubicBezTo>
                  <a:lnTo>
                    <a:pt x="3182" y="2361"/>
                  </a:lnTo>
                  <a:cubicBezTo>
                    <a:pt x="3360" y="2361"/>
                    <a:pt x="3518" y="2234"/>
                    <a:pt x="3553" y="2041"/>
                  </a:cubicBezTo>
                  <a:lnTo>
                    <a:pt x="3776" y="641"/>
                  </a:lnTo>
                  <a:lnTo>
                    <a:pt x="387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2" name="Google Shape;1852;p40"/>
            <p:cNvSpPr/>
            <p:nvPr/>
          </p:nvSpPr>
          <p:spPr>
            <a:xfrm>
              <a:off x="1756233" y="2980384"/>
              <a:ext cx="14040" cy="18071"/>
            </a:xfrm>
            <a:custGeom>
              <a:avLst/>
              <a:gdLst/>
              <a:ahLst/>
              <a:cxnLst/>
              <a:rect l="l" t="t" r="r" b="b"/>
              <a:pathLst>
                <a:path w="498" h="641" extrusionOk="0">
                  <a:moveTo>
                    <a:pt x="97" y="0"/>
                  </a:moveTo>
                  <a:lnTo>
                    <a:pt x="0" y="641"/>
                  </a:lnTo>
                  <a:lnTo>
                    <a:pt x="401" y="641"/>
                  </a:lnTo>
                  <a:lnTo>
                    <a:pt x="498" y="0"/>
                  </a:lnTo>
                  <a:close/>
                </a:path>
              </a:pathLst>
            </a:custGeom>
            <a:solidFill>
              <a:srgbClr val="E96A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3" name="Google Shape;1853;p40"/>
            <p:cNvSpPr/>
            <p:nvPr/>
          </p:nvSpPr>
          <p:spPr>
            <a:xfrm>
              <a:off x="1935200" y="2980384"/>
              <a:ext cx="109218" cy="66562"/>
            </a:xfrm>
            <a:custGeom>
              <a:avLst/>
              <a:gdLst/>
              <a:ahLst/>
              <a:cxnLst/>
              <a:rect l="l" t="t" r="r" b="b"/>
              <a:pathLst>
                <a:path w="3874" h="2361" extrusionOk="0">
                  <a:moveTo>
                    <a:pt x="1" y="0"/>
                  </a:moveTo>
                  <a:lnTo>
                    <a:pt x="113" y="641"/>
                  </a:lnTo>
                  <a:lnTo>
                    <a:pt x="321" y="2041"/>
                  </a:lnTo>
                  <a:cubicBezTo>
                    <a:pt x="352" y="2234"/>
                    <a:pt x="514" y="2361"/>
                    <a:pt x="691" y="2361"/>
                  </a:cubicBezTo>
                  <a:lnTo>
                    <a:pt x="3164" y="2361"/>
                  </a:lnTo>
                  <a:cubicBezTo>
                    <a:pt x="3356" y="2361"/>
                    <a:pt x="3518" y="2234"/>
                    <a:pt x="3549" y="2041"/>
                  </a:cubicBezTo>
                  <a:lnTo>
                    <a:pt x="3761" y="641"/>
                  </a:lnTo>
                  <a:lnTo>
                    <a:pt x="387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4" name="Google Shape;1854;p40"/>
            <p:cNvSpPr/>
            <p:nvPr/>
          </p:nvSpPr>
          <p:spPr>
            <a:xfrm>
              <a:off x="1935200" y="2980384"/>
              <a:ext cx="14068" cy="18071"/>
            </a:xfrm>
            <a:custGeom>
              <a:avLst/>
              <a:gdLst/>
              <a:ahLst/>
              <a:cxnLst/>
              <a:rect l="l" t="t" r="r" b="b"/>
              <a:pathLst>
                <a:path w="499" h="641" extrusionOk="0">
                  <a:moveTo>
                    <a:pt x="1" y="0"/>
                  </a:moveTo>
                  <a:lnTo>
                    <a:pt x="113" y="641"/>
                  </a:lnTo>
                  <a:lnTo>
                    <a:pt x="498" y="641"/>
                  </a:lnTo>
                  <a:lnTo>
                    <a:pt x="402" y="0"/>
                  </a:lnTo>
                  <a:close/>
                </a:path>
              </a:pathLst>
            </a:custGeom>
            <a:solidFill>
              <a:srgbClr val="E96A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5" name="Google Shape;1855;p40"/>
            <p:cNvSpPr/>
            <p:nvPr/>
          </p:nvSpPr>
          <p:spPr>
            <a:xfrm>
              <a:off x="1619329" y="2702545"/>
              <a:ext cx="466727" cy="233378"/>
            </a:xfrm>
            <a:custGeom>
              <a:avLst/>
              <a:gdLst/>
              <a:ahLst/>
              <a:cxnLst/>
              <a:rect l="l" t="t" r="r" b="b"/>
              <a:pathLst>
                <a:path w="16555" h="8278" extrusionOk="0">
                  <a:moveTo>
                    <a:pt x="964" y="1"/>
                  </a:moveTo>
                  <a:cubicBezTo>
                    <a:pt x="436" y="1"/>
                    <a:pt x="0" y="437"/>
                    <a:pt x="0" y="965"/>
                  </a:cubicBezTo>
                  <a:lnTo>
                    <a:pt x="0" y="7298"/>
                  </a:lnTo>
                  <a:cubicBezTo>
                    <a:pt x="0" y="7846"/>
                    <a:pt x="436" y="8278"/>
                    <a:pt x="964" y="8278"/>
                  </a:cubicBezTo>
                  <a:lnTo>
                    <a:pt x="15590" y="8278"/>
                  </a:lnTo>
                  <a:cubicBezTo>
                    <a:pt x="16123" y="8278"/>
                    <a:pt x="16555" y="7846"/>
                    <a:pt x="16555" y="7298"/>
                  </a:cubicBezTo>
                  <a:lnTo>
                    <a:pt x="16555" y="965"/>
                  </a:lnTo>
                  <a:cubicBezTo>
                    <a:pt x="16555" y="437"/>
                    <a:pt x="16123" y="1"/>
                    <a:pt x="1559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6" name="Google Shape;1856;p40"/>
            <p:cNvSpPr/>
            <p:nvPr/>
          </p:nvSpPr>
          <p:spPr>
            <a:xfrm>
              <a:off x="1645633" y="2723859"/>
              <a:ext cx="105609" cy="85282"/>
            </a:xfrm>
            <a:custGeom>
              <a:avLst/>
              <a:gdLst/>
              <a:ahLst/>
              <a:cxnLst/>
              <a:rect l="l" t="t" r="r" b="b"/>
              <a:pathLst>
                <a:path w="3746" h="3025" extrusionOk="0">
                  <a:moveTo>
                    <a:pt x="514" y="1"/>
                  </a:moveTo>
                  <a:cubicBezTo>
                    <a:pt x="244" y="1"/>
                    <a:pt x="1" y="228"/>
                    <a:pt x="1" y="518"/>
                  </a:cubicBezTo>
                  <a:lnTo>
                    <a:pt x="1" y="2508"/>
                  </a:lnTo>
                  <a:cubicBezTo>
                    <a:pt x="1" y="2797"/>
                    <a:pt x="244" y="3025"/>
                    <a:pt x="514" y="3025"/>
                  </a:cubicBezTo>
                  <a:lnTo>
                    <a:pt x="3233" y="3025"/>
                  </a:lnTo>
                  <a:cubicBezTo>
                    <a:pt x="3522" y="3025"/>
                    <a:pt x="3746" y="2797"/>
                    <a:pt x="3746" y="2508"/>
                  </a:cubicBezTo>
                  <a:lnTo>
                    <a:pt x="3746" y="518"/>
                  </a:lnTo>
                  <a:cubicBezTo>
                    <a:pt x="3746" y="228"/>
                    <a:pt x="3522" y="1"/>
                    <a:pt x="3233" y="1"/>
                  </a:cubicBezTo>
                  <a:close/>
                </a:path>
              </a:pathLst>
            </a:custGeom>
            <a:solidFill>
              <a:schemeClr val="accent6">
                <a:alpha val="31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7" name="Google Shape;1857;p40"/>
            <p:cNvSpPr/>
            <p:nvPr/>
          </p:nvSpPr>
          <p:spPr>
            <a:xfrm>
              <a:off x="1645633" y="2831724"/>
              <a:ext cx="105609" cy="85170"/>
            </a:xfrm>
            <a:custGeom>
              <a:avLst/>
              <a:gdLst/>
              <a:ahLst/>
              <a:cxnLst/>
              <a:rect l="l" t="t" r="r" b="b"/>
              <a:pathLst>
                <a:path w="3746" h="3021" extrusionOk="0">
                  <a:moveTo>
                    <a:pt x="514" y="1"/>
                  </a:moveTo>
                  <a:cubicBezTo>
                    <a:pt x="244" y="1"/>
                    <a:pt x="1" y="225"/>
                    <a:pt x="1" y="514"/>
                  </a:cubicBezTo>
                  <a:lnTo>
                    <a:pt x="1" y="2508"/>
                  </a:lnTo>
                  <a:cubicBezTo>
                    <a:pt x="1" y="2782"/>
                    <a:pt x="244" y="3021"/>
                    <a:pt x="514" y="3021"/>
                  </a:cubicBezTo>
                  <a:lnTo>
                    <a:pt x="3233" y="3021"/>
                  </a:lnTo>
                  <a:cubicBezTo>
                    <a:pt x="3522" y="3021"/>
                    <a:pt x="3746" y="2782"/>
                    <a:pt x="3746" y="2508"/>
                  </a:cubicBezTo>
                  <a:lnTo>
                    <a:pt x="3746" y="514"/>
                  </a:lnTo>
                  <a:cubicBezTo>
                    <a:pt x="3746" y="225"/>
                    <a:pt x="3522" y="1"/>
                    <a:pt x="3233" y="1"/>
                  </a:cubicBezTo>
                  <a:close/>
                </a:path>
              </a:pathLst>
            </a:custGeom>
            <a:solidFill>
              <a:schemeClr val="accent6">
                <a:alpha val="31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8" name="Google Shape;1858;p40"/>
            <p:cNvSpPr/>
            <p:nvPr/>
          </p:nvSpPr>
          <p:spPr>
            <a:xfrm>
              <a:off x="1629309" y="2838039"/>
              <a:ext cx="72567" cy="75725"/>
            </a:xfrm>
            <a:custGeom>
              <a:avLst/>
              <a:gdLst/>
              <a:ahLst/>
              <a:cxnLst/>
              <a:rect l="l" t="t" r="r" b="b"/>
              <a:pathLst>
                <a:path w="2574" h="2686" extrusionOk="0">
                  <a:moveTo>
                    <a:pt x="209" y="1"/>
                  </a:moveTo>
                  <a:lnTo>
                    <a:pt x="209" y="1"/>
                  </a:lnTo>
                  <a:cubicBezTo>
                    <a:pt x="1" y="2330"/>
                    <a:pt x="2122" y="2685"/>
                    <a:pt x="2122" y="2685"/>
                  </a:cubicBezTo>
                  <a:cubicBezTo>
                    <a:pt x="2122" y="2685"/>
                    <a:pt x="2574" y="517"/>
                    <a:pt x="20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9" name="Google Shape;1859;p40"/>
            <p:cNvSpPr/>
            <p:nvPr/>
          </p:nvSpPr>
          <p:spPr>
            <a:xfrm>
              <a:off x="1647917" y="2855942"/>
              <a:ext cx="43529" cy="59655"/>
            </a:xfrm>
            <a:custGeom>
              <a:avLst/>
              <a:gdLst/>
              <a:ahLst/>
              <a:cxnLst/>
              <a:rect l="l" t="t" r="r" b="b"/>
              <a:pathLst>
                <a:path w="1544" h="2116" extrusionOk="0">
                  <a:moveTo>
                    <a:pt x="80" y="0"/>
                  </a:moveTo>
                  <a:cubicBezTo>
                    <a:pt x="66" y="0"/>
                    <a:pt x="50" y="4"/>
                    <a:pt x="31" y="10"/>
                  </a:cubicBezTo>
                  <a:cubicBezTo>
                    <a:pt x="1" y="41"/>
                    <a:pt x="1" y="91"/>
                    <a:pt x="16" y="122"/>
                  </a:cubicBezTo>
                  <a:lnTo>
                    <a:pt x="1397" y="2081"/>
                  </a:lnTo>
                  <a:cubicBezTo>
                    <a:pt x="1416" y="2116"/>
                    <a:pt x="1432" y="2116"/>
                    <a:pt x="1462" y="2116"/>
                  </a:cubicBezTo>
                  <a:cubicBezTo>
                    <a:pt x="1478" y="2116"/>
                    <a:pt x="1493" y="2116"/>
                    <a:pt x="1513" y="2100"/>
                  </a:cubicBezTo>
                  <a:cubicBezTo>
                    <a:pt x="1543" y="2081"/>
                    <a:pt x="1543" y="2035"/>
                    <a:pt x="1528" y="2004"/>
                  </a:cubicBezTo>
                  <a:lnTo>
                    <a:pt x="143" y="41"/>
                  </a:lnTo>
                  <a:cubicBezTo>
                    <a:pt x="124" y="11"/>
                    <a:pt x="104" y="0"/>
                    <a:pt x="8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0" name="Google Shape;1860;p40"/>
            <p:cNvSpPr/>
            <p:nvPr/>
          </p:nvSpPr>
          <p:spPr>
            <a:xfrm>
              <a:off x="1676955" y="2818135"/>
              <a:ext cx="85592" cy="89314"/>
            </a:xfrm>
            <a:custGeom>
              <a:avLst/>
              <a:gdLst/>
              <a:ahLst/>
              <a:cxnLst/>
              <a:rect l="l" t="t" r="r" b="b"/>
              <a:pathLst>
                <a:path w="3036" h="3168" extrusionOk="0">
                  <a:moveTo>
                    <a:pt x="1929" y="1"/>
                  </a:moveTo>
                  <a:lnTo>
                    <a:pt x="1929" y="1"/>
                  </a:lnTo>
                  <a:cubicBezTo>
                    <a:pt x="0" y="1320"/>
                    <a:pt x="1076" y="3167"/>
                    <a:pt x="1076" y="3167"/>
                  </a:cubicBezTo>
                  <a:cubicBezTo>
                    <a:pt x="1076" y="3167"/>
                    <a:pt x="3036" y="2138"/>
                    <a:pt x="192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1" name="Google Shape;1861;p40"/>
            <p:cNvSpPr/>
            <p:nvPr/>
          </p:nvSpPr>
          <p:spPr>
            <a:xfrm>
              <a:off x="1658348" y="2776917"/>
              <a:ext cx="33098" cy="34395"/>
            </a:xfrm>
            <a:custGeom>
              <a:avLst/>
              <a:gdLst/>
              <a:ahLst/>
              <a:cxnLst/>
              <a:rect l="l" t="t" r="r" b="b"/>
              <a:pathLst>
                <a:path w="1174" h="1220" extrusionOk="0">
                  <a:moveTo>
                    <a:pt x="159" y="1"/>
                  </a:moveTo>
                  <a:cubicBezTo>
                    <a:pt x="1" y="996"/>
                    <a:pt x="915" y="1220"/>
                    <a:pt x="915" y="1220"/>
                  </a:cubicBezTo>
                  <a:cubicBezTo>
                    <a:pt x="915" y="1220"/>
                    <a:pt x="1173" y="290"/>
                    <a:pt x="1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2" name="Google Shape;1862;p40"/>
            <p:cNvSpPr/>
            <p:nvPr/>
          </p:nvSpPr>
          <p:spPr>
            <a:xfrm>
              <a:off x="1684116" y="2798231"/>
              <a:ext cx="30927" cy="25937"/>
            </a:xfrm>
            <a:custGeom>
              <a:avLst/>
              <a:gdLst/>
              <a:ahLst/>
              <a:cxnLst/>
              <a:rect l="l" t="t" r="r" b="b"/>
              <a:pathLst>
                <a:path w="1097" h="920" extrusionOk="0">
                  <a:moveTo>
                    <a:pt x="1096" y="1"/>
                  </a:moveTo>
                  <a:cubicBezTo>
                    <a:pt x="82" y="1"/>
                    <a:pt x="1" y="915"/>
                    <a:pt x="1" y="915"/>
                  </a:cubicBezTo>
                  <a:cubicBezTo>
                    <a:pt x="1" y="915"/>
                    <a:pt x="38" y="920"/>
                    <a:pt x="99" y="920"/>
                  </a:cubicBezTo>
                  <a:cubicBezTo>
                    <a:pt x="348" y="920"/>
                    <a:pt x="991" y="838"/>
                    <a:pt x="109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3" name="Google Shape;1863;p40"/>
            <p:cNvSpPr/>
            <p:nvPr/>
          </p:nvSpPr>
          <p:spPr>
            <a:xfrm>
              <a:off x="1705007" y="2840210"/>
              <a:ext cx="22639" cy="69523"/>
            </a:xfrm>
            <a:custGeom>
              <a:avLst/>
              <a:gdLst/>
              <a:ahLst/>
              <a:cxnLst/>
              <a:rect l="l" t="t" r="r" b="b"/>
              <a:pathLst>
                <a:path w="803" h="2466" extrusionOk="0">
                  <a:moveTo>
                    <a:pt x="716" y="1"/>
                  </a:moveTo>
                  <a:cubicBezTo>
                    <a:pt x="680" y="1"/>
                    <a:pt x="657" y="26"/>
                    <a:pt x="645" y="55"/>
                  </a:cubicBezTo>
                  <a:lnTo>
                    <a:pt x="16" y="2369"/>
                  </a:lnTo>
                  <a:cubicBezTo>
                    <a:pt x="0" y="2415"/>
                    <a:pt x="31" y="2446"/>
                    <a:pt x="66" y="2465"/>
                  </a:cubicBezTo>
                  <a:lnTo>
                    <a:pt x="81" y="2465"/>
                  </a:lnTo>
                  <a:cubicBezTo>
                    <a:pt x="112" y="2465"/>
                    <a:pt x="143" y="2446"/>
                    <a:pt x="162" y="2415"/>
                  </a:cubicBezTo>
                  <a:lnTo>
                    <a:pt x="787" y="86"/>
                  </a:lnTo>
                  <a:cubicBezTo>
                    <a:pt x="803" y="55"/>
                    <a:pt x="772" y="5"/>
                    <a:pt x="741" y="5"/>
                  </a:cubicBezTo>
                  <a:cubicBezTo>
                    <a:pt x="732" y="2"/>
                    <a:pt x="723" y="1"/>
                    <a:pt x="71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4" name="Google Shape;1864;p40"/>
            <p:cNvSpPr/>
            <p:nvPr/>
          </p:nvSpPr>
          <p:spPr>
            <a:xfrm>
              <a:off x="1668243" y="2764428"/>
              <a:ext cx="37665" cy="140286"/>
            </a:xfrm>
            <a:custGeom>
              <a:avLst/>
              <a:gdLst/>
              <a:ahLst/>
              <a:cxnLst/>
              <a:rect l="l" t="t" r="r" b="b"/>
              <a:pathLst>
                <a:path w="1336" h="4976" extrusionOk="0">
                  <a:moveTo>
                    <a:pt x="1249" y="0"/>
                  </a:moveTo>
                  <a:cubicBezTo>
                    <a:pt x="1228" y="0"/>
                    <a:pt x="1208" y="8"/>
                    <a:pt x="1193" y="24"/>
                  </a:cubicBezTo>
                  <a:cubicBezTo>
                    <a:pt x="630" y="637"/>
                    <a:pt x="421" y="1663"/>
                    <a:pt x="579" y="3047"/>
                  </a:cubicBezTo>
                  <a:cubicBezTo>
                    <a:pt x="711" y="4058"/>
                    <a:pt x="1000" y="4910"/>
                    <a:pt x="1000" y="4926"/>
                  </a:cubicBezTo>
                  <a:cubicBezTo>
                    <a:pt x="1015" y="4961"/>
                    <a:pt x="1046" y="4976"/>
                    <a:pt x="1081" y="4976"/>
                  </a:cubicBezTo>
                  <a:lnTo>
                    <a:pt x="1096" y="4976"/>
                  </a:lnTo>
                  <a:cubicBezTo>
                    <a:pt x="1142" y="4961"/>
                    <a:pt x="1158" y="4910"/>
                    <a:pt x="1142" y="4880"/>
                  </a:cubicBezTo>
                  <a:cubicBezTo>
                    <a:pt x="1127" y="4845"/>
                    <a:pt x="1" y="1520"/>
                    <a:pt x="1304" y="120"/>
                  </a:cubicBezTo>
                  <a:cubicBezTo>
                    <a:pt x="1335" y="89"/>
                    <a:pt x="1335" y="43"/>
                    <a:pt x="1304" y="24"/>
                  </a:cubicBezTo>
                  <a:cubicBezTo>
                    <a:pt x="1289" y="8"/>
                    <a:pt x="1269" y="0"/>
                    <a:pt x="124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5" name="Google Shape;1865;p40"/>
            <p:cNvSpPr/>
            <p:nvPr/>
          </p:nvSpPr>
          <p:spPr>
            <a:xfrm>
              <a:off x="1688260" y="2730568"/>
              <a:ext cx="51818" cy="45644"/>
            </a:xfrm>
            <a:custGeom>
              <a:avLst/>
              <a:gdLst/>
              <a:ahLst/>
              <a:cxnLst/>
              <a:rect l="l" t="t" r="r" b="b"/>
              <a:pathLst>
                <a:path w="1838" h="1619" extrusionOk="0">
                  <a:moveTo>
                    <a:pt x="522" y="1"/>
                  </a:moveTo>
                  <a:cubicBezTo>
                    <a:pt x="465" y="1"/>
                    <a:pt x="403" y="20"/>
                    <a:pt x="336" y="67"/>
                  </a:cubicBezTo>
                  <a:cubicBezTo>
                    <a:pt x="1" y="295"/>
                    <a:pt x="128" y="1066"/>
                    <a:pt x="209" y="1437"/>
                  </a:cubicBezTo>
                  <a:cubicBezTo>
                    <a:pt x="235" y="1544"/>
                    <a:pt x="318" y="1618"/>
                    <a:pt x="422" y="1618"/>
                  </a:cubicBezTo>
                  <a:cubicBezTo>
                    <a:pt x="442" y="1618"/>
                    <a:pt x="462" y="1616"/>
                    <a:pt x="483" y="1610"/>
                  </a:cubicBezTo>
                  <a:cubicBezTo>
                    <a:pt x="884" y="1548"/>
                    <a:pt x="1721" y="1356"/>
                    <a:pt x="1782" y="970"/>
                  </a:cubicBezTo>
                  <a:cubicBezTo>
                    <a:pt x="1838" y="641"/>
                    <a:pt x="1450" y="588"/>
                    <a:pt x="1199" y="588"/>
                  </a:cubicBezTo>
                  <a:cubicBezTo>
                    <a:pt x="1083" y="588"/>
                    <a:pt x="996" y="600"/>
                    <a:pt x="996" y="600"/>
                  </a:cubicBezTo>
                  <a:cubicBezTo>
                    <a:pt x="996" y="600"/>
                    <a:pt x="836" y="1"/>
                    <a:pt x="5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6" name="Google Shape;1866;p40"/>
            <p:cNvSpPr/>
            <p:nvPr/>
          </p:nvSpPr>
          <p:spPr>
            <a:xfrm>
              <a:off x="1702921" y="2736884"/>
              <a:ext cx="26811" cy="21173"/>
            </a:xfrm>
            <a:custGeom>
              <a:avLst/>
              <a:gdLst/>
              <a:ahLst/>
              <a:cxnLst/>
              <a:rect l="l" t="t" r="r" b="b"/>
              <a:pathLst>
                <a:path w="951" h="751" extrusionOk="0">
                  <a:moveTo>
                    <a:pt x="479" y="1"/>
                  </a:moveTo>
                  <a:cubicBezTo>
                    <a:pt x="412" y="1"/>
                    <a:pt x="340" y="18"/>
                    <a:pt x="267" y="56"/>
                  </a:cubicBezTo>
                  <a:cubicBezTo>
                    <a:pt x="217" y="71"/>
                    <a:pt x="171" y="117"/>
                    <a:pt x="155" y="167"/>
                  </a:cubicBezTo>
                  <a:cubicBezTo>
                    <a:pt x="0" y="465"/>
                    <a:pt x="197" y="750"/>
                    <a:pt x="465" y="750"/>
                  </a:cubicBezTo>
                  <a:cubicBezTo>
                    <a:pt x="530" y="750"/>
                    <a:pt x="599" y="734"/>
                    <a:pt x="668" y="696"/>
                  </a:cubicBezTo>
                  <a:cubicBezTo>
                    <a:pt x="734" y="665"/>
                    <a:pt x="765" y="634"/>
                    <a:pt x="796" y="569"/>
                  </a:cubicBezTo>
                  <a:cubicBezTo>
                    <a:pt x="951" y="283"/>
                    <a:pt x="755" y="1"/>
                    <a:pt x="47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7" name="Google Shape;1867;p40"/>
            <p:cNvSpPr/>
            <p:nvPr/>
          </p:nvSpPr>
          <p:spPr>
            <a:xfrm>
              <a:off x="1648339" y="2896990"/>
              <a:ext cx="102903" cy="48519"/>
            </a:xfrm>
            <a:custGeom>
              <a:avLst/>
              <a:gdLst/>
              <a:ahLst/>
              <a:cxnLst/>
              <a:rect l="l" t="t" r="r" b="b"/>
              <a:pathLst>
                <a:path w="3650" h="1721" extrusionOk="0">
                  <a:moveTo>
                    <a:pt x="1787" y="0"/>
                  </a:moveTo>
                  <a:cubicBezTo>
                    <a:pt x="549" y="0"/>
                    <a:pt x="1" y="1639"/>
                    <a:pt x="1" y="1639"/>
                  </a:cubicBezTo>
                  <a:lnTo>
                    <a:pt x="3650" y="1720"/>
                  </a:lnTo>
                  <a:cubicBezTo>
                    <a:pt x="3650" y="1720"/>
                    <a:pt x="3006" y="0"/>
                    <a:pt x="17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8" name="Google Shape;1868;p40"/>
            <p:cNvSpPr/>
            <p:nvPr/>
          </p:nvSpPr>
          <p:spPr>
            <a:xfrm>
              <a:off x="1800157" y="2723859"/>
              <a:ext cx="105186" cy="85282"/>
            </a:xfrm>
            <a:custGeom>
              <a:avLst/>
              <a:gdLst/>
              <a:ahLst/>
              <a:cxnLst/>
              <a:rect l="l" t="t" r="r" b="b"/>
              <a:pathLst>
                <a:path w="3731" h="3025" extrusionOk="0">
                  <a:moveTo>
                    <a:pt x="513" y="1"/>
                  </a:moveTo>
                  <a:cubicBezTo>
                    <a:pt x="224" y="1"/>
                    <a:pt x="0" y="228"/>
                    <a:pt x="0" y="518"/>
                  </a:cubicBezTo>
                  <a:lnTo>
                    <a:pt x="0" y="2508"/>
                  </a:lnTo>
                  <a:cubicBezTo>
                    <a:pt x="0" y="2797"/>
                    <a:pt x="224" y="3025"/>
                    <a:pt x="513" y="3025"/>
                  </a:cubicBezTo>
                  <a:lnTo>
                    <a:pt x="3229" y="3025"/>
                  </a:lnTo>
                  <a:cubicBezTo>
                    <a:pt x="3503" y="3025"/>
                    <a:pt x="3730" y="2797"/>
                    <a:pt x="3730" y="2508"/>
                  </a:cubicBezTo>
                  <a:lnTo>
                    <a:pt x="3730" y="518"/>
                  </a:lnTo>
                  <a:cubicBezTo>
                    <a:pt x="3730" y="228"/>
                    <a:pt x="3503" y="1"/>
                    <a:pt x="3229" y="1"/>
                  </a:cubicBezTo>
                  <a:close/>
                </a:path>
              </a:pathLst>
            </a:custGeom>
            <a:solidFill>
              <a:schemeClr val="accent6">
                <a:alpha val="31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9" name="Google Shape;1869;p40"/>
            <p:cNvSpPr/>
            <p:nvPr/>
          </p:nvSpPr>
          <p:spPr>
            <a:xfrm>
              <a:off x="1800157" y="2831724"/>
              <a:ext cx="105186" cy="85170"/>
            </a:xfrm>
            <a:custGeom>
              <a:avLst/>
              <a:gdLst/>
              <a:ahLst/>
              <a:cxnLst/>
              <a:rect l="l" t="t" r="r" b="b"/>
              <a:pathLst>
                <a:path w="3731" h="3021" extrusionOk="0">
                  <a:moveTo>
                    <a:pt x="513" y="1"/>
                  </a:moveTo>
                  <a:cubicBezTo>
                    <a:pt x="224" y="1"/>
                    <a:pt x="0" y="225"/>
                    <a:pt x="0" y="514"/>
                  </a:cubicBezTo>
                  <a:lnTo>
                    <a:pt x="0" y="2508"/>
                  </a:lnTo>
                  <a:cubicBezTo>
                    <a:pt x="0" y="2782"/>
                    <a:pt x="224" y="3021"/>
                    <a:pt x="513" y="3021"/>
                  </a:cubicBezTo>
                  <a:lnTo>
                    <a:pt x="3229" y="3021"/>
                  </a:lnTo>
                  <a:cubicBezTo>
                    <a:pt x="3503" y="3021"/>
                    <a:pt x="3730" y="2782"/>
                    <a:pt x="3730" y="2508"/>
                  </a:cubicBezTo>
                  <a:lnTo>
                    <a:pt x="3730" y="514"/>
                  </a:lnTo>
                  <a:cubicBezTo>
                    <a:pt x="3730" y="225"/>
                    <a:pt x="3503" y="1"/>
                    <a:pt x="3229" y="1"/>
                  </a:cubicBezTo>
                  <a:close/>
                </a:path>
              </a:pathLst>
            </a:custGeom>
            <a:solidFill>
              <a:schemeClr val="accent6">
                <a:alpha val="31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0" name="Google Shape;1870;p40"/>
            <p:cNvSpPr/>
            <p:nvPr/>
          </p:nvSpPr>
          <p:spPr>
            <a:xfrm>
              <a:off x="1865395" y="2753771"/>
              <a:ext cx="50267" cy="30081"/>
            </a:xfrm>
            <a:custGeom>
              <a:avLst/>
              <a:gdLst/>
              <a:ahLst/>
              <a:cxnLst/>
              <a:rect l="l" t="t" r="r" b="b"/>
              <a:pathLst>
                <a:path w="1783" h="1067" extrusionOk="0">
                  <a:moveTo>
                    <a:pt x="1303" y="0"/>
                  </a:moveTo>
                  <a:cubicBezTo>
                    <a:pt x="273" y="0"/>
                    <a:pt x="1" y="1015"/>
                    <a:pt x="1" y="1015"/>
                  </a:cubicBezTo>
                  <a:cubicBezTo>
                    <a:pt x="1" y="1015"/>
                    <a:pt x="169" y="1067"/>
                    <a:pt x="408" y="1067"/>
                  </a:cubicBezTo>
                  <a:cubicBezTo>
                    <a:pt x="822" y="1067"/>
                    <a:pt x="1448" y="912"/>
                    <a:pt x="1783" y="66"/>
                  </a:cubicBezTo>
                  <a:cubicBezTo>
                    <a:pt x="1607" y="20"/>
                    <a:pt x="1448" y="0"/>
                    <a:pt x="130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1" name="Google Shape;1871;p40"/>
            <p:cNvSpPr/>
            <p:nvPr/>
          </p:nvSpPr>
          <p:spPr>
            <a:xfrm>
              <a:off x="1834637" y="2763779"/>
              <a:ext cx="30786" cy="25937"/>
            </a:xfrm>
            <a:custGeom>
              <a:avLst/>
              <a:gdLst/>
              <a:ahLst/>
              <a:cxnLst/>
              <a:rect l="l" t="t" r="r" b="b"/>
              <a:pathLst>
                <a:path w="1092" h="920" extrusionOk="0">
                  <a:moveTo>
                    <a:pt x="0" y="0"/>
                  </a:moveTo>
                  <a:cubicBezTo>
                    <a:pt x="114" y="836"/>
                    <a:pt x="743" y="920"/>
                    <a:pt x="991" y="920"/>
                  </a:cubicBezTo>
                  <a:cubicBezTo>
                    <a:pt x="1053" y="920"/>
                    <a:pt x="1092" y="914"/>
                    <a:pt x="1092" y="914"/>
                  </a:cubicBezTo>
                  <a:cubicBezTo>
                    <a:pt x="1092" y="914"/>
                    <a:pt x="1011" y="0"/>
                    <a:pt x="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2" name="Google Shape;1872;p40"/>
            <p:cNvSpPr/>
            <p:nvPr/>
          </p:nvSpPr>
          <p:spPr>
            <a:xfrm>
              <a:off x="1853667" y="2815851"/>
              <a:ext cx="45249" cy="47674"/>
            </a:xfrm>
            <a:custGeom>
              <a:avLst/>
              <a:gdLst/>
              <a:ahLst/>
              <a:cxnLst/>
              <a:rect l="l" t="t" r="r" b="b"/>
              <a:pathLst>
                <a:path w="1605" h="1691" extrusionOk="0">
                  <a:moveTo>
                    <a:pt x="1524" y="1"/>
                  </a:moveTo>
                  <a:lnTo>
                    <a:pt x="1524" y="1"/>
                  </a:lnTo>
                  <a:cubicBezTo>
                    <a:pt x="0" y="290"/>
                    <a:pt x="255" y="1690"/>
                    <a:pt x="255" y="1690"/>
                  </a:cubicBezTo>
                  <a:cubicBezTo>
                    <a:pt x="255" y="1690"/>
                    <a:pt x="1605" y="1497"/>
                    <a:pt x="152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3" name="Google Shape;1873;p40"/>
            <p:cNvSpPr/>
            <p:nvPr/>
          </p:nvSpPr>
          <p:spPr>
            <a:xfrm>
              <a:off x="1854964" y="2872547"/>
              <a:ext cx="35804" cy="21060"/>
            </a:xfrm>
            <a:custGeom>
              <a:avLst/>
              <a:gdLst/>
              <a:ahLst/>
              <a:cxnLst/>
              <a:rect l="l" t="t" r="r" b="b"/>
              <a:pathLst>
                <a:path w="1270" h="747" extrusionOk="0">
                  <a:moveTo>
                    <a:pt x="932" y="1"/>
                  </a:moveTo>
                  <a:cubicBezTo>
                    <a:pt x="199" y="1"/>
                    <a:pt x="0" y="705"/>
                    <a:pt x="0" y="705"/>
                  </a:cubicBezTo>
                  <a:cubicBezTo>
                    <a:pt x="0" y="705"/>
                    <a:pt x="127" y="747"/>
                    <a:pt x="305" y="747"/>
                  </a:cubicBezTo>
                  <a:cubicBezTo>
                    <a:pt x="598" y="747"/>
                    <a:pt x="1030" y="635"/>
                    <a:pt x="1269" y="46"/>
                  </a:cubicBezTo>
                  <a:cubicBezTo>
                    <a:pt x="1146" y="14"/>
                    <a:pt x="1034" y="1"/>
                    <a:pt x="93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4" name="Google Shape;1874;p40"/>
            <p:cNvSpPr/>
            <p:nvPr/>
          </p:nvSpPr>
          <p:spPr>
            <a:xfrm>
              <a:off x="1832776" y="2834882"/>
              <a:ext cx="33944" cy="35804"/>
            </a:xfrm>
            <a:custGeom>
              <a:avLst/>
              <a:gdLst/>
              <a:ahLst/>
              <a:cxnLst/>
              <a:rect l="l" t="t" r="r" b="b"/>
              <a:pathLst>
                <a:path w="1204" h="1270" extrusionOk="0">
                  <a:moveTo>
                    <a:pt x="274" y="1"/>
                  </a:moveTo>
                  <a:cubicBezTo>
                    <a:pt x="1" y="1015"/>
                    <a:pt x="934" y="1270"/>
                    <a:pt x="934" y="1270"/>
                  </a:cubicBezTo>
                  <a:cubicBezTo>
                    <a:pt x="934" y="1270"/>
                    <a:pt x="1204" y="386"/>
                    <a:pt x="27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5" name="Google Shape;1875;p40"/>
            <p:cNvSpPr/>
            <p:nvPr/>
          </p:nvSpPr>
          <p:spPr>
            <a:xfrm>
              <a:off x="1812872" y="2792311"/>
              <a:ext cx="52551" cy="29123"/>
            </a:xfrm>
            <a:custGeom>
              <a:avLst/>
              <a:gdLst/>
              <a:ahLst/>
              <a:cxnLst/>
              <a:rect l="l" t="t" r="r" b="b"/>
              <a:pathLst>
                <a:path w="1864" h="1033" extrusionOk="0">
                  <a:moveTo>
                    <a:pt x="527" y="1"/>
                  </a:moveTo>
                  <a:cubicBezTo>
                    <a:pt x="368" y="1"/>
                    <a:pt x="193" y="24"/>
                    <a:pt x="1" y="80"/>
                  </a:cubicBezTo>
                  <a:cubicBezTo>
                    <a:pt x="336" y="863"/>
                    <a:pt x="888" y="1033"/>
                    <a:pt x="1304" y="1033"/>
                  </a:cubicBezTo>
                  <a:cubicBezTo>
                    <a:pt x="1624" y="1033"/>
                    <a:pt x="1864" y="932"/>
                    <a:pt x="1864" y="932"/>
                  </a:cubicBezTo>
                  <a:cubicBezTo>
                    <a:pt x="1864" y="932"/>
                    <a:pt x="1517" y="1"/>
                    <a:pt x="52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6" name="Google Shape;1876;p40"/>
            <p:cNvSpPr/>
            <p:nvPr/>
          </p:nvSpPr>
          <p:spPr>
            <a:xfrm>
              <a:off x="1851383" y="2725719"/>
              <a:ext cx="18607" cy="193457"/>
            </a:xfrm>
            <a:custGeom>
              <a:avLst/>
              <a:gdLst/>
              <a:ahLst/>
              <a:cxnLst/>
              <a:rect l="l" t="t" r="r" b="b"/>
              <a:pathLst>
                <a:path w="660" h="6862" extrusionOk="0">
                  <a:moveTo>
                    <a:pt x="544" y="0"/>
                  </a:moveTo>
                  <a:cubicBezTo>
                    <a:pt x="513" y="0"/>
                    <a:pt x="467" y="31"/>
                    <a:pt x="467" y="81"/>
                  </a:cubicBezTo>
                  <a:cubicBezTo>
                    <a:pt x="498" y="3279"/>
                    <a:pt x="15" y="6735"/>
                    <a:pt x="0" y="6766"/>
                  </a:cubicBezTo>
                  <a:cubicBezTo>
                    <a:pt x="0" y="6816"/>
                    <a:pt x="31" y="6847"/>
                    <a:pt x="62" y="6862"/>
                  </a:cubicBezTo>
                  <a:lnTo>
                    <a:pt x="81" y="6862"/>
                  </a:lnTo>
                  <a:cubicBezTo>
                    <a:pt x="112" y="6862"/>
                    <a:pt x="143" y="6831"/>
                    <a:pt x="158" y="6796"/>
                  </a:cubicBezTo>
                  <a:cubicBezTo>
                    <a:pt x="158" y="6750"/>
                    <a:pt x="660" y="3279"/>
                    <a:pt x="625" y="81"/>
                  </a:cubicBezTo>
                  <a:cubicBezTo>
                    <a:pt x="625" y="31"/>
                    <a:pt x="594" y="0"/>
                    <a:pt x="5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7" name="Google Shape;1877;p40"/>
            <p:cNvSpPr/>
            <p:nvPr/>
          </p:nvSpPr>
          <p:spPr>
            <a:xfrm>
              <a:off x="1819610" y="2668093"/>
              <a:ext cx="93345" cy="70002"/>
            </a:xfrm>
            <a:custGeom>
              <a:avLst/>
              <a:gdLst/>
              <a:ahLst/>
              <a:cxnLst/>
              <a:rect l="l" t="t" r="r" b="b"/>
              <a:pathLst>
                <a:path w="3311" h="2483" extrusionOk="0">
                  <a:moveTo>
                    <a:pt x="691" y="0"/>
                  </a:moveTo>
                  <a:cubicBezTo>
                    <a:pt x="530" y="0"/>
                    <a:pt x="385" y="69"/>
                    <a:pt x="290" y="258"/>
                  </a:cubicBezTo>
                  <a:cubicBezTo>
                    <a:pt x="1" y="837"/>
                    <a:pt x="934" y="1898"/>
                    <a:pt x="1401" y="2364"/>
                  </a:cubicBezTo>
                  <a:cubicBezTo>
                    <a:pt x="1476" y="2442"/>
                    <a:pt x="1574" y="2482"/>
                    <a:pt x="1673" y="2482"/>
                  </a:cubicBezTo>
                  <a:cubicBezTo>
                    <a:pt x="1762" y="2482"/>
                    <a:pt x="1853" y="2449"/>
                    <a:pt x="1929" y="2380"/>
                  </a:cubicBezTo>
                  <a:cubicBezTo>
                    <a:pt x="2396" y="1963"/>
                    <a:pt x="3310" y="1065"/>
                    <a:pt x="3071" y="420"/>
                  </a:cubicBezTo>
                  <a:cubicBezTo>
                    <a:pt x="2982" y="173"/>
                    <a:pt x="2816" y="87"/>
                    <a:pt x="2630" y="87"/>
                  </a:cubicBezTo>
                  <a:cubicBezTo>
                    <a:pt x="2212" y="87"/>
                    <a:pt x="1690" y="517"/>
                    <a:pt x="1690" y="517"/>
                  </a:cubicBezTo>
                  <a:cubicBezTo>
                    <a:pt x="1690" y="517"/>
                    <a:pt x="1130" y="0"/>
                    <a:pt x="69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8" name="Google Shape;1878;p40"/>
            <p:cNvSpPr/>
            <p:nvPr/>
          </p:nvSpPr>
          <p:spPr>
            <a:xfrm>
              <a:off x="1849523" y="2665330"/>
              <a:ext cx="35804" cy="34902"/>
            </a:xfrm>
            <a:custGeom>
              <a:avLst/>
              <a:gdLst/>
              <a:ahLst/>
              <a:cxnLst/>
              <a:rect l="l" t="t" r="r" b="b"/>
              <a:pathLst>
                <a:path w="1270" h="1238" extrusionOk="0">
                  <a:moveTo>
                    <a:pt x="633" y="1"/>
                  </a:moveTo>
                  <a:cubicBezTo>
                    <a:pt x="347" y="1"/>
                    <a:pt x="71" y="195"/>
                    <a:pt x="16" y="549"/>
                  </a:cubicBezTo>
                  <a:cubicBezTo>
                    <a:pt x="0" y="665"/>
                    <a:pt x="16" y="777"/>
                    <a:pt x="66" y="873"/>
                  </a:cubicBezTo>
                  <a:cubicBezTo>
                    <a:pt x="197" y="1122"/>
                    <a:pt x="418" y="1237"/>
                    <a:pt x="634" y="1237"/>
                  </a:cubicBezTo>
                  <a:cubicBezTo>
                    <a:pt x="920" y="1237"/>
                    <a:pt x="1199" y="1036"/>
                    <a:pt x="1254" y="680"/>
                  </a:cubicBezTo>
                  <a:cubicBezTo>
                    <a:pt x="1269" y="569"/>
                    <a:pt x="1254" y="453"/>
                    <a:pt x="1208" y="356"/>
                  </a:cubicBezTo>
                  <a:cubicBezTo>
                    <a:pt x="1074" y="114"/>
                    <a:pt x="851" y="1"/>
                    <a:pt x="63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9" name="Google Shape;1879;p40"/>
            <p:cNvSpPr/>
            <p:nvPr/>
          </p:nvSpPr>
          <p:spPr>
            <a:xfrm>
              <a:off x="1801031" y="2911453"/>
              <a:ext cx="102903" cy="48068"/>
            </a:xfrm>
            <a:custGeom>
              <a:avLst/>
              <a:gdLst/>
              <a:ahLst/>
              <a:cxnLst/>
              <a:rect l="l" t="t" r="r" b="b"/>
              <a:pathLst>
                <a:path w="3650" h="1705" extrusionOk="0">
                  <a:moveTo>
                    <a:pt x="1867" y="0"/>
                  </a:moveTo>
                  <a:cubicBezTo>
                    <a:pt x="629" y="0"/>
                    <a:pt x="0" y="1705"/>
                    <a:pt x="0" y="1705"/>
                  </a:cubicBezTo>
                  <a:lnTo>
                    <a:pt x="3649" y="1639"/>
                  </a:lnTo>
                  <a:cubicBezTo>
                    <a:pt x="3649" y="1639"/>
                    <a:pt x="3101" y="0"/>
                    <a:pt x="18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0" name="Google Shape;1880;p40"/>
            <p:cNvSpPr/>
            <p:nvPr/>
          </p:nvSpPr>
          <p:spPr>
            <a:xfrm>
              <a:off x="1954682" y="2723859"/>
              <a:ext cx="105073" cy="85282"/>
            </a:xfrm>
            <a:custGeom>
              <a:avLst/>
              <a:gdLst/>
              <a:ahLst/>
              <a:cxnLst/>
              <a:rect l="l" t="t" r="r" b="b"/>
              <a:pathLst>
                <a:path w="3727" h="3025" extrusionOk="0">
                  <a:moveTo>
                    <a:pt x="513" y="1"/>
                  </a:moveTo>
                  <a:cubicBezTo>
                    <a:pt x="224" y="1"/>
                    <a:pt x="0" y="228"/>
                    <a:pt x="0" y="518"/>
                  </a:cubicBezTo>
                  <a:lnTo>
                    <a:pt x="0" y="2508"/>
                  </a:lnTo>
                  <a:cubicBezTo>
                    <a:pt x="0" y="2797"/>
                    <a:pt x="224" y="3025"/>
                    <a:pt x="513" y="3025"/>
                  </a:cubicBezTo>
                  <a:lnTo>
                    <a:pt x="3213" y="3025"/>
                  </a:lnTo>
                  <a:cubicBezTo>
                    <a:pt x="3502" y="3025"/>
                    <a:pt x="3726" y="2797"/>
                    <a:pt x="3726" y="2508"/>
                  </a:cubicBezTo>
                  <a:lnTo>
                    <a:pt x="3726" y="518"/>
                  </a:lnTo>
                  <a:cubicBezTo>
                    <a:pt x="3726" y="228"/>
                    <a:pt x="3502" y="1"/>
                    <a:pt x="3213" y="1"/>
                  </a:cubicBezTo>
                  <a:close/>
                </a:path>
              </a:pathLst>
            </a:custGeom>
            <a:solidFill>
              <a:schemeClr val="accent6">
                <a:alpha val="31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1" name="Google Shape;1881;p40"/>
            <p:cNvSpPr/>
            <p:nvPr/>
          </p:nvSpPr>
          <p:spPr>
            <a:xfrm>
              <a:off x="1954682" y="2831724"/>
              <a:ext cx="105073" cy="85170"/>
            </a:xfrm>
            <a:custGeom>
              <a:avLst/>
              <a:gdLst/>
              <a:ahLst/>
              <a:cxnLst/>
              <a:rect l="l" t="t" r="r" b="b"/>
              <a:pathLst>
                <a:path w="3727" h="3021" extrusionOk="0">
                  <a:moveTo>
                    <a:pt x="513" y="1"/>
                  </a:moveTo>
                  <a:cubicBezTo>
                    <a:pt x="224" y="1"/>
                    <a:pt x="0" y="225"/>
                    <a:pt x="0" y="514"/>
                  </a:cubicBezTo>
                  <a:lnTo>
                    <a:pt x="0" y="2508"/>
                  </a:lnTo>
                  <a:cubicBezTo>
                    <a:pt x="0" y="2782"/>
                    <a:pt x="224" y="3021"/>
                    <a:pt x="513" y="3021"/>
                  </a:cubicBezTo>
                  <a:lnTo>
                    <a:pt x="3213" y="3021"/>
                  </a:lnTo>
                  <a:cubicBezTo>
                    <a:pt x="3502" y="3021"/>
                    <a:pt x="3726" y="2782"/>
                    <a:pt x="3726" y="2508"/>
                  </a:cubicBezTo>
                  <a:lnTo>
                    <a:pt x="3726" y="514"/>
                  </a:lnTo>
                  <a:cubicBezTo>
                    <a:pt x="3726" y="225"/>
                    <a:pt x="3502" y="1"/>
                    <a:pt x="3213" y="1"/>
                  </a:cubicBezTo>
                  <a:close/>
                </a:path>
              </a:pathLst>
            </a:custGeom>
            <a:solidFill>
              <a:schemeClr val="accent6">
                <a:alpha val="31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2" name="Google Shape;1882;p40"/>
            <p:cNvSpPr/>
            <p:nvPr/>
          </p:nvSpPr>
          <p:spPr>
            <a:xfrm>
              <a:off x="2009488" y="2821434"/>
              <a:ext cx="55257" cy="28221"/>
            </a:xfrm>
            <a:custGeom>
              <a:avLst/>
              <a:gdLst/>
              <a:ahLst/>
              <a:cxnLst/>
              <a:rect l="l" t="t" r="r" b="b"/>
              <a:pathLst>
                <a:path w="1960" h="1001" extrusionOk="0">
                  <a:moveTo>
                    <a:pt x="1279" y="1"/>
                  </a:moveTo>
                  <a:cubicBezTo>
                    <a:pt x="357" y="1"/>
                    <a:pt x="0" y="879"/>
                    <a:pt x="0" y="879"/>
                  </a:cubicBezTo>
                  <a:cubicBezTo>
                    <a:pt x="0" y="879"/>
                    <a:pt x="267" y="1000"/>
                    <a:pt x="625" y="1000"/>
                  </a:cubicBezTo>
                  <a:cubicBezTo>
                    <a:pt x="1038" y="1000"/>
                    <a:pt x="1573" y="839"/>
                    <a:pt x="1960" y="142"/>
                  </a:cubicBezTo>
                  <a:cubicBezTo>
                    <a:pt x="1705" y="42"/>
                    <a:pt x="1479" y="1"/>
                    <a:pt x="127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3" name="Google Shape;1883;p40"/>
            <p:cNvSpPr/>
            <p:nvPr/>
          </p:nvSpPr>
          <p:spPr>
            <a:xfrm>
              <a:off x="2007205" y="2828595"/>
              <a:ext cx="44939" cy="19904"/>
            </a:xfrm>
            <a:custGeom>
              <a:avLst/>
              <a:gdLst/>
              <a:ahLst/>
              <a:cxnLst/>
              <a:rect l="l" t="t" r="r" b="b"/>
              <a:pathLst>
                <a:path w="1594" h="706" extrusionOk="0">
                  <a:moveTo>
                    <a:pt x="1477" y="0"/>
                  </a:moveTo>
                  <a:lnTo>
                    <a:pt x="50" y="563"/>
                  </a:lnTo>
                  <a:cubicBezTo>
                    <a:pt x="16" y="579"/>
                    <a:pt x="0" y="609"/>
                    <a:pt x="16" y="660"/>
                  </a:cubicBezTo>
                  <a:cubicBezTo>
                    <a:pt x="16" y="690"/>
                    <a:pt x="50" y="706"/>
                    <a:pt x="81" y="706"/>
                  </a:cubicBezTo>
                  <a:cubicBezTo>
                    <a:pt x="97" y="706"/>
                    <a:pt x="97" y="706"/>
                    <a:pt x="112" y="690"/>
                  </a:cubicBezTo>
                  <a:lnTo>
                    <a:pt x="1528" y="143"/>
                  </a:lnTo>
                  <a:cubicBezTo>
                    <a:pt x="1574" y="127"/>
                    <a:pt x="1593" y="96"/>
                    <a:pt x="1574" y="46"/>
                  </a:cubicBezTo>
                  <a:cubicBezTo>
                    <a:pt x="1558" y="15"/>
                    <a:pt x="1528" y="0"/>
                    <a:pt x="14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4" name="Google Shape;1884;p40"/>
            <p:cNvSpPr/>
            <p:nvPr/>
          </p:nvSpPr>
          <p:spPr>
            <a:xfrm>
              <a:off x="1950114" y="2824873"/>
              <a:ext cx="52551" cy="53115"/>
            </a:xfrm>
            <a:custGeom>
              <a:avLst/>
              <a:gdLst/>
              <a:ahLst/>
              <a:cxnLst/>
              <a:rect l="l" t="t" r="r" b="b"/>
              <a:pathLst>
                <a:path w="1864" h="1884" extrusionOk="0">
                  <a:moveTo>
                    <a:pt x="0" y="1"/>
                  </a:moveTo>
                  <a:lnTo>
                    <a:pt x="0" y="1"/>
                  </a:lnTo>
                  <a:cubicBezTo>
                    <a:pt x="76" y="1826"/>
                    <a:pt x="1632" y="1883"/>
                    <a:pt x="1828" y="1883"/>
                  </a:cubicBezTo>
                  <a:cubicBezTo>
                    <a:pt x="1841" y="1883"/>
                    <a:pt x="1848" y="1883"/>
                    <a:pt x="1848" y="1883"/>
                  </a:cubicBezTo>
                  <a:cubicBezTo>
                    <a:pt x="1848" y="1883"/>
                    <a:pt x="1863" y="163"/>
                    <a:pt x="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5" name="Google Shape;1885;p40"/>
            <p:cNvSpPr/>
            <p:nvPr/>
          </p:nvSpPr>
          <p:spPr>
            <a:xfrm>
              <a:off x="2004047" y="2774211"/>
              <a:ext cx="33070" cy="33944"/>
            </a:xfrm>
            <a:custGeom>
              <a:avLst/>
              <a:gdLst/>
              <a:ahLst/>
              <a:cxnLst/>
              <a:rect l="l" t="t" r="r" b="b"/>
              <a:pathLst>
                <a:path w="1173" h="1204" extrusionOk="0">
                  <a:moveTo>
                    <a:pt x="995" y="0"/>
                  </a:moveTo>
                  <a:cubicBezTo>
                    <a:pt x="0" y="290"/>
                    <a:pt x="259" y="1204"/>
                    <a:pt x="259" y="1204"/>
                  </a:cubicBezTo>
                  <a:cubicBezTo>
                    <a:pt x="259" y="1204"/>
                    <a:pt x="1173" y="996"/>
                    <a:pt x="99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6" name="Google Shape;1886;p40"/>
            <p:cNvSpPr/>
            <p:nvPr/>
          </p:nvSpPr>
          <p:spPr>
            <a:xfrm>
              <a:off x="1961420" y="2837391"/>
              <a:ext cx="43078" cy="42881"/>
            </a:xfrm>
            <a:custGeom>
              <a:avLst/>
              <a:gdLst/>
              <a:ahLst/>
              <a:cxnLst/>
              <a:rect l="l" t="t" r="r" b="b"/>
              <a:pathLst>
                <a:path w="1528" h="1521" extrusionOk="0">
                  <a:moveTo>
                    <a:pt x="90" y="0"/>
                  </a:moveTo>
                  <a:cubicBezTo>
                    <a:pt x="70" y="0"/>
                    <a:pt x="51" y="8"/>
                    <a:pt x="35" y="24"/>
                  </a:cubicBezTo>
                  <a:cubicBezTo>
                    <a:pt x="0" y="58"/>
                    <a:pt x="0" y="105"/>
                    <a:pt x="35" y="120"/>
                  </a:cubicBezTo>
                  <a:lnTo>
                    <a:pt x="1400" y="1485"/>
                  </a:lnTo>
                  <a:cubicBezTo>
                    <a:pt x="1416" y="1505"/>
                    <a:pt x="1431" y="1520"/>
                    <a:pt x="1447" y="1520"/>
                  </a:cubicBezTo>
                  <a:cubicBezTo>
                    <a:pt x="1462" y="1520"/>
                    <a:pt x="1481" y="1505"/>
                    <a:pt x="1497" y="1485"/>
                  </a:cubicBezTo>
                  <a:cubicBezTo>
                    <a:pt x="1528" y="1470"/>
                    <a:pt x="1528" y="1424"/>
                    <a:pt x="1497" y="1389"/>
                  </a:cubicBezTo>
                  <a:lnTo>
                    <a:pt x="147" y="24"/>
                  </a:lnTo>
                  <a:cubicBezTo>
                    <a:pt x="130" y="8"/>
                    <a:pt x="109" y="0"/>
                    <a:pt x="9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7" name="Google Shape;1887;p40"/>
            <p:cNvSpPr/>
            <p:nvPr/>
          </p:nvSpPr>
          <p:spPr>
            <a:xfrm>
              <a:off x="1989584" y="2761637"/>
              <a:ext cx="37552" cy="140370"/>
            </a:xfrm>
            <a:custGeom>
              <a:avLst/>
              <a:gdLst/>
              <a:ahLst/>
              <a:cxnLst/>
              <a:rect l="l" t="t" r="r" b="b"/>
              <a:pathLst>
                <a:path w="1332" h="4979" extrusionOk="0">
                  <a:moveTo>
                    <a:pt x="77" y="1"/>
                  </a:moveTo>
                  <a:cubicBezTo>
                    <a:pt x="60" y="1"/>
                    <a:pt x="44" y="4"/>
                    <a:pt x="31" y="11"/>
                  </a:cubicBezTo>
                  <a:cubicBezTo>
                    <a:pt x="0" y="45"/>
                    <a:pt x="0" y="92"/>
                    <a:pt x="31" y="123"/>
                  </a:cubicBezTo>
                  <a:cubicBezTo>
                    <a:pt x="1331" y="1523"/>
                    <a:pt x="209" y="4847"/>
                    <a:pt x="193" y="4882"/>
                  </a:cubicBezTo>
                  <a:cubicBezTo>
                    <a:pt x="174" y="4913"/>
                    <a:pt x="193" y="4963"/>
                    <a:pt x="240" y="4979"/>
                  </a:cubicBezTo>
                  <a:lnTo>
                    <a:pt x="255" y="4979"/>
                  </a:lnTo>
                  <a:cubicBezTo>
                    <a:pt x="290" y="4979"/>
                    <a:pt x="320" y="4963"/>
                    <a:pt x="336" y="4928"/>
                  </a:cubicBezTo>
                  <a:cubicBezTo>
                    <a:pt x="336" y="4913"/>
                    <a:pt x="625" y="4061"/>
                    <a:pt x="752" y="3035"/>
                  </a:cubicBezTo>
                  <a:cubicBezTo>
                    <a:pt x="914" y="1650"/>
                    <a:pt x="706" y="639"/>
                    <a:pt x="143" y="26"/>
                  </a:cubicBezTo>
                  <a:cubicBezTo>
                    <a:pt x="125" y="8"/>
                    <a:pt x="100" y="1"/>
                    <a:pt x="7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8" name="Google Shape;1888;p40"/>
            <p:cNvSpPr/>
            <p:nvPr/>
          </p:nvSpPr>
          <p:spPr>
            <a:xfrm>
              <a:off x="1965536" y="2738152"/>
              <a:ext cx="55285" cy="45193"/>
            </a:xfrm>
            <a:custGeom>
              <a:avLst/>
              <a:gdLst/>
              <a:ahLst/>
              <a:cxnLst/>
              <a:rect l="l" t="t" r="r" b="b"/>
              <a:pathLst>
                <a:path w="1961" h="1603" extrusionOk="0">
                  <a:moveTo>
                    <a:pt x="1472" y="1"/>
                  </a:moveTo>
                  <a:cubicBezTo>
                    <a:pt x="1191" y="1"/>
                    <a:pt x="915" y="443"/>
                    <a:pt x="915" y="443"/>
                  </a:cubicBezTo>
                  <a:cubicBezTo>
                    <a:pt x="915" y="443"/>
                    <a:pt x="631" y="317"/>
                    <a:pt x="387" y="317"/>
                  </a:cubicBezTo>
                  <a:cubicBezTo>
                    <a:pt x="221" y="317"/>
                    <a:pt x="74" y="375"/>
                    <a:pt x="47" y="570"/>
                  </a:cubicBezTo>
                  <a:cubicBezTo>
                    <a:pt x="1" y="956"/>
                    <a:pt x="757" y="1391"/>
                    <a:pt x="1108" y="1584"/>
                  </a:cubicBezTo>
                  <a:cubicBezTo>
                    <a:pt x="1138" y="1597"/>
                    <a:pt x="1170" y="1602"/>
                    <a:pt x="1202" y="1602"/>
                  </a:cubicBezTo>
                  <a:cubicBezTo>
                    <a:pt x="1291" y="1602"/>
                    <a:pt x="1379" y="1559"/>
                    <a:pt x="1413" y="1488"/>
                  </a:cubicBezTo>
                  <a:cubicBezTo>
                    <a:pt x="1605" y="1148"/>
                    <a:pt x="1960" y="443"/>
                    <a:pt x="1702" y="122"/>
                  </a:cubicBezTo>
                  <a:cubicBezTo>
                    <a:pt x="1629" y="35"/>
                    <a:pt x="1550" y="1"/>
                    <a:pt x="14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9" name="Google Shape;1889;p40"/>
            <p:cNvSpPr/>
            <p:nvPr/>
          </p:nvSpPr>
          <p:spPr>
            <a:xfrm>
              <a:off x="1979378" y="2740267"/>
              <a:ext cx="23992" cy="21229"/>
            </a:xfrm>
            <a:custGeom>
              <a:avLst/>
              <a:gdLst/>
              <a:ahLst/>
              <a:cxnLst/>
              <a:rect l="l" t="t" r="r" b="b"/>
              <a:pathLst>
                <a:path w="851" h="753" extrusionOk="0">
                  <a:moveTo>
                    <a:pt x="423" y="1"/>
                  </a:moveTo>
                  <a:cubicBezTo>
                    <a:pt x="199" y="1"/>
                    <a:pt x="0" y="201"/>
                    <a:pt x="54" y="479"/>
                  </a:cubicBezTo>
                  <a:cubicBezTo>
                    <a:pt x="73" y="530"/>
                    <a:pt x="104" y="591"/>
                    <a:pt x="135" y="626"/>
                  </a:cubicBezTo>
                  <a:cubicBezTo>
                    <a:pt x="223" y="714"/>
                    <a:pt x="326" y="753"/>
                    <a:pt x="424" y="753"/>
                  </a:cubicBezTo>
                  <a:cubicBezTo>
                    <a:pt x="649" y="753"/>
                    <a:pt x="851" y="550"/>
                    <a:pt x="794" y="271"/>
                  </a:cubicBezTo>
                  <a:cubicBezTo>
                    <a:pt x="779" y="225"/>
                    <a:pt x="763" y="159"/>
                    <a:pt x="713" y="128"/>
                  </a:cubicBezTo>
                  <a:cubicBezTo>
                    <a:pt x="625" y="40"/>
                    <a:pt x="521" y="1"/>
                    <a:pt x="42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0" name="Google Shape;1890;p40"/>
            <p:cNvSpPr/>
            <p:nvPr/>
          </p:nvSpPr>
          <p:spPr>
            <a:xfrm>
              <a:off x="1944222" y="2894707"/>
              <a:ext cx="114208" cy="48068"/>
            </a:xfrm>
            <a:custGeom>
              <a:avLst/>
              <a:gdLst/>
              <a:ahLst/>
              <a:cxnLst/>
              <a:rect l="l" t="t" r="r" b="b"/>
              <a:pathLst>
                <a:path w="4051" h="1705" extrusionOk="0">
                  <a:moveTo>
                    <a:pt x="1976" y="0"/>
                  </a:moveTo>
                  <a:cubicBezTo>
                    <a:pt x="610" y="0"/>
                    <a:pt x="1" y="1639"/>
                    <a:pt x="1" y="1639"/>
                  </a:cubicBezTo>
                  <a:lnTo>
                    <a:pt x="4051" y="1705"/>
                  </a:lnTo>
                  <a:cubicBezTo>
                    <a:pt x="4051" y="1705"/>
                    <a:pt x="3345" y="0"/>
                    <a:pt x="19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1" name="Google Shape;1891;p40"/>
            <p:cNvSpPr/>
            <p:nvPr/>
          </p:nvSpPr>
          <p:spPr>
            <a:xfrm>
              <a:off x="1650200" y="2980384"/>
              <a:ext cx="108767" cy="66562"/>
            </a:xfrm>
            <a:custGeom>
              <a:avLst/>
              <a:gdLst/>
              <a:ahLst/>
              <a:cxnLst/>
              <a:rect l="l" t="t" r="r" b="b"/>
              <a:pathLst>
                <a:path w="3858" h="2361" extrusionOk="0">
                  <a:moveTo>
                    <a:pt x="1" y="0"/>
                  </a:moveTo>
                  <a:lnTo>
                    <a:pt x="97" y="641"/>
                  </a:lnTo>
                  <a:lnTo>
                    <a:pt x="321" y="2041"/>
                  </a:lnTo>
                  <a:cubicBezTo>
                    <a:pt x="352" y="2234"/>
                    <a:pt x="514" y="2361"/>
                    <a:pt x="691" y="2361"/>
                  </a:cubicBezTo>
                  <a:lnTo>
                    <a:pt x="3167" y="2361"/>
                  </a:lnTo>
                  <a:cubicBezTo>
                    <a:pt x="3360" y="2361"/>
                    <a:pt x="3518" y="2234"/>
                    <a:pt x="3534" y="2041"/>
                  </a:cubicBezTo>
                  <a:lnTo>
                    <a:pt x="3761" y="641"/>
                  </a:lnTo>
                  <a:lnTo>
                    <a:pt x="385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2" name="Google Shape;1892;p40"/>
            <p:cNvSpPr/>
            <p:nvPr/>
          </p:nvSpPr>
          <p:spPr>
            <a:xfrm>
              <a:off x="1798297" y="2980384"/>
              <a:ext cx="108767" cy="66562"/>
            </a:xfrm>
            <a:custGeom>
              <a:avLst/>
              <a:gdLst/>
              <a:ahLst/>
              <a:cxnLst/>
              <a:rect l="l" t="t" r="r" b="b"/>
              <a:pathLst>
                <a:path w="3858" h="2361" extrusionOk="0">
                  <a:moveTo>
                    <a:pt x="1" y="0"/>
                  </a:moveTo>
                  <a:lnTo>
                    <a:pt x="97" y="641"/>
                  </a:lnTo>
                  <a:lnTo>
                    <a:pt x="325" y="2041"/>
                  </a:lnTo>
                  <a:cubicBezTo>
                    <a:pt x="356" y="2234"/>
                    <a:pt x="518" y="2361"/>
                    <a:pt x="691" y="2361"/>
                  </a:cubicBezTo>
                  <a:lnTo>
                    <a:pt x="3167" y="2361"/>
                  </a:lnTo>
                  <a:cubicBezTo>
                    <a:pt x="3360" y="2361"/>
                    <a:pt x="3507" y="2234"/>
                    <a:pt x="3538" y="2041"/>
                  </a:cubicBezTo>
                  <a:lnTo>
                    <a:pt x="3761" y="641"/>
                  </a:lnTo>
                  <a:lnTo>
                    <a:pt x="385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3" name="Google Shape;1893;p40"/>
            <p:cNvSpPr/>
            <p:nvPr/>
          </p:nvSpPr>
          <p:spPr>
            <a:xfrm>
              <a:off x="1946506" y="2980384"/>
              <a:ext cx="108795" cy="66562"/>
            </a:xfrm>
            <a:custGeom>
              <a:avLst/>
              <a:gdLst/>
              <a:ahLst/>
              <a:cxnLst/>
              <a:rect l="l" t="t" r="r" b="b"/>
              <a:pathLst>
                <a:path w="3859" h="2361" extrusionOk="0">
                  <a:moveTo>
                    <a:pt x="1" y="0"/>
                  </a:moveTo>
                  <a:lnTo>
                    <a:pt x="97" y="641"/>
                  </a:lnTo>
                  <a:lnTo>
                    <a:pt x="321" y="2041"/>
                  </a:lnTo>
                  <a:cubicBezTo>
                    <a:pt x="352" y="2234"/>
                    <a:pt x="514" y="2361"/>
                    <a:pt x="691" y="2361"/>
                  </a:cubicBezTo>
                  <a:lnTo>
                    <a:pt x="3168" y="2361"/>
                  </a:lnTo>
                  <a:cubicBezTo>
                    <a:pt x="3360" y="2361"/>
                    <a:pt x="3503" y="2234"/>
                    <a:pt x="3534" y="2041"/>
                  </a:cubicBezTo>
                  <a:lnTo>
                    <a:pt x="3762" y="641"/>
                  </a:lnTo>
                  <a:lnTo>
                    <a:pt x="385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4" name="Google Shape;1894;p40"/>
            <p:cNvSpPr/>
            <p:nvPr/>
          </p:nvSpPr>
          <p:spPr>
            <a:xfrm>
              <a:off x="1650200" y="2980384"/>
              <a:ext cx="108767" cy="18071"/>
            </a:xfrm>
            <a:custGeom>
              <a:avLst/>
              <a:gdLst/>
              <a:ahLst/>
              <a:cxnLst/>
              <a:rect l="l" t="t" r="r" b="b"/>
              <a:pathLst>
                <a:path w="3858" h="641" extrusionOk="0">
                  <a:moveTo>
                    <a:pt x="1" y="0"/>
                  </a:moveTo>
                  <a:lnTo>
                    <a:pt x="97" y="641"/>
                  </a:lnTo>
                  <a:lnTo>
                    <a:pt x="3761" y="641"/>
                  </a:lnTo>
                  <a:lnTo>
                    <a:pt x="3858" y="0"/>
                  </a:lnTo>
                  <a:close/>
                </a:path>
              </a:pathLst>
            </a:custGeom>
            <a:solidFill>
              <a:srgbClr val="E998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5" name="Google Shape;1895;p40"/>
            <p:cNvSpPr/>
            <p:nvPr/>
          </p:nvSpPr>
          <p:spPr>
            <a:xfrm>
              <a:off x="1798297" y="2980384"/>
              <a:ext cx="108767" cy="18071"/>
            </a:xfrm>
            <a:custGeom>
              <a:avLst/>
              <a:gdLst/>
              <a:ahLst/>
              <a:cxnLst/>
              <a:rect l="l" t="t" r="r" b="b"/>
              <a:pathLst>
                <a:path w="3858" h="641" extrusionOk="0">
                  <a:moveTo>
                    <a:pt x="1" y="0"/>
                  </a:moveTo>
                  <a:lnTo>
                    <a:pt x="97" y="641"/>
                  </a:lnTo>
                  <a:lnTo>
                    <a:pt x="3761" y="641"/>
                  </a:lnTo>
                  <a:lnTo>
                    <a:pt x="3858" y="0"/>
                  </a:lnTo>
                  <a:close/>
                </a:path>
              </a:pathLst>
            </a:custGeom>
            <a:solidFill>
              <a:srgbClr val="E998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6" name="Google Shape;1896;p40"/>
            <p:cNvSpPr/>
            <p:nvPr/>
          </p:nvSpPr>
          <p:spPr>
            <a:xfrm>
              <a:off x="1946506" y="2980384"/>
              <a:ext cx="108795" cy="18071"/>
            </a:xfrm>
            <a:custGeom>
              <a:avLst/>
              <a:gdLst/>
              <a:ahLst/>
              <a:cxnLst/>
              <a:rect l="l" t="t" r="r" b="b"/>
              <a:pathLst>
                <a:path w="3859" h="641" extrusionOk="0">
                  <a:moveTo>
                    <a:pt x="1" y="0"/>
                  </a:moveTo>
                  <a:lnTo>
                    <a:pt x="97" y="641"/>
                  </a:lnTo>
                  <a:lnTo>
                    <a:pt x="3762" y="641"/>
                  </a:lnTo>
                  <a:lnTo>
                    <a:pt x="3858" y="0"/>
                  </a:lnTo>
                  <a:close/>
                </a:path>
              </a:pathLst>
            </a:custGeom>
            <a:solidFill>
              <a:srgbClr val="E998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7" name="Google Shape;1897;p40"/>
            <p:cNvSpPr/>
            <p:nvPr/>
          </p:nvSpPr>
          <p:spPr>
            <a:xfrm>
              <a:off x="1591700" y="2931893"/>
              <a:ext cx="522407" cy="53960"/>
            </a:xfrm>
            <a:custGeom>
              <a:avLst/>
              <a:gdLst/>
              <a:ahLst/>
              <a:cxnLst/>
              <a:rect l="l" t="t" r="r" b="b"/>
              <a:pathLst>
                <a:path w="18530" h="1914" extrusionOk="0">
                  <a:moveTo>
                    <a:pt x="949" y="0"/>
                  </a:moveTo>
                  <a:cubicBezTo>
                    <a:pt x="421" y="0"/>
                    <a:pt x="0" y="432"/>
                    <a:pt x="0" y="964"/>
                  </a:cubicBezTo>
                  <a:cubicBezTo>
                    <a:pt x="0" y="1493"/>
                    <a:pt x="421" y="1913"/>
                    <a:pt x="949" y="1913"/>
                  </a:cubicBezTo>
                  <a:lnTo>
                    <a:pt x="17565" y="1913"/>
                  </a:lnTo>
                  <a:cubicBezTo>
                    <a:pt x="18098" y="1913"/>
                    <a:pt x="18530" y="1493"/>
                    <a:pt x="18530" y="964"/>
                  </a:cubicBezTo>
                  <a:cubicBezTo>
                    <a:pt x="18530" y="432"/>
                    <a:pt x="18098" y="0"/>
                    <a:pt x="1756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98" name="Google Shape;1898;p40"/>
          <p:cNvGrpSpPr/>
          <p:nvPr/>
        </p:nvGrpSpPr>
        <p:grpSpPr>
          <a:xfrm>
            <a:off x="5212434" y="83617"/>
            <a:ext cx="2917095" cy="3264079"/>
            <a:chOff x="-2470654" y="83617"/>
            <a:chExt cx="2917095" cy="3264079"/>
          </a:xfrm>
        </p:grpSpPr>
        <p:grpSp>
          <p:nvGrpSpPr>
            <p:cNvPr id="1899" name="Google Shape;1899;p40"/>
            <p:cNvGrpSpPr/>
            <p:nvPr/>
          </p:nvGrpSpPr>
          <p:grpSpPr>
            <a:xfrm>
              <a:off x="-2470654" y="628477"/>
              <a:ext cx="869526" cy="2425814"/>
              <a:chOff x="4221490" y="3070967"/>
              <a:chExt cx="251845" cy="702560"/>
            </a:xfrm>
          </p:grpSpPr>
          <p:sp>
            <p:nvSpPr>
              <p:cNvPr id="1900" name="Google Shape;1900;p40"/>
              <p:cNvSpPr/>
              <p:nvPr/>
            </p:nvSpPr>
            <p:spPr>
              <a:xfrm>
                <a:off x="4221490" y="3466089"/>
                <a:ext cx="232391" cy="307439"/>
              </a:xfrm>
              <a:custGeom>
                <a:avLst/>
                <a:gdLst/>
                <a:ahLst/>
                <a:cxnLst/>
                <a:rect l="l" t="t" r="r" b="b"/>
                <a:pathLst>
                  <a:path w="8243" h="10905" extrusionOk="0">
                    <a:moveTo>
                      <a:pt x="2603" y="0"/>
                    </a:moveTo>
                    <a:cubicBezTo>
                      <a:pt x="2386" y="0"/>
                      <a:pt x="2190" y="148"/>
                      <a:pt x="2137" y="368"/>
                    </a:cubicBezTo>
                    <a:lnTo>
                      <a:pt x="1959" y="1140"/>
                    </a:lnTo>
                    <a:cubicBezTo>
                      <a:pt x="1929" y="1221"/>
                      <a:pt x="1975" y="1286"/>
                      <a:pt x="2056" y="1317"/>
                    </a:cubicBezTo>
                    <a:lnTo>
                      <a:pt x="2071" y="1317"/>
                    </a:lnTo>
                    <a:cubicBezTo>
                      <a:pt x="2249" y="1363"/>
                      <a:pt x="2376" y="1556"/>
                      <a:pt x="2330" y="1734"/>
                    </a:cubicBezTo>
                    <a:cubicBezTo>
                      <a:pt x="2295" y="1830"/>
                      <a:pt x="2249" y="1911"/>
                      <a:pt x="2168" y="1961"/>
                    </a:cubicBezTo>
                    <a:cubicBezTo>
                      <a:pt x="2115" y="1991"/>
                      <a:pt x="2057" y="2008"/>
                      <a:pt x="1996" y="2008"/>
                    </a:cubicBezTo>
                    <a:cubicBezTo>
                      <a:pt x="1962" y="2008"/>
                      <a:pt x="1928" y="2003"/>
                      <a:pt x="1894" y="1992"/>
                    </a:cubicBezTo>
                    <a:cubicBezTo>
                      <a:pt x="1884" y="1990"/>
                      <a:pt x="1873" y="1989"/>
                      <a:pt x="1863" y="1989"/>
                    </a:cubicBezTo>
                    <a:cubicBezTo>
                      <a:pt x="1794" y="1989"/>
                      <a:pt x="1733" y="2033"/>
                      <a:pt x="1717" y="2104"/>
                    </a:cubicBezTo>
                    <a:lnTo>
                      <a:pt x="1686" y="2231"/>
                    </a:lnTo>
                    <a:cubicBezTo>
                      <a:pt x="1670" y="2312"/>
                      <a:pt x="1717" y="2378"/>
                      <a:pt x="1782" y="2393"/>
                    </a:cubicBezTo>
                    <a:lnTo>
                      <a:pt x="1798" y="2409"/>
                    </a:lnTo>
                    <a:cubicBezTo>
                      <a:pt x="1990" y="2443"/>
                      <a:pt x="2102" y="2636"/>
                      <a:pt x="2056" y="2829"/>
                    </a:cubicBezTo>
                    <a:cubicBezTo>
                      <a:pt x="2040" y="2926"/>
                      <a:pt x="1975" y="3003"/>
                      <a:pt x="1894" y="3053"/>
                    </a:cubicBezTo>
                    <a:cubicBezTo>
                      <a:pt x="1841" y="3083"/>
                      <a:pt x="1783" y="3101"/>
                      <a:pt x="1721" y="3101"/>
                    </a:cubicBezTo>
                    <a:cubicBezTo>
                      <a:pt x="1688" y="3101"/>
                      <a:pt x="1654" y="3096"/>
                      <a:pt x="1620" y="3084"/>
                    </a:cubicBezTo>
                    <a:cubicBezTo>
                      <a:pt x="1612" y="3082"/>
                      <a:pt x="1604" y="3081"/>
                      <a:pt x="1596" y="3081"/>
                    </a:cubicBezTo>
                    <a:cubicBezTo>
                      <a:pt x="1539" y="3081"/>
                      <a:pt x="1475" y="3126"/>
                      <a:pt x="1462" y="3180"/>
                    </a:cubicBezTo>
                    <a:lnTo>
                      <a:pt x="1427" y="3327"/>
                    </a:lnTo>
                    <a:cubicBezTo>
                      <a:pt x="1412" y="3408"/>
                      <a:pt x="1462" y="3469"/>
                      <a:pt x="1524" y="3485"/>
                    </a:cubicBezTo>
                    <a:cubicBezTo>
                      <a:pt x="1717" y="3535"/>
                      <a:pt x="1832" y="3728"/>
                      <a:pt x="1782" y="3921"/>
                    </a:cubicBezTo>
                    <a:cubicBezTo>
                      <a:pt x="1767" y="4017"/>
                      <a:pt x="1701" y="4098"/>
                      <a:pt x="1620" y="4129"/>
                    </a:cubicBezTo>
                    <a:cubicBezTo>
                      <a:pt x="1574" y="4167"/>
                      <a:pt x="1507" y="4185"/>
                      <a:pt x="1436" y="4185"/>
                    </a:cubicBezTo>
                    <a:cubicBezTo>
                      <a:pt x="1413" y="4185"/>
                      <a:pt x="1389" y="4183"/>
                      <a:pt x="1366" y="4179"/>
                    </a:cubicBezTo>
                    <a:cubicBezTo>
                      <a:pt x="1354" y="4176"/>
                      <a:pt x="1342" y="4175"/>
                      <a:pt x="1331" y="4175"/>
                    </a:cubicBezTo>
                    <a:cubicBezTo>
                      <a:pt x="1266" y="4175"/>
                      <a:pt x="1217" y="4220"/>
                      <a:pt x="1204" y="4276"/>
                    </a:cubicBezTo>
                    <a:lnTo>
                      <a:pt x="787" y="6011"/>
                    </a:lnTo>
                    <a:lnTo>
                      <a:pt x="46" y="9062"/>
                    </a:lnTo>
                    <a:cubicBezTo>
                      <a:pt x="0" y="9321"/>
                      <a:pt x="143" y="9560"/>
                      <a:pt x="401" y="9625"/>
                    </a:cubicBezTo>
                    <a:lnTo>
                      <a:pt x="5527" y="10894"/>
                    </a:lnTo>
                    <a:cubicBezTo>
                      <a:pt x="5561" y="10901"/>
                      <a:pt x="5595" y="10904"/>
                      <a:pt x="5628" y="10904"/>
                    </a:cubicBezTo>
                    <a:cubicBezTo>
                      <a:pt x="5846" y="10904"/>
                      <a:pt x="6033" y="10764"/>
                      <a:pt x="6090" y="10543"/>
                    </a:cubicBezTo>
                    <a:lnTo>
                      <a:pt x="6827" y="7488"/>
                    </a:lnTo>
                    <a:lnTo>
                      <a:pt x="7247" y="5737"/>
                    </a:lnTo>
                    <a:cubicBezTo>
                      <a:pt x="7263" y="5672"/>
                      <a:pt x="7213" y="5606"/>
                      <a:pt x="7167" y="5606"/>
                    </a:cubicBezTo>
                    <a:lnTo>
                      <a:pt x="7151" y="5591"/>
                    </a:lnTo>
                    <a:cubicBezTo>
                      <a:pt x="6958" y="5545"/>
                      <a:pt x="6846" y="5367"/>
                      <a:pt x="6893" y="5174"/>
                    </a:cubicBezTo>
                    <a:cubicBezTo>
                      <a:pt x="6908" y="5078"/>
                      <a:pt x="6974" y="4997"/>
                      <a:pt x="7055" y="4951"/>
                    </a:cubicBezTo>
                    <a:cubicBezTo>
                      <a:pt x="7107" y="4918"/>
                      <a:pt x="7167" y="4900"/>
                      <a:pt x="7223" y="4900"/>
                    </a:cubicBezTo>
                    <a:cubicBezTo>
                      <a:pt x="7253" y="4900"/>
                      <a:pt x="7282" y="4905"/>
                      <a:pt x="7309" y="4916"/>
                    </a:cubicBezTo>
                    <a:lnTo>
                      <a:pt x="7328" y="4916"/>
                    </a:lnTo>
                    <a:cubicBezTo>
                      <a:pt x="7337" y="4918"/>
                      <a:pt x="7345" y="4919"/>
                      <a:pt x="7353" y="4919"/>
                    </a:cubicBezTo>
                    <a:cubicBezTo>
                      <a:pt x="7403" y="4919"/>
                      <a:pt x="7442" y="4878"/>
                      <a:pt x="7456" y="4835"/>
                    </a:cubicBezTo>
                    <a:lnTo>
                      <a:pt x="7502" y="4642"/>
                    </a:lnTo>
                    <a:cubicBezTo>
                      <a:pt x="7521" y="4580"/>
                      <a:pt x="7487" y="4530"/>
                      <a:pt x="7425" y="4515"/>
                    </a:cubicBezTo>
                    <a:cubicBezTo>
                      <a:pt x="7232" y="4468"/>
                      <a:pt x="7116" y="4276"/>
                      <a:pt x="7151" y="4083"/>
                    </a:cubicBezTo>
                    <a:cubicBezTo>
                      <a:pt x="7182" y="3986"/>
                      <a:pt x="7247" y="3905"/>
                      <a:pt x="7309" y="3855"/>
                    </a:cubicBezTo>
                    <a:cubicBezTo>
                      <a:pt x="7366" y="3833"/>
                      <a:pt x="7431" y="3812"/>
                      <a:pt x="7499" y="3812"/>
                    </a:cubicBezTo>
                    <a:cubicBezTo>
                      <a:pt x="7527" y="3812"/>
                      <a:pt x="7555" y="3815"/>
                      <a:pt x="7583" y="3824"/>
                    </a:cubicBezTo>
                    <a:cubicBezTo>
                      <a:pt x="7594" y="3827"/>
                      <a:pt x="7605" y="3828"/>
                      <a:pt x="7616" y="3828"/>
                    </a:cubicBezTo>
                    <a:cubicBezTo>
                      <a:pt x="7670" y="3828"/>
                      <a:pt x="7717" y="3798"/>
                      <a:pt x="7730" y="3743"/>
                    </a:cubicBezTo>
                    <a:lnTo>
                      <a:pt x="7776" y="3550"/>
                    </a:lnTo>
                    <a:cubicBezTo>
                      <a:pt x="7776" y="3485"/>
                      <a:pt x="7745" y="3439"/>
                      <a:pt x="7679" y="3423"/>
                    </a:cubicBezTo>
                    <a:cubicBezTo>
                      <a:pt x="7487" y="3373"/>
                      <a:pt x="7375" y="3180"/>
                      <a:pt x="7425" y="2987"/>
                    </a:cubicBezTo>
                    <a:cubicBezTo>
                      <a:pt x="7456" y="2891"/>
                      <a:pt x="7502" y="2829"/>
                      <a:pt x="7583" y="2779"/>
                    </a:cubicBezTo>
                    <a:cubicBezTo>
                      <a:pt x="7643" y="2745"/>
                      <a:pt x="7711" y="2725"/>
                      <a:pt x="7782" y="2725"/>
                    </a:cubicBezTo>
                    <a:cubicBezTo>
                      <a:pt x="7807" y="2725"/>
                      <a:pt x="7832" y="2728"/>
                      <a:pt x="7857" y="2733"/>
                    </a:cubicBezTo>
                    <a:cubicBezTo>
                      <a:pt x="7866" y="2737"/>
                      <a:pt x="7874" y="2739"/>
                      <a:pt x="7881" y="2739"/>
                    </a:cubicBezTo>
                    <a:cubicBezTo>
                      <a:pt x="7900" y="2739"/>
                      <a:pt x="7916" y="2727"/>
                      <a:pt x="7938" y="2713"/>
                    </a:cubicBezTo>
                    <a:cubicBezTo>
                      <a:pt x="7953" y="2698"/>
                      <a:pt x="7984" y="2683"/>
                      <a:pt x="7984" y="2652"/>
                    </a:cubicBezTo>
                    <a:lnTo>
                      <a:pt x="8177" y="1830"/>
                    </a:lnTo>
                    <a:cubicBezTo>
                      <a:pt x="8243" y="1591"/>
                      <a:pt x="8081" y="1333"/>
                      <a:pt x="7841" y="1267"/>
                    </a:cubicBezTo>
                    <a:lnTo>
                      <a:pt x="2715" y="14"/>
                    </a:lnTo>
                    <a:cubicBezTo>
                      <a:pt x="2678" y="4"/>
                      <a:pt x="2640" y="0"/>
                      <a:pt x="26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1" name="Google Shape;1901;p40"/>
              <p:cNvSpPr/>
              <p:nvPr/>
            </p:nvSpPr>
            <p:spPr>
              <a:xfrm>
                <a:off x="4398625" y="3294761"/>
                <a:ext cx="74710" cy="49929"/>
              </a:xfrm>
              <a:custGeom>
                <a:avLst/>
                <a:gdLst/>
                <a:ahLst/>
                <a:cxnLst/>
                <a:rect l="l" t="t" r="r" b="b"/>
                <a:pathLst>
                  <a:path w="2650" h="1771" extrusionOk="0">
                    <a:moveTo>
                      <a:pt x="899" y="0"/>
                    </a:moveTo>
                    <a:cubicBezTo>
                      <a:pt x="255" y="81"/>
                      <a:pt x="62" y="629"/>
                      <a:pt x="0" y="644"/>
                    </a:cubicBezTo>
                    <a:lnTo>
                      <a:pt x="2137" y="1771"/>
                    </a:lnTo>
                    <a:cubicBezTo>
                      <a:pt x="2650" y="1238"/>
                      <a:pt x="2203" y="517"/>
                      <a:pt x="2203" y="517"/>
                    </a:cubicBezTo>
                    <a:lnTo>
                      <a:pt x="2203" y="517"/>
                    </a:lnTo>
                    <a:lnTo>
                      <a:pt x="1396" y="710"/>
                    </a:lnTo>
                    <a:cubicBezTo>
                      <a:pt x="1396" y="710"/>
                      <a:pt x="1366" y="691"/>
                      <a:pt x="89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2" name="Google Shape;1902;p40"/>
              <p:cNvSpPr/>
              <p:nvPr/>
            </p:nvSpPr>
            <p:spPr>
              <a:xfrm>
                <a:off x="4354673" y="3341787"/>
                <a:ext cx="69297" cy="218097"/>
              </a:xfrm>
              <a:custGeom>
                <a:avLst/>
                <a:gdLst/>
                <a:ahLst/>
                <a:cxnLst/>
                <a:rect l="l" t="t" r="r" b="b"/>
                <a:pathLst>
                  <a:path w="2458" h="7736" extrusionOk="0">
                    <a:moveTo>
                      <a:pt x="2341" y="1"/>
                    </a:moveTo>
                    <a:cubicBezTo>
                      <a:pt x="2292" y="1"/>
                      <a:pt x="2247" y="31"/>
                      <a:pt x="2234" y="68"/>
                    </a:cubicBezTo>
                    <a:cubicBezTo>
                      <a:pt x="884" y="3346"/>
                      <a:pt x="16" y="7558"/>
                      <a:pt x="1" y="7589"/>
                    </a:cubicBezTo>
                    <a:cubicBezTo>
                      <a:pt x="1" y="7655"/>
                      <a:pt x="32" y="7720"/>
                      <a:pt x="97" y="7736"/>
                    </a:cubicBezTo>
                    <a:lnTo>
                      <a:pt x="113" y="7736"/>
                    </a:lnTo>
                    <a:cubicBezTo>
                      <a:pt x="175" y="7736"/>
                      <a:pt x="209" y="7686"/>
                      <a:pt x="225" y="7639"/>
                    </a:cubicBezTo>
                    <a:cubicBezTo>
                      <a:pt x="240" y="7589"/>
                      <a:pt x="1093" y="3412"/>
                      <a:pt x="2427" y="149"/>
                    </a:cubicBezTo>
                    <a:cubicBezTo>
                      <a:pt x="2458" y="103"/>
                      <a:pt x="2427" y="37"/>
                      <a:pt x="2377" y="6"/>
                    </a:cubicBezTo>
                    <a:cubicBezTo>
                      <a:pt x="2365" y="2"/>
                      <a:pt x="2353" y="1"/>
                      <a:pt x="23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3" name="Google Shape;1903;p40"/>
              <p:cNvSpPr/>
              <p:nvPr/>
            </p:nvSpPr>
            <p:spPr>
              <a:xfrm>
                <a:off x="4358281" y="3433836"/>
                <a:ext cx="101916" cy="107893"/>
              </a:xfrm>
              <a:custGeom>
                <a:avLst/>
                <a:gdLst/>
                <a:ahLst/>
                <a:cxnLst/>
                <a:rect l="l" t="t" r="r" b="b"/>
                <a:pathLst>
                  <a:path w="3615" h="3827" extrusionOk="0">
                    <a:moveTo>
                      <a:pt x="3614" y="0"/>
                    </a:moveTo>
                    <a:cubicBezTo>
                      <a:pt x="1397" y="1447"/>
                      <a:pt x="0" y="3827"/>
                      <a:pt x="0" y="3827"/>
                    </a:cubicBezTo>
                    <a:cubicBezTo>
                      <a:pt x="0" y="3827"/>
                      <a:pt x="2989" y="2766"/>
                      <a:pt x="361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4" name="Google Shape;1904;p40"/>
              <p:cNvSpPr/>
              <p:nvPr/>
            </p:nvSpPr>
            <p:spPr>
              <a:xfrm>
                <a:off x="4312919" y="3395325"/>
                <a:ext cx="58105" cy="146855"/>
              </a:xfrm>
              <a:custGeom>
                <a:avLst/>
                <a:gdLst/>
                <a:ahLst/>
                <a:cxnLst/>
                <a:rect l="l" t="t" r="r" b="b"/>
                <a:pathLst>
                  <a:path w="2061" h="5209" extrusionOk="0">
                    <a:moveTo>
                      <a:pt x="1077" y="1"/>
                    </a:moveTo>
                    <a:lnTo>
                      <a:pt x="1077" y="1"/>
                    </a:lnTo>
                    <a:cubicBezTo>
                      <a:pt x="1" y="2620"/>
                      <a:pt x="1818" y="5208"/>
                      <a:pt x="1818" y="5208"/>
                    </a:cubicBezTo>
                    <a:cubicBezTo>
                      <a:pt x="1818" y="5208"/>
                      <a:pt x="2061" y="2462"/>
                      <a:pt x="107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5" name="Google Shape;1905;p40"/>
              <p:cNvSpPr/>
              <p:nvPr/>
            </p:nvSpPr>
            <p:spPr>
              <a:xfrm>
                <a:off x="4376438" y="3400766"/>
                <a:ext cx="72004" cy="75725"/>
              </a:xfrm>
              <a:custGeom>
                <a:avLst/>
                <a:gdLst/>
                <a:ahLst/>
                <a:cxnLst/>
                <a:rect l="l" t="t" r="r" b="b"/>
                <a:pathLst>
                  <a:path w="2554" h="2686" extrusionOk="0">
                    <a:moveTo>
                      <a:pt x="2554" y="1"/>
                    </a:moveTo>
                    <a:lnTo>
                      <a:pt x="2554" y="1"/>
                    </a:lnTo>
                    <a:cubicBezTo>
                      <a:pt x="980" y="1015"/>
                      <a:pt x="0" y="2685"/>
                      <a:pt x="0" y="2685"/>
                    </a:cubicBezTo>
                    <a:cubicBezTo>
                      <a:pt x="0" y="2685"/>
                      <a:pt x="2102" y="1945"/>
                      <a:pt x="25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6" name="Google Shape;1906;p40"/>
              <p:cNvSpPr/>
              <p:nvPr/>
            </p:nvSpPr>
            <p:spPr>
              <a:xfrm>
                <a:off x="4381879" y="3400766"/>
                <a:ext cx="66562" cy="73864"/>
              </a:xfrm>
              <a:custGeom>
                <a:avLst/>
                <a:gdLst/>
                <a:ahLst/>
                <a:cxnLst/>
                <a:rect l="l" t="t" r="r" b="b"/>
                <a:pathLst>
                  <a:path w="2361" h="2620" extrusionOk="0">
                    <a:moveTo>
                      <a:pt x="2361" y="1"/>
                    </a:moveTo>
                    <a:lnTo>
                      <a:pt x="0" y="2620"/>
                    </a:lnTo>
                    <a:cubicBezTo>
                      <a:pt x="0" y="2620"/>
                      <a:pt x="1863" y="1945"/>
                      <a:pt x="236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7" name="Google Shape;1907;p40"/>
              <p:cNvSpPr/>
              <p:nvPr/>
            </p:nvSpPr>
            <p:spPr>
              <a:xfrm>
                <a:off x="4357830" y="3347820"/>
                <a:ext cx="40823" cy="104622"/>
              </a:xfrm>
              <a:custGeom>
                <a:avLst/>
                <a:gdLst/>
                <a:ahLst/>
                <a:cxnLst/>
                <a:rect l="l" t="t" r="r" b="b"/>
                <a:pathLst>
                  <a:path w="1448" h="3711" extrusionOk="0">
                    <a:moveTo>
                      <a:pt x="1011" y="0"/>
                    </a:moveTo>
                    <a:lnTo>
                      <a:pt x="1011" y="0"/>
                    </a:lnTo>
                    <a:cubicBezTo>
                      <a:pt x="1" y="1721"/>
                      <a:pt x="996" y="3711"/>
                      <a:pt x="996" y="3711"/>
                    </a:cubicBezTo>
                    <a:cubicBezTo>
                      <a:pt x="996" y="3711"/>
                      <a:pt x="1447" y="1833"/>
                      <a:pt x="101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8" name="Google Shape;1908;p40"/>
              <p:cNvSpPr/>
              <p:nvPr/>
            </p:nvSpPr>
            <p:spPr>
              <a:xfrm>
                <a:off x="4357830" y="3347820"/>
                <a:ext cx="28531" cy="96926"/>
              </a:xfrm>
              <a:custGeom>
                <a:avLst/>
                <a:gdLst/>
                <a:ahLst/>
                <a:cxnLst/>
                <a:rect l="l" t="t" r="r" b="b"/>
                <a:pathLst>
                  <a:path w="1012" h="3438" extrusionOk="0">
                    <a:moveTo>
                      <a:pt x="1011" y="0"/>
                    </a:moveTo>
                    <a:cubicBezTo>
                      <a:pt x="1" y="1624"/>
                      <a:pt x="884" y="3437"/>
                      <a:pt x="884" y="3437"/>
                    </a:cubicBezTo>
                    <a:lnTo>
                      <a:pt x="101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9" name="Google Shape;1909;p40"/>
              <p:cNvSpPr/>
              <p:nvPr/>
            </p:nvSpPr>
            <p:spPr>
              <a:xfrm>
                <a:off x="4392197" y="3307223"/>
                <a:ext cx="71694" cy="49280"/>
              </a:xfrm>
              <a:custGeom>
                <a:avLst/>
                <a:gdLst/>
                <a:ahLst/>
                <a:cxnLst/>
                <a:rect l="l" t="t" r="r" b="b"/>
                <a:pathLst>
                  <a:path w="2543" h="1748" extrusionOk="0">
                    <a:moveTo>
                      <a:pt x="950" y="1"/>
                    </a:moveTo>
                    <a:cubicBezTo>
                      <a:pt x="612" y="1"/>
                      <a:pt x="317" y="139"/>
                      <a:pt x="194" y="395"/>
                    </a:cubicBezTo>
                    <a:cubicBezTo>
                      <a:pt x="1" y="796"/>
                      <a:pt x="309" y="1329"/>
                      <a:pt x="853" y="1599"/>
                    </a:cubicBezTo>
                    <a:cubicBezTo>
                      <a:pt x="1070" y="1698"/>
                      <a:pt x="1313" y="1747"/>
                      <a:pt x="1541" y="1747"/>
                    </a:cubicBezTo>
                    <a:cubicBezTo>
                      <a:pt x="1905" y="1747"/>
                      <a:pt x="2231" y="1622"/>
                      <a:pt x="2350" y="1375"/>
                    </a:cubicBezTo>
                    <a:cubicBezTo>
                      <a:pt x="2542" y="974"/>
                      <a:pt x="2107" y="411"/>
                      <a:pt x="1543" y="137"/>
                    </a:cubicBezTo>
                    <a:cubicBezTo>
                      <a:pt x="1347" y="45"/>
                      <a:pt x="1142" y="1"/>
                      <a:pt x="95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0" name="Google Shape;1910;p40"/>
              <p:cNvSpPr/>
              <p:nvPr/>
            </p:nvSpPr>
            <p:spPr>
              <a:xfrm>
                <a:off x="4383599" y="3298455"/>
                <a:ext cx="88440" cy="68959"/>
              </a:xfrm>
              <a:custGeom>
                <a:avLst/>
                <a:gdLst/>
                <a:ahLst/>
                <a:cxnLst/>
                <a:rect l="l" t="t" r="r" b="b"/>
                <a:pathLst>
                  <a:path w="3137" h="2446" extrusionOk="0">
                    <a:moveTo>
                      <a:pt x="580" y="0"/>
                    </a:moveTo>
                    <a:lnTo>
                      <a:pt x="580" y="0"/>
                    </a:lnTo>
                    <a:cubicBezTo>
                      <a:pt x="51" y="432"/>
                      <a:pt x="1" y="1813"/>
                      <a:pt x="1062" y="2315"/>
                    </a:cubicBezTo>
                    <a:cubicBezTo>
                      <a:pt x="1254" y="2405"/>
                      <a:pt x="1453" y="2446"/>
                      <a:pt x="1649" y="2446"/>
                    </a:cubicBezTo>
                    <a:cubicBezTo>
                      <a:pt x="2387" y="2446"/>
                      <a:pt x="3073" y="1869"/>
                      <a:pt x="3137" y="1219"/>
                    </a:cubicBezTo>
                    <a:cubicBezTo>
                      <a:pt x="3011" y="1178"/>
                      <a:pt x="2896" y="1163"/>
                      <a:pt x="2794" y="1163"/>
                    </a:cubicBezTo>
                    <a:cubicBezTo>
                      <a:pt x="2507" y="1163"/>
                      <a:pt x="2331" y="1285"/>
                      <a:pt x="2331" y="1285"/>
                    </a:cubicBezTo>
                    <a:cubicBezTo>
                      <a:pt x="2331" y="1285"/>
                      <a:pt x="2446" y="529"/>
                      <a:pt x="2010" y="305"/>
                    </a:cubicBezTo>
                    <a:cubicBezTo>
                      <a:pt x="1944" y="269"/>
                      <a:pt x="1875" y="253"/>
                      <a:pt x="1806" y="253"/>
                    </a:cubicBezTo>
                    <a:cubicBezTo>
                      <a:pt x="1442" y="253"/>
                      <a:pt x="1077" y="675"/>
                      <a:pt x="1077" y="675"/>
                    </a:cubicBezTo>
                    <a:cubicBezTo>
                      <a:pt x="1077" y="675"/>
                      <a:pt x="853" y="159"/>
                      <a:pt x="58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1" name="Google Shape;1911;p40"/>
              <p:cNvSpPr/>
              <p:nvPr/>
            </p:nvSpPr>
            <p:spPr>
              <a:xfrm>
                <a:off x="4249091" y="3532257"/>
                <a:ext cx="165434" cy="223369"/>
              </a:xfrm>
              <a:custGeom>
                <a:avLst/>
                <a:gdLst/>
                <a:ahLst/>
                <a:cxnLst/>
                <a:rect l="l" t="t" r="r" b="b"/>
                <a:pathLst>
                  <a:path w="5868" h="7923" extrusionOk="0">
                    <a:moveTo>
                      <a:pt x="1686" y="0"/>
                    </a:moveTo>
                    <a:lnTo>
                      <a:pt x="1" y="6893"/>
                    </a:lnTo>
                    <a:lnTo>
                      <a:pt x="4178" y="7922"/>
                    </a:lnTo>
                    <a:lnTo>
                      <a:pt x="5867" y="1026"/>
                    </a:lnTo>
                    <a:lnTo>
                      <a:pt x="168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2" name="Google Shape;1912;p40"/>
              <p:cNvSpPr/>
              <p:nvPr/>
            </p:nvSpPr>
            <p:spPr>
              <a:xfrm>
                <a:off x="4255829" y="3596931"/>
                <a:ext cx="143246" cy="131941"/>
              </a:xfrm>
              <a:custGeom>
                <a:avLst/>
                <a:gdLst/>
                <a:ahLst/>
                <a:cxnLst/>
                <a:rect l="l" t="t" r="r" b="b"/>
                <a:pathLst>
                  <a:path w="5081" h="4680" extrusionOk="0">
                    <a:moveTo>
                      <a:pt x="884" y="1"/>
                    </a:moveTo>
                    <a:lnTo>
                      <a:pt x="325" y="2284"/>
                    </a:lnTo>
                    <a:lnTo>
                      <a:pt x="4502" y="3279"/>
                    </a:lnTo>
                    <a:lnTo>
                      <a:pt x="4390" y="3796"/>
                    </a:lnTo>
                    <a:lnTo>
                      <a:pt x="5081" y="919"/>
                    </a:lnTo>
                    <a:lnTo>
                      <a:pt x="4776" y="853"/>
                    </a:lnTo>
                    <a:cubicBezTo>
                      <a:pt x="4776" y="1289"/>
                      <a:pt x="4437" y="1594"/>
                      <a:pt x="4051" y="1594"/>
                    </a:cubicBezTo>
                    <a:cubicBezTo>
                      <a:pt x="3873" y="1594"/>
                      <a:pt x="3715" y="1544"/>
                      <a:pt x="3553" y="1417"/>
                    </a:cubicBezTo>
                    <a:cubicBezTo>
                      <a:pt x="3441" y="1320"/>
                      <a:pt x="3360" y="1193"/>
                      <a:pt x="3345" y="1062"/>
                    </a:cubicBezTo>
                    <a:cubicBezTo>
                      <a:pt x="3295" y="869"/>
                      <a:pt x="3330" y="695"/>
                      <a:pt x="3391" y="549"/>
                    </a:cubicBezTo>
                    <a:lnTo>
                      <a:pt x="884" y="1"/>
                    </a:lnTo>
                    <a:close/>
                    <a:moveTo>
                      <a:pt x="163" y="2990"/>
                    </a:moveTo>
                    <a:lnTo>
                      <a:pt x="1" y="3650"/>
                    </a:lnTo>
                    <a:lnTo>
                      <a:pt x="4163" y="4680"/>
                    </a:lnTo>
                    <a:lnTo>
                      <a:pt x="4325" y="4005"/>
                    </a:lnTo>
                    <a:lnTo>
                      <a:pt x="163" y="299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3" name="Google Shape;1913;p40"/>
              <p:cNvSpPr/>
              <p:nvPr/>
            </p:nvSpPr>
            <p:spPr>
              <a:xfrm>
                <a:off x="4351431" y="3601075"/>
                <a:ext cx="39047" cy="19932"/>
              </a:xfrm>
              <a:custGeom>
                <a:avLst/>
                <a:gdLst/>
                <a:ahLst/>
                <a:cxnLst/>
                <a:rect l="l" t="t" r="r" b="b"/>
                <a:pathLst>
                  <a:path w="1385" h="707" extrusionOk="0">
                    <a:moveTo>
                      <a:pt x="660" y="1"/>
                    </a:moveTo>
                    <a:cubicBezTo>
                      <a:pt x="371" y="1"/>
                      <a:pt x="131" y="163"/>
                      <a:pt x="0" y="402"/>
                    </a:cubicBezTo>
                    <a:lnTo>
                      <a:pt x="1385" y="706"/>
                    </a:lnTo>
                    <a:cubicBezTo>
                      <a:pt x="1385" y="660"/>
                      <a:pt x="1370" y="595"/>
                      <a:pt x="1370" y="548"/>
                    </a:cubicBezTo>
                    <a:cubicBezTo>
                      <a:pt x="1335" y="402"/>
                      <a:pt x="1254" y="274"/>
                      <a:pt x="1142" y="178"/>
                    </a:cubicBezTo>
                    <a:cubicBezTo>
                      <a:pt x="984" y="66"/>
                      <a:pt x="822" y="1"/>
                      <a:pt x="6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4" name="Google Shape;1914;p40"/>
              <p:cNvSpPr/>
              <p:nvPr/>
            </p:nvSpPr>
            <p:spPr>
              <a:xfrm>
                <a:off x="4348696" y="3612381"/>
                <a:ext cx="41781" cy="29489"/>
              </a:xfrm>
              <a:custGeom>
                <a:avLst/>
                <a:gdLst/>
                <a:ahLst/>
                <a:cxnLst/>
                <a:rect l="l" t="t" r="r" b="b"/>
                <a:pathLst>
                  <a:path w="1482" h="1046" extrusionOk="0">
                    <a:moveTo>
                      <a:pt x="97" y="1"/>
                    </a:moveTo>
                    <a:cubicBezTo>
                      <a:pt x="36" y="147"/>
                      <a:pt x="1" y="321"/>
                      <a:pt x="51" y="514"/>
                    </a:cubicBezTo>
                    <a:cubicBezTo>
                      <a:pt x="66" y="645"/>
                      <a:pt x="147" y="772"/>
                      <a:pt x="259" y="869"/>
                    </a:cubicBezTo>
                    <a:cubicBezTo>
                      <a:pt x="421" y="996"/>
                      <a:pt x="579" y="1046"/>
                      <a:pt x="757" y="1046"/>
                    </a:cubicBezTo>
                    <a:cubicBezTo>
                      <a:pt x="1143" y="1046"/>
                      <a:pt x="1482" y="741"/>
                      <a:pt x="1482" y="305"/>
                    </a:cubicBezTo>
                    <a:lnTo>
                      <a:pt x="97" y="1"/>
                    </a:lnTo>
                    <a:close/>
                  </a:path>
                </a:pathLst>
              </a:custGeom>
              <a:solidFill>
                <a:srgbClr val="0C22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5" name="Google Shape;1915;p40"/>
              <p:cNvSpPr/>
              <p:nvPr/>
            </p:nvSpPr>
            <p:spPr>
              <a:xfrm>
                <a:off x="4324253" y="3577901"/>
                <a:ext cx="24048" cy="20919"/>
              </a:xfrm>
              <a:custGeom>
                <a:avLst/>
                <a:gdLst/>
                <a:ahLst/>
                <a:cxnLst/>
                <a:rect l="l" t="t" r="r" b="b"/>
                <a:pathLst>
                  <a:path w="853" h="742" extrusionOk="0">
                    <a:moveTo>
                      <a:pt x="420" y="1"/>
                    </a:moveTo>
                    <a:cubicBezTo>
                      <a:pt x="193" y="1"/>
                      <a:pt x="0" y="213"/>
                      <a:pt x="66" y="483"/>
                    </a:cubicBezTo>
                    <a:cubicBezTo>
                      <a:pt x="81" y="549"/>
                      <a:pt x="116" y="599"/>
                      <a:pt x="162" y="630"/>
                    </a:cubicBezTo>
                    <a:cubicBezTo>
                      <a:pt x="243" y="711"/>
                      <a:pt x="339" y="742"/>
                      <a:pt x="420" y="742"/>
                    </a:cubicBezTo>
                    <a:cubicBezTo>
                      <a:pt x="644" y="742"/>
                      <a:pt x="852" y="533"/>
                      <a:pt x="771" y="259"/>
                    </a:cubicBezTo>
                    <a:cubicBezTo>
                      <a:pt x="771" y="194"/>
                      <a:pt x="741" y="148"/>
                      <a:pt x="694" y="117"/>
                    </a:cubicBezTo>
                    <a:cubicBezTo>
                      <a:pt x="613" y="36"/>
                      <a:pt x="517" y="1"/>
                      <a:pt x="4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6" name="Google Shape;1916;p40"/>
              <p:cNvSpPr/>
              <p:nvPr/>
            </p:nvSpPr>
            <p:spPr>
              <a:xfrm>
                <a:off x="4353714" y="3571163"/>
                <a:ext cx="13166" cy="11784"/>
              </a:xfrm>
              <a:custGeom>
                <a:avLst/>
                <a:gdLst/>
                <a:ahLst/>
                <a:cxnLst/>
                <a:rect l="l" t="t" r="r" b="b"/>
                <a:pathLst>
                  <a:path w="467" h="418" extrusionOk="0">
                    <a:moveTo>
                      <a:pt x="228" y="1"/>
                    </a:moveTo>
                    <a:cubicBezTo>
                      <a:pt x="112" y="1"/>
                      <a:pt x="0" y="113"/>
                      <a:pt x="35" y="275"/>
                    </a:cubicBezTo>
                    <a:cubicBezTo>
                      <a:pt x="35" y="306"/>
                      <a:pt x="66" y="336"/>
                      <a:pt x="97" y="371"/>
                    </a:cubicBezTo>
                    <a:cubicBezTo>
                      <a:pt x="131" y="402"/>
                      <a:pt x="178" y="417"/>
                      <a:pt x="228" y="417"/>
                    </a:cubicBezTo>
                    <a:cubicBezTo>
                      <a:pt x="355" y="417"/>
                      <a:pt x="467" y="306"/>
                      <a:pt x="436" y="163"/>
                    </a:cubicBezTo>
                    <a:cubicBezTo>
                      <a:pt x="421" y="113"/>
                      <a:pt x="401" y="82"/>
                      <a:pt x="371" y="66"/>
                    </a:cubicBezTo>
                    <a:cubicBezTo>
                      <a:pt x="324" y="16"/>
                      <a:pt x="274" y="1"/>
                      <a:pt x="2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7" name="Google Shape;1917;p40"/>
              <p:cNvSpPr/>
              <p:nvPr/>
            </p:nvSpPr>
            <p:spPr>
              <a:xfrm>
                <a:off x="4377734" y="3703951"/>
                <a:ext cx="1889" cy="5892"/>
              </a:xfrm>
              <a:custGeom>
                <a:avLst/>
                <a:gdLst/>
                <a:ahLst/>
                <a:cxnLst/>
                <a:rect l="l" t="t" r="r" b="b"/>
                <a:pathLst>
                  <a:path w="67" h="209" extrusionOk="0">
                    <a:moveTo>
                      <a:pt x="66" y="0"/>
                    </a:moveTo>
                    <a:lnTo>
                      <a:pt x="1" y="209"/>
                    </a:lnTo>
                    <a:lnTo>
                      <a:pt x="16" y="209"/>
                    </a:lnTo>
                    <a:lnTo>
                      <a:pt x="6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8" name="Google Shape;1918;p40"/>
              <p:cNvSpPr/>
              <p:nvPr/>
            </p:nvSpPr>
            <p:spPr>
              <a:xfrm>
                <a:off x="4260396" y="3661323"/>
                <a:ext cx="122384" cy="48519"/>
              </a:xfrm>
              <a:custGeom>
                <a:avLst/>
                <a:gdLst/>
                <a:ahLst/>
                <a:cxnLst/>
                <a:rect l="l" t="t" r="r" b="b"/>
                <a:pathLst>
                  <a:path w="4341" h="1721" extrusionOk="0">
                    <a:moveTo>
                      <a:pt x="163" y="0"/>
                    </a:moveTo>
                    <a:lnTo>
                      <a:pt x="1" y="706"/>
                    </a:lnTo>
                    <a:lnTo>
                      <a:pt x="4163" y="1721"/>
                    </a:lnTo>
                    <a:lnTo>
                      <a:pt x="4228" y="1512"/>
                    </a:lnTo>
                    <a:lnTo>
                      <a:pt x="4340" y="995"/>
                    </a:lnTo>
                    <a:lnTo>
                      <a:pt x="163" y="0"/>
                    </a:lnTo>
                    <a:close/>
                  </a:path>
                </a:pathLst>
              </a:custGeom>
              <a:solidFill>
                <a:srgbClr val="0C22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9" name="Google Shape;1919;p40"/>
              <p:cNvSpPr/>
              <p:nvPr/>
            </p:nvSpPr>
            <p:spPr>
              <a:xfrm>
                <a:off x="4222787" y="3693519"/>
                <a:ext cx="177162" cy="79728"/>
              </a:xfrm>
              <a:custGeom>
                <a:avLst/>
                <a:gdLst/>
                <a:ahLst/>
                <a:cxnLst/>
                <a:rect l="l" t="t" r="r" b="b"/>
                <a:pathLst>
                  <a:path w="6284" h="2828" extrusionOk="0">
                    <a:moveTo>
                      <a:pt x="243" y="0"/>
                    </a:moveTo>
                    <a:lnTo>
                      <a:pt x="0" y="995"/>
                    </a:lnTo>
                    <a:lnTo>
                      <a:pt x="0" y="1107"/>
                    </a:lnTo>
                    <a:cubicBezTo>
                      <a:pt x="0" y="1319"/>
                      <a:pt x="128" y="1512"/>
                      <a:pt x="355" y="1558"/>
                    </a:cubicBezTo>
                    <a:lnTo>
                      <a:pt x="5481" y="2827"/>
                    </a:lnTo>
                    <a:lnTo>
                      <a:pt x="5593" y="2827"/>
                    </a:lnTo>
                    <a:cubicBezTo>
                      <a:pt x="5801" y="2827"/>
                      <a:pt x="5994" y="2685"/>
                      <a:pt x="6044" y="2476"/>
                    </a:cubicBezTo>
                    <a:lnTo>
                      <a:pt x="6284" y="1477"/>
                    </a:lnTo>
                    <a:lnTo>
                      <a:pt x="5354" y="1254"/>
                    </a:lnTo>
                    <a:lnTo>
                      <a:pt x="5111" y="2202"/>
                    </a:lnTo>
                    <a:lnTo>
                      <a:pt x="934" y="1173"/>
                    </a:lnTo>
                    <a:lnTo>
                      <a:pt x="1158" y="224"/>
                    </a:lnTo>
                    <a:lnTo>
                      <a:pt x="243" y="0"/>
                    </a:lnTo>
                    <a:close/>
                  </a:path>
                </a:pathLst>
              </a:custGeom>
              <a:solidFill>
                <a:schemeClr val="accent3">
                  <a:alpha val="316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0" name="Google Shape;1920;p40"/>
              <p:cNvSpPr/>
              <p:nvPr/>
            </p:nvSpPr>
            <p:spPr>
              <a:xfrm>
                <a:off x="4366852" y="3728845"/>
                <a:ext cx="6879" cy="26783"/>
              </a:xfrm>
              <a:custGeom>
                <a:avLst/>
                <a:gdLst/>
                <a:ahLst/>
                <a:cxnLst/>
                <a:rect l="l" t="t" r="r" b="b"/>
                <a:pathLst>
                  <a:path w="244" h="950" extrusionOk="0">
                    <a:moveTo>
                      <a:pt x="225" y="1"/>
                    </a:moveTo>
                    <a:lnTo>
                      <a:pt x="1" y="949"/>
                    </a:lnTo>
                    <a:lnTo>
                      <a:pt x="24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1" name="Google Shape;1921;p40"/>
              <p:cNvSpPr/>
              <p:nvPr/>
            </p:nvSpPr>
            <p:spPr>
              <a:xfrm>
                <a:off x="4249091" y="3699806"/>
                <a:ext cx="124103" cy="55821"/>
              </a:xfrm>
              <a:custGeom>
                <a:avLst/>
                <a:gdLst/>
                <a:ahLst/>
                <a:cxnLst/>
                <a:rect l="l" t="t" r="r" b="b"/>
                <a:pathLst>
                  <a:path w="4402" h="1980" extrusionOk="0">
                    <a:moveTo>
                      <a:pt x="240" y="1"/>
                    </a:moveTo>
                    <a:lnTo>
                      <a:pt x="1" y="950"/>
                    </a:lnTo>
                    <a:lnTo>
                      <a:pt x="4178" y="1979"/>
                    </a:lnTo>
                    <a:lnTo>
                      <a:pt x="4402" y="1031"/>
                    </a:lnTo>
                    <a:lnTo>
                      <a:pt x="240" y="1"/>
                    </a:lnTo>
                    <a:close/>
                  </a:path>
                </a:pathLst>
              </a:custGeom>
              <a:solidFill>
                <a:srgbClr val="0C22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2" name="Google Shape;1922;p40"/>
              <p:cNvSpPr/>
              <p:nvPr/>
            </p:nvSpPr>
            <p:spPr>
              <a:xfrm>
                <a:off x="4280751" y="3513565"/>
                <a:ext cx="41781" cy="139637"/>
              </a:xfrm>
              <a:custGeom>
                <a:avLst/>
                <a:gdLst/>
                <a:ahLst/>
                <a:cxnLst/>
                <a:rect l="l" t="t" r="r" b="b"/>
                <a:pathLst>
                  <a:path w="1482" h="4953" extrusionOk="0">
                    <a:moveTo>
                      <a:pt x="1320" y="1"/>
                    </a:moveTo>
                    <a:cubicBezTo>
                      <a:pt x="1253" y="1"/>
                      <a:pt x="1190" y="45"/>
                      <a:pt x="1177" y="115"/>
                    </a:cubicBezTo>
                    <a:lnTo>
                      <a:pt x="35" y="4759"/>
                    </a:lnTo>
                    <a:cubicBezTo>
                      <a:pt x="0" y="4840"/>
                      <a:pt x="66" y="4921"/>
                      <a:pt x="131" y="4952"/>
                    </a:cubicBezTo>
                    <a:lnTo>
                      <a:pt x="178" y="4952"/>
                    </a:lnTo>
                    <a:cubicBezTo>
                      <a:pt x="243" y="4952"/>
                      <a:pt x="309" y="4906"/>
                      <a:pt x="324" y="4840"/>
                    </a:cubicBezTo>
                    <a:lnTo>
                      <a:pt x="1466" y="196"/>
                    </a:lnTo>
                    <a:cubicBezTo>
                      <a:pt x="1481" y="115"/>
                      <a:pt x="1431" y="34"/>
                      <a:pt x="1350" y="3"/>
                    </a:cubicBezTo>
                    <a:cubicBezTo>
                      <a:pt x="1340" y="1"/>
                      <a:pt x="1330" y="1"/>
                      <a:pt x="13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3" name="Google Shape;1923;p40"/>
              <p:cNvSpPr/>
              <p:nvPr/>
            </p:nvSpPr>
            <p:spPr>
              <a:xfrm>
                <a:off x="4277143" y="3461324"/>
                <a:ext cx="184041" cy="55257"/>
              </a:xfrm>
              <a:custGeom>
                <a:avLst/>
                <a:gdLst/>
                <a:ahLst/>
                <a:cxnLst/>
                <a:rect l="l" t="t" r="r" b="b"/>
                <a:pathLst>
                  <a:path w="6528" h="1960" extrusionOk="0">
                    <a:moveTo>
                      <a:pt x="261" y="1"/>
                    </a:moveTo>
                    <a:cubicBezTo>
                      <a:pt x="156" y="1"/>
                      <a:pt x="61" y="75"/>
                      <a:pt x="32" y="183"/>
                    </a:cubicBezTo>
                    <a:lnTo>
                      <a:pt x="32" y="202"/>
                    </a:lnTo>
                    <a:cubicBezTo>
                      <a:pt x="1" y="329"/>
                      <a:pt x="82" y="456"/>
                      <a:pt x="209" y="491"/>
                    </a:cubicBezTo>
                    <a:lnTo>
                      <a:pt x="6203" y="1953"/>
                    </a:lnTo>
                    <a:cubicBezTo>
                      <a:pt x="6222" y="1957"/>
                      <a:pt x="6241" y="1959"/>
                      <a:pt x="6259" y="1959"/>
                    </a:cubicBezTo>
                    <a:cubicBezTo>
                      <a:pt x="6369" y="1959"/>
                      <a:pt x="6466" y="1884"/>
                      <a:pt x="6492" y="1775"/>
                    </a:cubicBezTo>
                    <a:cubicBezTo>
                      <a:pt x="6527" y="1648"/>
                      <a:pt x="6461" y="1517"/>
                      <a:pt x="6334" y="1486"/>
                    </a:cubicBezTo>
                    <a:lnTo>
                      <a:pt x="321" y="9"/>
                    </a:lnTo>
                    <a:cubicBezTo>
                      <a:pt x="301" y="3"/>
                      <a:pt x="281" y="1"/>
                      <a:pt x="26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4" name="Google Shape;1924;p40"/>
              <p:cNvSpPr/>
              <p:nvPr/>
            </p:nvSpPr>
            <p:spPr>
              <a:xfrm>
                <a:off x="4279426" y="3474603"/>
                <a:ext cx="172623" cy="53538"/>
              </a:xfrm>
              <a:custGeom>
                <a:avLst/>
                <a:gdLst/>
                <a:ahLst/>
                <a:cxnLst/>
                <a:rect l="l" t="t" r="r" b="b"/>
                <a:pathLst>
                  <a:path w="6123" h="1899" extrusionOk="0">
                    <a:moveTo>
                      <a:pt x="97" y="1"/>
                    </a:moveTo>
                    <a:cubicBezTo>
                      <a:pt x="97" y="20"/>
                      <a:pt x="97" y="36"/>
                      <a:pt x="82" y="51"/>
                    </a:cubicBezTo>
                    <a:lnTo>
                      <a:pt x="82" y="66"/>
                    </a:lnTo>
                    <a:lnTo>
                      <a:pt x="1" y="421"/>
                    </a:lnTo>
                    <a:lnTo>
                      <a:pt x="2300" y="984"/>
                    </a:lnTo>
                    <a:cubicBezTo>
                      <a:pt x="2250" y="822"/>
                      <a:pt x="2203" y="676"/>
                      <a:pt x="2153" y="502"/>
                    </a:cubicBezTo>
                    <a:lnTo>
                      <a:pt x="97" y="1"/>
                    </a:lnTo>
                    <a:close/>
                    <a:moveTo>
                      <a:pt x="3006" y="710"/>
                    </a:moveTo>
                    <a:cubicBezTo>
                      <a:pt x="3006" y="869"/>
                      <a:pt x="3021" y="1015"/>
                      <a:pt x="3021" y="1158"/>
                    </a:cubicBezTo>
                    <a:lnTo>
                      <a:pt x="3071" y="1158"/>
                    </a:lnTo>
                    <a:cubicBezTo>
                      <a:pt x="3102" y="1031"/>
                      <a:pt x="3133" y="903"/>
                      <a:pt x="3168" y="757"/>
                    </a:cubicBezTo>
                    <a:lnTo>
                      <a:pt x="3006" y="710"/>
                    </a:lnTo>
                    <a:close/>
                    <a:moveTo>
                      <a:pt x="3391" y="807"/>
                    </a:moveTo>
                    <a:cubicBezTo>
                      <a:pt x="3360" y="950"/>
                      <a:pt x="3326" y="1096"/>
                      <a:pt x="3295" y="1223"/>
                    </a:cubicBezTo>
                    <a:lnTo>
                      <a:pt x="3553" y="1289"/>
                    </a:lnTo>
                    <a:cubicBezTo>
                      <a:pt x="3650" y="1177"/>
                      <a:pt x="3746" y="1046"/>
                      <a:pt x="3843" y="919"/>
                    </a:cubicBezTo>
                    <a:lnTo>
                      <a:pt x="3391" y="807"/>
                    </a:lnTo>
                    <a:close/>
                    <a:moveTo>
                      <a:pt x="4807" y="1158"/>
                    </a:moveTo>
                    <a:cubicBezTo>
                      <a:pt x="4660" y="1274"/>
                      <a:pt x="4533" y="1385"/>
                      <a:pt x="4386" y="1497"/>
                    </a:cubicBezTo>
                    <a:lnTo>
                      <a:pt x="6026" y="1898"/>
                    </a:lnTo>
                    <a:lnTo>
                      <a:pt x="6122" y="1482"/>
                    </a:lnTo>
                    <a:lnTo>
                      <a:pt x="4807" y="1158"/>
                    </a:lnTo>
                    <a:close/>
                  </a:path>
                </a:pathLst>
              </a:custGeom>
              <a:solidFill>
                <a:schemeClr val="accent3">
                  <a:alpha val="316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5" name="Google Shape;1925;p40"/>
              <p:cNvSpPr/>
              <p:nvPr/>
            </p:nvSpPr>
            <p:spPr>
              <a:xfrm>
                <a:off x="4366006" y="3495917"/>
                <a:ext cx="9050" cy="13194"/>
              </a:xfrm>
              <a:custGeom>
                <a:avLst/>
                <a:gdLst/>
                <a:ahLst/>
                <a:cxnLst/>
                <a:rect l="l" t="t" r="r" b="b"/>
                <a:pathLst>
                  <a:path w="321" h="468" extrusionOk="0">
                    <a:moveTo>
                      <a:pt x="97" y="1"/>
                    </a:moveTo>
                    <a:cubicBezTo>
                      <a:pt x="62" y="147"/>
                      <a:pt x="31" y="275"/>
                      <a:pt x="0" y="402"/>
                    </a:cubicBezTo>
                    <a:lnTo>
                      <a:pt x="224" y="467"/>
                    </a:lnTo>
                    <a:cubicBezTo>
                      <a:pt x="255" y="340"/>
                      <a:pt x="289" y="194"/>
                      <a:pt x="320" y="51"/>
                    </a:cubicBezTo>
                    <a:lnTo>
                      <a:pt x="97" y="1"/>
                    </a:lnTo>
                    <a:close/>
                  </a:path>
                </a:pathLst>
              </a:custGeom>
              <a:solidFill>
                <a:srgbClr val="86AC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6" name="Google Shape;1926;p40"/>
              <p:cNvSpPr/>
              <p:nvPr/>
            </p:nvSpPr>
            <p:spPr>
              <a:xfrm>
                <a:off x="4379595" y="3500484"/>
                <a:ext cx="35353" cy="16352"/>
              </a:xfrm>
              <a:custGeom>
                <a:avLst/>
                <a:gdLst/>
                <a:ahLst/>
                <a:cxnLst/>
                <a:rect l="l" t="t" r="r" b="b"/>
                <a:pathLst>
                  <a:path w="1254" h="580" extrusionOk="0">
                    <a:moveTo>
                      <a:pt x="290" y="1"/>
                    </a:moveTo>
                    <a:cubicBezTo>
                      <a:pt x="193" y="128"/>
                      <a:pt x="97" y="259"/>
                      <a:pt x="0" y="371"/>
                    </a:cubicBezTo>
                    <a:lnTo>
                      <a:pt x="833" y="579"/>
                    </a:lnTo>
                    <a:cubicBezTo>
                      <a:pt x="980" y="467"/>
                      <a:pt x="1107" y="356"/>
                      <a:pt x="1254" y="240"/>
                    </a:cubicBezTo>
                    <a:lnTo>
                      <a:pt x="290" y="1"/>
                    </a:lnTo>
                    <a:close/>
                  </a:path>
                </a:pathLst>
              </a:custGeom>
              <a:solidFill>
                <a:srgbClr val="86AC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7" name="Google Shape;1927;p40"/>
              <p:cNvSpPr/>
              <p:nvPr/>
            </p:nvSpPr>
            <p:spPr>
              <a:xfrm>
                <a:off x="4340125" y="3488756"/>
                <a:ext cx="24471" cy="18494"/>
              </a:xfrm>
              <a:custGeom>
                <a:avLst/>
                <a:gdLst/>
                <a:ahLst/>
                <a:cxnLst/>
                <a:rect l="l" t="t" r="r" b="b"/>
                <a:pathLst>
                  <a:path w="868" h="656" extrusionOk="0">
                    <a:moveTo>
                      <a:pt x="0" y="0"/>
                    </a:moveTo>
                    <a:cubicBezTo>
                      <a:pt x="50" y="174"/>
                      <a:pt x="97" y="320"/>
                      <a:pt x="147" y="482"/>
                    </a:cubicBezTo>
                    <a:lnTo>
                      <a:pt x="868" y="656"/>
                    </a:lnTo>
                    <a:cubicBezTo>
                      <a:pt x="868" y="513"/>
                      <a:pt x="853" y="367"/>
                      <a:pt x="853" y="208"/>
                    </a:cubicBezTo>
                    <a:lnTo>
                      <a:pt x="0" y="0"/>
                    </a:lnTo>
                    <a:close/>
                  </a:path>
                </a:pathLst>
              </a:custGeom>
              <a:solidFill>
                <a:srgbClr val="86AC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8" name="Google Shape;1928;p40"/>
              <p:cNvSpPr/>
              <p:nvPr/>
            </p:nvSpPr>
            <p:spPr>
              <a:xfrm>
                <a:off x="4281287" y="3070967"/>
                <a:ext cx="172172" cy="446287"/>
              </a:xfrm>
              <a:custGeom>
                <a:avLst/>
                <a:gdLst/>
                <a:ahLst/>
                <a:cxnLst/>
                <a:rect l="l" t="t" r="r" b="b"/>
                <a:pathLst>
                  <a:path w="6107" h="15830" extrusionOk="0">
                    <a:moveTo>
                      <a:pt x="174" y="0"/>
                    </a:moveTo>
                    <a:cubicBezTo>
                      <a:pt x="159" y="0"/>
                      <a:pt x="143" y="16"/>
                      <a:pt x="143" y="47"/>
                    </a:cubicBezTo>
                    <a:lnTo>
                      <a:pt x="0" y="14318"/>
                    </a:lnTo>
                    <a:cubicBezTo>
                      <a:pt x="0" y="14337"/>
                      <a:pt x="16" y="14353"/>
                      <a:pt x="31" y="14353"/>
                    </a:cubicBezTo>
                    <a:lnTo>
                      <a:pt x="6056" y="15830"/>
                    </a:lnTo>
                    <a:cubicBezTo>
                      <a:pt x="6075" y="15830"/>
                      <a:pt x="6091" y="15830"/>
                      <a:pt x="6106" y="15814"/>
                    </a:cubicBezTo>
                    <a:cubicBezTo>
                      <a:pt x="6106" y="15783"/>
                      <a:pt x="6091" y="15764"/>
                      <a:pt x="6075" y="15764"/>
                    </a:cubicBezTo>
                    <a:lnTo>
                      <a:pt x="78" y="14287"/>
                    </a:lnTo>
                    <a:lnTo>
                      <a:pt x="209" y="47"/>
                    </a:lnTo>
                    <a:cubicBezTo>
                      <a:pt x="209" y="16"/>
                      <a:pt x="193" y="0"/>
                      <a:pt x="1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9" name="Google Shape;1929;p40"/>
              <p:cNvSpPr/>
              <p:nvPr/>
            </p:nvSpPr>
            <p:spPr>
              <a:xfrm>
                <a:off x="4297611" y="3070967"/>
                <a:ext cx="1748" cy="73413"/>
              </a:xfrm>
              <a:custGeom>
                <a:avLst/>
                <a:gdLst/>
                <a:ahLst/>
                <a:cxnLst/>
                <a:rect l="l" t="t" r="r" b="b"/>
                <a:pathLst>
                  <a:path w="62" h="2604" extrusionOk="0">
                    <a:moveTo>
                      <a:pt x="31" y="0"/>
                    </a:moveTo>
                    <a:cubicBezTo>
                      <a:pt x="15" y="0"/>
                      <a:pt x="0" y="16"/>
                      <a:pt x="0" y="47"/>
                    </a:cubicBezTo>
                    <a:lnTo>
                      <a:pt x="0" y="2573"/>
                    </a:lnTo>
                    <a:cubicBezTo>
                      <a:pt x="0" y="2588"/>
                      <a:pt x="15" y="2604"/>
                      <a:pt x="31" y="2604"/>
                    </a:cubicBezTo>
                    <a:cubicBezTo>
                      <a:pt x="46" y="2604"/>
                      <a:pt x="62" y="2588"/>
                      <a:pt x="62" y="2573"/>
                    </a:cubicBezTo>
                    <a:lnTo>
                      <a:pt x="62" y="47"/>
                    </a:lnTo>
                    <a:cubicBezTo>
                      <a:pt x="62" y="16"/>
                      <a:pt x="46" y="0"/>
                      <a:pt x="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0" name="Google Shape;1930;p40"/>
              <p:cNvSpPr/>
              <p:nvPr/>
            </p:nvSpPr>
            <p:spPr>
              <a:xfrm>
                <a:off x="4430060" y="3288108"/>
                <a:ext cx="9896" cy="8091"/>
              </a:xfrm>
              <a:custGeom>
                <a:avLst/>
                <a:gdLst/>
                <a:ahLst/>
                <a:cxnLst/>
                <a:rect l="l" t="t" r="r" b="b"/>
                <a:pathLst>
                  <a:path w="351" h="287" extrusionOk="0">
                    <a:moveTo>
                      <a:pt x="173" y="1"/>
                    </a:moveTo>
                    <a:cubicBezTo>
                      <a:pt x="72" y="1"/>
                      <a:pt x="0" y="99"/>
                      <a:pt x="42" y="205"/>
                    </a:cubicBezTo>
                    <a:cubicBezTo>
                      <a:pt x="58" y="236"/>
                      <a:pt x="73" y="271"/>
                      <a:pt x="104" y="271"/>
                    </a:cubicBezTo>
                    <a:cubicBezTo>
                      <a:pt x="128" y="282"/>
                      <a:pt x="151" y="287"/>
                      <a:pt x="173" y="287"/>
                    </a:cubicBezTo>
                    <a:cubicBezTo>
                      <a:pt x="275" y="287"/>
                      <a:pt x="351" y="183"/>
                      <a:pt x="297" y="78"/>
                    </a:cubicBezTo>
                    <a:cubicBezTo>
                      <a:pt x="281" y="59"/>
                      <a:pt x="266" y="28"/>
                      <a:pt x="235" y="13"/>
                    </a:cubicBezTo>
                    <a:cubicBezTo>
                      <a:pt x="214" y="4"/>
                      <a:pt x="193" y="1"/>
                      <a:pt x="1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1" name="Google Shape;1931;p40"/>
              <p:cNvSpPr/>
              <p:nvPr/>
            </p:nvSpPr>
            <p:spPr>
              <a:xfrm>
                <a:off x="4446525" y="3284302"/>
                <a:ext cx="7866" cy="6033"/>
              </a:xfrm>
              <a:custGeom>
                <a:avLst/>
                <a:gdLst/>
                <a:ahLst/>
                <a:cxnLst/>
                <a:rect l="l" t="t" r="r" b="b"/>
                <a:pathLst>
                  <a:path w="279" h="214" extrusionOk="0">
                    <a:moveTo>
                      <a:pt x="134" y="1"/>
                    </a:moveTo>
                    <a:cubicBezTo>
                      <a:pt x="60" y="1"/>
                      <a:pt x="0" y="87"/>
                      <a:pt x="52" y="163"/>
                    </a:cubicBezTo>
                    <a:cubicBezTo>
                      <a:pt x="52" y="178"/>
                      <a:pt x="68" y="194"/>
                      <a:pt x="83" y="194"/>
                    </a:cubicBezTo>
                    <a:cubicBezTo>
                      <a:pt x="103" y="207"/>
                      <a:pt x="124" y="213"/>
                      <a:pt x="143" y="213"/>
                    </a:cubicBezTo>
                    <a:cubicBezTo>
                      <a:pt x="218" y="213"/>
                      <a:pt x="279" y="124"/>
                      <a:pt x="230" y="36"/>
                    </a:cubicBezTo>
                    <a:cubicBezTo>
                      <a:pt x="230" y="36"/>
                      <a:pt x="214" y="20"/>
                      <a:pt x="195" y="20"/>
                    </a:cubicBezTo>
                    <a:cubicBezTo>
                      <a:pt x="175" y="7"/>
                      <a:pt x="154" y="1"/>
                      <a:pt x="13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32" name="Google Shape;1932;p40"/>
            <p:cNvSpPr/>
            <p:nvPr/>
          </p:nvSpPr>
          <p:spPr>
            <a:xfrm>
              <a:off x="-1669465" y="1406152"/>
              <a:ext cx="26379" cy="21026"/>
            </a:xfrm>
            <a:custGeom>
              <a:avLst/>
              <a:gdLst/>
              <a:ahLst/>
              <a:cxnLst/>
              <a:rect l="l" t="t" r="r" b="b"/>
              <a:pathLst>
                <a:path w="271" h="216" extrusionOk="0">
                  <a:moveTo>
                    <a:pt x="134" y="1"/>
                  </a:moveTo>
                  <a:cubicBezTo>
                    <a:pt x="53" y="1"/>
                    <a:pt x="1" y="87"/>
                    <a:pt x="41" y="163"/>
                  </a:cubicBezTo>
                  <a:cubicBezTo>
                    <a:pt x="56" y="182"/>
                    <a:pt x="56" y="198"/>
                    <a:pt x="71" y="198"/>
                  </a:cubicBezTo>
                  <a:cubicBezTo>
                    <a:pt x="94" y="210"/>
                    <a:pt x="115" y="216"/>
                    <a:pt x="136" y="216"/>
                  </a:cubicBezTo>
                  <a:cubicBezTo>
                    <a:pt x="216" y="216"/>
                    <a:pt x="271" y="128"/>
                    <a:pt x="233" y="51"/>
                  </a:cubicBezTo>
                  <a:cubicBezTo>
                    <a:pt x="218" y="36"/>
                    <a:pt x="218" y="20"/>
                    <a:pt x="203" y="20"/>
                  </a:cubicBezTo>
                  <a:cubicBezTo>
                    <a:pt x="178" y="7"/>
                    <a:pt x="155" y="1"/>
                    <a:pt x="13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3" name="Google Shape;1933;p40"/>
            <p:cNvSpPr/>
            <p:nvPr/>
          </p:nvSpPr>
          <p:spPr>
            <a:xfrm>
              <a:off x="-1711710" y="1416276"/>
              <a:ext cx="31246" cy="25796"/>
            </a:xfrm>
            <a:custGeom>
              <a:avLst/>
              <a:gdLst/>
              <a:ahLst/>
              <a:cxnLst/>
              <a:rect l="l" t="t" r="r" b="b"/>
              <a:pathLst>
                <a:path w="321" h="265" extrusionOk="0">
                  <a:moveTo>
                    <a:pt x="161" y="1"/>
                  </a:moveTo>
                  <a:cubicBezTo>
                    <a:pt x="72" y="1"/>
                    <a:pt x="0" y="97"/>
                    <a:pt x="39" y="190"/>
                  </a:cubicBezTo>
                  <a:cubicBezTo>
                    <a:pt x="58" y="206"/>
                    <a:pt x="73" y="237"/>
                    <a:pt x="104" y="252"/>
                  </a:cubicBezTo>
                  <a:cubicBezTo>
                    <a:pt x="123" y="260"/>
                    <a:pt x="142" y="264"/>
                    <a:pt x="160" y="264"/>
                  </a:cubicBezTo>
                  <a:cubicBezTo>
                    <a:pt x="249" y="264"/>
                    <a:pt x="320" y="171"/>
                    <a:pt x="282" y="78"/>
                  </a:cubicBezTo>
                  <a:cubicBezTo>
                    <a:pt x="266" y="44"/>
                    <a:pt x="251" y="28"/>
                    <a:pt x="216" y="13"/>
                  </a:cubicBezTo>
                  <a:cubicBezTo>
                    <a:pt x="198" y="5"/>
                    <a:pt x="179" y="1"/>
                    <a:pt x="16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34" name="Google Shape;1934;p40"/>
            <p:cNvGrpSpPr/>
            <p:nvPr/>
          </p:nvGrpSpPr>
          <p:grpSpPr>
            <a:xfrm>
              <a:off x="-395049" y="578054"/>
              <a:ext cx="841490" cy="2654183"/>
              <a:chOff x="5200568" y="3081850"/>
              <a:chExt cx="243725" cy="768700"/>
            </a:xfrm>
          </p:grpSpPr>
          <p:sp>
            <p:nvSpPr>
              <p:cNvPr id="1935" name="Google Shape;1935;p40"/>
              <p:cNvSpPr/>
              <p:nvPr/>
            </p:nvSpPr>
            <p:spPr>
              <a:xfrm>
                <a:off x="5340967" y="3084979"/>
                <a:ext cx="2312" cy="405972"/>
              </a:xfrm>
              <a:custGeom>
                <a:avLst/>
                <a:gdLst/>
                <a:ahLst/>
                <a:cxnLst/>
                <a:rect l="l" t="t" r="r" b="b"/>
                <a:pathLst>
                  <a:path w="82" h="14400" extrusionOk="0">
                    <a:moveTo>
                      <a:pt x="50" y="1"/>
                    </a:moveTo>
                    <a:cubicBezTo>
                      <a:pt x="20" y="1"/>
                      <a:pt x="0" y="16"/>
                      <a:pt x="0" y="32"/>
                    </a:cubicBezTo>
                    <a:lnTo>
                      <a:pt x="0" y="14368"/>
                    </a:lnTo>
                    <a:cubicBezTo>
                      <a:pt x="0" y="14384"/>
                      <a:pt x="20" y="14399"/>
                      <a:pt x="50" y="14399"/>
                    </a:cubicBezTo>
                    <a:cubicBezTo>
                      <a:pt x="66" y="14399"/>
                      <a:pt x="81" y="14384"/>
                      <a:pt x="81" y="14368"/>
                    </a:cubicBezTo>
                    <a:lnTo>
                      <a:pt x="81" y="32"/>
                    </a:lnTo>
                    <a:cubicBezTo>
                      <a:pt x="81" y="16"/>
                      <a:pt x="66" y="1"/>
                      <a:pt x="5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6" name="Google Shape;1936;p40"/>
              <p:cNvSpPr/>
              <p:nvPr/>
            </p:nvSpPr>
            <p:spPr>
              <a:xfrm>
                <a:off x="5280297" y="3486021"/>
                <a:ext cx="163996" cy="364529"/>
              </a:xfrm>
              <a:custGeom>
                <a:avLst/>
                <a:gdLst/>
                <a:ahLst/>
                <a:cxnLst/>
                <a:rect l="l" t="t" r="r" b="b"/>
                <a:pathLst>
                  <a:path w="5817" h="12930" extrusionOk="0">
                    <a:moveTo>
                      <a:pt x="2249" y="1"/>
                    </a:moveTo>
                    <a:lnTo>
                      <a:pt x="498" y="336"/>
                    </a:lnTo>
                    <a:lnTo>
                      <a:pt x="853" y="2168"/>
                    </a:lnTo>
                    <a:cubicBezTo>
                      <a:pt x="949" y="2604"/>
                      <a:pt x="802" y="3036"/>
                      <a:pt x="467" y="3407"/>
                    </a:cubicBezTo>
                    <a:cubicBezTo>
                      <a:pt x="127" y="3777"/>
                      <a:pt x="0" y="4224"/>
                      <a:pt x="81" y="4645"/>
                    </a:cubicBezTo>
                    <a:lnTo>
                      <a:pt x="1558" y="12324"/>
                    </a:lnTo>
                    <a:cubicBezTo>
                      <a:pt x="1627" y="12679"/>
                      <a:pt x="2003" y="12929"/>
                      <a:pt x="2448" y="12929"/>
                    </a:cubicBezTo>
                    <a:cubicBezTo>
                      <a:pt x="2530" y="12929"/>
                      <a:pt x="2615" y="12921"/>
                      <a:pt x="2700" y="12903"/>
                    </a:cubicBezTo>
                    <a:lnTo>
                      <a:pt x="4872" y="12486"/>
                    </a:lnTo>
                    <a:cubicBezTo>
                      <a:pt x="5431" y="12374"/>
                      <a:pt x="5817" y="11938"/>
                      <a:pt x="5739" y="11522"/>
                    </a:cubicBezTo>
                    <a:lnTo>
                      <a:pt x="4258" y="3839"/>
                    </a:lnTo>
                    <a:cubicBezTo>
                      <a:pt x="4162" y="3422"/>
                      <a:pt x="3873" y="3052"/>
                      <a:pt x="3425" y="2843"/>
                    </a:cubicBezTo>
                    <a:cubicBezTo>
                      <a:pt x="2989" y="2620"/>
                      <a:pt x="2685" y="2265"/>
                      <a:pt x="2604" y="1833"/>
                    </a:cubicBezTo>
                    <a:lnTo>
                      <a:pt x="224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7" name="Google Shape;1937;p40"/>
              <p:cNvSpPr/>
              <p:nvPr/>
            </p:nvSpPr>
            <p:spPr>
              <a:xfrm>
                <a:off x="5272121" y="3291914"/>
                <a:ext cx="88891" cy="372141"/>
              </a:xfrm>
              <a:custGeom>
                <a:avLst/>
                <a:gdLst/>
                <a:ahLst/>
                <a:cxnLst/>
                <a:rect l="l" t="t" r="r" b="b"/>
                <a:pathLst>
                  <a:path w="3153" h="13200" extrusionOk="0">
                    <a:moveTo>
                      <a:pt x="124" y="1"/>
                    </a:moveTo>
                    <a:cubicBezTo>
                      <a:pt x="115" y="1"/>
                      <a:pt x="106" y="2"/>
                      <a:pt x="97" y="5"/>
                    </a:cubicBezTo>
                    <a:cubicBezTo>
                      <a:pt x="32" y="40"/>
                      <a:pt x="1" y="101"/>
                      <a:pt x="16" y="151"/>
                    </a:cubicBezTo>
                    <a:cubicBezTo>
                      <a:pt x="1208" y="3476"/>
                      <a:pt x="2894" y="13007"/>
                      <a:pt x="2909" y="13103"/>
                    </a:cubicBezTo>
                    <a:cubicBezTo>
                      <a:pt x="2924" y="13169"/>
                      <a:pt x="2975" y="13200"/>
                      <a:pt x="3021" y="13200"/>
                    </a:cubicBezTo>
                    <a:lnTo>
                      <a:pt x="3040" y="13200"/>
                    </a:lnTo>
                    <a:cubicBezTo>
                      <a:pt x="3102" y="13184"/>
                      <a:pt x="3152" y="13134"/>
                      <a:pt x="3137" y="13073"/>
                    </a:cubicBezTo>
                    <a:cubicBezTo>
                      <a:pt x="3117" y="12976"/>
                      <a:pt x="1416" y="3414"/>
                      <a:pt x="244" y="86"/>
                    </a:cubicBezTo>
                    <a:cubicBezTo>
                      <a:pt x="215" y="31"/>
                      <a:pt x="168" y="1"/>
                      <a:pt x="12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8" name="Google Shape;1938;p40"/>
              <p:cNvSpPr/>
              <p:nvPr/>
            </p:nvSpPr>
            <p:spPr>
              <a:xfrm>
                <a:off x="5244943" y="3349568"/>
                <a:ext cx="68000" cy="79390"/>
              </a:xfrm>
              <a:custGeom>
                <a:avLst/>
                <a:gdLst/>
                <a:ahLst/>
                <a:cxnLst/>
                <a:rect l="l" t="t" r="r" b="b"/>
                <a:pathLst>
                  <a:path w="2412" h="2816" extrusionOk="0">
                    <a:moveTo>
                      <a:pt x="1" y="0"/>
                    </a:moveTo>
                    <a:lnTo>
                      <a:pt x="1" y="0"/>
                    </a:lnTo>
                    <a:cubicBezTo>
                      <a:pt x="355" y="1963"/>
                      <a:pt x="2411" y="2816"/>
                      <a:pt x="2411" y="2816"/>
                    </a:cubicBezTo>
                    <a:cubicBezTo>
                      <a:pt x="2411" y="2816"/>
                      <a:pt x="1513" y="1096"/>
                      <a:pt x="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9" name="Google Shape;1939;p40"/>
              <p:cNvSpPr/>
              <p:nvPr/>
            </p:nvSpPr>
            <p:spPr>
              <a:xfrm>
                <a:off x="5308348" y="3332822"/>
                <a:ext cx="51677" cy="92020"/>
              </a:xfrm>
              <a:custGeom>
                <a:avLst/>
                <a:gdLst/>
                <a:ahLst/>
                <a:cxnLst/>
                <a:rect l="l" t="t" r="r" b="b"/>
                <a:pathLst>
                  <a:path w="1833" h="3264" extrusionOk="0">
                    <a:moveTo>
                      <a:pt x="1786" y="0"/>
                    </a:moveTo>
                    <a:lnTo>
                      <a:pt x="1786" y="0"/>
                    </a:lnTo>
                    <a:cubicBezTo>
                      <a:pt x="517" y="1385"/>
                      <a:pt x="0" y="3263"/>
                      <a:pt x="0" y="3263"/>
                    </a:cubicBezTo>
                    <a:cubicBezTo>
                      <a:pt x="0" y="3263"/>
                      <a:pt x="1832" y="1994"/>
                      <a:pt x="17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0" name="Google Shape;1940;p40"/>
              <p:cNvSpPr/>
              <p:nvPr/>
            </p:nvSpPr>
            <p:spPr>
              <a:xfrm>
                <a:off x="5315199" y="3380890"/>
                <a:ext cx="87453" cy="78403"/>
              </a:xfrm>
              <a:custGeom>
                <a:avLst/>
                <a:gdLst/>
                <a:ahLst/>
                <a:cxnLst/>
                <a:rect l="l" t="t" r="r" b="b"/>
                <a:pathLst>
                  <a:path w="3102" h="2781" extrusionOk="0">
                    <a:moveTo>
                      <a:pt x="3101" y="0"/>
                    </a:moveTo>
                    <a:lnTo>
                      <a:pt x="3101" y="0"/>
                    </a:lnTo>
                    <a:cubicBezTo>
                      <a:pt x="1254" y="995"/>
                      <a:pt x="0" y="2781"/>
                      <a:pt x="0" y="2781"/>
                    </a:cubicBezTo>
                    <a:cubicBezTo>
                      <a:pt x="0" y="2781"/>
                      <a:pt x="2411" y="2137"/>
                      <a:pt x="31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1" name="Google Shape;1941;p40"/>
              <p:cNvSpPr/>
              <p:nvPr/>
            </p:nvSpPr>
            <p:spPr>
              <a:xfrm>
                <a:off x="5321063" y="3380890"/>
                <a:ext cx="81589" cy="76571"/>
              </a:xfrm>
              <a:custGeom>
                <a:avLst/>
                <a:gdLst/>
                <a:ahLst/>
                <a:cxnLst/>
                <a:rect l="l" t="t" r="r" b="b"/>
                <a:pathLst>
                  <a:path w="2894" h="2716" extrusionOk="0">
                    <a:moveTo>
                      <a:pt x="2893" y="0"/>
                    </a:moveTo>
                    <a:lnTo>
                      <a:pt x="1" y="2715"/>
                    </a:lnTo>
                    <a:cubicBezTo>
                      <a:pt x="2523" y="1878"/>
                      <a:pt x="2893" y="0"/>
                      <a:pt x="289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2" name="Google Shape;1942;p40"/>
              <p:cNvSpPr/>
              <p:nvPr/>
            </p:nvSpPr>
            <p:spPr>
              <a:xfrm>
                <a:off x="5212747" y="3431101"/>
                <a:ext cx="110204" cy="40964"/>
              </a:xfrm>
              <a:custGeom>
                <a:avLst/>
                <a:gdLst/>
                <a:ahLst/>
                <a:cxnLst/>
                <a:rect l="l" t="t" r="r" b="b"/>
                <a:pathLst>
                  <a:path w="3909" h="1453" extrusionOk="0">
                    <a:moveTo>
                      <a:pt x="1" y="1"/>
                    </a:moveTo>
                    <a:cubicBezTo>
                      <a:pt x="1049" y="1286"/>
                      <a:pt x="2686" y="1453"/>
                      <a:pt x="3466" y="1453"/>
                    </a:cubicBezTo>
                    <a:cubicBezTo>
                      <a:pt x="3740" y="1453"/>
                      <a:pt x="3908" y="1432"/>
                      <a:pt x="3908" y="1432"/>
                    </a:cubicBezTo>
                    <a:cubicBezTo>
                      <a:pt x="3908" y="1432"/>
                      <a:pt x="2076" y="244"/>
                      <a:pt x="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3" name="Google Shape;1943;p40"/>
              <p:cNvSpPr/>
              <p:nvPr/>
            </p:nvSpPr>
            <p:spPr>
              <a:xfrm>
                <a:off x="5212747" y="3431101"/>
                <a:ext cx="105186" cy="41781"/>
              </a:xfrm>
              <a:custGeom>
                <a:avLst/>
                <a:gdLst/>
                <a:ahLst/>
                <a:cxnLst/>
                <a:rect l="l" t="t" r="r" b="b"/>
                <a:pathLst>
                  <a:path w="3731" h="1482" extrusionOk="0">
                    <a:moveTo>
                      <a:pt x="1" y="1"/>
                    </a:moveTo>
                    <a:cubicBezTo>
                      <a:pt x="995" y="1325"/>
                      <a:pt x="2642" y="1482"/>
                      <a:pt x="3368" y="1482"/>
                    </a:cubicBezTo>
                    <a:cubicBezTo>
                      <a:pt x="3594" y="1482"/>
                      <a:pt x="3731" y="1467"/>
                      <a:pt x="3731" y="1467"/>
                    </a:cubicBez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4" name="Google Shape;1944;p40"/>
              <p:cNvSpPr/>
              <p:nvPr/>
            </p:nvSpPr>
            <p:spPr>
              <a:xfrm>
                <a:off x="5200568" y="3223631"/>
                <a:ext cx="114659" cy="72567"/>
              </a:xfrm>
              <a:custGeom>
                <a:avLst/>
                <a:gdLst/>
                <a:ahLst/>
                <a:cxnLst/>
                <a:rect l="l" t="t" r="r" b="b"/>
                <a:pathLst>
                  <a:path w="4067" h="2574" extrusionOk="0">
                    <a:moveTo>
                      <a:pt x="2747" y="1"/>
                    </a:moveTo>
                    <a:cubicBezTo>
                      <a:pt x="1991" y="1015"/>
                      <a:pt x="1929" y="1015"/>
                      <a:pt x="1929" y="1015"/>
                    </a:cubicBezTo>
                    <a:lnTo>
                      <a:pt x="738" y="660"/>
                    </a:lnTo>
                    <a:cubicBezTo>
                      <a:pt x="738" y="660"/>
                      <a:pt x="1" y="1736"/>
                      <a:pt x="722" y="2573"/>
                    </a:cubicBezTo>
                    <a:lnTo>
                      <a:pt x="4066" y="1031"/>
                    </a:lnTo>
                    <a:cubicBezTo>
                      <a:pt x="3970" y="1015"/>
                      <a:pt x="3727" y="163"/>
                      <a:pt x="274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5" name="Google Shape;1945;p40"/>
              <p:cNvSpPr/>
              <p:nvPr/>
            </p:nvSpPr>
            <p:spPr>
              <a:xfrm>
                <a:off x="5214608" y="3242379"/>
                <a:ext cx="108767" cy="74005"/>
              </a:xfrm>
              <a:custGeom>
                <a:avLst/>
                <a:gdLst/>
                <a:ahLst/>
                <a:cxnLst/>
                <a:rect l="l" t="t" r="r" b="b"/>
                <a:pathLst>
                  <a:path w="3858" h="2625" extrusionOk="0">
                    <a:moveTo>
                      <a:pt x="2406" y="0"/>
                    </a:moveTo>
                    <a:cubicBezTo>
                      <a:pt x="2135" y="0"/>
                      <a:pt x="1844" y="56"/>
                      <a:pt x="1559" y="173"/>
                    </a:cubicBezTo>
                    <a:cubicBezTo>
                      <a:pt x="691" y="524"/>
                      <a:pt x="0" y="1361"/>
                      <a:pt x="259" y="1989"/>
                    </a:cubicBezTo>
                    <a:cubicBezTo>
                      <a:pt x="426" y="2400"/>
                      <a:pt x="971" y="2624"/>
                      <a:pt x="1571" y="2624"/>
                    </a:cubicBezTo>
                    <a:cubicBezTo>
                      <a:pt x="1883" y="2624"/>
                      <a:pt x="2210" y="2564"/>
                      <a:pt x="2508" y="2437"/>
                    </a:cubicBezTo>
                    <a:cubicBezTo>
                      <a:pt x="3375" y="2086"/>
                      <a:pt x="3858" y="1280"/>
                      <a:pt x="3599" y="655"/>
                    </a:cubicBezTo>
                    <a:cubicBezTo>
                      <a:pt x="3428" y="233"/>
                      <a:pt x="2958" y="0"/>
                      <a:pt x="24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6" name="Google Shape;1946;p40"/>
              <p:cNvSpPr/>
              <p:nvPr/>
            </p:nvSpPr>
            <p:spPr>
              <a:xfrm>
                <a:off x="5201893" y="3230482"/>
                <a:ext cx="134647" cy="102846"/>
              </a:xfrm>
              <a:custGeom>
                <a:avLst/>
                <a:gdLst/>
                <a:ahLst/>
                <a:cxnLst/>
                <a:rect l="l" t="t" r="r" b="b"/>
                <a:pathLst>
                  <a:path w="4776" h="3648" extrusionOk="0">
                    <a:moveTo>
                      <a:pt x="4004" y="1"/>
                    </a:moveTo>
                    <a:lnTo>
                      <a:pt x="4004" y="1"/>
                    </a:lnTo>
                    <a:cubicBezTo>
                      <a:pt x="3568" y="240"/>
                      <a:pt x="3198" y="980"/>
                      <a:pt x="3198" y="980"/>
                    </a:cubicBezTo>
                    <a:cubicBezTo>
                      <a:pt x="3198" y="980"/>
                      <a:pt x="2653" y="291"/>
                      <a:pt x="2072" y="291"/>
                    </a:cubicBezTo>
                    <a:cubicBezTo>
                      <a:pt x="1977" y="291"/>
                      <a:pt x="1881" y="309"/>
                      <a:pt x="1786" y="352"/>
                    </a:cubicBezTo>
                    <a:cubicBezTo>
                      <a:pt x="1111" y="676"/>
                      <a:pt x="1223" y="1833"/>
                      <a:pt x="1223" y="1833"/>
                    </a:cubicBezTo>
                    <a:cubicBezTo>
                      <a:pt x="1223" y="1833"/>
                      <a:pt x="935" y="1621"/>
                      <a:pt x="462" y="1621"/>
                    </a:cubicBezTo>
                    <a:cubicBezTo>
                      <a:pt x="323" y="1621"/>
                      <a:pt x="168" y="1639"/>
                      <a:pt x="0" y="1686"/>
                    </a:cubicBezTo>
                    <a:cubicBezTo>
                      <a:pt x="54" y="2694"/>
                      <a:pt x="1116" y="3648"/>
                      <a:pt x="2273" y="3648"/>
                    </a:cubicBezTo>
                    <a:cubicBezTo>
                      <a:pt x="2537" y="3648"/>
                      <a:pt x="2807" y="3598"/>
                      <a:pt x="3070" y="3487"/>
                    </a:cubicBezTo>
                    <a:cubicBezTo>
                      <a:pt x="4725" y="2812"/>
                      <a:pt x="4775" y="722"/>
                      <a:pt x="400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7" name="Google Shape;1947;p40"/>
              <p:cNvSpPr/>
              <p:nvPr/>
            </p:nvSpPr>
            <p:spPr>
              <a:xfrm>
                <a:off x="5296169" y="3495494"/>
                <a:ext cx="51226" cy="18184"/>
              </a:xfrm>
              <a:custGeom>
                <a:avLst/>
                <a:gdLst/>
                <a:ahLst/>
                <a:cxnLst/>
                <a:rect l="l" t="t" r="r" b="b"/>
                <a:pathLst>
                  <a:path w="1817" h="645" extrusionOk="0">
                    <a:moveTo>
                      <a:pt x="0" y="340"/>
                    </a:moveTo>
                    <a:lnTo>
                      <a:pt x="0" y="340"/>
                    </a:lnTo>
                    <a:lnTo>
                      <a:pt x="66" y="644"/>
                    </a:lnTo>
                    <a:close/>
                    <a:moveTo>
                      <a:pt x="1751" y="0"/>
                    </a:moveTo>
                    <a:lnTo>
                      <a:pt x="1751" y="0"/>
                    </a:lnTo>
                    <a:lnTo>
                      <a:pt x="1817" y="305"/>
                    </a:lnTo>
                    <a:lnTo>
                      <a:pt x="1817" y="305"/>
                    </a:lnTo>
                    <a:close/>
                  </a:path>
                </a:pathLst>
              </a:custGeom>
              <a:solidFill>
                <a:srgbClr val="D0D6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8" name="Google Shape;1948;p40"/>
              <p:cNvSpPr/>
              <p:nvPr/>
            </p:nvSpPr>
            <p:spPr>
              <a:xfrm>
                <a:off x="5296169" y="3495494"/>
                <a:ext cx="51226" cy="18184"/>
              </a:xfrm>
              <a:custGeom>
                <a:avLst/>
                <a:gdLst/>
                <a:ahLst/>
                <a:cxnLst/>
                <a:rect l="l" t="t" r="r" b="b"/>
                <a:pathLst>
                  <a:path w="1817" h="645" extrusionOk="0">
                    <a:moveTo>
                      <a:pt x="1751" y="0"/>
                    </a:moveTo>
                    <a:lnTo>
                      <a:pt x="1173" y="112"/>
                    </a:lnTo>
                    <a:cubicBezTo>
                      <a:pt x="1188" y="209"/>
                      <a:pt x="1223" y="305"/>
                      <a:pt x="1238" y="417"/>
                    </a:cubicBezTo>
                    <a:lnTo>
                      <a:pt x="1817" y="305"/>
                    </a:lnTo>
                    <a:lnTo>
                      <a:pt x="1751" y="0"/>
                    </a:lnTo>
                    <a:close/>
                    <a:moveTo>
                      <a:pt x="949" y="162"/>
                    </a:moveTo>
                    <a:lnTo>
                      <a:pt x="0" y="340"/>
                    </a:lnTo>
                    <a:lnTo>
                      <a:pt x="66" y="644"/>
                    </a:lnTo>
                    <a:lnTo>
                      <a:pt x="1011" y="452"/>
                    </a:lnTo>
                    <a:cubicBezTo>
                      <a:pt x="995" y="355"/>
                      <a:pt x="980" y="259"/>
                      <a:pt x="949" y="162"/>
                    </a:cubicBezTo>
                    <a:close/>
                  </a:path>
                </a:pathLst>
              </a:custGeom>
              <a:solidFill>
                <a:schemeClr val="accent3">
                  <a:alpha val="316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9" name="Google Shape;1949;p40"/>
              <p:cNvSpPr/>
              <p:nvPr/>
            </p:nvSpPr>
            <p:spPr>
              <a:xfrm>
                <a:off x="5322924" y="3498651"/>
                <a:ext cx="8176" cy="9585"/>
              </a:xfrm>
              <a:custGeom>
                <a:avLst/>
                <a:gdLst/>
                <a:ahLst/>
                <a:cxnLst/>
                <a:rect l="l" t="t" r="r" b="b"/>
                <a:pathLst>
                  <a:path w="290" h="340" extrusionOk="0">
                    <a:moveTo>
                      <a:pt x="224" y="0"/>
                    </a:moveTo>
                    <a:lnTo>
                      <a:pt x="0" y="50"/>
                    </a:lnTo>
                    <a:cubicBezTo>
                      <a:pt x="31" y="147"/>
                      <a:pt x="46" y="243"/>
                      <a:pt x="62" y="340"/>
                    </a:cubicBezTo>
                    <a:lnTo>
                      <a:pt x="289" y="305"/>
                    </a:lnTo>
                    <a:cubicBezTo>
                      <a:pt x="274" y="193"/>
                      <a:pt x="239" y="97"/>
                      <a:pt x="224" y="0"/>
                    </a:cubicBezTo>
                    <a:close/>
                  </a:path>
                </a:pathLst>
              </a:custGeom>
              <a:solidFill>
                <a:srgbClr val="86AC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0" name="Google Shape;1950;p40"/>
              <p:cNvSpPr/>
              <p:nvPr/>
            </p:nvSpPr>
            <p:spPr>
              <a:xfrm>
                <a:off x="5302033" y="3625547"/>
                <a:ext cx="126923" cy="209611"/>
              </a:xfrm>
              <a:custGeom>
                <a:avLst/>
                <a:gdLst/>
                <a:ahLst/>
                <a:cxnLst/>
                <a:rect l="l" t="t" r="r" b="b"/>
                <a:pathLst>
                  <a:path w="4502" h="7435" extrusionOk="0">
                    <a:moveTo>
                      <a:pt x="3198" y="0"/>
                    </a:moveTo>
                    <a:lnTo>
                      <a:pt x="1" y="610"/>
                    </a:lnTo>
                    <a:lnTo>
                      <a:pt x="1269" y="7136"/>
                    </a:lnTo>
                    <a:cubicBezTo>
                      <a:pt x="1299" y="7315"/>
                      <a:pt x="1447" y="7435"/>
                      <a:pt x="1610" y="7435"/>
                    </a:cubicBezTo>
                    <a:cubicBezTo>
                      <a:pt x="1637" y="7435"/>
                      <a:pt x="1663" y="7432"/>
                      <a:pt x="1690" y="7425"/>
                    </a:cubicBezTo>
                    <a:lnTo>
                      <a:pt x="4162" y="6959"/>
                    </a:lnTo>
                    <a:cubicBezTo>
                      <a:pt x="4355" y="6912"/>
                      <a:pt x="4502" y="6719"/>
                      <a:pt x="4452" y="6527"/>
                    </a:cubicBezTo>
                    <a:lnTo>
                      <a:pt x="319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1" name="Google Shape;1951;p40"/>
              <p:cNvSpPr/>
              <p:nvPr/>
            </p:nvSpPr>
            <p:spPr>
              <a:xfrm>
                <a:off x="5306178" y="3610013"/>
                <a:ext cx="37524" cy="156919"/>
              </a:xfrm>
              <a:custGeom>
                <a:avLst/>
                <a:gdLst/>
                <a:ahLst/>
                <a:cxnLst/>
                <a:rect l="l" t="t" r="r" b="b"/>
                <a:pathLst>
                  <a:path w="1331" h="5566" extrusionOk="0">
                    <a:moveTo>
                      <a:pt x="157" y="1"/>
                    </a:moveTo>
                    <a:cubicBezTo>
                      <a:pt x="147" y="1"/>
                      <a:pt x="137" y="2"/>
                      <a:pt x="127" y="4"/>
                    </a:cubicBezTo>
                    <a:cubicBezTo>
                      <a:pt x="46" y="19"/>
                      <a:pt x="0" y="100"/>
                      <a:pt x="16" y="181"/>
                    </a:cubicBezTo>
                    <a:lnTo>
                      <a:pt x="1026" y="5454"/>
                    </a:lnTo>
                    <a:cubicBezTo>
                      <a:pt x="1041" y="5515"/>
                      <a:pt x="1092" y="5566"/>
                      <a:pt x="1173" y="5566"/>
                    </a:cubicBezTo>
                    <a:lnTo>
                      <a:pt x="1203" y="5566"/>
                    </a:lnTo>
                    <a:cubicBezTo>
                      <a:pt x="1284" y="5550"/>
                      <a:pt x="1331" y="5469"/>
                      <a:pt x="1315" y="5388"/>
                    </a:cubicBezTo>
                    <a:lnTo>
                      <a:pt x="305" y="116"/>
                    </a:lnTo>
                    <a:cubicBezTo>
                      <a:pt x="291" y="48"/>
                      <a:pt x="227" y="1"/>
                      <a:pt x="1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2" name="Google Shape;1952;p40"/>
              <p:cNvSpPr/>
              <p:nvPr/>
            </p:nvSpPr>
            <p:spPr>
              <a:xfrm>
                <a:off x="5332369" y="3799524"/>
                <a:ext cx="5469" cy="27206"/>
              </a:xfrm>
              <a:custGeom>
                <a:avLst/>
                <a:gdLst/>
                <a:ahLst/>
                <a:cxnLst/>
                <a:rect l="l" t="t" r="r" b="b"/>
                <a:pathLst>
                  <a:path w="194" h="965" extrusionOk="0">
                    <a:moveTo>
                      <a:pt x="1" y="1"/>
                    </a:moveTo>
                    <a:lnTo>
                      <a:pt x="193" y="965"/>
                    </a:lnTo>
                    <a:lnTo>
                      <a:pt x="1" y="1"/>
                    </a:lnTo>
                    <a:close/>
                  </a:path>
                </a:pathLst>
              </a:custGeom>
              <a:solidFill>
                <a:srgbClr val="B2C5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3" name="Google Shape;1953;p40"/>
              <p:cNvSpPr/>
              <p:nvPr/>
            </p:nvSpPr>
            <p:spPr>
              <a:xfrm>
                <a:off x="5332369" y="3796367"/>
                <a:ext cx="95601" cy="38962"/>
              </a:xfrm>
              <a:custGeom>
                <a:avLst/>
                <a:gdLst/>
                <a:ahLst/>
                <a:cxnLst/>
                <a:rect l="l" t="t" r="r" b="b"/>
                <a:pathLst>
                  <a:path w="3391" h="1382" extrusionOk="0">
                    <a:moveTo>
                      <a:pt x="3279" y="1"/>
                    </a:moveTo>
                    <a:cubicBezTo>
                      <a:pt x="2701" y="225"/>
                      <a:pt x="2107" y="306"/>
                      <a:pt x="1559" y="306"/>
                    </a:cubicBezTo>
                    <a:cubicBezTo>
                      <a:pt x="965" y="306"/>
                      <a:pt x="436" y="209"/>
                      <a:pt x="1" y="113"/>
                    </a:cubicBezTo>
                    <a:lnTo>
                      <a:pt x="1" y="113"/>
                    </a:lnTo>
                    <a:lnTo>
                      <a:pt x="193" y="1077"/>
                    </a:lnTo>
                    <a:cubicBezTo>
                      <a:pt x="228" y="1254"/>
                      <a:pt x="371" y="1382"/>
                      <a:pt x="548" y="1382"/>
                    </a:cubicBezTo>
                    <a:cubicBezTo>
                      <a:pt x="564" y="1382"/>
                      <a:pt x="595" y="1382"/>
                      <a:pt x="614" y="1366"/>
                    </a:cubicBezTo>
                    <a:lnTo>
                      <a:pt x="3086" y="900"/>
                    </a:lnTo>
                    <a:cubicBezTo>
                      <a:pt x="3264" y="869"/>
                      <a:pt x="3391" y="707"/>
                      <a:pt x="3391" y="529"/>
                    </a:cubicBezTo>
                    <a:cubicBezTo>
                      <a:pt x="3391" y="514"/>
                      <a:pt x="3376" y="498"/>
                      <a:pt x="3376" y="468"/>
                    </a:cubicBezTo>
                    <a:lnTo>
                      <a:pt x="327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4" name="Google Shape;1954;p40"/>
              <p:cNvSpPr/>
              <p:nvPr/>
            </p:nvSpPr>
            <p:spPr>
              <a:xfrm>
                <a:off x="5388162" y="3775504"/>
                <a:ext cx="14040" cy="10882"/>
              </a:xfrm>
              <a:custGeom>
                <a:avLst/>
                <a:gdLst/>
                <a:ahLst/>
                <a:cxnLst/>
                <a:rect l="l" t="t" r="r" b="b"/>
                <a:pathLst>
                  <a:path w="498" h="386" extrusionOk="0">
                    <a:moveTo>
                      <a:pt x="255" y="0"/>
                    </a:moveTo>
                    <a:cubicBezTo>
                      <a:pt x="97" y="0"/>
                      <a:pt x="0" y="178"/>
                      <a:pt x="97" y="320"/>
                    </a:cubicBezTo>
                    <a:cubicBezTo>
                      <a:pt x="128" y="340"/>
                      <a:pt x="158" y="371"/>
                      <a:pt x="193" y="371"/>
                    </a:cubicBezTo>
                    <a:cubicBezTo>
                      <a:pt x="209" y="386"/>
                      <a:pt x="224" y="386"/>
                      <a:pt x="239" y="386"/>
                    </a:cubicBezTo>
                    <a:cubicBezTo>
                      <a:pt x="401" y="386"/>
                      <a:pt x="498" y="209"/>
                      <a:pt x="401" y="66"/>
                    </a:cubicBezTo>
                    <a:cubicBezTo>
                      <a:pt x="371" y="50"/>
                      <a:pt x="336" y="16"/>
                      <a:pt x="305" y="16"/>
                    </a:cubicBezTo>
                    <a:cubicBezTo>
                      <a:pt x="290" y="0"/>
                      <a:pt x="274" y="0"/>
                      <a:pt x="2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5" name="Google Shape;1955;p40"/>
              <p:cNvSpPr/>
              <p:nvPr/>
            </p:nvSpPr>
            <p:spPr>
              <a:xfrm>
                <a:off x="5337810" y="3688078"/>
                <a:ext cx="14068" cy="10882"/>
              </a:xfrm>
              <a:custGeom>
                <a:avLst/>
                <a:gdLst/>
                <a:ahLst/>
                <a:cxnLst/>
                <a:rect l="l" t="t" r="r" b="b"/>
                <a:pathLst>
                  <a:path w="499" h="386" extrusionOk="0">
                    <a:moveTo>
                      <a:pt x="259" y="0"/>
                    </a:moveTo>
                    <a:cubicBezTo>
                      <a:pt x="97" y="0"/>
                      <a:pt x="0" y="178"/>
                      <a:pt x="97" y="320"/>
                    </a:cubicBezTo>
                    <a:cubicBezTo>
                      <a:pt x="132" y="336"/>
                      <a:pt x="162" y="370"/>
                      <a:pt x="193" y="370"/>
                    </a:cubicBezTo>
                    <a:cubicBezTo>
                      <a:pt x="209" y="386"/>
                      <a:pt x="228" y="386"/>
                      <a:pt x="243" y="386"/>
                    </a:cubicBezTo>
                    <a:cubicBezTo>
                      <a:pt x="402" y="386"/>
                      <a:pt x="498" y="208"/>
                      <a:pt x="402" y="66"/>
                    </a:cubicBezTo>
                    <a:cubicBezTo>
                      <a:pt x="371" y="46"/>
                      <a:pt x="340" y="16"/>
                      <a:pt x="305" y="16"/>
                    </a:cubicBezTo>
                    <a:cubicBezTo>
                      <a:pt x="290" y="0"/>
                      <a:pt x="274" y="0"/>
                      <a:pt x="25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6" name="Google Shape;1956;p40"/>
              <p:cNvSpPr/>
              <p:nvPr/>
            </p:nvSpPr>
            <p:spPr>
              <a:xfrm>
                <a:off x="5348692" y="3764622"/>
                <a:ext cx="35804" cy="27206"/>
              </a:xfrm>
              <a:custGeom>
                <a:avLst/>
                <a:gdLst/>
                <a:ahLst/>
                <a:cxnLst/>
                <a:rect l="l" t="t" r="r" b="b"/>
                <a:pathLst>
                  <a:path w="1270" h="965" extrusionOk="0">
                    <a:moveTo>
                      <a:pt x="644" y="1"/>
                    </a:moveTo>
                    <a:cubicBezTo>
                      <a:pt x="243" y="1"/>
                      <a:pt x="0" y="436"/>
                      <a:pt x="259" y="787"/>
                    </a:cubicBezTo>
                    <a:cubicBezTo>
                      <a:pt x="324" y="868"/>
                      <a:pt x="401" y="919"/>
                      <a:pt x="482" y="934"/>
                    </a:cubicBezTo>
                    <a:cubicBezTo>
                      <a:pt x="532" y="949"/>
                      <a:pt x="579" y="965"/>
                      <a:pt x="629" y="965"/>
                    </a:cubicBezTo>
                    <a:cubicBezTo>
                      <a:pt x="1030" y="965"/>
                      <a:pt x="1269" y="514"/>
                      <a:pt x="1015" y="163"/>
                    </a:cubicBezTo>
                    <a:cubicBezTo>
                      <a:pt x="949" y="97"/>
                      <a:pt x="868" y="31"/>
                      <a:pt x="787" y="16"/>
                    </a:cubicBezTo>
                    <a:cubicBezTo>
                      <a:pt x="741" y="1"/>
                      <a:pt x="691" y="1"/>
                      <a:pt x="6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7" name="Google Shape;1957;p40"/>
              <p:cNvSpPr/>
              <p:nvPr/>
            </p:nvSpPr>
            <p:spPr>
              <a:xfrm>
                <a:off x="5364114" y="3728422"/>
                <a:ext cx="40823" cy="31237"/>
              </a:xfrm>
              <a:custGeom>
                <a:avLst/>
                <a:gdLst/>
                <a:ahLst/>
                <a:cxnLst/>
                <a:rect l="l" t="t" r="r" b="b"/>
                <a:pathLst>
                  <a:path w="1448" h="1108" extrusionOk="0">
                    <a:moveTo>
                      <a:pt x="722" y="0"/>
                    </a:moveTo>
                    <a:cubicBezTo>
                      <a:pt x="275" y="0"/>
                      <a:pt x="1" y="513"/>
                      <a:pt x="306" y="914"/>
                    </a:cubicBezTo>
                    <a:cubicBezTo>
                      <a:pt x="371" y="995"/>
                      <a:pt x="452" y="1045"/>
                      <a:pt x="549" y="1076"/>
                    </a:cubicBezTo>
                    <a:cubicBezTo>
                      <a:pt x="610" y="1092"/>
                      <a:pt x="660" y="1107"/>
                      <a:pt x="722" y="1107"/>
                    </a:cubicBezTo>
                    <a:cubicBezTo>
                      <a:pt x="1173" y="1107"/>
                      <a:pt x="1447" y="594"/>
                      <a:pt x="1143" y="193"/>
                    </a:cubicBezTo>
                    <a:cubicBezTo>
                      <a:pt x="1077" y="112"/>
                      <a:pt x="996" y="46"/>
                      <a:pt x="900" y="31"/>
                    </a:cubicBezTo>
                    <a:cubicBezTo>
                      <a:pt x="838" y="16"/>
                      <a:pt x="788" y="0"/>
                      <a:pt x="7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8" name="Google Shape;1958;p40"/>
              <p:cNvSpPr/>
              <p:nvPr/>
            </p:nvSpPr>
            <p:spPr>
              <a:xfrm>
                <a:off x="5283426" y="3475308"/>
                <a:ext cx="71694" cy="30786"/>
              </a:xfrm>
              <a:custGeom>
                <a:avLst/>
                <a:gdLst/>
                <a:ahLst/>
                <a:cxnLst/>
                <a:rect l="l" t="t" r="r" b="b"/>
                <a:pathLst>
                  <a:path w="2543" h="1092" extrusionOk="0">
                    <a:moveTo>
                      <a:pt x="2126" y="1"/>
                    </a:moveTo>
                    <a:cubicBezTo>
                      <a:pt x="2098" y="1"/>
                      <a:pt x="2070" y="4"/>
                      <a:pt x="2041" y="11"/>
                    </a:cubicBezTo>
                    <a:lnTo>
                      <a:pt x="340" y="331"/>
                    </a:lnTo>
                    <a:cubicBezTo>
                      <a:pt x="132" y="381"/>
                      <a:pt x="1" y="574"/>
                      <a:pt x="36" y="782"/>
                    </a:cubicBezTo>
                    <a:cubicBezTo>
                      <a:pt x="77" y="969"/>
                      <a:pt x="238" y="1091"/>
                      <a:pt x="421" y="1091"/>
                    </a:cubicBezTo>
                    <a:cubicBezTo>
                      <a:pt x="442" y="1091"/>
                      <a:pt x="462" y="1090"/>
                      <a:pt x="483" y="1087"/>
                    </a:cubicBezTo>
                    <a:lnTo>
                      <a:pt x="2188" y="747"/>
                    </a:lnTo>
                    <a:cubicBezTo>
                      <a:pt x="2396" y="716"/>
                      <a:pt x="2543" y="508"/>
                      <a:pt x="2493" y="315"/>
                    </a:cubicBezTo>
                    <a:cubicBezTo>
                      <a:pt x="2466" y="135"/>
                      <a:pt x="2306" y="1"/>
                      <a:pt x="212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9" name="Google Shape;1959;p40"/>
              <p:cNvSpPr/>
              <p:nvPr/>
            </p:nvSpPr>
            <p:spPr>
              <a:xfrm>
                <a:off x="5295718" y="3495494"/>
                <a:ext cx="50718" cy="11333"/>
              </a:xfrm>
              <a:custGeom>
                <a:avLst/>
                <a:gdLst/>
                <a:ahLst/>
                <a:cxnLst/>
                <a:rect l="l" t="t" r="r" b="b"/>
                <a:pathLst>
                  <a:path w="1799" h="402" extrusionOk="0">
                    <a:moveTo>
                      <a:pt x="1752" y="0"/>
                    </a:moveTo>
                    <a:lnTo>
                      <a:pt x="47" y="320"/>
                    </a:lnTo>
                    <a:cubicBezTo>
                      <a:pt x="16" y="340"/>
                      <a:pt x="1" y="355"/>
                      <a:pt x="16" y="371"/>
                    </a:cubicBezTo>
                    <a:cubicBezTo>
                      <a:pt x="16" y="386"/>
                      <a:pt x="32" y="401"/>
                      <a:pt x="47" y="401"/>
                    </a:cubicBezTo>
                    <a:lnTo>
                      <a:pt x="1767" y="81"/>
                    </a:lnTo>
                    <a:cubicBezTo>
                      <a:pt x="1783" y="66"/>
                      <a:pt x="1798" y="50"/>
                      <a:pt x="1798" y="31"/>
                    </a:cubicBezTo>
                    <a:cubicBezTo>
                      <a:pt x="1783" y="16"/>
                      <a:pt x="1767" y="0"/>
                      <a:pt x="17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0" name="Google Shape;1960;p40"/>
              <p:cNvSpPr/>
              <p:nvPr/>
            </p:nvSpPr>
            <p:spPr>
              <a:xfrm>
                <a:off x="5331495" y="3081850"/>
                <a:ext cx="2312" cy="32196"/>
              </a:xfrm>
              <a:custGeom>
                <a:avLst/>
                <a:gdLst/>
                <a:ahLst/>
                <a:cxnLst/>
                <a:rect l="l" t="t" r="r" b="b"/>
                <a:pathLst>
                  <a:path w="82" h="1142" extrusionOk="0">
                    <a:moveTo>
                      <a:pt x="32" y="0"/>
                    </a:moveTo>
                    <a:cubicBezTo>
                      <a:pt x="16" y="0"/>
                      <a:pt x="1" y="16"/>
                      <a:pt x="1" y="31"/>
                    </a:cubicBezTo>
                    <a:lnTo>
                      <a:pt x="1" y="1092"/>
                    </a:lnTo>
                    <a:cubicBezTo>
                      <a:pt x="1" y="1126"/>
                      <a:pt x="16" y="1142"/>
                      <a:pt x="32" y="1142"/>
                    </a:cubicBezTo>
                    <a:cubicBezTo>
                      <a:pt x="66" y="1142"/>
                      <a:pt x="82" y="1126"/>
                      <a:pt x="82" y="1092"/>
                    </a:cubicBezTo>
                    <a:lnTo>
                      <a:pt x="82" y="31"/>
                    </a:lnTo>
                    <a:cubicBezTo>
                      <a:pt x="82" y="16"/>
                      <a:pt x="66" y="0"/>
                      <a:pt x="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61" name="Google Shape;1961;p40"/>
            <p:cNvGrpSpPr/>
            <p:nvPr/>
          </p:nvGrpSpPr>
          <p:grpSpPr>
            <a:xfrm>
              <a:off x="-1679279" y="578540"/>
              <a:ext cx="358204" cy="2769156"/>
              <a:chOff x="4538574" y="3056505"/>
              <a:chExt cx="103748" cy="801999"/>
            </a:xfrm>
          </p:grpSpPr>
          <p:sp>
            <p:nvSpPr>
              <p:cNvPr id="1962" name="Google Shape;1962;p40"/>
              <p:cNvSpPr/>
              <p:nvPr/>
            </p:nvSpPr>
            <p:spPr>
              <a:xfrm>
                <a:off x="4603389" y="3056505"/>
                <a:ext cx="1861" cy="759365"/>
              </a:xfrm>
              <a:custGeom>
                <a:avLst/>
                <a:gdLst/>
                <a:ahLst/>
                <a:cxnLst/>
                <a:rect l="l" t="t" r="r" b="b"/>
                <a:pathLst>
                  <a:path w="66" h="26935" extrusionOk="0">
                    <a:moveTo>
                      <a:pt x="31" y="0"/>
                    </a:moveTo>
                    <a:cubicBezTo>
                      <a:pt x="15" y="0"/>
                      <a:pt x="0" y="16"/>
                      <a:pt x="0" y="31"/>
                    </a:cubicBezTo>
                    <a:lnTo>
                      <a:pt x="0" y="26903"/>
                    </a:lnTo>
                    <a:cubicBezTo>
                      <a:pt x="0" y="26919"/>
                      <a:pt x="15" y="26934"/>
                      <a:pt x="31" y="26934"/>
                    </a:cubicBezTo>
                    <a:cubicBezTo>
                      <a:pt x="50" y="26934"/>
                      <a:pt x="66" y="26919"/>
                      <a:pt x="66" y="26903"/>
                    </a:cubicBezTo>
                    <a:lnTo>
                      <a:pt x="66" y="31"/>
                    </a:lnTo>
                    <a:cubicBezTo>
                      <a:pt x="66" y="16"/>
                      <a:pt x="50" y="0"/>
                      <a:pt x="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3" name="Google Shape;1963;p40"/>
              <p:cNvSpPr/>
              <p:nvPr/>
            </p:nvSpPr>
            <p:spPr>
              <a:xfrm>
                <a:off x="4544494" y="3738656"/>
                <a:ext cx="91569" cy="73244"/>
              </a:xfrm>
              <a:custGeom>
                <a:avLst/>
                <a:gdLst/>
                <a:ahLst/>
                <a:cxnLst/>
                <a:rect l="l" t="t" r="r" b="b"/>
                <a:pathLst>
                  <a:path w="3248" h="2598" extrusionOk="0">
                    <a:moveTo>
                      <a:pt x="1636" y="1"/>
                    </a:moveTo>
                    <a:cubicBezTo>
                      <a:pt x="1426" y="1"/>
                      <a:pt x="1204" y="52"/>
                      <a:pt x="982" y="166"/>
                    </a:cubicBezTo>
                    <a:cubicBezTo>
                      <a:pt x="770" y="262"/>
                      <a:pt x="596" y="439"/>
                      <a:pt x="500" y="648"/>
                    </a:cubicBezTo>
                    <a:cubicBezTo>
                      <a:pt x="0" y="1619"/>
                      <a:pt x="699" y="2597"/>
                      <a:pt x="1625" y="2597"/>
                    </a:cubicBezTo>
                    <a:cubicBezTo>
                      <a:pt x="1836" y="2597"/>
                      <a:pt x="2059" y="2547"/>
                      <a:pt x="2282" y="2434"/>
                    </a:cubicBezTo>
                    <a:cubicBezTo>
                      <a:pt x="2490" y="2337"/>
                      <a:pt x="2652" y="2160"/>
                      <a:pt x="2764" y="1951"/>
                    </a:cubicBezTo>
                    <a:cubicBezTo>
                      <a:pt x="3247" y="970"/>
                      <a:pt x="2552" y="1"/>
                      <a:pt x="163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4" name="Google Shape;1964;p40"/>
              <p:cNvSpPr/>
              <p:nvPr/>
            </p:nvSpPr>
            <p:spPr>
              <a:xfrm>
                <a:off x="4561664" y="3752076"/>
                <a:ext cx="57259" cy="46433"/>
              </a:xfrm>
              <a:custGeom>
                <a:avLst/>
                <a:gdLst/>
                <a:ahLst/>
                <a:cxnLst/>
                <a:rect l="l" t="t" r="r" b="b"/>
                <a:pathLst>
                  <a:path w="2031" h="1647" extrusionOk="0">
                    <a:moveTo>
                      <a:pt x="1013" y="1"/>
                    </a:moveTo>
                    <a:cubicBezTo>
                      <a:pt x="889" y="1"/>
                      <a:pt x="759" y="29"/>
                      <a:pt x="628" y="91"/>
                    </a:cubicBezTo>
                    <a:cubicBezTo>
                      <a:pt x="485" y="172"/>
                      <a:pt x="354" y="284"/>
                      <a:pt x="292" y="430"/>
                    </a:cubicBezTo>
                    <a:cubicBezTo>
                      <a:pt x="0" y="1040"/>
                      <a:pt x="440" y="1647"/>
                      <a:pt x="1024" y="1647"/>
                    </a:cubicBezTo>
                    <a:cubicBezTo>
                      <a:pt x="1149" y="1647"/>
                      <a:pt x="1281" y="1619"/>
                      <a:pt x="1414" y="1556"/>
                    </a:cubicBezTo>
                    <a:cubicBezTo>
                      <a:pt x="1561" y="1475"/>
                      <a:pt x="1673" y="1364"/>
                      <a:pt x="1754" y="1217"/>
                    </a:cubicBezTo>
                    <a:cubicBezTo>
                      <a:pt x="2030" y="607"/>
                      <a:pt x="1590" y="1"/>
                      <a:pt x="101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5" name="Google Shape;1965;p40"/>
              <p:cNvSpPr/>
              <p:nvPr/>
            </p:nvSpPr>
            <p:spPr>
              <a:xfrm>
                <a:off x="4589349" y="3787232"/>
                <a:ext cx="2312" cy="17761"/>
              </a:xfrm>
              <a:custGeom>
                <a:avLst/>
                <a:gdLst/>
                <a:ahLst/>
                <a:cxnLst/>
                <a:rect l="l" t="t" r="r" b="b"/>
                <a:pathLst>
                  <a:path w="82" h="630" extrusionOk="0">
                    <a:moveTo>
                      <a:pt x="31" y="1"/>
                    </a:moveTo>
                    <a:cubicBezTo>
                      <a:pt x="16" y="1"/>
                      <a:pt x="0" y="20"/>
                      <a:pt x="0" y="36"/>
                    </a:cubicBezTo>
                    <a:lnTo>
                      <a:pt x="0" y="599"/>
                    </a:lnTo>
                    <a:cubicBezTo>
                      <a:pt x="0" y="614"/>
                      <a:pt x="16" y="630"/>
                      <a:pt x="31" y="630"/>
                    </a:cubicBezTo>
                    <a:cubicBezTo>
                      <a:pt x="66" y="630"/>
                      <a:pt x="81" y="614"/>
                      <a:pt x="81" y="599"/>
                    </a:cubicBezTo>
                    <a:lnTo>
                      <a:pt x="81" y="36"/>
                    </a:lnTo>
                    <a:cubicBezTo>
                      <a:pt x="81" y="20"/>
                      <a:pt x="66" y="1"/>
                      <a:pt x="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6" name="Google Shape;1966;p40"/>
              <p:cNvSpPr/>
              <p:nvPr/>
            </p:nvSpPr>
            <p:spPr>
              <a:xfrm>
                <a:off x="4563045" y="3797241"/>
                <a:ext cx="54383" cy="34931"/>
              </a:xfrm>
              <a:custGeom>
                <a:avLst/>
                <a:gdLst/>
                <a:ahLst/>
                <a:cxnLst/>
                <a:rect l="l" t="t" r="r" b="b"/>
                <a:pathLst>
                  <a:path w="1929" h="1239" extrusionOk="0">
                    <a:moveTo>
                      <a:pt x="208" y="1"/>
                    </a:moveTo>
                    <a:cubicBezTo>
                      <a:pt x="97" y="1"/>
                      <a:pt x="0" y="82"/>
                      <a:pt x="0" y="194"/>
                    </a:cubicBezTo>
                    <a:lnTo>
                      <a:pt x="0" y="1046"/>
                    </a:lnTo>
                    <a:cubicBezTo>
                      <a:pt x="0" y="1158"/>
                      <a:pt x="97" y="1239"/>
                      <a:pt x="208" y="1239"/>
                    </a:cubicBezTo>
                    <a:lnTo>
                      <a:pt x="1736" y="1239"/>
                    </a:lnTo>
                    <a:cubicBezTo>
                      <a:pt x="1848" y="1239"/>
                      <a:pt x="1929" y="1158"/>
                      <a:pt x="1929" y="1046"/>
                    </a:cubicBezTo>
                    <a:lnTo>
                      <a:pt x="1929" y="194"/>
                    </a:lnTo>
                    <a:cubicBezTo>
                      <a:pt x="1929" y="82"/>
                      <a:pt x="1848" y="1"/>
                      <a:pt x="17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7" name="Google Shape;1967;p40"/>
              <p:cNvSpPr/>
              <p:nvPr/>
            </p:nvSpPr>
            <p:spPr>
              <a:xfrm>
                <a:off x="4539533" y="3814974"/>
                <a:ext cx="101493" cy="43529"/>
              </a:xfrm>
              <a:custGeom>
                <a:avLst/>
                <a:gdLst/>
                <a:ahLst/>
                <a:cxnLst/>
                <a:rect l="l" t="t" r="r" b="b"/>
                <a:pathLst>
                  <a:path w="3600" h="1544" extrusionOk="0">
                    <a:moveTo>
                      <a:pt x="1" y="0"/>
                    </a:moveTo>
                    <a:cubicBezTo>
                      <a:pt x="1" y="270"/>
                      <a:pt x="97" y="529"/>
                      <a:pt x="240" y="772"/>
                    </a:cubicBezTo>
                    <a:cubicBezTo>
                      <a:pt x="560" y="1219"/>
                      <a:pt x="1139" y="1543"/>
                      <a:pt x="1798" y="1543"/>
                    </a:cubicBezTo>
                    <a:cubicBezTo>
                      <a:pt x="2473" y="1543"/>
                      <a:pt x="3052" y="1219"/>
                      <a:pt x="3357" y="772"/>
                    </a:cubicBezTo>
                    <a:cubicBezTo>
                      <a:pt x="3519" y="529"/>
                      <a:pt x="3600" y="270"/>
                      <a:pt x="360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8" name="Google Shape;1968;p40"/>
              <p:cNvSpPr/>
              <p:nvPr/>
            </p:nvSpPr>
            <p:spPr>
              <a:xfrm>
                <a:off x="4546299" y="3836710"/>
                <a:ext cx="87876" cy="21793"/>
              </a:xfrm>
              <a:custGeom>
                <a:avLst/>
                <a:gdLst/>
                <a:ahLst/>
                <a:cxnLst/>
                <a:rect l="l" t="t" r="r" b="b"/>
                <a:pathLst>
                  <a:path w="3117" h="773" extrusionOk="0">
                    <a:moveTo>
                      <a:pt x="0" y="1"/>
                    </a:moveTo>
                    <a:cubicBezTo>
                      <a:pt x="320" y="448"/>
                      <a:pt x="899" y="772"/>
                      <a:pt x="1558" y="772"/>
                    </a:cubicBezTo>
                    <a:cubicBezTo>
                      <a:pt x="2233" y="772"/>
                      <a:pt x="2812" y="448"/>
                      <a:pt x="31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9" name="Google Shape;1969;p40"/>
              <p:cNvSpPr/>
              <p:nvPr/>
            </p:nvSpPr>
            <p:spPr>
              <a:xfrm>
                <a:off x="4583908" y="3769189"/>
                <a:ext cx="13194" cy="19481"/>
              </a:xfrm>
              <a:custGeom>
                <a:avLst/>
                <a:gdLst/>
                <a:ahLst/>
                <a:cxnLst/>
                <a:rect l="l" t="t" r="r" b="b"/>
                <a:pathLst>
                  <a:path w="468" h="691" extrusionOk="0">
                    <a:moveTo>
                      <a:pt x="224" y="1"/>
                    </a:moveTo>
                    <a:cubicBezTo>
                      <a:pt x="224" y="1"/>
                      <a:pt x="1" y="336"/>
                      <a:pt x="1" y="467"/>
                    </a:cubicBezTo>
                    <a:cubicBezTo>
                      <a:pt x="1" y="579"/>
                      <a:pt x="97" y="691"/>
                      <a:pt x="224" y="691"/>
                    </a:cubicBezTo>
                    <a:cubicBezTo>
                      <a:pt x="355" y="691"/>
                      <a:pt x="467" y="579"/>
                      <a:pt x="467" y="467"/>
                    </a:cubicBezTo>
                    <a:cubicBezTo>
                      <a:pt x="467" y="336"/>
                      <a:pt x="224" y="1"/>
                      <a:pt x="22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0" name="Google Shape;1970;p40"/>
              <p:cNvSpPr/>
              <p:nvPr/>
            </p:nvSpPr>
            <p:spPr>
              <a:xfrm>
                <a:off x="4538574" y="3813564"/>
                <a:ext cx="103748" cy="2312"/>
              </a:xfrm>
              <a:custGeom>
                <a:avLst/>
                <a:gdLst/>
                <a:ahLst/>
                <a:cxnLst/>
                <a:rect l="l" t="t" r="r" b="b"/>
                <a:pathLst>
                  <a:path w="3680" h="82" extrusionOk="0">
                    <a:moveTo>
                      <a:pt x="35" y="0"/>
                    </a:moveTo>
                    <a:cubicBezTo>
                      <a:pt x="16" y="0"/>
                      <a:pt x="0" y="16"/>
                      <a:pt x="0" y="50"/>
                    </a:cubicBezTo>
                    <a:cubicBezTo>
                      <a:pt x="0" y="66"/>
                      <a:pt x="16" y="81"/>
                      <a:pt x="35" y="81"/>
                    </a:cubicBezTo>
                    <a:lnTo>
                      <a:pt x="3634" y="81"/>
                    </a:lnTo>
                    <a:cubicBezTo>
                      <a:pt x="3664" y="81"/>
                      <a:pt x="3680" y="66"/>
                      <a:pt x="3680" y="50"/>
                    </a:cubicBezTo>
                    <a:cubicBezTo>
                      <a:pt x="3680" y="16"/>
                      <a:pt x="3664" y="0"/>
                      <a:pt x="36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71" name="Google Shape;1971;p40"/>
            <p:cNvGrpSpPr/>
            <p:nvPr/>
          </p:nvGrpSpPr>
          <p:grpSpPr>
            <a:xfrm>
              <a:off x="-486345" y="564230"/>
              <a:ext cx="356744" cy="2492406"/>
              <a:chOff x="5045620" y="3052360"/>
              <a:chExt cx="103326" cy="721847"/>
            </a:xfrm>
          </p:grpSpPr>
          <p:sp>
            <p:nvSpPr>
              <p:cNvPr id="1972" name="Google Shape;1972;p40"/>
              <p:cNvSpPr/>
              <p:nvPr/>
            </p:nvSpPr>
            <p:spPr>
              <a:xfrm>
                <a:off x="5082271" y="3052360"/>
                <a:ext cx="2312" cy="679242"/>
              </a:xfrm>
              <a:custGeom>
                <a:avLst/>
                <a:gdLst/>
                <a:ahLst/>
                <a:cxnLst/>
                <a:rect l="l" t="t" r="r" b="b"/>
                <a:pathLst>
                  <a:path w="82" h="24093" extrusionOk="0">
                    <a:moveTo>
                      <a:pt x="35" y="1"/>
                    </a:moveTo>
                    <a:cubicBezTo>
                      <a:pt x="16" y="1"/>
                      <a:pt x="0" y="16"/>
                      <a:pt x="0" y="32"/>
                    </a:cubicBezTo>
                    <a:lnTo>
                      <a:pt x="0" y="24042"/>
                    </a:lnTo>
                    <a:cubicBezTo>
                      <a:pt x="0" y="24077"/>
                      <a:pt x="16" y="24092"/>
                      <a:pt x="35" y="24092"/>
                    </a:cubicBezTo>
                    <a:cubicBezTo>
                      <a:pt x="66" y="24092"/>
                      <a:pt x="81" y="24077"/>
                      <a:pt x="81" y="24042"/>
                    </a:cubicBezTo>
                    <a:lnTo>
                      <a:pt x="81" y="32"/>
                    </a:lnTo>
                    <a:cubicBezTo>
                      <a:pt x="81" y="16"/>
                      <a:pt x="66" y="1"/>
                      <a:pt x="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3" name="Google Shape;1973;p40"/>
              <p:cNvSpPr/>
              <p:nvPr/>
            </p:nvSpPr>
            <p:spPr>
              <a:xfrm>
                <a:off x="5051484" y="3654388"/>
                <a:ext cx="91541" cy="73216"/>
              </a:xfrm>
              <a:custGeom>
                <a:avLst/>
                <a:gdLst/>
                <a:ahLst/>
                <a:cxnLst/>
                <a:rect l="l" t="t" r="r" b="b"/>
                <a:pathLst>
                  <a:path w="3247" h="2597" extrusionOk="0">
                    <a:moveTo>
                      <a:pt x="1621" y="0"/>
                    </a:moveTo>
                    <a:cubicBezTo>
                      <a:pt x="695" y="0"/>
                      <a:pt x="0" y="969"/>
                      <a:pt x="483" y="1951"/>
                    </a:cubicBezTo>
                    <a:cubicBezTo>
                      <a:pt x="595" y="2159"/>
                      <a:pt x="757" y="2337"/>
                      <a:pt x="965" y="2433"/>
                    </a:cubicBezTo>
                    <a:cubicBezTo>
                      <a:pt x="1188" y="2546"/>
                      <a:pt x="1411" y="2597"/>
                      <a:pt x="1622" y="2597"/>
                    </a:cubicBezTo>
                    <a:cubicBezTo>
                      <a:pt x="2548" y="2597"/>
                      <a:pt x="3247" y="1618"/>
                      <a:pt x="2747" y="647"/>
                    </a:cubicBezTo>
                    <a:cubicBezTo>
                      <a:pt x="2651" y="439"/>
                      <a:pt x="2493" y="262"/>
                      <a:pt x="2284" y="165"/>
                    </a:cubicBezTo>
                    <a:cubicBezTo>
                      <a:pt x="2059" y="52"/>
                      <a:pt x="1834" y="0"/>
                      <a:pt x="162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4" name="Google Shape;1974;p40"/>
              <p:cNvSpPr/>
              <p:nvPr/>
            </p:nvSpPr>
            <p:spPr>
              <a:xfrm>
                <a:off x="5068710" y="3667779"/>
                <a:ext cx="57174" cy="46461"/>
              </a:xfrm>
              <a:custGeom>
                <a:avLst/>
                <a:gdLst/>
                <a:ahLst/>
                <a:cxnLst/>
                <a:rect l="l" t="t" r="r" b="b"/>
                <a:pathLst>
                  <a:path w="2028" h="1648" extrusionOk="0">
                    <a:moveTo>
                      <a:pt x="1009" y="0"/>
                    </a:moveTo>
                    <a:cubicBezTo>
                      <a:pt x="435" y="0"/>
                      <a:pt x="1" y="597"/>
                      <a:pt x="289" y="1218"/>
                    </a:cubicBezTo>
                    <a:cubicBezTo>
                      <a:pt x="354" y="1364"/>
                      <a:pt x="466" y="1476"/>
                      <a:pt x="628" y="1557"/>
                    </a:cubicBezTo>
                    <a:cubicBezTo>
                      <a:pt x="758" y="1619"/>
                      <a:pt x="888" y="1647"/>
                      <a:pt x="1012" y="1647"/>
                    </a:cubicBezTo>
                    <a:cubicBezTo>
                      <a:pt x="1588" y="1647"/>
                      <a:pt x="2027" y="1040"/>
                      <a:pt x="1735" y="431"/>
                    </a:cubicBezTo>
                    <a:cubicBezTo>
                      <a:pt x="1673" y="284"/>
                      <a:pt x="1542" y="157"/>
                      <a:pt x="1399" y="91"/>
                    </a:cubicBezTo>
                    <a:cubicBezTo>
                      <a:pt x="1267" y="29"/>
                      <a:pt x="1135" y="0"/>
                      <a:pt x="100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5" name="Google Shape;1975;p40"/>
              <p:cNvSpPr/>
              <p:nvPr/>
            </p:nvSpPr>
            <p:spPr>
              <a:xfrm>
                <a:off x="5096311" y="3702964"/>
                <a:ext cx="1861" cy="17761"/>
              </a:xfrm>
              <a:custGeom>
                <a:avLst/>
                <a:gdLst/>
                <a:ahLst/>
                <a:cxnLst/>
                <a:rect l="l" t="t" r="r" b="b"/>
                <a:pathLst>
                  <a:path w="66" h="630" extrusionOk="0">
                    <a:moveTo>
                      <a:pt x="35" y="1"/>
                    </a:moveTo>
                    <a:cubicBezTo>
                      <a:pt x="19" y="1"/>
                      <a:pt x="0" y="20"/>
                      <a:pt x="0" y="35"/>
                    </a:cubicBezTo>
                    <a:lnTo>
                      <a:pt x="0" y="598"/>
                    </a:lnTo>
                    <a:cubicBezTo>
                      <a:pt x="0" y="614"/>
                      <a:pt x="19" y="629"/>
                      <a:pt x="35" y="629"/>
                    </a:cubicBezTo>
                    <a:cubicBezTo>
                      <a:pt x="50" y="629"/>
                      <a:pt x="66" y="614"/>
                      <a:pt x="66" y="598"/>
                    </a:cubicBezTo>
                    <a:lnTo>
                      <a:pt x="66" y="35"/>
                    </a:lnTo>
                    <a:cubicBezTo>
                      <a:pt x="66" y="20"/>
                      <a:pt x="50" y="1"/>
                      <a:pt x="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6" name="Google Shape;1976;p40"/>
              <p:cNvSpPr/>
              <p:nvPr/>
            </p:nvSpPr>
            <p:spPr>
              <a:xfrm>
                <a:off x="5070092" y="3712972"/>
                <a:ext cx="54383" cy="34931"/>
              </a:xfrm>
              <a:custGeom>
                <a:avLst/>
                <a:gdLst/>
                <a:ahLst/>
                <a:cxnLst/>
                <a:rect l="l" t="t" r="r" b="b"/>
                <a:pathLst>
                  <a:path w="1929" h="1239" extrusionOk="0">
                    <a:moveTo>
                      <a:pt x="193" y="0"/>
                    </a:moveTo>
                    <a:cubicBezTo>
                      <a:pt x="81" y="0"/>
                      <a:pt x="0" y="81"/>
                      <a:pt x="0" y="193"/>
                    </a:cubicBezTo>
                    <a:lnTo>
                      <a:pt x="0" y="1046"/>
                    </a:lnTo>
                    <a:cubicBezTo>
                      <a:pt x="0" y="1158"/>
                      <a:pt x="81" y="1239"/>
                      <a:pt x="193" y="1239"/>
                    </a:cubicBezTo>
                    <a:lnTo>
                      <a:pt x="1721" y="1239"/>
                    </a:lnTo>
                    <a:cubicBezTo>
                      <a:pt x="1833" y="1239"/>
                      <a:pt x="1929" y="1158"/>
                      <a:pt x="1929" y="1046"/>
                    </a:cubicBezTo>
                    <a:lnTo>
                      <a:pt x="1929" y="193"/>
                    </a:lnTo>
                    <a:cubicBezTo>
                      <a:pt x="1929" y="81"/>
                      <a:pt x="1833" y="0"/>
                      <a:pt x="172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7" name="Google Shape;1977;p40"/>
              <p:cNvSpPr/>
              <p:nvPr/>
            </p:nvSpPr>
            <p:spPr>
              <a:xfrm>
                <a:off x="5046494" y="3730142"/>
                <a:ext cx="101493" cy="44065"/>
              </a:xfrm>
              <a:custGeom>
                <a:avLst/>
                <a:gdLst/>
                <a:ahLst/>
                <a:cxnLst/>
                <a:rect l="l" t="t" r="r" b="b"/>
                <a:pathLst>
                  <a:path w="3600" h="1563" extrusionOk="0">
                    <a:moveTo>
                      <a:pt x="0" y="1"/>
                    </a:moveTo>
                    <a:cubicBezTo>
                      <a:pt x="0" y="290"/>
                      <a:pt x="81" y="549"/>
                      <a:pt x="243" y="792"/>
                    </a:cubicBezTo>
                    <a:cubicBezTo>
                      <a:pt x="548" y="1239"/>
                      <a:pt x="1127" y="1563"/>
                      <a:pt x="1802" y="1563"/>
                    </a:cubicBezTo>
                    <a:cubicBezTo>
                      <a:pt x="2461" y="1563"/>
                      <a:pt x="3055" y="1239"/>
                      <a:pt x="3360" y="792"/>
                    </a:cubicBezTo>
                    <a:cubicBezTo>
                      <a:pt x="3503" y="549"/>
                      <a:pt x="3599" y="290"/>
                      <a:pt x="359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8" name="Google Shape;1978;p40"/>
              <p:cNvSpPr/>
              <p:nvPr/>
            </p:nvSpPr>
            <p:spPr>
              <a:xfrm>
                <a:off x="5053345" y="3752442"/>
                <a:ext cx="87876" cy="21765"/>
              </a:xfrm>
              <a:custGeom>
                <a:avLst/>
                <a:gdLst/>
                <a:ahLst/>
                <a:cxnLst/>
                <a:rect l="l" t="t" r="r" b="b"/>
                <a:pathLst>
                  <a:path w="3117" h="772" extrusionOk="0">
                    <a:moveTo>
                      <a:pt x="0" y="1"/>
                    </a:moveTo>
                    <a:cubicBezTo>
                      <a:pt x="305" y="448"/>
                      <a:pt x="884" y="772"/>
                      <a:pt x="1559" y="772"/>
                    </a:cubicBezTo>
                    <a:cubicBezTo>
                      <a:pt x="2218" y="772"/>
                      <a:pt x="2812" y="448"/>
                      <a:pt x="31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9" name="Google Shape;1979;p40"/>
              <p:cNvSpPr/>
              <p:nvPr/>
            </p:nvSpPr>
            <p:spPr>
              <a:xfrm>
                <a:off x="5090870" y="3684921"/>
                <a:ext cx="12743" cy="19481"/>
              </a:xfrm>
              <a:custGeom>
                <a:avLst/>
                <a:gdLst/>
                <a:ahLst/>
                <a:cxnLst/>
                <a:rect l="l" t="t" r="r" b="b"/>
                <a:pathLst>
                  <a:path w="452" h="691" extrusionOk="0">
                    <a:moveTo>
                      <a:pt x="228" y="0"/>
                    </a:moveTo>
                    <a:cubicBezTo>
                      <a:pt x="228" y="0"/>
                      <a:pt x="0" y="336"/>
                      <a:pt x="0" y="467"/>
                    </a:cubicBezTo>
                    <a:cubicBezTo>
                      <a:pt x="0" y="579"/>
                      <a:pt x="97" y="691"/>
                      <a:pt x="228" y="691"/>
                    </a:cubicBezTo>
                    <a:cubicBezTo>
                      <a:pt x="355" y="691"/>
                      <a:pt x="451" y="579"/>
                      <a:pt x="451" y="467"/>
                    </a:cubicBezTo>
                    <a:cubicBezTo>
                      <a:pt x="451" y="336"/>
                      <a:pt x="228" y="0"/>
                      <a:pt x="22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0" name="Google Shape;1980;p40"/>
              <p:cNvSpPr/>
              <p:nvPr/>
            </p:nvSpPr>
            <p:spPr>
              <a:xfrm>
                <a:off x="5045620" y="3729296"/>
                <a:ext cx="103326" cy="2312"/>
              </a:xfrm>
              <a:custGeom>
                <a:avLst/>
                <a:gdLst/>
                <a:ahLst/>
                <a:cxnLst/>
                <a:rect l="l" t="t" r="r" b="b"/>
                <a:pathLst>
                  <a:path w="3665" h="82" extrusionOk="0">
                    <a:moveTo>
                      <a:pt x="31" y="0"/>
                    </a:moveTo>
                    <a:cubicBezTo>
                      <a:pt x="16" y="0"/>
                      <a:pt x="1" y="15"/>
                      <a:pt x="1" y="31"/>
                    </a:cubicBezTo>
                    <a:cubicBezTo>
                      <a:pt x="1" y="66"/>
                      <a:pt x="16" y="81"/>
                      <a:pt x="31" y="81"/>
                    </a:cubicBezTo>
                    <a:lnTo>
                      <a:pt x="3630" y="81"/>
                    </a:lnTo>
                    <a:cubicBezTo>
                      <a:pt x="3649" y="81"/>
                      <a:pt x="3665" y="66"/>
                      <a:pt x="3665" y="31"/>
                    </a:cubicBezTo>
                    <a:cubicBezTo>
                      <a:pt x="3665" y="15"/>
                      <a:pt x="3649" y="0"/>
                      <a:pt x="36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81" name="Google Shape;1981;p40"/>
            <p:cNvGrpSpPr/>
            <p:nvPr/>
          </p:nvGrpSpPr>
          <p:grpSpPr>
            <a:xfrm>
              <a:off x="-1219367" y="539508"/>
              <a:ext cx="669876" cy="2085490"/>
              <a:chOff x="-1219367" y="1063258"/>
              <a:chExt cx="669876" cy="2085490"/>
            </a:xfrm>
          </p:grpSpPr>
          <p:sp>
            <p:nvSpPr>
              <p:cNvPr id="1982" name="Google Shape;1982;p40"/>
              <p:cNvSpPr/>
              <p:nvPr/>
            </p:nvSpPr>
            <p:spPr>
              <a:xfrm>
                <a:off x="-829871" y="1806131"/>
                <a:ext cx="192730" cy="666223"/>
              </a:xfrm>
              <a:custGeom>
                <a:avLst/>
                <a:gdLst/>
                <a:ahLst/>
                <a:cxnLst/>
                <a:rect l="l" t="t" r="r" b="b"/>
                <a:pathLst>
                  <a:path w="1980" h="6844" extrusionOk="0">
                    <a:moveTo>
                      <a:pt x="421" y="1"/>
                    </a:moveTo>
                    <a:cubicBezTo>
                      <a:pt x="405" y="1"/>
                      <a:pt x="388" y="4"/>
                      <a:pt x="371" y="13"/>
                    </a:cubicBezTo>
                    <a:cubicBezTo>
                      <a:pt x="321" y="28"/>
                      <a:pt x="290" y="94"/>
                      <a:pt x="305" y="155"/>
                    </a:cubicBezTo>
                    <a:cubicBezTo>
                      <a:pt x="1721" y="3723"/>
                      <a:pt x="51" y="6651"/>
                      <a:pt x="31" y="6682"/>
                    </a:cubicBezTo>
                    <a:cubicBezTo>
                      <a:pt x="1" y="6732"/>
                      <a:pt x="16" y="6793"/>
                      <a:pt x="66" y="6828"/>
                    </a:cubicBezTo>
                    <a:cubicBezTo>
                      <a:pt x="82" y="6844"/>
                      <a:pt x="112" y="6844"/>
                      <a:pt x="128" y="6844"/>
                    </a:cubicBezTo>
                    <a:cubicBezTo>
                      <a:pt x="163" y="6844"/>
                      <a:pt x="193" y="6828"/>
                      <a:pt x="224" y="6793"/>
                    </a:cubicBezTo>
                    <a:cubicBezTo>
                      <a:pt x="244" y="6763"/>
                      <a:pt x="1979" y="3758"/>
                      <a:pt x="514" y="78"/>
                    </a:cubicBezTo>
                    <a:cubicBezTo>
                      <a:pt x="502" y="30"/>
                      <a:pt x="466" y="1"/>
                      <a:pt x="42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3" name="Google Shape;1983;p40"/>
              <p:cNvSpPr/>
              <p:nvPr/>
            </p:nvSpPr>
            <p:spPr>
              <a:xfrm>
                <a:off x="-931590" y="1654274"/>
                <a:ext cx="215994" cy="170839"/>
              </a:xfrm>
              <a:custGeom>
                <a:avLst/>
                <a:gdLst/>
                <a:ahLst/>
                <a:cxnLst/>
                <a:rect l="l" t="t" r="r" b="b"/>
                <a:pathLst>
                  <a:path w="2219" h="1755" extrusionOk="0">
                    <a:moveTo>
                      <a:pt x="1098" y="1"/>
                    </a:moveTo>
                    <a:cubicBezTo>
                      <a:pt x="988" y="1"/>
                      <a:pt x="878" y="19"/>
                      <a:pt x="772" y="61"/>
                    </a:cubicBezTo>
                    <a:cubicBezTo>
                      <a:pt x="243" y="254"/>
                      <a:pt x="0" y="963"/>
                      <a:pt x="162" y="1349"/>
                    </a:cubicBezTo>
                    <a:cubicBezTo>
                      <a:pt x="262" y="1605"/>
                      <a:pt x="561" y="1754"/>
                      <a:pt x="913" y="1754"/>
                    </a:cubicBezTo>
                    <a:cubicBezTo>
                      <a:pt x="1064" y="1754"/>
                      <a:pt x="1225" y="1727"/>
                      <a:pt x="1385" y="1669"/>
                    </a:cubicBezTo>
                    <a:cubicBezTo>
                      <a:pt x="1913" y="1461"/>
                      <a:pt x="2218" y="979"/>
                      <a:pt x="2075" y="593"/>
                    </a:cubicBezTo>
                    <a:cubicBezTo>
                      <a:pt x="1958" y="297"/>
                      <a:pt x="1535" y="1"/>
                      <a:pt x="109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4" name="Google Shape;1984;p40"/>
              <p:cNvSpPr/>
              <p:nvPr/>
            </p:nvSpPr>
            <p:spPr>
              <a:xfrm>
                <a:off x="-952907" y="1682309"/>
                <a:ext cx="290556" cy="212210"/>
              </a:xfrm>
              <a:custGeom>
                <a:avLst/>
                <a:gdLst/>
                <a:ahLst/>
                <a:cxnLst/>
                <a:rect l="l" t="t" r="r" b="b"/>
                <a:pathLst>
                  <a:path w="2985" h="2180" extrusionOk="0">
                    <a:moveTo>
                      <a:pt x="2487" y="0"/>
                    </a:moveTo>
                    <a:cubicBezTo>
                      <a:pt x="2067" y="224"/>
                      <a:pt x="2020" y="579"/>
                      <a:pt x="2020" y="579"/>
                    </a:cubicBezTo>
                    <a:cubicBezTo>
                      <a:pt x="2020" y="579"/>
                      <a:pt x="1721" y="242"/>
                      <a:pt x="1369" y="242"/>
                    </a:cubicBezTo>
                    <a:cubicBezTo>
                      <a:pt x="1313" y="242"/>
                      <a:pt x="1256" y="251"/>
                      <a:pt x="1199" y="270"/>
                    </a:cubicBezTo>
                    <a:cubicBezTo>
                      <a:pt x="767" y="417"/>
                      <a:pt x="798" y="1042"/>
                      <a:pt x="798" y="1042"/>
                    </a:cubicBezTo>
                    <a:cubicBezTo>
                      <a:pt x="798" y="1042"/>
                      <a:pt x="475" y="925"/>
                      <a:pt x="199" y="925"/>
                    </a:cubicBezTo>
                    <a:cubicBezTo>
                      <a:pt x="138" y="925"/>
                      <a:pt x="79" y="931"/>
                      <a:pt x="26" y="945"/>
                    </a:cubicBezTo>
                    <a:cubicBezTo>
                      <a:pt x="1" y="1469"/>
                      <a:pt x="620" y="2180"/>
                      <a:pt x="1414" y="2180"/>
                    </a:cubicBezTo>
                    <a:cubicBezTo>
                      <a:pt x="1573" y="2180"/>
                      <a:pt x="1739" y="2151"/>
                      <a:pt x="1909" y="2087"/>
                    </a:cubicBezTo>
                    <a:cubicBezTo>
                      <a:pt x="2761" y="1751"/>
                      <a:pt x="2985" y="579"/>
                      <a:pt x="24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5" name="Google Shape;1985;p40"/>
              <p:cNvSpPr/>
              <p:nvPr/>
            </p:nvSpPr>
            <p:spPr>
              <a:xfrm>
                <a:off x="-912804" y="1971422"/>
                <a:ext cx="164502" cy="334961"/>
              </a:xfrm>
              <a:custGeom>
                <a:avLst/>
                <a:gdLst/>
                <a:ahLst/>
                <a:cxnLst/>
                <a:rect l="l" t="t" r="r" b="b"/>
                <a:pathLst>
                  <a:path w="1690" h="3441" extrusionOk="0">
                    <a:moveTo>
                      <a:pt x="305" y="0"/>
                    </a:moveTo>
                    <a:lnTo>
                      <a:pt x="305" y="0"/>
                    </a:lnTo>
                    <a:cubicBezTo>
                      <a:pt x="0" y="1979"/>
                      <a:pt x="1689" y="3441"/>
                      <a:pt x="1689" y="3441"/>
                    </a:cubicBezTo>
                    <a:cubicBezTo>
                      <a:pt x="1689" y="3441"/>
                      <a:pt x="1400" y="1528"/>
                      <a:pt x="30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6" name="Google Shape;1986;p40"/>
              <p:cNvSpPr/>
              <p:nvPr/>
            </p:nvSpPr>
            <p:spPr>
              <a:xfrm>
                <a:off x="-1159850" y="1821220"/>
                <a:ext cx="203535" cy="167821"/>
              </a:xfrm>
              <a:custGeom>
                <a:avLst/>
                <a:gdLst/>
                <a:ahLst/>
                <a:cxnLst/>
                <a:rect l="l" t="t" r="r" b="b"/>
                <a:pathLst>
                  <a:path w="2091" h="1724" extrusionOk="0">
                    <a:moveTo>
                      <a:pt x="1053" y="0"/>
                    </a:moveTo>
                    <a:cubicBezTo>
                      <a:pt x="500" y="0"/>
                      <a:pt x="46" y="538"/>
                      <a:pt x="16" y="934"/>
                    </a:cubicBezTo>
                    <a:cubicBezTo>
                      <a:pt x="0" y="1350"/>
                      <a:pt x="451" y="1705"/>
                      <a:pt x="1011" y="1721"/>
                    </a:cubicBezTo>
                    <a:cubicBezTo>
                      <a:pt x="1040" y="1722"/>
                      <a:pt x="1068" y="1723"/>
                      <a:pt x="1097" y="1723"/>
                    </a:cubicBezTo>
                    <a:cubicBezTo>
                      <a:pt x="1622" y="1723"/>
                      <a:pt x="2057" y="1425"/>
                      <a:pt x="2071" y="1030"/>
                    </a:cubicBezTo>
                    <a:cubicBezTo>
                      <a:pt x="2091" y="629"/>
                      <a:pt x="1655" y="35"/>
                      <a:pt x="1076" y="0"/>
                    </a:cubicBezTo>
                    <a:cubicBezTo>
                      <a:pt x="1069" y="0"/>
                      <a:pt x="1061" y="0"/>
                      <a:pt x="105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7" name="Google Shape;1987;p40"/>
              <p:cNvSpPr/>
              <p:nvPr/>
            </p:nvSpPr>
            <p:spPr>
              <a:xfrm>
                <a:off x="-1213191" y="1874564"/>
                <a:ext cx="306324" cy="189432"/>
              </a:xfrm>
              <a:custGeom>
                <a:avLst/>
                <a:gdLst/>
                <a:ahLst/>
                <a:cxnLst/>
                <a:rect l="l" t="t" r="r" b="b"/>
                <a:pathLst>
                  <a:path w="3147" h="1946" extrusionOk="0">
                    <a:moveTo>
                      <a:pt x="1593" y="0"/>
                    </a:moveTo>
                    <a:cubicBezTo>
                      <a:pt x="1142" y="0"/>
                      <a:pt x="918" y="563"/>
                      <a:pt x="918" y="563"/>
                    </a:cubicBezTo>
                    <a:cubicBezTo>
                      <a:pt x="918" y="563"/>
                      <a:pt x="756" y="243"/>
                      <a:pt x="290" y="162"/>
                    </a:cubicBezTo>
                    <a:lnTo>
                      <a:pt x="290" y="162"/>
                    </a:lnTo>
                    <a:cubicBezTo>
                      <a:pt x="0" y="868"/>
                      <a:pt x="579" y="1898"/>
                      <a:pt x="1512" y="1944"/>
                    </a:cubicBezTo>
                    <a:cubicBezTo>
                      <a:pt x="1535" y="1945"/>
                      <a:pt x="1558" y="1946"/>
                      <a:pt x="1581" y="1946"/>
                    </a:cubicBezTo>
                    <a:cubicBezTo>
                      <a:pt x="2612" y="1946"/>
                      <a:pt x="3146" y="840"/>
                      <a:pt x="2909" y="274"/>
                    </a:cubicBezTo>
                    <a:lnTo>
                      <a:pt x="2909" y="274"/>
                    </a:lnTo>
                    <a:cubicBezTo>
                      <a:pt x="2604" y="289"/>
                      <a:pt x="2218" y="594"/>
                      <a:pt x="2218" y="594"/>
                    </a:cubicBezTo>
                    <a:cubicBezTo>
                      <a:pt x="2218" y="594"/>
                      <a:pt x="2041" y="16"/>
                      <a:pt x="159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8" name="Google Shape;1988;p40"/>
              <p:cNvSpPr/>
              <p:nvPr/>
            </p:nvSpPr>
            <p:spPr>
              <a:xfrm>
                <a:off x="-1009753" y="2090377"/>
                <a:ext cx="123620" cy="288138"/>
              </a:xfrm>
              <a:custGeom>
                <a:avLst/>
                <a:gdLst/>
                <a:ahLst/>
                <a:cxnLst/>
                <a:rect l="l" t="t" r="r" b="b"/>
                <a:pathLst>
                  <a:path w="1270" h="2960" extrusionOk="0">
                    <a:moveTo>
                      <a:pt x="564" y="1"/>
                    </a:moveTo>
                    <a:cubicBezTo>
                      <a:pt x="1" y="1447"/>
                      <a:pt x="194" y="2959"/>
                      <a:pt x="194" y="2959"/>
                    </a:cubicBezTo>
                    <a:cubicBezTo>
                      <a:pt x="194" y="2959"/>
                      <a:pt x="1270" y="1366"/>
                      <a:pt x="56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9" name="Google Shape;1989;p40"/>
              <p:cNvSpPr/>
              <p:nvPr/>
            </p:nvSpPr>
            <p:spPr>
              <a:xfrm>
                <a:off x="-1209785" y="2121624"/>
                <a:ext cx="201686" cy="208414"/>
              </a:xfrm>
              <a:custGeom>
                <a:avLst/>
                <a:gdLst/>
                <a:ahLst/>
                <a:cxnLst/>
                <a:rect l="l" t="t" r="r" b="b"/>
                <a:pathLst>
                  <a:path w="2072" h="2141" extrusionOk="0">
                    <a:moveTo>
                      <a:pt x="0" y="0"/>
                    </a:moveTo>
                    <a:lnTo>
                      <a:pt x="0" y="0"/>
                    </a:lnTo>
                    <a:cubicBezTo>
                      <a:pt x="270" y="1512"/>
                      <a:pt x="2071" y="2141"/>
                      <a:pt x="2071" y="2141"/>
                    </a:cubicBezTo>
                    <a:cubicBezTo>
                      <a:pt x="2071" y="2141"/>
                      <a:pt x="1331" y="822"/>
                      <a:pt x="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90" name="Google Shape;1990;p40"/>
              <p:cNvGrpSpPr/>
              <p:nvPr/>
            </p:nvGrpSpPr>
            <p:grpSpPr>
              <a:xfrm>
                <a:off x="-1219367" y="1063258"/>
                <a:ext cx="669876" cy="2085490"/>
                <a:chOff x="4742464" y="3046919"/>
                <a:chExt cx="194021" cy="604000"/>
              </a:xfrm>
            </p:grpSpPr>
            <p:sp>
              <p:nvSpPr>
                <p:cNvPr id="1991" name="Google Shape;1991;p40"/>
                <p:cNvSpPr/>
                <p:nvPr/>
              </p:nvSpPr>
              <p:spPr>
                <a:xfrm>
                  <a:off x="4909252" y="3493210"/>
                  <a:ext cx="18522" cy="16323"/>
                </a:xfrm>
                <a:custGeom>
                  <a:avLst/>
                  <a:gdLst/>
                  <a:ahLst/>
                  <a:cxnLst/>
                  <a:rect l="l" t="t" r="r" b="b"/>
                  <a:pathLst>
                    <a:path w="657" h="579" extrusionOk="0">
                      <a:moveTo>
                        <a:pt x="1" y="0"/>
                      </a:moveTo>
                      <a:lnTo>
                        <a:pt x="1" y="579"/>
                      </a:lnTo>
                      <a:lnTo>
                        <a:pt x="657" y="579"/>
                      </a:lnTo>
                      <a:lnTo>
                        <a:pt x="626" y="0"/>
                      </a:lnTo>
                      <a:close/>
                    </a:path>
                  </a:pathLst>
                </a:custGeom>
                <a:solidFill>
                  <a:srgbClr val="B2C5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2" name="Google Shape;1992;p40"/>
                <p:cNvSpPr/>
                <p:nvPr/>
              </p:nvSpPr>
              <p:spPr>
                <a:xfrm>
                  <a:off x="4749738" y="3046919"/>
                  <a:ext cx="178036" cy="447302"/>
                </a:xfrm>
                <a:custGeom>
                  <a:avLst/>
                  <a:gdLst/>
                  <a:ahLst/>
                  <a:cxnLst/>
                  <a:rect l="l" t="t" r="r" b="b"/>
                  <a:pathLst>
                    <a:path w="6315" h="15866" extrusionOk="0">
                      <a:moveTo>
                        <a:pt x="3167" y="244"/>
                      </a:moveTo>
                      <a:lnTo>
                        <a:pt x="6237" y="15799"/>
                      </a:lnTo>
                      <a:lnTo>
                        <a:pt x="97" y="15799"/>
                      </a:lnTo>
                      <a:lnTo>
                        <a:pt x="3167" y="244"/>
                      </a:lnTo>
                      <a:close/>
                      <a:moveTo>
                        <a:pt x="3167" y="1"/>
                      </a:moveTo>
                      <a:cubicBezTo>
                        <a:pt x="3152" y="1"/>
                        <a:pt x="3133" y="16"/>
                        <a:pt x="3133" y="32"/>
                      </a:cubicBezTo>
                      <a:lnTo>
                        <a:pt x="16" y="15830"/>
                      </a:lnTo>
                      <a:cubicBezTo>
                        <a:pt x="1" y="15830"/>
                        <a:pt x="16" y="15846"/>
                        <a:pt x="16" y="15846"/>
                      </a:cubicBezTo>
                      <a:cubicBezTo>
                        <a:pt x="31" y="15865"/>
                        <a:pt x="31" y="15865"/>
                        <a:pt x="47" y="15865"/>
                      </a:cubicBezTo>
                      <a:lnTo>
                        <a:pt x="6284" y="15865"/>
                      </a:lnTo>
                      <a:cubicBezTo>
                        <a:pt x="6299" y="15865"/>
                        <a:pt x="6299" y="15865"/>
                        <a:pt x="6315" y="15846"/>
                      </a:cubicBezTo>
                      <a:lnTo>
                        <a:pt x="6315" y="15830"/>
                      </a:lnTo>
                      <a:lnTo>
                        <a:pt x="3198" y="32"/>
                      </a:lnTo>
                      <a:cubicBezTo>
                        <a:pt x="3198" y="16"/>
                        <a:pt x="3183" y="1"/>
                        <a:pt x="31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3" name="Google Shape;1993;p40"/>
                <p:cNvSpPr/>
                <p:nvPr/>
              </p:nvSpPr>
              <p:spPr>
                <a:xfrm>
                  <a:off x="4783682" y="3333667"/>
                  <a:ext cx="79841" cy="180432"/>
                </a:xfrm>
                <a:custGeom>
                  <a:avLst/>
                  <a:gdLst/>
                  <a:ahLst/>
                  <a:cxnLst/>
                  <a:rect l="l" t="t" r="r" b="b"/>
                  <a:pathLst>
                    <a:path w="2832" h="6400" extrusionOk="0">
                      <a:moveTo>
                        <a:pt x="296" y="1"/>
                      </a:moveTo>
                      <a:cubicBezTo>
                        <a:pt x="246" y="1"/>
                        <a:pt x="212" y="45"/>
                        <a:pt x="212" y="101"/>
                      </a:cubicBezTo>
                      <a:cubicBezTo>
                        <a:pt x="0" y="4055"/>
                        <a:pt x="2604" y="6350"/>
                        <a:pt x="2638" y="6384"/>
                      </a:cubicBezTo>
                      <a:cubicBezTo>
                        <a:pt x="2654" y="6400"/>
                        <a:pt x="2685" y="6400"/>
                        <a:pt x="2719" y="6400"/>
                      </a:cubicBezTo>
                      <a:cubicBezTo>
                        <a:pt x="2750" y="6400"/>
                        <a:pt x="2766" y="6384"/>
                        <a:pt x="2796" y="6369"/>
                      </a:cubicBezTo>
                      <a:cubicBezTo>
                        <a:pt x="2831" y="6319"/>
                        <a:pt x="2831" y="6238"/>
                        <a:pt x="2781" y="6207"/>
                      </a:cubicBezTo>
                      <a:cubicBezTo>
                        <a:pt x="2766" y="6192"/>
                        <a:pt x="228" y="3958"/>
                        <a:pt x="436" y="117"/>
                      </a:cubicBezTo>
                      <a:cubicBezTo>
                        <a:pt x="436" y="51"/>
                        <a:pt x="386" y="5"/>
                        <a:pt x="324" y="5"/>
                      </a:cubicBezTo>
                      <a:cubicBezTo>
                        <a:pt x="314" y="2"/>
                        <a:pt x="305" y="1"/>
                        <a:pt x="29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4" name="Google Shape;1994;p40"/>
                <p:cNvSpPr/>
                <p:nvPr/>
              </p:nvSpPr>
              <p:spPr>
                <a:xfrm>
                  <a:off x="4751034" y="3482779"/>
                  <a:ext cx="176739" cy="168140"/>
                </a:xfrm>
                <a:custGeom>
                  <a:avLst/>
                  <a:gdLst/>
                  <a:ahLst/>
                  <a:cxnLst/>
                  <a:rect l="l" t="t" r="r" b="b"/>
                  <a:pathLst>
                    <a:path w="6269" h="5964" extrusionOk="0">
                      <a:moveTo>
                        <a:pt x="1" y="0"/>
                      </a:moveTo>
                      <a:lnTo>
                        <a:pt x="1" y="4146"/>
                      </a:lnTo>
                      <a:cubicBezTo>
                        <a:pt x="1" y="5145"/>
                        <a:pt x="807" y="5963"/>
                        <a:pt x="1818" y="5963"/>
                      </a:cubicBezTo>
                      <a:lnTo>
                        <a:pt x="4456" y="5963"/>
                      </a:lnTo>
                      <a:cubicBezTo>
                        <a:pt x="5451" y="5963"/>
                        <a:pt x="6269" y="5145"/>
                        <a:pt x="6269" y="4146"/>
                      </a:cubicBezTo>
                      <a:lnTo>
                        <a:pt x="626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5" name="Google Shape;1995;p40"/>
                <p:cNvSpPr/>
                <p:nvPr/>
              </p:nvSpPr>
              <p:spPr>
                <a:xfrm>
                  <a:off x="4769642" y="3483737"/>
                  <a:ext cx="139637" cy="150858"/>
                </a:xfrm>
                <a:custGeom>
                  <a:avLst/>
                  <a:gdLst/>
                  <a:ahLst/>
                  <a:cxnLst/>
                  <a:rect l="l" t="t" r="r" b="b"/>
                  <a:pathLst>
                    <a:path w="4953" h="5351" extrusionOk="0">
                      <a:moveTo>
                        <a:pt x="0" y="1"/>
                      </a:moveTo>
                      <a:lnTo>
                        <a:pt x="0" y="3873"/>
                      </a:lnTo>
                      <a:cubicBezTo>
                        <a:pt x="0" y="4691"/>
                        <a:pt x="660" y="5351"/>
                        <a:pt x="1462" y="5351"/>
                      </a:cubicBezTo>
                      <a:lnTo>
                        <a:pt x="3487" y="5351"/>
                      </a:lnTo>
                      <a:cubicBezTo>
                        <a:pt x="4228" y="5351"/>
                        <a:pt x="4856" y="4787"/>
                        <a:pt x="4934" y="4066"/>
                      </a:cubicBezTo>
                      <a:cubicBezTo>
                        <a:pt x="4953" y="4001"/>
                        <a:pt x="4953" y="3939"/>
                        <a:pt x="4953" y="3873"/>
                      </a:cubicBezTo>
                      <a:lnTo>
                        <a:pt x="495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6" name="Google Shape;1996;p40"/>
                <p:cNvSpPr/>
                <p:nvPr/>
              </p:nvSpPr>
              <p:spPr>
                <a:xfrm>
                  <a:off x="4769642" y="3449709"/>
                  <a:ext cx="139637" cy="72116"/>
                </a:xfrm>
                <a:custGeom>
                  <a:avLst/>
                  <a:gdLst/>
                  <a:ahLst/>
                  <a:cxnLst/>
                  <a:rect l="l" t="t" r="r" b="b"/>
                  <a:pathLst>
                    <a:path w="4953" h="2558" extrusionOk="0">
                      <a:moveTo>
                        <a:pt x="2477" y="1"/>
                      </a:moveTo>
                      <a:cubicBezTo>
                        <a:pt x="1111" y="1"/>
                        <a:pt x="0" y="1173"/>
                        <a:pt x="0" y="1173"/>
                      </a:cubicBezTo>
                      <a:cubicBezTo>
                        <a:pt x="0" y="1929"/>
                        <a:pt x="1111" y="2558"/>
                        <a:pt x="2477" y="2558"/>
                      </a:cubicBezTo>
                      <a:cubicBezTo>
                        <a:pt x="3842" y="2558"/>
                        <a:pt x="4953" y="1929"/>
                        <a:pt x="4953" y="1173"/>
                      </a:cubicBezTo>
                      <a:cubicBezTo>
                        <a:pt x="4953" y="1173"/>
                        <a:pt x="3842" y="1"/>
                        <a:pt x="24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7" name="Google Shape;1997;p40"/>
                <p:cNvSpPr/>
                <p:nvPr/>
              </p:nvSpPr>
              <p:spPr>
                <a:xfrm>
                  <a:off x="4783682" y="3514947"/>
                  <a:ext cx="8711" cy="73441"/>
                </a:xfrm>
                <a:custGeom>
                  <a:avLst/>
                  <a:gdLst/>
                  <a:ahLst/>
                  <a:cxnLst/>
                  <a:rect l="l" t="t" r="r" b="b"/>
                  <a:pathLst>
                    <a:path w="309" h="2605" extrusionOk="0">
                      <a:moveTo>
                        <a:pt x="147" y="1"/>
                      </a:moveTo>
                      <a:cubicBezTo>
                        <a:pt x="66" y="1"/>
                        <a:pt x="0" y="82"/>
                        <a:pt x="0" y="163"/>
                      </a:cubicBezTo>
                      <a:lnTo>
                        <a:pt x="0" y="2462"/>
                      </a:lnTo>
                      <a:cubicBezTo>
                        <a:pt x="0" y="2543"/>
                        <a:pt x="66" y="2604"/>
                        <a:pt x="147" y="2604"/>
                      </a:cubicBezTo>
                      <a:cubicBezTo>
                        <a:pt x="243" y="2604"/>
                        <a:pt x="309" y="2543"/>
                        <a:pt x="309" y="2462"/>
                      </a:cubicBezTo>
                      <a:lnTo>
                        <a:pt x="309" y="163"/>
                      </a:lnTo>
                      <a:cubicBezTo>
                        <a:pt x="309" y="82"/>
                        <a:pt x="243" y="1"/>
                        <a:pt x="1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8" name="Google Shape;1998;p40"/>
                <p:cNvSpPr/>
                <p:nvPr/>
              </p:nvSpPr>
              <p:spPr>
                <a:xfrm>
                  <a:off x="4742464" y="3474603"/>
                  <a:ext cx="194021" cy="18635"/>
                </a:xfrm>
                <a:custGeom>
                  <a:avLst/>
                  <a:gdLst/>
                  <a:ahLst/>
                  <a:cxnLst/>
                  <a:rect l="l" t="t" r="r" b="b"/>
                  <a:pathLst>
                    <a:path w="6882" h="661" extrusionOk="0">
                      <a:moveTo>
                        <a:pt x="324" y="1"/>
                      </a:moveTo>
                      <a:cubicBezTo>
                        <a:pt x="147" y="1"/>
                        <a:pt x="0" y="147"/>
                        <a:pt x="0" y="325"/>
                      </a:cubicBezTo>
                      <a:cubicBezTo>
                        <a:pt x="0" y="518"/>
                        <a:pt x="147" y="660"/>
                        <a:pt x="324" y="660"/>
                      </a:cubicBezTo>
                      <a:lnTo>
                        <a:pt x="6542" y="660"/>
                      </a:lnTo>
                      <a:cubicBezTo>
                        <a:pt x="6719" y="660"/>
                        <a:pt x="6881" y="518"/>
                        <a:pt x="6881" y="325"/>
                      </a:cubicBezTo>
                      <a:cubicBezTo>
                        <a:pt x="6881" y="147"/>
                        <a:pt x="6719" y="1"/>
                        <a:pt x="6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9" name="Google Shape;1999;p40"/>
                <p:cNvSpPr/>
                <p:nvPr/>
              </p:nvSpPr>
              <p:spPr>
                <a:xfrm>
                  <a:off x="4889686" y="3493210"/>
                  <a:ext cx="19594" cy="16323"/>
                </a:xfrm>
                <a:custGeom>
                  <a:avLst/>
                  <a:gdLst/>
                  <a:ahLst/>
                  <a:cxnLst/>
                  <a:rect l="l" t="t" r="r" b="b"/>
                  <a:pathLst>
                    <a:path w="695" h="579" extrusionOk="0">
                      <a:moveTo>
                        <a:pt x="598" y="0"/>
                      </a:moveTo>
                      <a:cubicBezTo>
                        <a:pt x="483" y="228"/>
                        <a:pt x="274" y="421"/>
                        <a:pt x="1" y="579"/>
                      </a:cubicBezTo>
                      <a:lnTo>
                        <a:pt x="695" y="579"/>
                      </a:lnTo>
                      <a:lnTo>
                        <a:pt x="69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0" name="Google Shape;2000;p40"/>
                <p:cNvSpPr/>
                <p:nvPr/>
              </p:nvSpPr>
              <p:spPr>
                <a:xfrm>
                  <a:off x="4751034" y="3493210"/>
                  <a:ext cx="18635" cy="16323"/>
                </a:xfrm>
                <a:custGeom>
                  <a:avLst/>
                  <a:gdLst/>
                  <a:ahLst/>
                  <a:cxnLst/>
                  <a:rect l="l" t="t" r="r" b="b"/>
                  <a:pathLst>
                    <a:path w="661" h="579" extrusionOk="0">
                      <a:moveTo>
                        <a:pt x="1" y="0"/>
                      </a:moveTo>
                      <a:lnTo>
                        <a:pt x="36" y="579"/>
                      </a:lnTo>
                      <a:lnTo>
                        <a:pt x="660" y="579"/>
                      </a:lnTo>
                      <a:lnTo>
                        <a:pt x="660" y="0"/>
                      </a:lnTo>
                      <a:close/>
                    </a:path>
                  </a:pathLst>
                </a:custGeom>
                <a:solidFill>
                  <a:srgbClr val="B2C5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1" name="Google Shape;2001;p40"/>
                <p:cNvSpPr/>
                <p:nvPr/>
              </p:nvSpPr>
              <p:spPr>
                <a:xfrm>
                  <a:off x="4769642" y="3493210"/>
                  <a:ext cx="19481" cy="16323"/>
                </a:xfrm>
                <a:custGeom>
                  <a:avLst/>
                  <a:gdLst/>
                  <a:ahLst/>
                  <a:cxnLst/>
                  <a:rect l="l" t="t" r="r" b="b"/>
                  <a:pathLst>
                    <a:path w="691" h="579" extrusionOk="0">
                      <a:moveTo>
                        <a:pt x="0" y="0"/>
                      </a:moveTo>
                      <a:lnTo>
                        <a:pt x="0" y="579"/>
                      </a:lnTo>
                      <a:lnTo>
                        <a:pt x="691" y="579"/>
                      </a:lnTo>
                      <a:cubicBezTo>
                        <a:pt x="421" y="421"/>
                        <a:pt x="209" y="228"/>
                        <a:pt x="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2" name="Google Shape;2002;p40"/>
                <p:cNvSpPr/>
                <p:nvPr/>
              </p:nvSpPr>
              <p:spPr>
                <a:xfrm>
                  <a:off x="4772348" y="3493210"/>
                  <a:ext cx="134224" cy="16323"/>
                </a:xfrm>
                <a:custGeom>
                  <a:avLst/>
                  <a:gdLst/>
                  <a:ahLst/>
                  <a:cxnLst/>
                  <a:rect l="l" t="t" r="r" b="b"/>
                  <a:pathLst>
                    <a:path w="4761" h="579" extrusionOk="0">
                      <a:moveTo>
                        <a:pt x="1" y="0"/>
                      </a:moveTo>
                      <a:cubicBezTo>
                        <a:pt x="113" y="228"/>
                        <a:pt x="325" y="421"/>
                        <a:pt x="595" y="579"/>
                      </a:cubicBezTo>
                      <a:lnTo>
                        <a:pt x="4163" y="579"/>
                      </a:lnTo>
                      <a:cubicBezTo>
                        <a:pt x="4436" y="421"/>
                        <a:pt x="4645" y="228"/>
                        <a:pt x="476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3" name="Google Shape;2003;p40"/>
                <p:cNvSpPr/>
                <p:nvPr/>
              </p:nvSpPr>
              <p:spPr>
                <a:xfrm>
                  <a:off x="4751598" y="3493210"/>
                  <a:ext cx="175301" cy="28"/>
                </a:xfrm>
                <a:custGeom>
                  <a:avLst/>
                  <a:gdLst/>
                  <a:ahLst/>
                  <a:cxnLst/>
                  <a:rect l="l" t="t" r="r" b="b"/>
                  <a:pathLst>
                    <a:path w="6218" h="1" extrusionOk="0">
                      <a:moveTo>
                        <a:pt x="6218" y="0"/>
                      </a:moveTo>
                      <a:lnTo>
                        <a:pt x="0" y="0"/>
                      </a:lnTo>
                      <a:lnTo>
                        <a:pt x="0" y="0"/>
                      </a:lnTo>
                      <a:lnTo>
                        <a:pt x="640" y="0"/>
                      </a:lnTo>
                      <a:lnTo>
                        <a:pt x="737" y="0"/>
                      </a:lnTo>
                      <a:lnTo>
                        <a:pt x="5496" y="0"/>
                      </a:lnTo>
                      <a:lnTo>
                        <a:pt x="5593" y="0"/>
                      </a:lnTo>
                      <a:close/>
                    </a:path>
                  </a:pathLst>
                </a:custGeom>
                <a:solidFill>
                  <a:srgbClr val="B2C5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4" name="Google Shape;2004;p40"/>
                <p:cNvSpPr/>
                <p:nvPr/>
              </p:nvSpPr>
              <p:spPr>
                <a:xfrm>
                  <a:off x="4751034" y="3492336"/>
                  <a:ext cx="175865" cy="1889"/>
                </a:xfrm>
                <a:custGeom>
                  <a:avLst/>
                  <a:gdLst/>
                  <a:ahLst/>
                  <a:cxnLst/>
                  <a:rect l="l" t="t" r="r" b="b"/>
                  <a:pathLst>
                    <a:path w="6238" h="67" extrusionOk="0">
                      <a:moveTo>
                        <a:pt x="1" y="0"/>
                      </a:moveTo>
                      <a:lnTo>
                        <a:pt x="1" y="66"/>
                      </a:lnTo>
                      <a:lnTo>
                        <a:pt x="6238" y="66"/>
                      </a:lnTo>
                      <a:lnTo>
                        <a:pt x="623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5" name="Google Shape;2005;p40"/>
                <p:cNvSpPr/>
                <p:nvPr/>
              </p:nvSpPr>
              <p:spPr>
                <a:xfrm>
                  <a:off x="4908809" y="3493210"/>
                  <a:ext cx="18635" cy="16323"/>
                </a:xfrm>
                <a:custGeom>
                  <a:avLst/>
                  <a:gdLst/>
                  <a:ahLst/>
                  <a:cxnLst/>
                  <a:rect l="l" t="t" r="r" b="b"/>
                  <a:pathLst>
                    <a:path w="661" h="579" extrusionOk="0">
                      <a:moveTo>
                        <a:pt x="1" y="0"/>
                      </a:moveTo>
                      <a:lnTo>
                        <a:pt x="36" y="579"/>
                      </a:lnTo>
                      <a:lnTo>
                        <a:pt x="660" y="579"/>
                      </a:lnTo>
                      <a:lnTo>
                        <a:pt x="660" y="0"/>
                      </a:lnTo>
                      <a:close/>
                    </a:path>
                  </a:pathLst>
                </a:custGeom>
                <a:solidFill>
                  <a:srgbClr val="B2C5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006" name="Google Shape;2006;p40"/>
            <p:cNvGrpSpPr/>
            <p:nvPr/>
          </p:nvGrpSpPr>
          <p:grpSpPr>
            <a:xfrm>
              <a:off x="-2423983" y="83617"/>
              <a:ext cx="2822236" cy="817789"/>
              <a:chOff x="4399922" y="2783793"/>
              <a:chExt cx="817418" cy="236847"/>
            </a:xfrm>
          </p:grpSpPr>
          <p:sp>
            <p:nvSpPr>
              <p:cNvPr id="2007" name="Google Shape;2007;p40"/>
              <p:cNvSpPr/>
              <p:nvPr/>
            </p:nvSpPr>
            <p:spPr>
              <a:xfrm>
                <a:off x="5011141" y="2852048"/>
                <a:ext cx="181306" cy="59373"/>
              </a:xfrm>
              <a:custGeom>
                <a:avLst/>
                <a:gdLst/>
                <a:ahLst/>
                <a:cxnLst/>
                <a:rect l="l" t="t" r="r" b="b"/>
                <a:pathLst>
                  <a:path w="6431" h="2106" extrusionOk="0">
                    <a:moveTo>
                      <a:pt x="4599" y="1"/>
                    </a:moveTo>
                    <a:cubicBezTo>
                      <a:pt x="4583" y="1"/>
                      <a:pt x="4564" y="1"/>
                      <a:pt x="4548" y="16"/>
                    </a:cubicBezTo>
                    <a:lnTo>
                      <a:pt x="4533" y="16"/>
                    </a:lnTo>
                    <a:lnTo>
                      <a:pt x="290" y="1416"/>
                    </a:lnTo>
                    <a:cubicBezTo>
                      <a:pt x="275" y="1416"/>
                      <a:pt x="275" y="1416"/>
                      <a:pt x="259" y="1432"/>
                    </a:cubicBezTo>
                    <a:cubicBezTo>
                      <a:pt x="82" y="1497"/>
                      <a:pt x="1" y="1705"/>
                      <a:pt x="67" y="1883"/>
                    </a:cubicBezTo>
                    <a:cubicBezTo>
                      <a:pt x="127" y="2026"/>
                      <a:pt x="257" y="2105"/>
                      <a:pt x="392" y="2105"/>
                    </a:cubicBezTo>
                    <a:cubicBezTo>
                      <a:pt x="439" y="2105"/>
                      <a:pt x="487" y="2096"/>
                      <a:pt x="533" y="2076"/>
                    </a:cubicBezTo>
                    <a:lnTo>
                      <a:pt x="4610" y="370"/>
                    </a:lnTo>
                    <a:lnTo>
                      <a:pt x="4610" y="370"/>
                    </a:lnTo>
                    <a:lnTo>
                      <a:pt x="6380" y="224"/>
                    </a:lnTo>
                    <a:cubicBezTo>
                      <a:pt x="6396" y="224"/>
                      <a:pt x="6415" y="209"/>
                      <a:pt x="6431" y="194"/>
                    </a:cubicBezTo>
                    <a:cubicBezTo>
                      <a:pt x="6431" y="163"/>
                      <a:pt x="6415" y="147"/>
                      <a:pt x="6380" y="147"/>
                    </a:cubicBezTo>
                    <a:lnTo>
                      <a:pt x="459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8" name="Google Shape;2008;p40"/>
              <p:cNvSpPr/>
              <p:nvPr/>
            </p:nvSpPr>
            <p:spPr>
              <a:xfrm>
                <a:off x="4747454" y="2807250"/>
                <a:ext cx="141385" cy="114772"/>
              </a:xfrm>
              <a:custGeom>
                <a:avLst/>
                <a:gdLst/>
                <a:ahLst/>
                <a:cxnLst/>
                <a:rect l="l" t="t" r="r" b="b"/>
                <a:pathLst>
                  <a:path w="5015" h="4071" extrusionOk="0">
                    <a:moveTo>
                      <a:pt x="4934" y="1"/>
                    </a:moveTo>
                    <a:lnTo>
                      <a:pt x="2635" y="656"/>
                    </a:lnTo>
                    <a:cubicBezTo>
                      <a:pt x="2604" y="656"/>
                      <a:pt x="2573" y="676"/>
                      <a:pt x="2558" y="706"/>
                    </a:cubicBezTo>
                    <a:lnTo>
                      <a:pt x="2523" y="737"/>
                    </a:lnTo>
                    <a:lnTo>
                      <a:pt x="224" y="3163"/>
                    </a:lnTo>
                    <a:cubicBezTo>
                      <a:pt x="209" y="3183"/>
                      <a:pt x="193" y="3198"/>
                      <a:pt x="178" y="3229"/>
                    </a:cubicBezTo>
                    <a:cubicBezTo>
                      <a:pt x="1" y="3472"/>
                      <a:pt x="66" y="3807"/>
                      <a:pt x="305" y="3969"/>
                    </a:cubicBezTo>
                    <a:cubicBezTo>
                      <a:pt x="405" y="4038"/>
                      <a:pt x="516" y="4070"/>
                      <a:pt x="624" y="4070"/>
                    </a:cubicBezTo>
                    <a:cubicBezTo>
                      <a:pt x="796" y="4070"/>
                      <a:pt x="962" y="3988"/>
                      <a:pt x="1061" y="3838"/>
                    </a:cubicBezTo>
                    <a:lnTo>
                      <a:pt x="2918" y="1114"/>
                    </a:lnTo>
                    <a:lnTo>
                      <a:pt x="2918" y="1114"/>
                    </a:lnTo>
                    <a:lnTo>
                      <a:pt x="4984" y="112"/>
                    </a:lnTo>
                    <a:cubicBezTo>
                      <a:pt x="4999" y="97"/>
                      <a:pt x="5015" y="78"/>
                      <a:pt x="4999" y="47"/>
                    </a:cubicBezTo>
                    <a:cubicBezTo>
                      <a:pt x="4999" y="16"/>
                      <a:pt x="4968" y="1"/>
                      <a:pt x="49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9" name="Google Shape;2009;p40"/>
              <p:cNvSpPr/>
              <p:nvPr/>
            </p:nvSpPr>
            <p:spPr>
              <a:xfrm>
                <a:off x="4791378" y="2783793"/>
                <a:ext cx="37665" cy="56554"/>
              </a:xfrm>
              <a:custGeom>
                <a:avLst/>
                <a:gdLst/>
                <a:ahLst/>
                <a:cxnLst/>
                <a:rect l="l" t="t" r="r" b="b"/>
                <a:pathLst>
                  <a:path w="1336" h="2006" extrusionOk="0">
                    <a:moveTo>
                      <a:pt x="76" y="1"/>
                    </a:moveTo>
                    <a:cubicBezTo>
                      <a:pt x="66" y="1"/>
                      <a:pt x="57" y="5"/>
                      <a:pt x="51" y="11"/>
                    </a:cubicBezTo>
                    <a:cubicBezTo>
                      <a:pt x="16" y="11"/>
                      <a:pt x="1" y="42"/>
                      <a:pt x="16" y="77"/>
                    </a:cubicBezTo>
                    <a:lnTo>
                      <a:pt x="822" y="1859"/>
                    </a:lnTo>
                    <a:cubicBezTo>
                      <a:pt x="822" y="1874"/>
                      <a:pt x="838" y="1893"/>
                      <a:pt x="853" y="1909"/>
                    </a:cubicBezTo>
                    <a:cubicBezTo>
                      <a:pt x="900" y="1974"/>
                      <a:pt x="974" y="2006"/>
                      <a:pt x="1050" y="2006"/>
                    </a:cubicBezTo>
                    <a:cubicBezTo>
                      <a:pt x="1105" y="2006"/>
                      <a:pt x="1161" y="1989"/>
                      <a:pt x="1208" y="1955"/>
                    </a:cubicBezTo>
                    <a:cubicBezTo>
                      <a:pt x="1320" y="1874"/>
                      <a:pt x="1335" y="1716"/>
                      <a:pt x="1254" y="1604"/>
                    </a:cubicBezTo>
                    <a:lnTo>
                      <a:pt x="113" y="26"/>
                    </a:lnTo>
                    <a:cubicBezTo>
                      <a:pt x="104" y="8"/>
                      <a:pt x="89" y="1"/>
                      <a:pt x="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0" name="Google Shape;2010;p40"/>
              <p:cNvSpPr/>
              <p:nvPr/>
            </p:nvSpPr>
            <p:spPr>
              <a:xfrm>
                <a:off x="4720276" y="2813565"/>
                <a:ext cx="20891" cy="92894"/>
              </a:xfrm>
              <a:custGeom>
                <a:avLst/>
                <a:gdLst/>
                <a:ahLst/>
                <a:cxnLst/>
                <a:rect l="l" t="t" r="r" b="b"/>
                <a:pathLst>
                  <a:path w="741" h="3295" extrusionOk="0">
                    <a:moveTo>
                      <a:pt x="563" y="0"/>
                    </a:moveTo>
                    <a:cubicBezTo>
                      <a:pt x="513" y="0"/>
                      <a:pt x="467" y="16"/>
                      <a:pt x="467" y="66"/>
                    </a:cubicBezTo>
                    <a:lnTo>
                      <a:pt x="0" y="2862"/>
                    </a:lnTo>
                    <a:lnTo>
                      <a:pt x="0" y="2939"/>
                    </a:lnTo>
                    <a:cubicBezTo>
                      <a:pt x="0" y="3132"/>
                      <a:pt x="178" y="3294"/>
                      <a:pt x="371" y="3294"/>
                    </a:cubicBezTo>
                    <a:cubicBezTo>
                      <a:pt x="579" y="3279"/>
                      <a:pt x="741" y="3117"/>
                      <a:pt x="725" y="2908"/>
                    </a:cubicBezTo>
                    <a:lnTo>
                      <a:pt x="629" y="81"/>
                    </a:lnTo>
                    <a:cubicBezTo>
                      <a:pt x="629" y="47"/>
                      <a:pt x="594" y="0"/>
                      <a:pt x="56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1" name="Google Shape;2011;p40"/>
              <p:cNvSpPr/>
              <p:nvPr/>
            </p:nvSpPr>
            <p:spPr>
              <a:xfrm>
                <a:off x="4399922" y="2864763"/>
                <a:ext cx="817413" cy="97039"/>
              </a:xfrm>
              <a:custGeom>
                <a:avLst/>
                <a:gdLst/>
                <a:ahLst/>
                <a:cxnLst/>
                <a:rect l="l" t="t" r="r" b="b"/>
                <a:pathLst>
                  <a:path w="28994" h="3442" extrusionOk="0">
                    <a:moveTo>
                      <a:pt x="18113" y="1"/>
                    </a:moveTo>
                    <a:lnTo>
                      <a:pt x="18048" y="16"/>
                    </a:lnTo>
                    <a:lnTo>
                      <a:pt x="13805" y="225"/>
                    </a:lnTo>
                    <a:cubicBezTo>
                      <a:pt x="12409" y="306"/>
                      <a:pt x="10993" y="371"/>
                      <a:pt x="9581" y="468"/>
                    </a:cubicBezTo>
                    <a:cubicBezTo>
                      <a:pt x="8166" y="545"/>
                      <a:pt x="6750" y="641"/>
                      <a:pt x="5354" y="738"/>
                    </a:cubicBezTo>
                    <a:cubicBezTo>
                      <a:pt x="3939" y="834"/>
                      <a:pt x="2523" y="930"/>
                      <a:pt x="1127" y="1046"/>
                    </a:cubicBezTo>
                    <a:cubicBezTo>
                      <a:pt x="787" y="1077"/>
                      <a:pt x="517" y="1239"/>
                      <a:pt x="305" y="1478"/>
                    </a:cubicBezTo>
                    <a:cubicBezTo>
                      <a:pt x="112" y="1702"/>
                      <a:pt x="1" y="2010"/>
                      <a:pt x="35" y="2331"/>
                    </a:cubicBezTo>
                    <a:cubicBezTo>
                      <a:pt x="79" y="2959"/>
                      <a:pt x="607" y="3441"/>
                      <a:pt x="1228" y="3441"/>
                    </a:cubicBezTo>
                    <a:cubicBezTo>
                      <a:pt x="1258" y="3441"/>
                      <a:pt x="1289" y="3440"/>
                      <a:pt x="1320" y="3438"/>
                    </a:cubicBezTo>
                    <a:cubicBezTo>
                      <a:pt x="2716" y="3326"/>
                      <a:pt x="4131" y="3198"/>
                      <a:pt x="5547" y="3071"/>
                    </a:cubicBezTo>
                    <a:cubicBezTo>
                      <a:pt x="6075" y="3021"/>
                      <a:pt x="6608" y="2955"/>
                      <a:pt x="7151" y="2909"/>
                    </a:cubicBezTo>
                    <a:cubicBezTo>
                      <a:pt x="8019" y="2828"/>
                      <a:pt x="8887" y="2732"/>
                      <a:pt x="9755" y="2651"/>
                    </a:cubicBezTo>
                    <a:cubicBezTo>
                      <a:pt x="11171" y="2508"/>
                      <a:pt x="12571" y="2346"/>
                      <a:pt x="13967" y="2203"/>
                    </a:cubicBezTo>
                    <a:lnTo>
                      <a:pt x="18129" y="1721"/>
                    </a:lnTo>
                    <a:lnTo>
                      <a:pt x="19047" y="1798"/>
                    </a:lnTo>
                    <a:lnTo>
                      <a:pt x="20686" y="1945"/>
                    </a:lnTo>
                    <a:cubicBezTo>
                      <a:pt x="21585" y="2010"/>
                      <a:pt x="22468" y="2072"/>
                      <a:pt x="23370" y="2138"/>
                    </a:cubicBezTo>
                    <a:cubicBezTo>
                      <a:pt x="24269" y="2203"/>
                      <a:pt x="25152" y="2250"/>
                      <a:pt x="26051" y="2300"/>
                    </a:cubicBezTo>
                    <a:cubicBezTo>
                      <a:pt x="26954" y="2346"/>
                      <a:pt x="27852" y="2396"/>
                      <a:pt x="28751" y="2412"/>
                    </a:cubicBezTo>
                    <a:cubicBezTo>
                      <a:pt x="28760" y="2413"/>
                      <a:pt x="28770" y="2413"/>
                      <a:pt x="28779" y="2413"/>
                    </a:cubicBezTo>
                    <a:cubicBezTo>
                      <a:pt x="28882" y="2413"/>
                      <a:pt x="28964" y="2337"/>
                      <a:pt x="28978" y="2234"/>
                    </a:cubicBezTo>
                    <a:cubicBezTo>
                      <a:pt x="28994" y="2203"/>
                      <a:pt x="28994" y="2184"/>
                      <a:pt x="28994" y="2153"/>
                    </a:cubicBezTo>
                    <a:cubicBezTo>
                      <a:pt x="28978" y="2057"/>
                      <a:pt x="28913" y="1976"/>
                      <a:pt x="28801" y="1945"/>
                    </a:cubicBezTo>
                    <a:cubicBezTo>
                      <a:pt x="27933" y="1752"/>
                      <a:pt x="27050" y="1575"/>
                      <a:pt x="26167" y="1413"/>
                    </a:cubicBezTo>
                    <a:cubicBezTo>
                      <a:pt x="25280" y="1239"/>
                      <a:pt x="24396" y="1077"/>
                      <a:pt x="23528" y="915"/>
                    </a:cubicBezTo>
                    <a:cubicBezTo>
                      <a:pt x="22645" y="757"/>
                      <a:pt x="21762" y="610"/>
                      <a:pt x="20879" y="448"/>
                    </a:cubicBezTo>
                    <a:lnTo>
                      <a:pt x="18225" y="16"/>
                    </a:lnTo>
                    <a:cubicBezTo>
                      <a:pt x="18194" y="1"/>
                      <a:pt x="18144" y="1"/>
                      <a:pt x="181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2" name="Google Shape;2012;p40"/>
              <p:cNvSpPr/>
              <p:nvPr/>
            </p:nvSpPr>
            <p:spPr>
              <a:xfrm>
                <a:off x="4929156" y="2895972"/>
                <a:ext cx="288184" cy="36791"/>
              </a:xfrm>
              <a:custGeom>
                <a:avLst/>
                <a:gdLst/>
                <a:ahLst/>
                <a:cxnLst/>
                <a:rect l="l" t="t" r="r" b="b"/>
                <a:pathLst>
                  <a:path w="10222" h="1305" extrusionOk="0">
                    <a:moveTo>
                      <a:pt x="1" y="1"/>
                    </a:moveTo>
                    <a:lnTo>
                      <a:pt x="275" y="691"/>
                    </a:lnTo>
                    <a:lnTo>
                      <a:pt x="1914" y="838"/>
                    </a:lnTo>
                    <a:cubicBezTo>
                      <a:pt x="2813" y="903"/>
                      <a:pt x="3696" y="965"/>
                      <a:pt x="4598" y="1031"/>
                    </a:cubicBezTo>
                    <a:cubicBezTo>
                      <a:pt x="5497" y="1096"/>
                      <a:pt x="6380" y="1143"/>
                      <a:pt x="7279" y="1193"/>
                    </a:cubicBezTo>
                    <a:cubicBezTo>
                      <a:pt x="8182" y="1239"/>
                      <a:pt x="9080" y="1289"/>
                      <a:pt x="9979" y="1305"/>
                    </a:cubicBezTo>
                    <a:cubicBezTo>
                      <a:pt x="10095" y="1305"/>
                      <a:pt x="10191" y="1239"/>
                      <a:pt x="10206" y="1127"/>
                    </a:cubicBezTo>
                    <a:cubicBezTo>
                      <a:pt x="10222" y="1112"/>
                      <a:pt x="10222" y="1096"/>
                      <a:pt x="10222" y="1077"/>
                    </a:cubicBezTo>
                    <a:lnTo>
                      <a:pt x="10222" y="1046"/>
                    </a:lnTo>
                    <a:lnTo>
                      <a:pt x="1" y="1"/>
                    </a:lnTo>
                    <a:close/>
                  </a:path>
                </a:pathLst>
              </a:custGeom>
              <a:solidFill>
                <a:srgbClr val="2E44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3" name="Google Shape;2013;p40"/>
              <p:cNvSpPr/>
              <p:nvPr/>
            </p:nvSpPr>
            <p:spPr>
              <a:xfrm>
                <a:off x="4400909" y="2906432"/>
                <a:ext cx="127797" cy="55257"/>
              </a:xfrm>
              <a:custGeom>
                <a:avLst/>
                <a:gdLst/>
                <a:ahLst/>
                <a:cxnLst/>
                <a:rect l="l" t="t" r="r" b="b"/>
                <a:pathLst>
                  <a:path w="4533" h="1960" extrusionOk="0">
                    <a:moveTo>
                      <a:pt x="270" y="0"/>
                    </a:moveTo>
                    <a:cubicBezTo>
                      <a:pt x="97" y="208"/>
                      <a:pt x="0" y="482"/>
                      <a:pt x="0" y="772"/>
                    </a:cubicBezTo>
                    <a:lnTo>
                      <a:pt x="0" y="853"/>
                    </a:lnTo>
                    <a:cubicBezTo>
                      <a:pt x="47" y="1497"/>
                      <a:pt x="560" y="1960"/>
                      <a:pt x="1188" y="1960"/>
                    </a:cubicBezTo>
                    <a:lnTo>
                      <a:pt x="1285" y="1960"/>
                    </a:lnTo>
                    <a:cubicBezTo>
                      <a:pt x="2361" y="1882"/>
                      <a:pt x="3452" y="1786"/>
                      <a:pt x="4532" y="1670"/>
                    </a:cubicBezTo>
                    <a:cubicBezTo>
                      <a:pt x="4436" y="1574"/>
                      <a:pt x="4370" y="1462"/>
                      <a:pt x="4339" y="1350"/>
                    </a:cubicBezTo>
                    <a:cubicBezTo>
                      <a:pt x="2199" y="1254"/>
                      <a:pt x="914" y="498"/>
                      <a:pt x="270" y="0"/>
                    </a:cubicBezTo>
                    <a:close/>
                  </a:path>
                </a:pathLst>
              </a:custGeom>
              <a:solidFill>
                <a:srgbClr val="2E44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4" name="Google Shape;2014;p40"/>
              <p:cNvSpPr/>
              <p:nvPr/>
            </p:nvSpPr>
            <p:spPr>
              <a:xfrm>
                <a:off x="4886980" y="2874771"/>
                <a:ext cx="174004" cy="132815"/>
              </a:xfrm>
              <a:custGeom>
                <a:avLst/>
                <a:gdLst/>
                <a:ahLst/>
                <a:cxnLst/>
                <a:rect l="l" t="t" r="r" b="b"/>
                <a:pathLst>
                  <a:path w="6172" h="4711" extrusionOk="0">
                    <a:moveTo>
                      <a:pt x="571" y="1"/>
                    </a:moveTo>
                    <a:cubicBezTo>
                      <a:pt x="444" y="1"/>
                      <a:pt x="314" y="49"/>
                      <a:pt x="212" y="143"/>
                    </a:cubicBezTo>
                    <a:cubicBezTo>
                      <a:pt x="0" y="336"/>
                      <a:pt x="0" y="656"/>
                      <a:pt x="193" y="865"/>
                    </a:cubicBezTo>
                    <a:lnTo>
                      <a:pt x="3040" y="3823"/>
                    </a:lnTo>
                    <a:lnTo>
                      <a:pt x="3055" y="3839"/>
                    </a:lnTo>
                    <a:cubicBezTo>
                      <a:pt x="3086" y="3873"/>
                      <a:pt x="3121" y="3889"/>
                      <a:pt x="3167" y="3904"/>
                    </a:cubicBezTo>
                    <a:lnTo>
                      <a:pt x="5998" y="4706"/>
                    </a:lnTo>
                    <a:cubicBezTo>
                      <a:pt x="6008" y="4709"/>
                      <a:pt x="6019" y="4710"/>
                      <a:pt x="6030" y="4710"/>
                    </a:cubicBezTo>
                    <a:cubicBezTo>
                      <a:pt x="6081" y="4710"/>
                      <a:pt x="6130" y="4680"/>
                      <a:pt x="6156" y="4625"/>
                    </a:cubicBezTo>
                    <a:cubicBezTo>
                      <a:pt x="6171" y="4564"/>
                      <a:pt x="6141" y="4483"/>
                      <a:pt x="6075" y="4452"/>
                    </a:cubicBezTo>
                    <a:lnTo>
                      <a:pt x="3442" y="3360"/>
                    </a:lnTo>
                    <a:lnTo>
                      <a:pt x="3442" y="3360"/>
                    </a:lnTo>
                    <a:lnTo>
                      <a:pt x="964" y="190"/>
                    </a:lnTo>
                    <a:lnTo>
                      <a:pt x="934" y="159"/>
                    </a:lnTo>
                    <a:cubicBezTo>
                      <a:pt x="835" y="53"/>
                      <a:pt x="704" y="1"/>
                      <a:pt x="5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5" name="Google Shape;2015;p40"/>
              <p:cNvSpPr/>
              <p:nvPr/>
            </p:nvSpPr>
            <p:spPr>
              <a:xfrm>
                <a:off x="5000286" y="2982693"/>
                <a:ext cx="23625" cy="37947"/>
              </a:xfrm>
              <a:custGeom>
                <a:avLst/>
                <a:gdLst/>
                <a:ahLst/>
                <a:cxnLst/>
                <a:rect l="l" t="t" r="r" b="b"/>
                <a:pathLst>
                  <a:path w="838" h="1346" extrusionOk="0">
                    <a:moveTo>
                      <a:pt x="190" y="0"/>
                    </a:moveTo>
                    <a:cubicBezTo>
                      <a:pt x="159" y="0"/>
                      <a:pt x="127" y="9"/>
                      <a:pt x="97" y="26"/>
                    </a:cubicBezTo>
                    <a:cubicBezTo>
                      <a:pt x="16" y="76"/>
                      <a:pt x="0" y="173"/>
                      <a:pt x="50" y="254"/>
                    </a:cubicBezTo>
                    <a:lnTo>
                      <a:pt x="756" y="1330"/>
                    </a:lnTo>
                    <a:cubicBezTo>
                      <a:pt x="772" y="1345"/>
                      <a:pt x="787" y="1345"/>
                      <a:pt x="803" y="1345"/>
                    </a:cubicBezTo>
                    <a:cubicBezTo>
                      <a:pt x="822" y="1330"/>
                      <a:pt x="837" y="1314"/>
                      <a:pt x="822" y="1299"/>
                    </a:cubicBezTo>
                    <a:lnTo>
                      <a:pt x="340" y="107"/>
                    </a:lnTo>
                    <a:cubicBezTo>
                      <a:pt x="340" y="92"/>
                      <a:pt x="340" y="76"/>
                      <a:pt x="320" y="76"/>
                    </a:cubicBezTo>
                    <a:cubicBezTo>
                      <a:pt x="291" y="25"/>
                      <a:pt x="242" y="0"/>
                      <a:pt x="19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6" name="Google Shape;2016;p40"/>
              <p:cNvSpPr/>
              <p:nvPr/>
            </p:nvSpPr>
            <p:spPr>
              <a:xfrm>
                <a:off x="5024307" y="2976068"/>
                <a:ext cx="38539" cy="22892"/>
              </a:xfrm>
              <a:custGeom>
                <a:avLst/>
                <a:gdLst/>
                <a:ahLst/>
                <a:cxnLst/>
                <a:rect l="l" t="t" r="r" b="b"/>
                <a:pathLst>
                  <a:path w="1367" h="812" extrusionOk="0">
                    <a:moveTo>
                      <a:pt x="1319" y="0"/>
                    </a:moveTo>
                    <a:cubicBezTo>
                      <a:pt x="1313" y="0"/>
                      <a:pt x="1306" y="2"/>
                      <a:pt x="1300" y="6"/>
                    </a:cubicBezTo>
                    <a:lnTo>
                      <a:pt x="113" y="489"/>
                    </a:lnTo>
                    <a:lnTo>
                      <a:pt x="97" y="504"/>
                    </a:lnTo>
                    <a:cubicBezTo>
                      <a:pt x="16" y="550"/>
                      <a:pt x="1" y="666"/>
                      <a:pt x="47" y="743"/>
                    </a:cubicBezTo>
                    <a:cubicBezTo>
                      <a:pt x="78" y="784"/>
                      <a:pt x="127" y="811"/>
                      <a:pt x="179" y="811"/>
                    </a:cubicBezTo>
                    <a:cubicBezTo>
                      <a:pt x="211" y="811"/>
                      <a:pt x="244" y="801"/>
                      <a:pt x="274" y="778"/>
                    </a:cubicBezTo>
                    <a:lnTo>
                      <a:pt x="1335" y="68"/>
                    </a:lnTo>
                    <a:cubicBezTo>
                      <a:pt x="1351" y="53"/>
                      <a:pt x="1366" y="37"/>
                      <a:pt x="1351" y="22"/>
                    </a:cubicBezTo>
                    <a:cubicBezTo>
                      <a:pt x="1351" y="11"/>
                      <a:pt x="1335" y="0"/>
                      <a:pt x="131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7" name="Google Shape;2017;p40"/>
              <p:cNvSpPr/>
              <p:nvPr/>
            </p:nvSpPr>
            <p:spPr>
              <a:xfrm>
                <a:off x="5082694" y="2822840"/>
                <a:ext cx="30476" cy="54947"/>
              </a:xfrm>
              <a:custGeom>
                <a:avLst/>
                <a:gdLst/>
                <a:ahLst/>
                <a:cxnLst/>
                <a:rect l="l" t="t" r="r" b="b"/>
                <a:pathLst>
                  <a:path w="1081" h="1949" extrusionOk="0">
                    <a:moveTo>
                      <a:pt x="1045" y="1"/>
                    </a:moveTo>
                    <a:cubicBezTo>
                      <a:pt x="1030" y="1"/>
                      <a:pt x="1011" y="12"/>
                      <a:pt x="1000" y="26"/>
                    </a:cubicBezTo>
                    <a:lnTo>
                      <a:pt x="51" y="1712"/>
                    </a:lnTo>
                    <a:cubicBezTo>
                      <a:pt x="36" y="1712"/>
                      <a:pt x="36" y="1712"/>
                      <a:pt x="36" y="1727"/>
                    </a:cubicBezTo>
                    <a:cubicBezTo>
                      <a:pt x="1" y="1808"/>
                      <a:pt x="36" y="1904"/>
                      <a:pt x="132" y="1935"/>
                    </a:cubicBezTo>
                    <a:cubicBezTo>
                      <a:pt x="153" y="1944"/>
                      <a:pt x="176" y="1949"/>
                      <a:pt x="198" y="1949"/>
                    </a:cubicBezTo>
                    <a:cubicBezTo>
                      <a:pt x="259" y="1949"/>
                      <a:pt x="318" y="1915"/>
                      <a:pt x="340" y="1858"/>
                    </a:cubicBezTo>
                    <a:lnTo>
                      <a:pt x="1081" y="57"/>
                    </a:lnTo>
                    <a:cubicBezTo>
                      <a:pt x="1081" y="42"/>
                      <a:pt x="1081" y="26"/>
                      <a:pt x="1062" y="7"/>
                    </a:cubicBezTo>
                    <a:cubicBezTo>
                      <a:pt x="1057" y="2"/>
                      <a:pt x="1051" y="1"/>
                      <a:pt x="104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8" name="Google Shape;2018;p40"/>
              <p:cNvSpPr/>
              <p:nvPr/>
            </p:nvSpPr>
            <p:spPr>
              <a:xfrm>
                <a:off x="4522701" y="2912296"/>
                <a:ext cx="89286" cy="55370"/>
              </a:xfrm>
              <a:custGeom>
                <a:avLst/>
                <a:gdLst/>
                <a:ahLst/>
                <a:cxnLst/>
                <a:rect l="l" t="t" r="r" b="b"/>
                <a:pathLst>
                  <a:path w="3167" h="1964" extrusionOk="0">
                    <a:moveTo>
                      <a:pt x="1593" y="0"/>
                    </a:moveTo>
                    <a:cubicBezTo>
                      <a:pt x="710" y="0"/>
                      <a:pt x="0" y="452"/>
                      <a:pt x="0" y="980"/>
                    </a:cubicBezTo>
                    <a:cubicBezTo>
                      <a:pt x="0" y="1528"/>
                      <a:pt x="710" y="1964"/>
                      <a:pt x="1593" y="1964"/>
                    </a:cubicBezTo>
                    <a:cubicBezTo>
                      <a:pt x="2461" y="1964"/>
                      <a:pt x="3167" y="1528"/>
                      <a:pt x="3167" y="980"/>
                    </a:cubicBezTo>
                    <a:cubicBezTo>
                      <a:pt x="3167" y="452"/>
                      <a:pt x="2461" y="0"/>
                      <a:pt x="159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9" name="Google Shape;2019;p40"/>
              <p:cNvSpPr/>
              <p:nvPr/>
            </p:nvSpPr>
            <p:spPr>
              <a:xfrm>
                <a:off x="4550415" y="2910999"/>
                <a:ext cx="46236" cy="8176"/>
              </a:xfrm>
              <a:custGeom>
                <a:avLst/>
                <a:gdLst/>
                <a:ahLst/>
                <a:cxnLst/>
                <a:rect l="l" t="t" r="r" b="b"/>
                <a:pathLst>
                  <a:path w="1640" h="290" extrusionOk="0">
                    <a:moveTo>
                      <a:pt x="676" y="0"/>
                    </a:moveTo>
                    <a:cubicBezTo>
                      <a:pt x="433" y="0"/>
                      <a:pt x="194" y="46"/>
                      <a:pt x="1" y="127"/>
                    </a:cubicBezTo>
                    <a:cubicBezTo>
                      <a:pt x="194" y="81"/>
                      <a:pt x="386" y="46"/>
                      <a:pt x="610" y="46"/>
                    </a:cubicBezTo>
                    <a:cubicBezTo>
                      <a:pt x="996" y="46"/>
                      <a:pt x="1351" y="143"/>
                      <a:pt x="1640" y="289"/>
                    </a:cubicBezTo>
                    <a:cubicBezTo>
                      <a:pt x="1412" y="112"/>
                      <a:pt x="1061" y="0"/>
                      <a:pt x="676" y="0"/>
                    </a:cubicBezTo>
                    <a:close/>
                  </a:path>
                </a:pathLst>
              </a:custGeom>
              <a:solidFill>
                <a:srgbClr val="2E44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0" name="Google Shape;2020;p40"/>
              <p:cNvSpPr/>
              <p:nvPr/>
            </p:nvSpPr>
            <p:spPr>
              <a:xfrm>
                <a:off x="4535839" y="2912296"/>
                <a:ext cx="67577" cy="40372"/>
              </a:xfrm>
              <a:custGeom>
                <a:avLst/>
                <a:gdLst/>
                <a:ahLst/>
                <a:cxnLst/>
                <a:rect l="l" t="t" r="r" b="b"/>
                <a:pathLst>
                  <a:path w="2397" h="1432" extrusionOk="0">
                    <a:moveTo>
                      <a:pt x="1193" y="243"/>
                    </a:moveTo>
                    <a:cubicBezTo>
                      <a:pt x="1609" y="243"/>
                      <a:pt x="1929" y="436"/>
                      <a:pt x="1929" y="691"/>
                    </a:cubicBezTo>
                    <a:cubicBezTo>
                      <a:pt x="1929" y="949"/>
                      <a:pt x="1609" y="1142"/>
                      <a:pt x="1193" y="1142"/>
                    </a:cubicBezTo>
                    <a:cubicBezTo>
                      <a:pt x="788" y="1142"/>
                      <a:pt x="452" y="949"/>
                      <a:pt x="452" y="691"/>
                    </a:cubicBezTo>
                    <a:cubicBezTo>
                      <a:pt x="452" y="436"/>
                      <a:pt x="788" y="243"/>
                      <a:pt x="1193" y="243"/>
                    </a:cubicBezTo>
                    <a:close/>
                    <a:moveTo>
                      <a:pt x="1127" y="0"/>
                    </a:moveTo>
                    <a:cubicBezTo>
                      <a:pt x="903" y="0"/>
                      <a:pt x="711" y="35"/>
                      <a:pt x="518" y="81"/>
                    </a:cubicBezTo>
                    <a:cubicBezTo>
                      <a:pt x="194" y="209"/>
                      <a:pt x="1" y="436"/>
                      <a:pt x="1" y="691"/>
                    </a:cubicBezTo>
                    <a:cubicBezTo>
                      <a:pt x="1" y="1111"/>
                      <a:pt x="533" y="1431"/>
                      <a:pt x="1193" y="1431"/>
                    </a:cubicBezTo>
                    <a:cubicBezTo>
                      <a:pt x="1868" y="1431"/>
                      <a:pt x="2396" y="1111"/>
                      <a:pt x="2396" y="691"/>
                    </a:cubicBezTo>
                    <a:cubicBezTo>
                      <a:pt x="2396" y="517"/>
                      <a:pt x="2300" y="371"/>
                      <a:pt x="2157" y="243"/>
                    </a:cubicBezTo>
                    <a:cubicBezTo>
                      <a:pt x="1868" y="97"/>
                      <a:pt x="1513" y="0"/>
                      <a:pt x="1127" y="0"/>
                    </a:cubicBezTo>
                    <a:close/>
                  </a:path>
                </a:pathLst>
              </a:custGeom>
              <a:solidFill>
                <a:srgbClr val="2E44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1" name="Google Shape;2021;p40"/>
              <p:cNvSpPr/>
              <p:nvPr/>
            </p:nvSpPr>
            <p:spPr>
              <a:xfrm>
                <a:off x="4548582" y="2919147"/>
                <a:ext cx="41669" cy="25373"/>
              </a:xfrm>
              <a:custGeom>
                <a:avLst/>
                <a:gdLst/>
                <a:ahLst/>
                <a:cxnLst/>
                <a:rect l="l" t="t" r="r" b="b"/>
                <a:pathLst>
                  <a:path w="1478" h="900" extrusionOk="0">
                    <a:moveTo>
                      <a:pt x="741" y="0"/>
                    </a:moveTo>
                    <a:cubicBezTo>
                      <a:pt x="336" y="0"/>
                      <a:pt x="0" y="193"/>
                      <a:pt x="0" y="448"/>
                    </a:cubicBezTo>
                    <a:cubicBezTo>
                      <a:pt x="0" y="706"/>
                      <a:pt x="336" y="899"/>
                      <a:pt x="741" y="899"/>
                    </a:cubicBezTo>
                    <a:cubicBezTo>
                      <a:pt x="1157" y="899"/>
                      <a:pt x="1477" y="706"/>
                      <a:pt x="1477" y="448"/>
                    </a:cubicBezTo>
                    <a:cubicBezTo>
                      <a:pt x="1477" y="193"/>
                      <a:pt x="1157" y="0"/>
                      <a:pt x="741" y="0"/>
                    </a:cubicBezTo>
                    <a:close/>
                  </a:path>
                </a:pathLst>
              </a:custGeom>
              <a:solidFill>
                <a:srgbClr val="2539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2" name="Google Shape;2022;p40"/>
              <p:cNvSpPr/>
              <p:nvPr/>
            </p:nvSpPr>
            <p:spPr>
              <a:xfrm>
                <a:off x="4748864" y="2879677"/>
                <a:ext cx="91485" cy="32224"/>
              </a:xfrm>
              <a:custGeom>
                <a:avLst/>
                <a:gdLst/>
                <a:ahLst/>
                <a:cxnLst/>
                <a:rect l="l" t="t" r="r" b="b"/>
                <a:pathLst>
                  <a:path w="3245" h="1143" extrusionOk="0">
                    <a:moveTo>
                      <a:pt x="1976" y="274"/>
                    </a:moveTo>
                    <a:cubicBezTo>
                      <a:pt x="2346" y="274"/>
                      <a:pt x="2620" y="340"/>
                      <a:pt x="2620" y="452"/>
                    </a:cubicBezTo>
                    <a:cubicBezTo>
                      <a:pt x="2635" y="614"/>
                      <a:pt x="2199" y="787"/>
                      <a:pt x="1655" y="853"/>
                    </a:cubicBezTo>
                    <a:cubicBezTo>
                      <a:pt x="1509" y="868"/>
                      <a:pt x="1382" y="868"/>
                      <a:pt x="1270" y="868"/>
                    </a:cubicBezTo>
                    <a:cubicBezTo>
                      <a:pt x="899" y="868"/>
                      <a:pt x="626" y="806"/>
                      <a:pt x="626" y="691"/>
                    </a:cubicBezTo>
                    <a:cubicBezTo>
                      <a:pt x="595" y="533"/>
                      <a:pt x="1042" y="355"/>
                      <a:pt x="1590" y="290"/>
                    </a:cubicBezTo>
                    <a:cubicBezTo>
                      <a:pt x="1736" y="274"/>
                      <a:pt x="1864" y="274"/>
                      <a:pt x="1976" y="274"/>
                    </a:cubicBezTo>
                    <a:close/>
                    <a:moveTo>
                      <a:pt x="2072" y="0"/>
                    </a:moveTo>
                    <a:cubicBezTo>
                      <a:pt x="1910" y="0"/>
                      <a:pt x="1736" y="16"/>
                      <a:pt x="1559" y="35"/>
                    </a:cubicBezTo>
                    <a:cubicBezTo>
                      <a:pt x="676" y="131"/>
                      <a:pt x="1" y="452"/>
                      <a:pt x="32" y="756"/>
                    </a:cubicBezTo>
                    <a:cubicBezTo>
                      <a:pt x="62" y="999"/>
                      <a:pt x="529" y="1142"/>
                      <a:pt x="1173" y="1142"/>
                    </a:cubicBezTo>
                    <a:cubicBezTo>
                      <a:pt x="1331" y="1142"/>
                      <a:pt x="1509" y="1127"/>
                      <a:pt x="1686" y="1111"/>
                    </a:cubicBezTo>
                    <a:cubicBezTo>
                      <a:pt x="2570" y="1015"/>
                      <a:pt x="3245" y="691"/>
                      <a:pt x="3214" y="386"/>
                    </a:cubicBezTo>
                    <a:cubicBezTo>
                      <a:pt x="3183" y="147"/>
                      <a:pt x="2716" y="0"/>
                      <a:pt x="2072" y="0"/>
                    </a:cubicBezTo>
                    <a:close/>
                  </a:path>
                </a:pathLst>
              </a:custGeom>
              <a:solidFill>
                <a:srgbClr val="2E44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3" name="Google Shape;2023;p40"/>
              <p:cNvSpPr/>
              <p:nvPr/>
            </p:nvSpPr>
            <p:spPr>
              <a:xfrm>
                <a:off x="4765610" y="2887402"/>
                <a:ext cx="57569" cy="16775"/>
              </a:xfrm>
              <a:custGeom>
                <a:avLst/>
                <a:gdLst/>
                <a:ahLst/>
                <a:cxnLst/>
                <a:rect l="l" t="t" r="r" b="b"/>
                <a:pathLst>
                  <a:path w="2042" h="595" extrusionOk="0">
                    <a:moveTo>
                      <a:pt x="1382" y="0"/>
                    </a:moveTo>
                    <a:cubicBezTo>
                      <a:pt x="1270" y="0"/>
                      <a:pt x="1142" y="0"/>
                      <a:pt x="996" y="16"/>
                    </a:cubicBezTo>
                    <a:cubicBezTo>
                      <a:pt x="448" y="81"/>
                      <a:pt x="1" y="259"/>
                      <a:pt x="32" y="417"/>
                    </a:cubicBezTo>
                    <a:cubicBezTo>
                      <a:pt x="32" y="532"/>
                      <a:pt x="305" y="594"/>
                      <a:pt x="676" y="594"/>
                    </a:cubicBezTo>
                    <a:cubicBezTo>
                      <a:pt x="788" y="594"/>
                      <a:pt x="915" y="594"/>
                      <a:pt x="1061" y="579"/>
                    </a:cubicBezTo>
                    <a:cubicBezTo>
                      <a:pt x="1605" y="513"/>
                      <a:pt x="2041" y="340"/>
                      <a:pt x="2026" y="178"/>
                    </a:cubicBezTo>
                    <a:cubicBezTo>
                      <a:pt x="2026" y="66"/>
                      <a:pt x="1752" y="0"/>
                      <a:pt x="1382" y="0"/>
                    </a:cubicBezTo>
                    <a:close/>
                  </a:path>
                </a:pathLst>
              </a:custGeom>
              <a:solidFill>
                <a:srgbClr val="2539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024" name="Google Shape;2024;p40"/>
          <p:cNvSpPr/>
          <p:nvPr/>
        </p:nvSpPr>
        <p:spPr>
          <a:xfrm>
            <a:off x="883161" y="4164341"/>
            <a:ext cx="151632" cy="151142"/>
          </a:xfrm>
          <a:custGeom>
            <a:avLst/>
            <a:gdLst/>
            <a:ahLst/>
            <a:cxnLst/>
            <a:rect l="l" t="t" r="r" b="b"/>
            <a:pathLst>
              <a:path w="1239" h="1235" extrusionOk="0">
                <a:moveTo>
                  <a:pt x="625" y="1"/>
                </a:moveTo>
                <a:cubicBezTo>
                  <a:pt x="625" y="336"/>
                  <a:pt x="336" y="610"/>
                  <a:pt x="1" y="610"/>
                </a:cubicBezTo>
                <a:cubicBezTo>
                  <a:pt x="336" y="610"/>
                  <a:pt x="625" y="884"/>
                  <a:pt x="625" y="1235"/>
                </a:cubicBezTo>
                <a:cubicBezTo>
                  <a:pt x="625" y="884"/>
                  <a:pt x="899" y="610"/>
                  <a:pt x="1239" y="610"/>
                </a:cubicBezTo>
                <a:cubicBezTo>
                  <a:pt x="899" y="610"/>
                  <a:pt x="625" y="336"/>
                  <a:pt x="6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466"/>
        <p:cNvGrpSpPr/>
        <p:nvPr/>
      </p:nvGrpSpPr>
      <p:grpSpPr>
        <a:xfrm>
          <a:off x="0" y="0"/>
          <a:ext cx="0" cy="0"/>
          <a:chOff x="0" y="0"/>
          <a:chExt cx="0" cy="0"/>
        </a:xfrm>
      </p:grpSpPr>
      <p:sp>
        <p:nvSpPr>
          <p:cNvPr id="2467" name="Google Shape;2467;p44"/>
          <p:cNvSpPr txBox="1">
            <a:spLocks noGrp="1"/>
          </p:cNvSpPr>
          <p:nvPr>
            <p:ph type="title"/>
          </p:nvPr>
        </p:nvSpPr>
        <p:spPr>
          <a:xfrm>
            <a:off x="1590000" y="1465306"/>
            <a:ext cx="5964000" cy="1545284"/>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6600" dirty="0"/>
              <a:t>Metho</a:t>
            </a:r>
            <a:r>
              <a:rPr lang="en-US" sz="6600" dirty="0">
                <a:solidFill>
                  <a:schemeClr val="lt1"/>
                </a:solidFill>
              </a:rPr>
              <a:t>dology</a:t>
            </a:r>
            <a:endParaRPr sz="6600" dirty="0">
              <a:solidFill>
                <a:schemeClr val="lt1"/>
              </a:solidFill>
            </a:endParaRPr>
          </a:p>
        </p:txBody>
      </p:sp>
      <p:grpSp>
        <p:nvGrpSpPr>
          <p:cNvPr id="2468" name="Google Shape;2468;p44"/>
          <p:cNvGrpSpPr/>
          <p:nvPr/>
        </p:nvGrpSpPr>
        <p:grpSpPr>
          <a:xfrm>
            <a:off x="6980724" y="2594473"/>
            <a:ext cx="1642242" cy="1667704"/>
            <a:chOff x="6910818" y="2497897"/>
            <a:chExt cx="1737454" cy="1764393"/>
          </a:xfrm>
        </p:grpSpPr>
        <p:grpSp>
          <p:nvGrpSpPr>
            <p:cNvPr id="2469" name="Google Shape;2469;p44"/>
            <p:cNvGrpSpPr/>
            <p:nvPr/>
          </p:nvGrpSpPr>
          <p:grpSpPr>
            <a:xfrm>
              <a:off x="8194878" y="2497897"/>
              <a:ext cx="286304" cy="433613"/>
              <a:chOff x="6673046" y="1861217"/>
              <a:chExt cx="150520" cy="227966"/>
            </a:xfrm>
          </p:grpSpPr>
          <p:sp>
            <p:nvSpPr>
              <p:cNvPr id="2470" name="Google Shape;2470;p44"/>
              <p:cNvSpPr/>
              <p:nvPr/>
            </p:nvSpPr>
            <p:spPr>
              <a:xfrm>
                <a:off x="6707949" y="1871649"/>
                <a:ext cx="84296" cy="42571"/>
              </a:xfrm>
              <a:custGeom>
                <a:avLst/>
                <a:gdLst/>
                <a:ahLst/>
                <a:cxnLst/>
                <a:rect l="l" t="t" r="r" b="b"/>
                <a:pathLst>
                  <a:path w="2990" h="1510" extrusionOk="0">
                    <a:moveTo>
                      <a:pt x="2588" y="1"/>
                    </a:moveTo>
                    <a:cubicBezTo>
                      <a:pt x="1929" y="352"/>
                      <a:pt x="1801" y="1062"/>
                      <a:pt x="1801" y="1062"/>
                    </a:cubicBezTo>
                    <a:lnTo>
                      <a:pt x="1238" y="930"/>
                    </a:lnTo>
                    <a:cubicBezTo>
                      <a:pt x="1238" y="930"/>
                      <a:pt x="1045" y="225"/>
                      <a:pt x="563" y="63"/>
                    </a:cubicBezTo>
                    <a:cubicBezTo>
                      <a:pt x="0" y="788"/>
                      <a:pt x="532" y="1509"/>
                      <a:pt x="532" y="1509"/>
                    </a:cubicBezTo>
                    <a:lnTo>
                      <a:pt x="2588" y="1254"/>
                    </a:lnTo>
                    <a:cubicBezTo>
                      <a:pt x="2588" y="1254"/>
                      <a:pt x="2989" y="579"/>
                      <a:pt x="25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1" name="Google Shape;2471;p44"/>
              <p:cNvSpPr/>
              <p:nvPr/>
            </p:nvSpPr>
            <p:spPr>
              <a:xfrm>
                <a:off x="6717957" y="1861217"/>
                <a:ext cx="61657" cy="48970"/>
              </a:xfrm>
              <a:custGeom>
                <a:avLst/>
                <a:gdLst/>
                <a:ahLst/>
                <a:cxnLst/>
                <a:rect l="l" t="t" r="r" b="b"/>
                <a:pathLst>
                  <a:path w="2187" h="1737" extrusionOk="0">
                    <a:moveTo>
                      <a:pt x="899" y="1"/>
                    </a:moveTo>
                    <a:cubicBezTo>
                      <a:pt x="0" y="838"/>
                      <a:pt x="467" y="1736"/>
                      <a:pt x="467" y="1736"/>
                    </a:cubicBezTo>
                    <a:lnTo>
                      <a:pt x="1975" y="1223"/>
                    </a:lnTo>
                    <a:cubicBezTo>
                      <a:pt x="1975" y="1204"/>
                      <a:pt x="2187" y="467"/>
                      <a:pt x="8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2" name="Google Shape;2472;p44"/>
              <p:cNvSpPr/>
              <p:nvPr/>
            </p:nvSpPr>
            <p:spPr>
              <a:xfrm>
                <a:off x="6693035" y="1874383"/>
                <a:ext cx="117760" cy="72004"/>
              </a:xfrm>
              <a:custGeom>
                <a:avLst/>
                <a:gdLst/>
                <a:ahLst/>
                <a:cxnLst/>
                <a:rect l="l" t="t" r="r" b="b"/>
                <a:pathLst>
                  <a:path w="4177" h="2554" extrusionOk="0">
                    <a:moveTo>
                      <a:pt x="2090" y="0"/>
                    </a:moveTo>
                    <a:cubicBezTo>
                      <a:pt x="2084" y="0"/>
                      <a:pt x="2078" y="0"/>
                      <a:pt x="2072" y="0"/>
                    </a:cubicBezTo>
                    <a:cubicBezTo>
                      <a:pt x="1478" y="16"/>
                      <a:pt x="1204" y="756"/>
                      <a:pt x="1204" y="756"/>
                    </a:cubicBezTo>
                    <a:cubicBezTo>
                      <a:pt x="1204" y="756"/>
                      <a:pt x="965" y="336"/>
                      <a:pt x="352" y="255"/>
                    </a:cubicBezTo>
                    <a:lnTo>
                      <a:pt x="352" y="255"/>
                    </a:lnTo>
                    <a:cubicBezTo>
                      <a:pt x="1" y="1204"/>
                      <a:pt x="818" y="2538"/>
                      <a:pt x="2041" y="2554"/>
                    </a:cubicBezTo>
                    <a:cubicBezTo>
                      <a:pt x="2048" y="2554"/>
                      <a:pt x="2056" y="2554"/>
                      <a:pt x="2063" y="2554"/>
                    </a:cubicBezTo>
                    <a:cubicBezTo>
                      <a:pt x="3479" y="2554"/>
                      <a:pt x="4176" y="1042"/>
                      <a:pt x="3823" y="274"/>
                    </a:cubicBezTo>
                    <a:lnTo>
                      <a:pt x="3823" y="274"/>
                    </a:lnTo>
                    <a:cubicBezTo>
                      <a:pt x="3437" y="320"/>
                      <a:pt x="2924" y="756"/>
                      <a:pt x="2924" y="756"/>
                    </a:cubicBezTo>
                    <a:cubicBezTo>
                      <a:pt x="2924" y="756"/>
                      <a:pt x="2671" y="0"/>
                      <a:pt x="209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3" name="Google Shape;2473;p44"/>
              <p:cNvSpPr/>
              <p:nvPr/>
            </p:nvSpPr>
            <p:spPr>
              <a:xfrm>
                <a:off x="6690328" y="1889720"/>
                <a:ext cx="122355" cy="58528"/>
              </a:xfrm>
              <a:custGeom>
                <a:avLst/>
                <a:gdLst/>
                <a:ahLst/>
                <a:cxnLst/>
                <a:rect l="l" t="t" r="r" b="b"/>
                <a:pathLst>
                  <a:path w="4340" h="2076" extrusionOk="0">
                    <a:moveTo>
                      <a:pt x="2183" y="0"/>
                    </a:moveTo>
                    <a:cubicBezTo>
                      <a:pt x="2178" y="0"/>
                      <a:pt x="2173" y="0"/>
                      <a:pt x="2168" y="0"/>
                    </a:cubicBezTo>
                    <a:cubicBezTo>
                      <a:pt x="1508" y="0"/>
                      <a:pt x="1219" y="949"/>
                      <a:pt x="1219" y="949"/>
                    </a:cubicBezTo>
                    <a:cubicBezTo>
                      <a:pt x="1219" y="949"/>
                      <a:pt x="913" y="418"/>
                      <a:pt x="339" y="418"/>
                    </a:cubicBezTo>
                    <a:cubicBezTo>
                      <a:pt x="243" y="418"/>
                      <a:pt x="141" y="433"/>
                      <a:pt x="31" y="467"/>
                    </a:cubicBezTo>
                    <a:cubicBezTo>
                      <a:pt x="0" y="1528"/>
                      <a:pt x="787" y="2060"/>
                      <a:pt x="2137" y="2075"/>
                    </a:cubicBezTo>
                    <a:cubicBezTo>
                      <a:pt x="2163" y="2076"/>
                      <a:pt x="2189" y="2076"/>
                      <a:pt x="2214" y="2076"/>
                    </a:cubicBezTo>
                    <a:cubicBezTo>
                      <a:pt x="3731" y="2076"/>
                      <a:pt x="4340" y="1620"/>
                      <a:pt x="4340" y="451"/>
                    </a:cubicBezTo>
                    <a:cubicBezTo>
                      <a:pt x="4234" y="432"/>
                      <a:pt x="4137" y="423"/>
                      <a:pt x="4047" y="423"/>
                    </a:cubicBezTo>
                    <a:cubicBezTo>
                      <a:pt x="3330" y="423"/>
                      <a:pt x="3101" y="984"/>
                      <a:pt x="3101" y="984"/>
                    </a:cubicBezTo>
                    <a:cubicBezTo>
                      <a:pt x="3101" y="984"/>
                      <a:pt x="2817" y="0"/>
                      <a:pt x="218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4" name="Google Shape;2474;p44"/>
              <p:cNvSpPr/>
              <p:nvPr/>
            </p:nvSpPr>
            <p:spPr>
              <a:xfrm>
                <a:off x="6683900" y="1929528"/>
                <a:ext cx="128783" cy="42740"/>
              </a:xfrm>
              <a:custGeom>
                <a:avLst/>
                <a:gdLst/>
                <a:ahLst/>
                <a:cxnLst/>
                <a:rect l="l" t="t" r="r" b="b"/>
                <a:pathLst>
                  <a:path w="4568" h="1516" extrusionOk="0">
                    <a:moveTo>
                      <a:pt x="2108" y="1"/>
                    </a:moveTo>
                    <a:cubicBezTo>
                      <a:pt x="247" y="1"/>
                      <a:pt x="1" y="1516"/>
                      <a:pt x="1" y="1516"/>
                    </a:cubicBezTo>
                    <a:lnTo>
                      <a:pt x="4568" y="1516"/>
                    </a:lnTo>
                    <a:cubicBezTo>
                      <a:pt x="4568" y="1516"/>
                      <a:pt x="4244" y="85"/>
                      <a:pt x="2253" y="4"/>
                    </a:cubicBezTo>
                    <a:cubicBezTo>
                      <a:pt x="2204" y="2"/>
                      <a:pt x="2156" y="1"/>
                      <a:pt x="21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5" name="Google Shape;2475;p44"/>
              <p:cNvSpPr/>
              <p:nvPr/>
            </p:nvSpPr>
            <p:spPr>
              <a:xfrm>
                <a:off x="6769606" y="1953210"/>
                <a:ext cx="20355" cy="16352"/>
              </a:xfrm>
              <a:custGeom>
                <a:avLst/>
                <a:gdLst/>
                <a:ahLst/>
                <a:cxnLst/>
                <a:rect l="l" t="t" r="r" b="b"/>
                <a:pathLst>
                  <a:path w="722" h="580" extrusionOk="0">
                    <a:moveTo>
                      <a:pt x="0" y="1"/>
                    </a:moveTo>
                    <a:lnTo>
                      <a:pt x="0" y="579"/>
                    </a:lnTo>
                    <a:lnTo>
                      <a:pt x="721" y="579"/>
                    </a:lnTo>
                    <a:lnTo>
                      <a:pt x="7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6" name="Google Shape;2476;p44"/>
              <p:cNvSpPr/>
              <p:nvPr/>
            </p:nvSpPr>
            <p:spPr>
              <a:xfrm>
                <a:off x="6749702" y="1972240"/>
                <a:ext cx="451" cy="28"/>
              </a:xfrm>
              <a:custGeom>
                <a:avLst/>
                <a:gdLst/>
                <a:ahLst/>
                <a:cxnLst/>
                <a:rect l="l" t="t" r="r" b="b"/>
                <a:pathLst>
                  <a:path w="16" h="1" extrusionOk="0">
                    <a:moveTo>
                      <a:pt x="16" y="1"/>
                    </a:moveTo>
                    <a:lnTo>
                      <a:pt x="0" y="1"/>
                    </a:lnTo>
                    <a:lnTo>
                      <a:pt x="16" y="1"/>
                    </a:lnTo>
                    <a:close/>
                  </a:path>
                </a:pathLst>
              </a:custGeom>
              <a:solidFill>
                <a:srgbClr val="D0D6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7" name="Google Shape;2477;p44"/>
              <p:cNvSpPr/>
              <p:nvPr/>
            </p:nvSpPr>
            <p:spPr>
              <a:xfrm>
                <a:off x="6734252" y="1946359"/>
                <a:ext cx="31773" cy="25909"/>
              </a:xfrm>
              <a:custGeom>
                <a:avLst/>
                <a:gdLst/>
                <a:ahLst/>
                <a:cxnLst/>
                <a:rect l="l" t="t" r="r" b="b"/>
                <a:pathLst>
                  <a:path w="1127" h="919" extrusionOk="0">
                    <a:moveTo>
                      <a:pt x="564" y="1"/>
                    </a:moveTo>
                    <a:cubicBezTo>
                      <a:pt x="483" y="1"/>
                      <a:pt x="417" y="16"/>
                      <a:pt x="336" y="66"/>
                    </a:cubicBezTo>
                    <a:cubicBezTo>
                      <a:pt x="259" y="97"/>
                      <a:pt x="193" y="163"/>
                      <a:pt x="163" y="244"/>
                    </a:cubicBezTo>
                    <a:cubicBezTo>
                      <a:pt x="1" y="579"/>
                      <a:pt x="240" y="903"/>
                      <a:pt x="548" y="919"/>
                    </a:cubicBezTo>
                    <a:lnTo>
                      <a:pt x="564" y="919"/>
                    </a:lnTo>
                    <a:cubicBezTo>
                      <a:pt x="625" y="903"/>
                      <a:pt x="706" y="884"/>
                      <a:pt x="772" y="853"/>
                    </a:cubicBezTo>
                    <a:cubicBezTo>
                      <a:pt x="853" y="822"/>
                      <a:pt x="915" y="757"/>
                      <a:pt x="965" y="676"/>
                    </a:cubicBezTo>
                    <a:cubicBezTo>
                      <a:pt x="1127" y="340"/>
                      <a:pt x="868" y="1"/>
                      <a:pt x="5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8" name="Google Shape;2478;p44"/>
              <p:cNvSpPr/>
              <p:nvPr/>
            </p:nvSpPr>
            <p:spPr>
              <a:xfrm>
                <a:off x="6673046" y="1955494"/>
                <a:ext cx="150520" cy="133689"/>
              </a:xfrm>
              <a:custGeom>
                <a:avLst/>
                <a:gdLst/>
                <a:ahLst/>
                <a:cxnLst/>
                <a:rect l="l" t="t" r="r" b="b"/>
                <a:pathLst>
                  <a:path w="5339" h="4742" extrusionOk="0">
                    <a:moveTo>
                      <a:pt x="0" y="1"/>
                    </a:moveTo>
                    <a:lnTo>
                      <a:pt x="502" y="2361"/>
                    </a:lnTo>
                    <a:lnTo>
                      <a:pt x="0" y="4741"/>
                    </a:lnTo>
                    <a:lnTo>
                      <a:pt x="5049" y="4741"/>
                    </a:lnTo>
                    <a:lnTo>
                      <a:pt x="5145" y="3584"/>
                    </a:lnTo>
                    <a:lnTo>
                      <a:pt x="4470" y="3198"/>
                    </a:lnTo>
                    <a:lnTo>
                      <a:pt x="5338" y="1559"/>
                    </a:lnTo>
                    <a:lnTo>
                      <a:pt x="5095" y="305"/>
                    </a:lnTo>
                    <a:lnTo>
                      <a:pt x="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9" name="Google Shape;2479;p44"/>
              <p:cNvSpPr/>
              <p:nvPr/>
            </p:nvSpPr>
            <p:spPr>
              <a:xfrm>
                <a:off x="6678036" y="1978104"/>
                <a:ext cx="143669" cy="9501"/>
              </a:xfrm>
              <a:custGeom>
                <a:avLst/>
                <a:gdLst/>
                <a:ahLst/>
                <a:cxnLst/>
                <a:rect l="l" t="t" r="r" b="b"/>
                <a:pathLst>
                  <a:path w="5096" h="337" extrusionOk="0">
                    <a:moveTo>
                      <a:pt x="1" y="1"/>
                    </a:moveTo>
                    <a:lnTo>
                      <a:pt x="82" y="337"/>
                    </a:lnTo>
                    <a:lnTo>
                      <a:pt x="5096" y="337"/>
                    </a:lnTo>
                    <a:lnTo>
                      <a:pt x="503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0" name="Google Shape;2480;p44"/>
              <p:cNvSpPr/>
              <p:nvPr/>
            </p:nvSpPr>
            <p:spPr>
              <a:xfrm>
                <a:off x="6683900" y="2004436"/>
                <a:ext cx="137382" cy="9473"/>
              </a:xfrm>
              <a:custGeom>
                <a:avLst/>
                <a:gdLst/>
                <a:ahLst/>
                <a:cxnLst/>
                <a:rect l="l" t="t" r="r" b="b"/>
                <a:pathLst>
                  <a:path w="4873" h="336" extrusionOk="0">
                    <a:moveTo>
                      <a:pt x="1" y="0"/>
                    </a:moveTo>
                    <a:lnTo>
                      <a:pt x="66" y="336"/>
                    </a:lnTo>
                    <a:lnTo>
                      <a:pt x="4695" y="336"/>
                    </a:lnTo>
                    <a:lnTo>
                      <a:pt x="487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1" name="Google Shape;2481;p44"/>
              <p:cNvSpPr/>
              <p:nvPr/>
            </p:nvSpPr>
            <p:spPr>
              <a:xfrm>
                <a:off x="6683900" y="2030627"/>
                <a:ext cx="123793" cy="9614"/>
              </a:xfrm>
              <a:custGeom>
                <a:avLst/>
                <a:gdLst/>
                <a:ahLst/>
                <a:cxnLst/>
                <a:rect l="l" t="t" r="r" b="b"/>
                <a:pathLst>
                  <a:path w="4391" h="341" extrusionOk="0">
                    <a:moveTo>
                      <a:pt x="66" y="1"/>
                    </a:moveTo>
                    <a:lnTo>
                      <a:pt x="1" y="340"/>
                    </a:lnTo>
                    <a:lnTo>
                      <a:pt x="4213" y="340"/>
                    </a:lnTo>
                    <a:lnTo>
                      <a:pt x="439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2" name="Google Shape;2482;p44"/>
              <p:cNvSpPr/>
              <p:nvPr/>
            </p:nvSpPr>
            <p:spPr>
              <a:xfrm>
                <a:off x="6678036" y="2056959"/>
                <a:ext cx="140089" cy="9473"/>
              </a:xfrm>
              <a:custGeom>
                <a:avLst/>
                <a:gdLst/>
                <a:ahLst/>
                <a:cxnLst/>
                <a:rect l="l" t="t" r="r" b="b"/>
                <a:pathLst>
                  <a:path w="4969" h="336" extrusionOk="0">
                    <a:moveTo>
                      <a:pt x="82" y="0"/>
                    </a:moveTo>
                    <a:lnTo>
                      <a:pt x="1" y="336"/>
                    </a:lnTo>
                    <a:lnTo>
                      <a:pt x="4953" y="336"/>
                    </a:lnTo>
                    <a:lnTo>
                      <a:pt x="496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3" name="Google Shape;2483;p44"/>
              <p:cNvSpPr/>
              <p:nvPr/>
            </p:nvSpPr>
            <p:spPr>
              <a:xfrm>
                <a:off x="6673046" y="1983546"/>
                <a:ext cx="150520" cy="105637"/>
              </a:xfrm>
              <a:custGeom>
                <a:avLst/>
                <a:gdLst/>
                <a:ahLst/>
                <a:cxnLst/>
                <a:rect l="l" t="t" r="r" b="b"/>
                <a:pathLst>
                  <a:path w="5339" h="3747" extrusionOk="0">
                    <a:moveTo>
                      <a:pt x="5226" y="1"/>
                    </a:moveTo>
                    <a:cubicBezTo>
                      <a:pt x="4677" y="580"/>
                      <a:pt x="3197" y="2674"/>
                      <a:pt x="441" y="2674"/>
                    </a:cubicBezTo>
                    <a:cubicBezTo>
                      <a:pt x="371" y="2674"/>
                      <a:pt x="300" y="2673"/>
                      <a:pt x="228" y="2670"/>
                    </a:cubicBezTo>
                    <a:lnTo>
                      <a:pt x="0" y="3746"/>
                    </a:lnTo>
                    <a:lnTo>
                      <a:pt x="5049" y="3746"/>
                    </a:lnTo>
                    <a:lnTo>
                      <a:pt x="5145" y="2589"/>
                    </a:lnTo>
                    <a:lnTo>
                      <a:pt x="4470" y="2203"/>
                    </a:lnTo>
                    <a:lnTo>
                      <a:pt x="5338" y="564"/>
                    </a:lnTo>
                    <a:lnTo>
                      <a:pt x="522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84" name="Google Shape;2484;p44"/>
            <p:cNvGrpSpPr/>
            <p:nvPr/>
          </p:nvGrpSpPr>
          <p:grpSpPr>
            <a:xfrm>
              <a:off x="7596043" y="3289611"/>
              <a:ext cx="977376" cy="664846"/>
              <a:chOff x="6358218" y="3496678"/>
              <a:chExt cx="513840" cy="349532"/>
            </a:xfrm>
          </p:grpSpPr>
          <p:sp>
            <p:nvSpPr>
              <p:cNvPr id="2485" name="Google Shape;2485;p44"/>
              <p:cNvSpPr/>
              <p:nvPr/>
            </p:nvSpPr>
            <p:spPr>
              <a:xfrm>
                <a:off x="6527064" y="3505784"/>
                <a:ext cx="171016" cy="265179"/>
              </a:xfrm>
              <a:custGeom>
                <a:avLst/>
                <a:gdLst/>
                <a:ahLst/>
                <a:cxnLst/>
                <a:rect l="l" t="t" r="r" b="b"/>
                <a:pathLst>
                  <a:path w="6066" h="9406" extrusionOk="0">
                    <a:moveTo>
                      <a:pt x="2730" y="1"/>
                    </a:moveTo>
                    <a:cubicBezTo>
                      <a:pt x="1" y="1"/>
                      <a:pt x="1001" y="8364"/>
                      <a:pt x="1001" y="8364"/>
                    </a:cubicBezTo>
                    <a:lnTo>
                      <a:pt x="2320" y="8634"/>
                    </a:lnTo>
                    <a:lnTo>
                      <a:pt x="6015" y="9405"/>
                    </a:lnTo>
                    <a:cubicBezTo>
                      <a:pt x="6015" y="9405"/>
                      <a:pt x="6031" y="9182"/>
                      <a:pt x="6031" y="8811"/>
                    </a:cubicBezTo>
                    <a:cubicBezTo>
                      <a:pt x="6065" y="7060"/>
                      <a:pt x="5969" y="1919"/>
                      <a:pt x="3863" y="407"/>
                    </a:cubicBezTo>
                    <a:cubicBezTo>
                      <a:pt x="3655" y="264"/>
                      <a:pt x="3427" y="148"/>
                      <a:pt x="3188" y="71"/>
                    </a:cubicBezTo>
                    <a:cubicBezTo>
                      <a:pt x="3025" y="23"/>
                      <a:pt x="2873" y="1"/>
                      <a:pt x="273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6" name="Google Shape;2486;p44"/>
              <p:cNvSpPr/>
              <p:nvPr/>
            </p:nvSpPr>
            <p:spPr>
              <a:xfrm>
                <a:off x="6527064" y="3505784"/>
                <a:ext cx="89878" cy="243414"/>
              </a:xfrm>
              <a:custGeom>
                <a:avLst/>
                <a:gdLst/>
                <a:ahLst/>
                <a:cxnLst/>
                <a:rect l="l" t="t" r="r" b="b"/>
                <a:pathLst>
                  <a:path w="3188" h="8634" extrusionOk="0">
                    <a:moveTo>
                      <a:pt x="2730" y="1"/>
                    </a:moveTo>
                    <a:cubicBezTo>
                      <a:pt x="1" y="1"/>
                      <a:pt x="1001" y="8364"/>
                      <a:pt x="1001" y="8364"/>
                    </a:cubicBezTo>
                    <a:lnTo>
                      <a:pt x="2320" y="8634"/>
                    </a:lnTo>
                    <a:cubicBezTo>
                      <a:pt x="1691" y="569"/>
                      <a:pt x="3188" y="71"/>
                      <a:pt x="3188" y="71"/>
                    </a:cubicBezTo>
                    <a:cubicBezTo>
                      <a:pt x="3025" y="23"/>
                      <a:pt x="2873" y="1"/>
                      <a:pt x="273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7" name="Google Shape;2487;p44"/>
              <p:cNvSpPr/>
              <p:nvPr/>
            </p:nvSpPr>
            <p:spPr>
              <a:xfrm>
                <a:off x="6578854" y="3507786"/>
                <a:ext cx="82040" cy="212064"/>
              </a:xfrm>
              <a:custGeom>
                <a:avLst/>
                <a:gdLst/>
                <a:ahLst/>
                <a:cxnLst/>
                <a:rect l="l" t="t" r="r" b="b"/>
                <a:pathLst>
                  <a:path w="2910" h="7522" extrusionOk="0">
                    <a:moveTo>
                      <a:pt x="1351" y="0"/>
                    </a:moveTo>
                    <a:cubicBezTo>
                      <a:pt x="1335" y="16"/>
                      <a:pt x="1" y="498"/>
                      <a:pt x="417" y="7521"/>
                    </a:cubicBezTo>
                    <a:lnTo>
                      <a:pt x="2057" y="7521"/>
                    </a:lnTo>
                    <a:cubicBezTo>
                      <a:pt x="2203" y="7020"/>
                      <a:pt x="2508" y="6171"/>
                      <a:pt x="2909" y="5269"/>
                    </a:cubicBezTo>
                    <a:cubicBezTo>
                      <a:pt x="2377" y="3340"/>
                      <a:pt x="1864" y="1157"/>
                      <a:pt x="2026" y="336"/>
                    </a:cubicBezTo>
                    <a:cubicBezTo>
                      <a:pt x="1818" y="193"/>
                      <a:pt x="1590" y="77"/>
                      <a:pt x="13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8" name="Google Shape;2488;p44"/>
              <p:cNvSpPr/>
              <p:nvPr/>
            </p:nvSpPr>
            <p:spPr>
              <a:xfrm>
                <a:off x="6548519" y="3505925"/>
                <a:ext cx="68423" cy="213925"/>
              </a:xfrm>
              <a:custGeom>
                <a:avLst/>
                <a:gdLst/>
                <a:ahLst/>
                <a:cxnLst/>
                <a:rect l="l" t="t" r="r" b="b"/>
                <a:pathLst>
                  <a:path w="2427" h="7588" extrusionOk="0">
                    <a:moveTo>
                      <a:pt x="1976" y="1"/>
                    </a:moveTo>
                    <a:cubicBezTo>
                      <a:pt x="174" y="1"/>
                      <a:pt x="1" y="3615"/>
                      <a:pt x="78" y="6091"/>
                    </a:cubicBezTo>
                    <a:cubicBezTo>
                      <a:pt x="97" y="6669"/>
                      <a:pt x="143" y="7202"/>
                      <a:pt x="174" y="7587"/>
                    </a:cubicBezTo>
                    <a:lnTo>
                      <a:pt x="1493" y="7587"/>
                    </a:lnTo>
                    <a:cubicBezTo>
                      <a:pt x="1077" y="564"/>
                      <a:pt x="2411" y="82"/>
                      <a:pt x="2427" y="66"/>
                    </a:cubicBezTo>
                    <a:cubicBezTo>
                      <a:pt x="2265" y="16"/>
                      <a:pt x="2103" y="1"/>
                      <a:pt x="1976" y="1"/>
                    </a:cubicBezTo>
                    <a:close/>
                  </a:path>
                </a:pathLst>
              </a:custGeom>
              <a:solidFill>
                <a:srgbClr val="86AC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9" name="Google Shape;2489;p44"/>
              <p:cNvSpPr/>
              <p:nvPr/>
            </p:nvSpPr>
            <p:spPr>
              <a:xfrm>
                <a:off x="6631377" y="3517230"/>
                <a:ext cx="53960" cy="139102"/>
              </a:xfrm>
              <a:custGeom>
                <a:avLst/>
                <a:gdLst/>
                <a:ahLst/>
                <a:cxnLst/>
                <a:rect l="l" t="t" r="r" b="b"/>
                <a:pathLst>
                  <a:path w="1914" h="4934" extrusionOk="0">
                    <a:moveTo>
                      <a:pt x="163" y="1"/>
                    </a:moveTo>
                    <a:lnTo>
                      <a:pt x="163" y="1"/>
                    </a:lnTo>
                    <a:cubicBezTo>
                      <a:pt x="1" y="822"/>
                      <a:pt x="514" y="3005"/>
                      <a:pt x="1046" y="4934"/>
                    </a:cubicBezTo>
                    <a:cubicBezTo>
                      <a:pt x="1305" y="4406"/>
                      <a:pt x="1575" y="3858"/>
                      <a:pt x="1914" y="3360"/>
                    </a:cubicBezTo>
                    <a:cubicBezTo>
                      <a:pt x="1594" y="1945"/>
                      <a:pt x="1062" y="645"/>
                      <a:pt x="163" y="1"/>
                    </a:cubicBezTo>
                    <a:close/>
                  </a:path>
                </a:pathLst>
              </a:custGeom>
              <a:solidFill>
                <a:srgbClr val="4976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0" name="Google Shape;2490;p44"/>
              <p:cNvSpPr/>
              <p:nvPr/>
            </p:nvSpPr>
            <p:spPr>
              <a:xfrm>
                <a:off x="6652691" y="3537134"/>
                <a:ext cx="11784" cy="8176"/>
              </a:xfrm>
              <a:custGeom>
                <a:avLst/>
                <a:gdLst/>
                <a:ahLst/>
                <a:cxnLst/>
                <a:rect l="l" t="t" r="r" b="b"/>
                <a:pathLst>
                  <a:path w="418" h="290" extrusionOk="0">
                    <a:moveTo>
                      <a:pt x="356" y="1"/>
                    </a:moveTo>
                    <a:lnTo>
                      <a:pt x="16" y="213"/>
                    </a:lnTo>
                    <a:cubicBezTo>
                      <a:pt x="1" y="228"/>
                      <a:pt x="1" y="244"/>
                      <a:pt x="16" y="259"/>
                    </a:cubicBezTo>
                    <a:cubicBezTo>
                      <a:pt x="16" y="274"/>
                      <a:pt x="32" y="290"/>
                      <a:pt x="47" y="290"/>
                    </a:cubicBezTo>
                    <a:lnTo>
                      <a:pt x="66" y="274"/>
                    </a:lnTo>
                    <a:lnTo>
                      <a:pt x="387" y="66"/>
                    </a:lnTo>
                    <a:cubicBezTo>
                      <a:pt x="417" y="66"/>
                      <a:pt x="417" y="35"/>
                      <a:pt x="402" y="20"/>
                    </a:cubicBezTo>
                    <a:cubicBezTo>
                      <a:pt x="387" y="1"/>
                      <a:pt x="371" y="1"/>
                      <a:pt x="35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1" name="Google Shape;2491;p44"/>
              <p:cNvSpPr/>
              <p:nvPr/>
            </p:nvSpPr>
            <p:spPr>
              <a:xfrm>
                <a:off x="6663150" y="3561944"/>
                <a:ext cx="19904" cy="3383"/>
              </a:xfrm>
              <a:custGeom>
                <a:avLst/>
                <a:gdLst/>
                <a:ahLst/>
                <a:cxnLst/>
                <a:rect l="l" t="t" r="r" b="b"/>
                <a:pathLst>
                  <a:path w="706" h="120" extrusionOk="0">
                    <a:moveTo>
                      <a:pt x="18" y="0"/>
                    </a:moveTo>
                    <a:cubicBezTo>
                      <a:pt x="8" y="0"/>
                      <a:pt x="0" y="16"/>
                      <a:pt x="0" y="39"/>
                    </a:cubicBezTo>
                    <a:cubicBezTo>
                      <a:pt x="0" y="54"/>
                      <a:pt x="16" y="69"/>
                      <a:pt x="31" y="69"/>
                    </a:cubicBezTo>
                    <a:lnTo>
                      <a:pt x="660" y="120"/>
                    </a:lnTo>
                    <a:lnTo>
                      <a:pt x="675" y="120"/>
                    </a:lnTo>
                    <a:cubicBezTo>
                      <a:pt x="691" y="120"/>
                      <a:pt x="706" y="104"/>
                      <a:pt x="706" y="69"/>
                    </a:cubicBezTo>
                    <a:cubicBezTo>
                      <a:pt x="706" y="54"/>
                      <a:pt x="691" y="39"/>
                      <a:pt x="675" y="39"/>
                    </a:cubicBezTo>
                    <a:lnTo>
                      <a:pt x="31" y="8"/>
                    </a:lnTo>
                    <a:cubicBezTo>
                      <a:pt x="27" y="2"/>
                      <a:pt x="22" y="0"/>
                      <a:pt x="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2" name="Google Shape;2492;p44"/>
              <p:cNvSpPr/>
              <p:nvPr/>
            </p:nvSpPr>
            <p:spPr>
              <a:xfrm>
                <a:off x="6672595" y="3600202"/>
                <a:ext cx="18184" cy="4060"/>
              </a:xfrm>
              <a:custGeom>
                <a:avLst/>
                <a:gdLst/>
                <a:ahLst/>
                <a:cxnLst/>
                <a:rect l="l" t="t" r="r" b="b"/>
                <a:pathLst>
                  <a:path w="645" h="144" extrusionOk="0">
                    <a:moveTo>
                      <a:pt x="595" y="1"/>
                    </a:moveTo>
                    <a:lnTo>
                      <a:pt x="35" y="62"/>
                    </a:lnTo>
                    <a:cubicBezTo>
                      <a:pt x="16" y="78"/>
                      <a:pt x="1" y="97"/>
                      <a:pt x="1" y="113"/>
                    </a:cubicBezTo>
                    <a:cubicBezTo>
                      <a:pt x="1" y="128"/>
                      <a:pt x="16" y="143"/>
                      <a:pt x="35" y="143"/>
                    </a:cubicBezTo>
                    <a:lnTo>
                      <a:pt x="51" y="143"/>
                    </a:lnTo>
                    <a:lnTo>
                      <a:pt x="614" y="78"/>
                    </a:lnTo>
                    <a:cubicBezTo>
                      <a:pt x="629" y="78"/>
                      <a:pt x="645" y="62"/>
                      <a:pt x="645" y="32"/>
                    </a:cubicBezTo>
                    <a:cubicBezTo>
                      <a:pt x="645" y="16"/>
                      <a:pt x="629" y="1"/>
                      <a:pt x="59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3" name="Google Shape;2493;p44"/>
              <p:cNvSpPr/>
              <p:nvPr/>
            </p:nvSpPr>
            <p:spPr>
              <a:xfrm>
                <a:off x="6681194" y="3654360"/>
                <a:ext cx="20468" cy="8401"/>
              </a:xfrm>
              <a:custGeom>
                <a:avLst/>
                <a:gdLst/>
                <a:ahLst/>
                <a:cxnLst/>
                <a:rect l="l" t="t" r="r" b="b"/>
                <a:pathLst>
                  <a:path w="726" h="298" extrusionOk="0">
                    <a:moveTo>
                      <a:pt x="692" y="0"/>
                    </a:moveTo>
                    <a:cubicBezTo>
                      <a:pt x="687" y="0"/>
                      <a:pt x="681" y="2"/>
                      <a:pt x="675" y="8"/>
                    </a:cubicBezTo>
                    <a:lnTo>
                      <a:pt x="35" y="217"/>
                    </a:lnTo>
                    <a:cubicBezTo>
                      <a:pt x="20" y="232"/>
                      <a:pt x="0" y="247"/>
                      <a:pt x="20" y="263"/>
                    </a:cubicBezTo>
                    <a:cubicBezTo>
                      <a:pt x="20" y="278"/>
                      <a:pt x="35" y="298"/>
                      <a:pt x="51" y="298"/>
                    </a:cubicBezTo>
                    <a:lnTo>
                      <a:pt x="66" y="298"/>
                    </a:lnTo>
                    <a:lnTo>
                      <a:pt x="695" y="70"/>
                    </a:lnTo>
                    <a:cubicBezTo>
                      <a:pt x="710" y="70"/>
                      <a:pt x="726" y="55"/>
                      <a:pt x="726" y="24"/>
                    </a:cubicBezTo>
                    <a:cubicBezTo>
                      <a:pt x="715" y="13"/>
                      <a:pt x="704" y="0"/>
                      <a:pt x="6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4" name="Google Shape;2494;p44"/>
              <p:cNvSpPr/>
              <p:nvPr/>
            </p:nvSpPr>
            <p:spPr>
              <a:xfrm>
                <a:off x="6688918" y="3694647"/>
                <a:ext cx="16775" cy="7048"/>
              </a:xfrm>
              <a:custGeom>
                <a:avLst/>
                <a:gdLst/>
                <a:ahLst/>
                <a:cxnLst/>
                <a:rect l="l" t="t" r="r" b="b"/>
                <a:pathLst>
                  <a:path w="595" h="250" extrusionOk="0">
                    <a:moveTo>
                      <a:pt x="36" y="0"/>
                    </a:moveTo>
                    <a:cubicBezTo>
                      <a:pt x="24" y="0"/>
                      <a:pt x="11" y="12"/>
                      <a:pt x="0" y="26"/>
                    </a:cubicBezTo>
                    <a:cubicBezTo>
                      <a:pt x="0" y="56"/>
                      <a:pt x="16" y="72"/>
                      <a:pt x="35" y="72"/>
                    </a:cubicBezTo>
                    <a:lnTo>
                      <a:pt x="548" y="249"/>
                    </a:lnTo>
                    <a:lnTo>
                      <a:pt x="563" y="249"/>
                    </a:lnTo>
                    <a:cubicBezTo>
                      <a:pt x="579" y="249"/>
                      <a:pt x="594" y="234"/>
                      <a:pt x="594" y="218"/>
                    </a:cubicBezTo>
                    <a:cubicBezTo>
                      <a:pt x="594" y="199"/>
                      <a:pt x="594" y="184"/>
                      <a:pt x="563" y="168"/>
                    </a:cubicBezTo>
                    <a:lnTo>
                      <a:pt x="50" y="6"/>
                    </a:lnTo>
                    <a:cubicBezTo>
                      <a:pt x="46" y="2"/>
                      <a:pt x="41" y="0"/>
                      <a:pt x="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5" name="Google Shape;2495;p44"/>
              <p:cNvSpPr/>
              <p:nvPr/>
            </p:nvSpPr>
            <p:spPr>
              <a:xfrm>
                <a:off x="6616491" y="3656756"/>
                <a:ext cx="10347" cy="14604"/>
              </a:xfrm>
              <a:custGeom>
                <a:avLst/>
                <a:gdLst/>
                <a:ahLst/>
                <a:cxnLst/>
                <a:rect l="l" t="t" r="r" b="b"/>
                <a:pathLst>
                  <a:path w="367" h="518" extrusionOk="0">
                    <a:moveTo>
                      <a:pt x="31" y="0"/>
                    </a:moveTo>
                    <a:cubicBezTo>
                      <a:pt x="16" y="20"/>
                      <a:pt x="0" y="35"/>
                      <a:pt x="16" y="66"/>
                    </a:cubicBezTo>
                    <a:lnTo>
                      <a:pt x="305" y="502"/>
                    </a:lnTo>
                    <a:cubicBezTo>
                      <a:pt x="305" y="517"/>
                      <a:pt x="321" y="517"/>
                      <a:pt x="336" y="517"/>
                    </a:cubicBezTo>
                    <a:lnTo>
                      <a:pt x="351" y="517"/>
                    </a:lnTo>
                    <a:cubicBezTo>
                      <a:pt x="367" y="502"/>
                      <a:pt x="367" y="482"/>
                      <a:pt x="351" y="467"/>
                    </a:cubicBezTo>
                    <a:lnTo>
                      <a:pt x="78" y="20"/>
                    </a:lnTo>
                    <a:cubicBezTo>
                      <a:pt x="62" y="0"/>
                      <a:pt x="47" y="0"/>
                      <a:pt x="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6" name="Google Shape;2496;p44"/>
              <p:cNvSpPr/>
              <p:nvPr/>
            </p:nvSpPr>
            <p:spPr>
              <a:xfrm>
                <a:off x="6580179" y="3596339"/>
                <a:ext cx="15027" cy="6061"/>
              </a:xfrm>
              <a:custGeom>
                <a:avLst/>
                <a:gdLst/>
                <a:ahLst/>
                <a:cxnLst/>
                <a:rect l="l" t="t" r="r" b="b"/>
                <a:pathLst>
                  <a:path w="533" h="215" extrusionOk="0">
                    <a:moveTo>
                      <a:pt x="36" y="0"/>
                    </a:moveTo>
                    <a:cubicBezTo>
                      <a:pt x="24" y="0"/>
                      <a:pt x="11" y="11"/>
                      <a:pt x="0" y="22"/>
                    </a:cubicBezTo>
                    <a:cubicBezTo>
                      <a:pt x="0" y="57"/>
                      <a:pt x="16" y="72"/>
                      <a:pt x="35" y="72"/>
                    </a:cubicBezTo>
                    <a:lnTo>
                      <a:pt x="467" y="215"/>
                    </a:lnTo>
                    <a:lnTo>
                      <a:pt x="482" y="215"/>
                    </a:lnTo>
                    <a:cubicBezTo>
                      <a:pt x="498" y="215"/>
                      <a:pt x="517" y="215"/>
                      <a:pt x="517" y="199"/>
                    </a:cubicBezTo>
                    <a:cubicBezTo>
                      <a:pt x="532" y="169"/>
                      <a:pt x="517" y="153"/>
                      <a:pt x="498" y="153"/>
                    </a:cubicBezTo>
                    <a:lnTo>
                      <a:pt x="50" y="7"/>
                    </a:lnTo>
                    <a:cubicBezTo>
                      <a:pt x="46" y="2"/>
                      <a:pt x="41" y="0"/>
                      <a:pt x="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7" name="Google Shape;2497;p44"/>
              <p:cNvSpPr/>
              <p:nvPr/>
            </p:nvSpPr>
            <p:spPr>
              <a:xfrm>
                <a:off x="6546686" y="3694816"/>
                <a:ext cx="14491" cy="6428"/>
              </a:xfrm>
              <a:custGeom>
                <a:avLst/>
                <a:gdLst/>
                <a:ahLst/>
                <a:cxnLst/>
                <a:rect l="l" t="t" r="r" b="b"/>
                <a:pathLst>
                  <a:path w="514" h="228" extrusionOk="0">
                    <a:moveTo>
                      <a:pt x="46" y="0"/>
                    </a:moveTo>
                    <a:cubicBezTo>
                      <a:pt x="31" y="0"/>
                      <a:pt x="16" y="20"/>
                      <a:pt x="0" y="35"/>
                    </a:cubicBezTo>
                    <a:cubicBezTo>
                      <a:pt x="0" y="50"/>
                      <a:pt x="16" y="66"/>
                      <a:pt x="31" y="81"/>
                    </a:cubicBezTo>
                    <a:lnTo>
                      <a:pt x="467" y="228"/>
                    </a:lnTo>
                    <a:lnTo>
                      <a:pt x="482" y="228"/>
                    </a:lnTo>
                    <a:cubicBezTo>
                      <a:pt x="498" y="228"/>
                      <a:pt x="513" y="212"/>
                      <a:pt x="513" y="193"/>
                    </a:cubicBezTo>
                    <a:cubicBezTo>
                      <a:pt x="513" y="178"/>
                      <a:pt x="513" y="162"/>
                      <a:pt x="498" y="147"/>
                    </a:cubicBezTo>
                    <a:lnTo>
                      <a:pt x="4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8" name="Google Shape;2498;p44"/>
              <p:cNvSpPr/>
              <p:nvPr/>
            </p:nvSpPr>
            <p:spPr>
              <a:xfrm>
                <a:off x="6578431" y="3614664"/>
                <a:ext cx="18522" cy="2312"/>
              </a:xfrm>
              <a:custGeom>
                <a:avLst/>
                <a:gdLst/>
                <a:ahLst/>
                <a:cxnLst/>
                <a:rect l="l" t="t" r="r" b="b"/>
                <a:pathLst>
                  <a:path w="657" h="82" extrusionOk="0">
                    <a:moveTo>
                      <a:pt x="31" y="1"/>
                    </a:moveTo>
                    <a:cubicBezTo>
                      <a:pt x="16" y="1"/>
                      <a:pt x="0" y="16"/>
                      <a:pt x="0" y="47"/>
                    </a:cubicBezTo>
                    <a:cubicBezTo>
                      <a:pt x="0" y="66"/>
                      <a:pt x="16" y="82"/>
                      <a:pt x="31" y="82"/>
                    </a:cubicBezTo>
                    <a:lnTo>
                      <a:pt x="625" y="66"/>
                    </a:lnTo>
                    <a:cubicBezTo>
                      <a:pt x="641" y="66"/>
                      <a:pt x="656" y="47"/>
                      <a:pt x="656" y="32"/>
                    </a:cubicBezTo>
                    <a:cubicBezTo>
                      <a:pt x="656" y="16"/>
                      <a:pt x="641" y="1"/>
                      <a:pt x="62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9" name="Google Shape;2499;p44"/>
              <p:cNvSpPr/>
              <p:nvPr/>
            </p:nvSpPr>
            <p:spPr>
              <a:xfrm>
                <a:off x="6557991" y="3670345"/>
                <a:ext cx="19058" cy="2735"/>
              </a:xfrm>
              <a:custGeom>
                <a:avLst/>
                <a:gdLst/>
                <a:ahLst/>
                <a:cxnLst/>
                <a:rect l="l" t="t" r="r" b="b"/>
                <a:pathLst>
                  <a:path w="676" h="97" extrusionOk="0">
                    <a:moveTo>
                      <a:pt x="629" y="0"/>
                    </a:moveTo>
                    <a:lnTo>
                      <a:pt x="50" y="20"/>
                    </a:lnTo>
                    <a:cubicBezTo>
                      <a:pt x="16" y="20"/>
                      <a:pt x="0" y="35"/>
                      <a:pt x="0" y="51"/>
                    </a:cubicBezTo>
                    <a:cubicBezTo>
                      <a:pt x="0" y="81"/>
                      <a:pt x="16" y="97"/>
                      <a:pt x="50" y="97"/>
                    </a:cubicBezTo>
                    <a:lnTo>
                      <a:pt x="644" y="81"/>
                    </a:lnTo>
                    <a:cubicBezTo>
                      <a:pt x="660" y="81"/>
                      <a:pt x="675" y="66"/>
                      <a:pt x="675" y="51"/>
                    </a:cubicBezTo>
                    <a:cubicBezTo>
                      <a:pt x="675" y="20"/>
                      <a:pt x="660" y="0"/>
                      <a:pt x="6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0" name="Google Shape;2500;p44"/>
              <p:cNvSpPr/>
              <p:nvPr/>
            </p:nvSpPr>
            <p:spPr>
              <a:xfrm>
                <a:off x="6582463" y="3568034"/>
                <a:ext cx="19058" cy="2735"/>
              </a:xfrm>
              <a:custGeom>
                <a:avLst/>
                <a:gdLst/>
                <a:ahLst/>
                <a:cxnLst/>
                <a:rect l="l" t="t" r="r" b="b"/>
                <a:pathLst>
                  <a:path w="676" h="97" extrusionOk="0">
                    <a:moveTo>
                      <a:pt x="629" y="0"/>
                    </a:moveTo>
                    <a:lnTo>
                      <a:pt x="31" y="15"/>
                    </a:lnTo>
                    <a:cubicBezTo>
                      <a:pt x="16" y="15"/>
                      <a:pt x="0" y="31"/>
                      <a:pt x="0" y="46"/>
                    </a:cubicBezTo>
                    <a:cubicBezTo>
                      <a:pt x="0" y="81"/>
                      <a:pt x="16" y="96"/>
                      <a:pt x="50" y="96"/>
                    </a:cubicBezTo>
                    <a:lnTo>
                      <a:pt x="629" y="81"/>
                    </a:lnTo>
                    <a:cubicBezTo>
                      <a:pt x="660" y="81"/>
                      <a:pt x="675" y="62"/>
                      <a:pt x="675" y="31"/>
                    </a:cubicBezTo>
                    <a:cubicBezTo>
                      <a:pt x="675" y="15"/>
                      <a:pt x="660" y="0"/>
                      <a:pt x="6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1" name="Google Shape;2501;p44"/>
              <p:cNvSpPr/>
              <p:nvPr/>
            </p:nvSpPr>
            <p:spPr>
              <a:xfrm>
                <a:off x="6608344" y="3634568"/>
                <a:ext cx="17197" cy="2312"/>
              </a:xfrm>
              <a:custGeom>
                <a:avLst/>
                <a:gdLst/>
                <a:ahLst/>
                <a:cxnLst/>
                <a:rect l="l" t="t" r="r" b="b"/>
                <a:pathLst>
                  <a:path w="610" h="82" extrusionOk="0">
                    <a:moveTo>
                      <a:pt x="579" y="1"/>
                    </a:moveTo>
                    <a:lnTo>
                      <a:pt x="46" y="16"/>
                    </a:lnTo>
                    <a:cubicBezTo>
                      <a:pt x="16" y="16"/>
                      <a:pt x="0" y="35"/>
                      <a:pt x="0" y="51"/>
                    </a:cubicBezTo>
                    <a:cubicBezTo>
                      <a:pt x="0" y="66"/>
                      <a:pt x="16" y="82"/>
                      <a:pt x="46" y="82"/>
                    </a:cubicBezTo>
                    <a:lnTo>
                      <a:pt x="579" y="66"/>
                    </a:lnTo>
                    <a:cubicBezTo>
                      <a:pt x="594" y="66"/>
                      <a:pt x="610" y="51"/>
                      <a:pt x="610" y="35"/>
                    </a:cubicBezTo>
                    <a:cubicBezTo>
                      <a:pt x="610" y="16"/>
                      <a:pt x="594" y="1"/>
                      <a:pt x="57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2" name="Google Shape;2502;p44"/>
              <p:cNvSpPr/>
              <p:nvPr/>
            </p:nvSpPr>
            <p:spPr>
              <a:xfrm>
                <a:off x="6545812" y="3633694"/>
                <a:ext cx="16775" cy="4060"/>
              </a:xfrm>
              <a:custGeom>
                <a:avLst/>
                <a:gdLst/>
                <a:ahLst/>
                <a:cxnLst/>
                <a:rect l="l" t="t" r="r" b="b"/>
                <a:pathLst>
                  <a:path w="595" h="144" extrusionOk="0">
                    <a:moveTo>
                      <a:pt x="31" y="1"/>
                    </a:moveTo>
                    <a:cubicBezTo>
                      <a:pt x="16" y="1"/>
                      <a:pt x="0" y="1"/>
                      <a:pt x="0" y="32"/>
                    </a:cubicBezTo>
                    <a:cubicBezTo>
                      <a:pt x="0" y="47"/>
                      <a:pt x="16" y="66"/>
                      <a:pt x="31" y="66"/>
                    </a:cubicBezTo>
                    <a:lnTo>
                      <a:pt x="544" y="143"/>
                    </a:lnTo>
                    <a:cubicBezTo>
                      <a:pt x="579" y="143"/>
                      <a:pt x="594" y="128"/>
                      <a:pt x="594" y="113"/>
                    </a:cubicBezTo>
                    <a:cubicBezTo>
                      <a:pt x="594" y="97"/>
                      <a:pt x="579" y="82"/>
                      <a:pt x="560" y="82"/>
                    </a:cubicBezTo>
                    <a:lnTo>
                      <a:pt x="3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3" name="Google Shape;2503;p44"/>
              <p:cNvSpPr/>
              <p:nvPr/>
            </p:nvSpPr>
            <p:spPr>
              <a:xfrm>
                <a:off x="6549393" y="3550300"/>
                <a:ext cx="15478" cy="2735"/>
              </a:xfrm>
              <a:custGeom>
                <a:avLst/>
                <a:gdLst/>
                <a:ahLst/>
                <a:cxnLst/>
                <a:rect l="l" t="t" r="r" b="b"/>
                <a:pathLst>
                  <a:path w="549" h="97" extrusionOk="0">
                    <a:moveTo>
                      <a:pt x="47" y="0"/>
                    </a:moveTo>
                    <a:cubicBezTo>
                      <a:pt x="16" y="0"/>
                      <a:pt x="1" y="16"/>
                      <a:pt x="1" y="35"/>
                    </a:cubicBezTo>
                    <a:cubicBezTo>
                      <a:pt x="1" y="50"/>
                      <a:pt x="16" y="66"/>
                      <a:pt x="47" y="66"/>
                    </a:cubicBezTo>
                    <a:lnTo>
                      <a:pt x="514" y="97"/>
                    </a:lnTo>
                    <a:cubicBezTo>
                      <a:pt x="529" y="97"/>
                      <a:pt x="548" y="81"/>
                      <a:pt x="548" y="66"/>
                    </a:cubicBezTo>
                    <a:cubicBezTo>
                      <a:pt x="548" y="35"/>
                      <a:pt x="529" y="16"/>
                      <a:pt x="514" y="16"/>
                    </a:cubicBezTo>
                    <a:lnTo>
                      <a:pt x="4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4" name="Google Shape;2504;p44"/>
              <p:cNvSpPr/>
              <p:nvPr/>
            </p:nvSpPr>
            <p:spPr>
              <a:xfrm>
                <a:off x="6558865" y="3523123"/>
                <a:ext cx="17310" cy="9585"/>
              </a:xfrm>
              <a:custGeom>
                <a:avLst/>
                <a:gdLst/>
                <a:ahLst/>
                <a:cxnLst/>
                <a:rect l="l" t="t" r="r" b="b"/>
                <a:pathLst>
                  <a:path w="614" h="340" extrusionOk="0">
                    <a:moveTo>
                      <a:pt x="66" y="0"/>
                    </a:moveTo>
                    <a:cubicBezTo>
                      <a:pt x="50" y="0"/>
                      <a:pt x="19" y="0"/>
                      <a:pt x="19" y="35"/>
                    </a:cubicBezTo>
                    <a:cubicBezTo>
                      <a:pt x="0" y="50"/>
                      <a:pt x="19" y="66"/>
                      <a:pt x="35" y="81"/>
                    </a:cubicBezTo>
                    <a:lnTo>
                      <a:pt x="548" y="324"/>
                    </a:lnTo>
                    <a:lnTo>
                      <a:pt x="563" y="339"/>
                    </a:lnTo>
                    <a:cubicBezTo>
                      <a:pt x="579" y="339"/>
                      <a:pt x="598" y="324"/>
                      <a:pt x="598" y="305"/>
                    </a:cubicBezTo>
                    <a:cubicBezTo>
                      <a:pt x="613" y="289"/>
                      <a:pt x="598" y="274"/>
                      <a:pt x="579" y="258"/>
                    </a:cubicBezTo>
                    <a:lnTo>
                      <a:pt x="6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5" name="Google Shape;2505;p44"/>
              <p:cNvSpPr/>
              <p:nvPr/>
            </p:nvSpPr>
            <p:spPr>
              <a:xfrm>
                <a:off x="6542119" y="3588783"/>
                <a:ext cx="17310" cy="9614"/>
              </a:xfrm>
              <a:custGeom>
                <a:avLst/>
                <a:gdLst/>
                <a:ahLst/>
                <a:cxnLst/>
                <a:rect l="l" t="t" r="r" b="b"/>
                <a:pathLst>
                  <a:path w="614" h="341" extrusionOk="0">
                    <a:moveTo>
                      <a:pt x="50" y="1"/>
                    </a:moveTo>
                    <a:cubicBezTo>
                      <a:pt x="35" y="1"/>
                      <a:pt x="16" y="1"/>
                      <a:pt x="0" y="35"/>
                    </a:cubicBezTo>
                    <a:cubicBezTo>
                      <a:pt x="0" y="51"/>
                      <a:pt x="0" y="66"/>
                      <a:pt x="16" y="82"/>
                    </a:cubicBezTo>
                    <a:lnTo>
                      <a:pt x="548" y="325"/>
                    </a:lnTo>
                    <a:lnTo>
                      <a:pt x="563" y="340"/>
                    </a:lnTo>
                    <a:cubicBezTo>
                      <a:pt x="579" y="340"/>
                      <a:pt x="594" y="325"/>
                      <a:pt x="594" y="309"/>
                    </a:cubicBezTo>
                    <a:cubicBezTo>
                      <a:pt x="613" y="290"/>
                      <a:pt x="594" y="275"/>
                      <a:pt x="579" y="259"/>
                    </a:cubicBezTo>
                    <a:lnTo>
                      <a:pt x="5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6" name="Google Shape;2506;p44"/>
              <p:cNvSpPr/>
              <p:nvPr/>
            </p:nvSpPr>
            <p:spPr>
              <a:xfrm>
                <a:off x="6614631" y="3540179"/>
                <a:ext cx="6343" cy="14716"/>
              </a:xfrm>
              <a:custGeom>
                <a:avLst/>
                <a:gdLst/>
                <a:ahLst/>
                <a:cxnLst/>
                <a:rect l="l" t="t" r="r" b="b"/>
                <a:pathLst>
                  <a:path w="225" h="522" extrusionOk="0">
                    <a:moveTo>
                      <a:pt x="180" y="0"/>
                    </a:moveTo>
                    <a:cubicBezTo>
                      <a:pt x="169" y="0"/>
                      <a:pt x="157" y="13"/>
                      <a:pt x="144" y="24"/>
                    </a:cubicBezTo>
                    <a:lnTo>
                      <a:pt x="1" y="471"/>
                    </a:lnTo>
                    <a:cubicBezTo>
                      <a:pt x="1" y="506"/>
                      <a:pt x="1" y="521"/>
                      <a:pt x="32" y="521"/>
                    </a:cubicBezTo>
                    <a:cubicBezTo>
                      <a:pt x="47" y="521"/>
                      <a:pt x="66" y="521"/>
                      <a:pt x="82" y="506"/>
                    </a:cubicBezTo>
                    <a:lnTo>
                      <a:pt x="225" y="55"/>
                    </a:lnTo>
                    <a:cubicBezTo>
                      <a:pt x="225" y="24"/>
                      <a:pt x="225" y="8"/>
                      <a:pt x="194" y="8"/>
                    </a:cubicBezTo>
                    <a:cubicBezTo>
                      <a:pt x="189" y="3"/>
                      <a:pt x="184" y="0"/>
                      <a:pt x="18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7" name="Google Shape;2507;p44"/>
              <p:cNvSpPr/>
              <p:nvPr/>
            </p:nvSpPr>
            <p:spPr>
              <a:xfrm>
                <a:off x="6622806" y="3503754"/>
                <a:ext cx="10882" cy="14914"/>
              </a:xfrm>
              <a:custGeom>
                <a:avLst/>
                <a:gdLst/>
                <a:ahLst/>
                <a:cxnLst/>
                <a:rect l="l" t="t" r="r" b="b"/>
                <a:pathLst>
                  <a:path w="386" h="529" extrusionOk="0">
                    <a:moveTo>
                      <a:pt x="345" y="0"/>
                    </a:moveTo>
                    <a:cubicBezTo>
                      <a:pt x="337" y="0"/>
                      <a:pt x="328" y="4"/>
                      <a:pt x="320" y="12"/>
                    </a:cubicBezTo>
                    <a:lnTo>
                      <a:pt x="0" y="463"/>
                    </a:lnTo>
                    <a:cubicBezTo>
                      <a:pt x="0" y="479"/>
                      <a:pt x="0" y="494"/>
                      <a:pt x="16" y="510"/>
                    </a:cubicBezTo>
                    <a:lnTo>
                      <a:pt x="31" y="529"/>
                    </a:lnTo>
                    <a:cubicBezTo>
                      <a:pt x="46" y="529"/>
                      <a:pt x="66" y="510"/>
                      <a:pt x="66" y="510"/>
                    </a:cubicBezTo>
                    <a:lnTo>
                      <a:pt x="386" y="62"/>
                    </a:lnTo>
                    <a:cubicBezTo>
                      <a:pt x="386" y="47"/>
                      <a:pt x="386" y="27"/>
                      <a:pt x="370" y="12"/>
                    </a:cubicBezTo>
                    <a:cubicBezTo>
                      <a:pt x="363" y="4"/>
                      <a:pt x="354" y="0"/>
                      <a:pt x="3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8" name="Google Shape;2508;p44"/>
              <p:cNvSpPr/>
              <p:nvPr/>
            </p:nvSpPr>
            <p:spPr>
              <a:xfrm>
                <a:off x="6592471" y="3496678"/>
                <a:ext cx="7189" cy="16577"/>
              </a:xfrm>
              <a:custGeom>
                <a:avLst/>
                <a:gdLst/>
                <a:ahLst/>
                <a:cxnLst/>
                <a:rect l="l" t="t" r="r" b="b"/>
                <a:pathLst>
                  <a:path w="255" h="588" extrusionOk="0">
                    <a:moveTo>
                      <a:pt x="39" y="0"/>
                    </a:moveTo>
                    <a:cubicBezTo>
                      <a:pt x="33" y="0"/>
                      <a:pt x="25" y="3"/>
                      <a:pt x="15" y="8"/>
                    </a:cubicBezTo>
                    <a:cubicBezTo>
                      <a:pt x="0" y="8"/>
                      <a:pt x="0" y="24"/>
                      <a:pt x="0" y="55"/>
                    </a:cubicBezTo>
                    <a:lnTo>
                      <a:pt x="177" y="552"/>
                    </a:lnTo>
                    <a:cubicBezTo>
                      <a:pt x="177" y="568"/>
                      <a:pt x="193" y="587"/>
                      <a:pt x="208" y="587"/>
                    </a:cubicBezTo>
                    <a:lnTo>
                      <a:pt x="224" y="587"/>
                    </a:lnTo>
                    <a:cubicBezTo>
                      <a:pt x="239" y="568"/>
                      <a:pt x="255" y="552"/>
                      <a:pt x="239" y="537"/>
                    </a:cubicBezTo>
                    <a:lnTo>
                      <a:pt x="62" y="24"/>
                    </a:lnTo>
                    <a:cubicBezTo>
                      <a:pt x="62" y="13"/>
                      <a:pt x="54" y="0"/>
                      <a:pt x="3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9" name="Google Shape;2509;p44"/>
              <p:cNvSpPr/>
              <p:nvPr/>
            </p:nvSpPr>
            <p:spPr>
              <a:xfrm>
                <a:off x="6632787" y="3557546"/>
                <a:ext cx="204790" cy="187198"/>
              </a:xfrm>
              <a:custGeom>
                <a:avLst/>
                <a:gdLst/>
                <a:ahLst/>
                <a:cxnLst/>
                <a:rect l="l" t="t" r="r" b="b"/>
                <a:pathLst>
                  <a:path w="7264" h="6640" extrusionOk="0">
                    <a:moveTo>
                      <a:pt x="4430" y="1"/>
                    </a:moveTo>
                    <a:cubicBezTo>
                      <a:pt x="1696" y="1"/>
                      <a:pt x="1" y="6219"/>
                      <a:pt x="1" y="6219"/>
                    </a:cubicBezTo>
                    <a:lnTo>
                      <a:pt x="3006" y="6528"/>
                    </a:lnTo>
                    <a:lnTo>
                      <a:pt x="4097" y="6640"/>
                    </a:lnTo>
                    <a:cubicBezTo>
                      <a:pt x="4097" y="6640"/>
                      <a:pt x="7264" y="83"/>
                      <a:pt x="4483" y="2"/>
                    </a:cubicBezTo>
                    <a:cubicBezTo>
                      <a:pt x="4465" y="1"/>
                      <a:pt x="4448" y="1"/>
                      <a:pt x="443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0" name="Google Shape;2510;p44"/>
              <p:cNvSpPr/>
              <p:nvPr/>
            </p:nvSpPr>
            <p:spPr>
              <a:xfrm>
                <a:off x="6717506" y="3557574"/>
                <a:ext cx="120072" cy="187170"/>
              </a:xfrm>
              <a:custGeom>
                <a:avLst/>
                <a:gdLst/>
                <a:ahLst/>
                <a:cxnLst/>
                <a:rect l="l" t="t" r="r" b="b"/>
                <a:pathLst>
                  <a:path w="4259" h="6639" extrusionOk="0">
                    <a:moveTo>
                      <a:pt x="1478" y="1"/>
                    </a:moveTo>
                    <a:cubicBezTo>
                      <a:pt x="1478" y="1"/>
                      <a:pt x="2508" y="722"/>
                      <a:pt x="1" y="6527"/>
                    </a:cubicBezTo>
                    <a:lnTo>
                      <a:pt x="1092" y="6639"/>
                    </a:lnTo>
                    <a:cubicBezTo>
                      <a:pt x="1092" y="6639"/>
                      <a:pt x="4259" y="82"/>
                      <a:pt x="147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1" name="Google Shape;2511;p44"/>
              <p:cNvSpPr/>
              <p:nvPr/>
            </p:nvSpPr>
            <p:spPr>
              <a:xfrm>
                <a:off x="6710655" y="3571727"/>
                <a:ext cx="8176" cy="8937"/>
              </a:xfrm>
              <a:custGeom>
                <a:avLst/>
                <a:gdLst/>
                <a:ahLst/>
                <a:cxnLst/>
                <a:rect l="l" t="t" r="r" b="b"/>
                <a:pathLst>
                  <a:path w="290" h="317" extrusionOk="0">
                    <a:moveTo>
                      <a:pt x="50" y="0"/>
                    </a:moveTo>
                    <a:cubicBezTo>
                      <a:pt x="38" y="0"/>
                      <a:pt x="26" y="4"/>
                      <a:pt x="16" y="12"/>
                    </a:cubicBezTo>
                    <a:cubicBezTo>
                      <a:pt x="1" y="27"/>
                      <a:pt x="1" y="62"/>
                      <a:pt x="16" y="62"/>
                    </a:cubicBezTo>
                    <a:lnTo>
                      <a:pt x="228" y="301"/>
                    </a:lnTo>
                    <a:lnTo>
                      <a:pt x="244" y="316"/>
                    </a:lnTo>
                    <a:cubicBezTo>
                      <a:pt x="259" y="316"/>
                      <a:pt x="259" y="316"/>
                      <a:pt x="274" y="301"/>
                    </a:cubicBezTo>
                    <a:cubicBezTo>
                      <a:pt x="290" y="286"/>
                      <a:pt x="290" y="270"/>
                      <a:pt x="274" y="255"/>
                    </a:cubicBezTo>
                    <a:lnTo>
                      <a:pt x="82" y="12"/>
                    </a:lnTo>
                    <a:cubicBezTo>
                      <a:pt x="74" y="4"/>
                      <a:pt x="62" y="0"/>
                      <a:pt x="5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2" name="Google Shape;2512;p44"/>
              <p:cNvSpPr/>
              <p:nvPr/>
            </p:nvSpPr>
            <p:spPr>
              <a:xfrm>
                <a:off x="6694360" y="3582299"/>
                <a:ext cx="16323" cy="5639"/>
              </a:xfrm>
              <a:custGeom>
                <a:avLst/>
                <a:gdLst/>
                <a:ahLst/>
                <a:cxnLst/>
                <a:rect l="l" t="t" r="r" b="b"/>
                <a:pathLst>
                  <a:path w="579" h="200" extrusionOk="0">
                    <a:moveTo>
                      <a:pt x="36" y="1"/>
                    </a:moveTo>
                    <a:cubicBezTo>
                      <a:pt x="24" y="1"/>
                      <a:pt x="11" y="12"/>
                      <a:pt x="0" y="22"/>
                    </a:cubicBezTo>
                    <a:cubicBezTo>
                      <a:pt x="0" y="57"/>
                      <a:pt x="16" y="73"/>
                      <a:pt x="35" y="73"/>
                    </a:cubicBezTo>
                    <a:lnTo>
                      <a:pt x="532" y="200"/>
                    </a:lnTo>
                    <a:cubicBezTo>
                      <a:pt x="548" y="200"/>
                      <a:pt x="563" y="184"/>
                      <a:pt x="579" y="169"/>
                    </a:cubicBezTo>
                    <a:cubicBezTo>
                      <a:pt x="579" y="154"/>
                      <a:pt x="563" y="134"/>
                      <a:pt x="548" y="119"/>
                    </a:cubicBezTo>
                    <a:lnTo>
                      <a:pt x="50" y="7"/>
                    </a:lnTo>
                    <a:cubicBezTo>
                      <a:pt x="46" y="2"/>
                      <a:pt x="41" y="1"/>
                      <a:pt x="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3" name="Google Shape;2513;p44"/>
              <p:cNvSpPr/>
              <p:nvPr/>
            </p:nvSpPr>
            <p:spPr>
              <a:xfrm>
                <a:off x="6670311" y="3619232"/>
                <a:ext cx="14181" cy="7217"/>
              </a:xfrm>
              <a:custGeom>
                <a:avLst/>
                <a:gdLst/>
                <a:ahLst/>
                <a:cxnLst/>
                <a:rect l="l" t="t" r="r" b="b"/>
                <a:pathLst>
                  <a:path w="503" h="256" extrusionOk="0">
                    <a:moveTo>
                      <a:pt x="66" y="1"/>
                    </a:moveTo>
                    <a:cubicBezTo>
                      <a:pt x="35" y="1"/>
                      <a:pt x="20" y="1"/>
                      <a:pt x="20" y="32"/>
                    </a:cubicBezTo>
                    <a:cubicBezTo>
                      <a:pt x="1" y="47"/>
                      <a:pt x="20" y="62"/>
                      <a:pt x="35" y="78"/>
                    </a:cubicBezTo>
                    <a:lnTo>
                      <a:pt x="452" y="255"/>
                    </a:lnTo>
                    <a:lnTo>
                      <a:pt x="467" y="255"/>
                    </a:lnTo>
                    <a:cubicBezTo>
                      <a:pt x="483" y="255"/>
                      <a:pt x="483" y="255"/>
                      <a:pt x="502" y="240"/>
                    </a:cubicBezTo>
                    <a:cubicBezTo>
                      <a:pt x="502" y="224"/>
                      <a:pt x="502" y="194"/>
                      <a:pt x="483" y="194"/>
                    </a:cubicBezTo>
                    <a:lnTo>
                      <a:pt x="6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4" name="Google Shape;2514;p44"/>
              <p:cNvSpPr/>
              <p:nvPr/>
            </p:nvSpPr>
            <p:spPr>
              <a:xfrm>
                <a:off x="6657258" y="3645451"/>
                <a:ext cx="14491" cy="10882"/>
              </a:xfrm>
              <a:custGeom>
                <a:avLst/>
                <a:gdLst/>
                <a:ahLst/>
                <a:cxnLst/>
                <a:rect l="l" t="t" r="r" b="b"/>
                <a:pathLst>
                  <a:path w="514" h="386" extrusionOk="0">
                    <a:moveTo>
                      <a:pt x="63" y="0"/>
                    </a:moveTo>
                    <a:cubicBezTo>
                      <a:pt x="47" y="0"/>
                      <a:pt x="32" y="0"/>
                      <a:pt x="16" y="16"/>
                    </a:cubicBezTo>
                    <a:cubicBezTo>
                      <a:pt x="1" y="35"/>
                      <a:pt x="16" y="50"/>
                      <a:pt x="32" y="66"/>
                    </a:cubicBezTo>
                    <a:lnTo>
                      <a:pt x="448" y="371"/>
                    </a:lnTo>
                    <a:cubicBezTo>
                      <a:pt x="464" y="386"/>
                      <a:pt x="464" y="386"/>
                      <a:pt x="483" y="386"/>
                    </a:cubicBezTo>
                    <a:cubicBezTo>
                      <a:pt x="498" y="386"/>
                      <a:pt x="498" y="371"/>
                      <a:pt x="514" y="371"/>
                    </a:cubicBezTo>
                    <a:cubicBezTo>
                      <a:pt x="514" y="355"/>
                      <a:pt x="514" y="324"/>
                      <a:pt x="498" y="324"/>
                    </a:cubicBezTo>
                    <a:lnTo>
                      <a:pt x="6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5" name="Google Shape;2515;p44"/>
              <p:cNvSpPr/>
              <p:nvPr/>
            </p:nvSpPr>
            <p:spPr>
              <a:xfrm>
                <a:off x="6643133" y="3677619"/>
                <a:ext cx="14153" cy="2312"/>
              </a:xfrm>
              <a:custGeom>
                <a:avLst/>
                <a:gdLst/>
                <a:ahLst/>
                <a:cxnLst/>
                <a:rect l="l" t="t" r="r" b="b"/>
                <a:pathLst>
                  <a:path w="502" h="82" extrusionOk="0">
                    <a:moveTo>
                      <a:pt x="35" y="1"/>
                    </a:moveTo>
                    <a:cubicBezTo>
                      <a:pt x="20" y="1"/>
                      <a:pt x="0" y="16"/>
                      <a:pt x="0" y="32"/>
                    </a:cubicBezTo>
                    <a:cubicBezTo>
                      <a:pt x="0" y="66"/>
                      <a:pt x="20" y="82"/>
                      <a:pt x="35" y="82"/>
                    </a:cubicBezTo>
                    <a:lnTo>
                      <a:pt x="467" y="82"/>
                    </a:lnTo>
                    <a:cubicBezTo>
                      <a:pt x="483" y="82"/>
                      <a:pt x="502" y="66"/>
                      <a:pt x="502" y="32"/>
                    </a:cubicBezTo>
                    <a:cubicBezTo>
                      <a:pt x="502" y="16"/>
                      <a:pt x="483" y="1"/>
                      <a:pt x="46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6" name="Google Shape;2516;p44"/>
              <p:cNvSpPr/>
              <p:nvPr/>
            </p:nvSpPr>
            <p:spPr>
              <a:xfrm>
                <a:off x="6710655" y="3667018"/>
                <a:ext cx="11897" cy="9332"/>
              </a:xfrm>
              <a:custGeom>
                <a:avLst/>
                <a:gdLst/>
                <a:ahLst/>
                <a:cxnLst/>
                <a:rect l="l" t="t" r="r" b="b"/>
                <a:pathLst>
                  <a:path w="422" h="331" extrusionOk="0">
                    <a:moveTo>
                      <a:pt x="369" y="0"/>
                    </a:moveTo>
                    <a:cubicBezTo>
                      <a:pt x="365" y="0"/>
                      <a:pt x="360" y="2"/>
                      <a:pt x="355" y="7"/>
                    </a:cubicBezTo>
                    <a:lnTo>
                      <a:pt x="16" y="265"/>
                    </a:lnTo>
                    <a:cubicBezTo>
                      <a:pt x="1" y="280"/>
                      <a:pt x="1" y="311"/>
                      <a:pt x="16" y="331"/>
                    </a:cubicBezTo>
                    <a:lnTo>
                      <a:pt x="66" y="331"/>
                    </a:lnTo>
                    <a:lnTo>
                      <a:pt x="402" y="72"/>
                    </a:lnTo>
                    <a:cubicBezTo>
                      <a:pt x="421" y="57"/>
                      <a:pt x="421" y="41"/>
                      <a:pt x="402" y="22"/>
                    </a:cubicBezTo>
                    <a:cubicBezTo>
                      <a:pt x="391" y="11"/>
                      <a:pt x="380" y="0"/>
                      <a:pt x="36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7" name="Google Shape;2517;p44"/>
              <p:cNvSpPr/>
              <p:nvPr/>
            </p:nvSpPr>
            <p:spPr>
              <a:xfrm>
                <a:off x="6756440" y="3607814"/>
                <a:ext cx="12320" cy="2312"/>
              </a:xfrm>
              <a:custGeom>
                <a:avLst/>
                <a:gdLst/>
                <a:ahLst/>
                <a:cxnLst/>
                <a:rect l="l" t="t" r="r" b="b"/>
                <a:pathLst>
                  <a:path w="437" h="82" extrusionOk="0">
                    <a:moveTo>
                      <a:pt x="31" y="1"/>
                    </a:moveTo>
                    <a:cubicBezTo>
                      <a:pt x="16" y="1"/>
                      <a:pt x="0" y="20"/>
                      <a:pt x="0" y="51"/>
                    </a:cubicBezTo>
                    <a:cubicBezTo>
                      <a:pt x="0" y="66"/>
                      <a:pt x="16" y="82"/>
                      <a:pt x="31" y="82"/>
                    </a:cubicBezTo>
                    <a:lnTo>
                      <a:pt x="402" y="82"/>
                    </a:lnTo>
                    <a:cubicBezTo>
                      <a:pt x="417" y="82"/>
                      <a:pt x="436" y="66"/>
                      <a:pt x="436" y="51"/>
                    </a:cubicBezTo>
                    <a:cubicBezTo>
                      <a:pt x="436" y="20"/>
                      <a:pt x="417" y="1"/>
                      <a:pt x="40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8" name="Google Shape;2518;p44"/>
              <p:cNvSpPr/>
              <p:nvPr/>
            </p:nvSpPr>
            <p:spPr>
              <a:xfrm>
                <a:off x="6747418" y="3640996"/>
                <a:ext cx="14914" cy="6315"/>
              </a:xfrm>
              <a:custGeom>
                <a:avLst/>
                <a:gdLst/>
                <a:ahLst/>
                <a:cxnLst/>
                <a:rect l="l" t="t" r="r" b="b"/>
                <a:pathLst>
                  <a:path w="529" h="224" extrusionOk="0">
                    <a:moveTo>
                      <a:pt x="47" y="0"/>
                    </a:moveTo>
                    <a:cubicBezTo>
                      <a:pt x="31" y="0"/>
                      <a:pt x="16" y="16"/>
                      <a:pt x="0" y="31"/>
                    </a:cubicBezTo>
                    <a:cubicBezTo>
                      <a:pt x="0" y="46"/>
                      <a:pt x="16" y="62"/>
                      <a:pt x="31" y="77"/>
                    </a:cubicBezTo>
                    <a:lnTo>
                      <a:pt x="482" y="224"/>
                    </a:lnTo>
                    <a:cubicBezTo>
                      <a:pt x="498" y="224"/>
                      <a:pt x="513" y="224"/>
                      <a:pt x="529" y="208"/>
                    </a:cubicBezTo>
                    <a:cubicBezTo>
                      <a:pt x="529" y="193"/>
                      <a:pt x="513" y="158"/>
                      <a:pt x="498" y="158"/>
                    </a:cubicBezTo>
                    <a:lnTo>
                      <a:pt x="4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9" name="Google Shape;2519;p44"/>
              <p:cNvSpPr/>
              <p:nvPr/>
            </p:nvSpPr>
            <p:spPr>
              <a:xfrm>
                <a:off x="6732420" y="3687458"/>
                <a:ext cx="14040" cy="6090"/>
              </a:xfrm>
              <a:custGeom>
                <a:avLst/>
                <a:gdLst/>
                <a:ahLst/>
                <a:cxnLst/>
                <a:rect l="l" t="t" r="r" b="b"/>
                <a:pathLst>
                  <a:path w="498" h="216" extrusionOk="0">
                    <a:moveTo>
                      <a:pt x="48" y="0"/>
                    </a:moveTo>
                    <a:cubicBezTo>
                      <a:pt x="33" y="0"/>
                      <a:pt x="15" y="11"/>
                      <a:pt x="15" y="22"/>
                    </a:cubicBezTo>
                    <a:cubicBezTo>
                      <a:pt x="0" y="38"/>
                      <a:pt x="15" y="68"/>
                      <a:pt x="35" y="68"/>
                    </a:cubicBezTo>
                    <a:lnTo>
                      <a:pt x="436" y="215"/>
                    </a:lnTo>
                    <a:lnTo>
                      <a:pt x="451" y="215"/>
                    </a:lnTo>
                    <a:cubicBezTo>
                      <a:pt x="467" y="215"/>
                      <a:pt x="482" y="200"/>
                      <a:pt x="482" y="184"/>
                    </a:cubicBezTo>
                    <a:cubicBezTo>
                      <a:pt x="498" y="165"/>
                      <a:pt x="482" y="149"/>
                      <a:pt x="467" y="134"/>
                    </a:cubicBezTo>
                    <a:lnTo>
                      <a:pt x="66" y="7"/>
                    </a:lnTo>
                    <a:cubicBezTo>
                      <a:pt x="61" y="2"/>
                      <a:pt x="55" y="0"/>
                      <a:pt x="4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0" name="Google Shape;2520;p44"/>
              <p:cNvSpPr/>
              <p:nvPr/>
            </p:nvSpPr>
            <p:spPr>
              <a:xfrm>
                <a:off x="6772764" y="3663156"/>
                <a:ext cx="14040" cy="4060"/>
              </a:xfrm>
              <a:custGeom>
                <a:avLst/>
                <a:gdLst/>
                <a:ahLst/>
                <a:cxnLst/>
                <a:rect l="l" t="t" r="r" b="b"/>
                <a:pathLst>
                  <a:path w="498" h="144" extrusionOk="0">
                    <a:moveTo>
                      <a:pt x="50" y="1"/>
                    </a:moveTo>
                    <a:cubicBezTo>
                      <a:pt x="31" y="1"/>
                      <a:pt x="0" y="16"/>
                      <a:pt x="0" y="32"/>
                    </a:cubicBezTo>
                    <a:cubicBezTo>
                      <a:pt x="0" y="47"/>
                      <a:pt x="15" y="63"/>
                      <a:pt x="31" y="82"/>
                    </a:cubicBezTo>
                    <a:lnTo>
                      <a:pt x="451" y="144"/>
                    </a:lnTo>
                    <a:cubicBezTo>
                      <a:pt x="482" y="144"/>
                      <a:pt x="498" y="128"/>
                      <a:pt x="498" y="113"/>
                    </a:cubicBezTo>
                    <a:cubicBezTo>
                      <a:pt x="498" y="97"/>
                      <a:pt x="482" y="63"/>
                      <a:pt x="467" y="63"/>
                    </a:cubicBezTo>
                    <a:lnTo>
                      <a:pt x="5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1" name="Google Shape;2521;p44"/>
              <p:cNvSpPr/>
              <p:nvPr/>
            </p:nvSpPr>
            <p:spPr>
              <a:xfrm>
                <a:off x="6784492" y="3627182"/>
                <a:ext cx="12743" cy="3834"/>
              </a:xfrm>
              <a:custGeom>
                <a:avLst/>
                <a:gdLst/>
                <a:ahLst/>
                <a:cxnLst/>
                <a:rect l="l" t="t" r="r" b="b"/>
                <a:pathLst>
                  <a:path w="452" h="136" extrusionOk="0">
                    <a:moveTo>
                      <a:pt x="421" y="0"/>
                    </a:moveTo>
                    <a:cubicBezTo>
                      <a:pt x="415" y="0"/>
                      <a:pt x="410" y="3"/>
                      <a:pt x="406" y="8"/>
                    </a:cubicBezTo>
                    <a:lnTo>
                      <a:pt x="35" y="54"/>
                    </a:lnTo>
                    <a:cubicBezTo>
                      <a:pt x="20" y="70"/>
                      <a:pt x="1" y="85"/>
                      <a:pt x="1" y="104"/>
                    </a:cubicBezTo>
                    <a:cubicBezTo>
                      <a:pt x="1" y="120"/>
                      <a:pt x="20" y="135"/>
                      <a:pt x="35" y="135"/>
                    </a:cubicBezTo>
                    <a:lnTo>
                      <a:pt x="51" y="135"/>
                    </a:lnTo>
                    <a:lnTo>
                      <a:pt x="421" y="70"/>
                    </a:lnTo>
                    <a:cubicBezTo>
                      <a:pt x="436" y="70"/>
                      <a:pt x="452" y="54"/>
                      <a:pt x="452" y="39"/>
                    </a:cubicBezTo>
                    <a:cubicBezTo>
                      <a:pt x="452" y="17"/>
                      <a:pt x="436" y="0"/>
                      <a:pt x="42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2" name="Google Shape;2522;p44"/>
              <p:cNvSpPr/>
              <p:nvPr/>
            </p:nvSpPr>
            <p:spPr>
              <a:xfrm>
                <a:off x="6784492" y="3582468"/>
                <a:ext cx="15478" cy="3637"/>
              </a:xfrm>
              <a:custGeom>
                <a:avLst/>
                <a:gdLst/>
                <a:ahLst/>
                <a:cxnLst/>
                <a:rect l="l" t="t" r="r" b="b"/>
                <a:pathLst>
                  <a:path w="549" h="129" extrusionOk="0">
                    <a:moveTo>
                      <a:pt x="502" y="1"/>
                    </a:moveTo>
                    <a:lnTo>
                      <a:pt x="35" y="67"/>
                    </a:lnTo>
                    <a:cubicBezTo>
                      <a:pt x="20" y="67"/>
                      <a:pt x="1" y="82"/>
                      <a:pt x="1" y="97"/>
                    </a:cubicBezTo>
                    <a:cubicBezTo>
                      <a:pt x="1" y="113"/>
                      <a:pt x="20" y="128"/>
                      <a:pt x="35" y="128"/>
                    </a:cubicBezTo>
                    <a:lnTo>
                      <a:pt x="51" y="128"/>
                    </a:lnTo>
                    <a:lnTo>
                      <a:pt x="517" y="67"/>
                    </a:lnTo>
                    <a:cubicBezTo>
                      <a:pt x="533" y="67"/>
                      <a:pt x="548" y="51"/>
                      <a:pt x="548" y="32"/>
                    </a:cubicBezTo>
                    <a:cubicBezTo>
                      <a:pt x="533" y="1"/>
                      <a:pt x="517" y="1"/>
                      <a:pt x="50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3" name="Google Shape;2523;p44"/>
              <p:cNvSpPr/>
              <p:nvPr/>
            </p:nvSpPr>
            <p:spPr>
              <a:xfrm>
                <a:off x="6732843" y="3600202"/>
                <a:ext cx="1889" cy="12658"/>
              </a:xfrm>
              <a:custGeom>
                <a:avLst/>
                <a:gdLst/>
                <a:ahLst/>
                <a:cxnLst/>
                <a:rect l="l" t="t" r="r" b="b"/>
                <a:pathLst>
                  <a:path w="67" h="449" extrusionOk="0">
                    <a:moveTo>
                      <a:pt x="35" y="1"/>
                    </a:moveTo>
                    <a:cubicBezTo>
                      <a:pt x="20" y="1"/>
                      <a:pt x="0" y="16"/>
                      <a:pt x="0" y="32"/>
                    </a:cubicBezTo>
                    <a:lnTo>
                      <a:pt x="0" y="402"/>
                    </a:lnTo>
                    <a:cubicBezTo>
                      <a:pt x="0" y="433"/>
                      <a:pt x="20" y="448"/>
                      <a:pt x="35" y="448"/>
                    </a:cubicBezTo>
                    <a:cubicBezTo>
                      <a:pt x="51" y="448"/>
                      <a:pt x="66" y="433"/>
                      <a:pt x="66" y="402"/>
                    </a:cubicBezTo>
                    <a:lnTo>
                      <a:pt x="66" y="32"/>
                    </a:lnTo>
                    <a:cubicBezTo>
                      <a:pt x="66" y="16"/>
                      <a:pt x="51" y="1"/>
                      <a:pt x="3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4" name="Google Shape;2524;p44"/>
              <p:cNvSpPr/>
              <p:nvPr/>
            </p:nvSpPr>
            <p:spPr>
              <a:xfrm>
                <a:off x="6746967" y="3550554"/>
                <a:ext cx="5920" cy="13363"/>
              </a:xfrm>
              <a:custGeom>
                <a:avLst/>
                <a:gdLst/>
                <a:ahLst/>
                <a:cxnLst/>
                <a:rect l="l" t="t" r="r" b="b"/>
                <a:pathLst>
                  <a:path w="210" h="474" extrusionOk="0">
                    <a:moveTo>
                      <a:pt x="45" y="0"/>
                    </a:moveTo>
                    <a:cubicBezTo>
                      <a:pt x="41" y="0"/>
                      <a:pt x="36" y="2"/>
                      <a:pt x="32" y="7"/>
                    </a:cubicBezTo>
                    <a:cubicBezTo>
                      <a:pt x="16" y="7"/>
                      <a:pt x="1" y="26"/>
                      <a:pt x="1" y="57"/>
                    </a:cubicBezTo>
                    <a:lnTo>
                      <a:pt x="128" y="458"/>
                    </a:lnTo>
                    <a:cubicBezTo>
                      <a:pt x="144" y="473"/>
                      <a:pt x="159" y="473"/>
                      <a:pt x="159" y="473"/>
                    </a:cubicBezTo>
                    <a:lnTo>
                      <a:pt x="174" y="473"/>
                    </a:lnTo>
                    <a:cubicBezTo>
                      <a:pt x="194" y="473"/>
                      <a:pt x="209" y="443"/>
                      <a:pt x="209" y="427"/>
                    </a:cubicBezTo>
                    <a:lnTo>
                      <a:pt x="78" y="26"/>
                    </a:lnTo>
                    <a:cubicBezTo>
                      <a:pt x="67" y="12"/>
                      <a:pt x="56" y="0"/>
                      <a:pt x="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5" name="Google Shape;2525;p44"/>
              <p:cNvSpPr/>
              <p:nvPr/>
            </p:nvSpPr>
            <p:spPr>
              <a:xfrm>
                <a:off x="6658132" y="3608349"/>
                <a:ext cx="69297" cy="111501"/>
              </a:xfrm>
              <a:custGeom>
                <a:avLst/>
                <a:gdLst/>
                <a:ahLst/>
                <a:cxnLst/>
                <a:rect l="l" t="t" r="r" b="b"/>
                <a:pathLst>
                  <a:path w="2458" h="3955" extrusionOk="0">
                    <a:moveTo>
                      <a:pt x="1995" y="1"/>
                    </a:moveTo>
                    <a:cubicBezTo>
                      <a:pt x="1528" y="1"/>
                      <a:pt x="275" y="3214"/>
                      <a:pt x="1" y="3954"/>
                    </a:cubicBezTo>
                    <a:lnTo>
                      <a:pt x="1046" y="3954"/>
                    </a:lnTo>
                    <a:cubicBezTo>
                      <a:pt x="1320" y="3229"/>
                      <a:pt x="2458" y="97"/>
                      <a:pt x="20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6" name="Google Shape;2526;p44"/>
              <p:cNvSpPr/>
              <p:nvPr/>
            </p:nvSpPr>
            <p:spPr>
              <a:xfrm>
                <a:off x="6396278" y="3631947"/>
                <a:ext cx="127797" cy="100957"/>
              </a:xfrm>
              <a:custGeom>
                <a:avLst/>
                <a:gdLst/>
                <a:ahLst/>
                <a:cxnLst/>
                <a:rect l="l" t="t" r="r" b="b"/>
                <a:pathLst>
                  <a:path w="4533" h="3581" extrusionOk="0">
                    <a:moveTo>
                      <a:pt x="2242" y="0"/>
                    </a:moveTo>
                    <a:cubicBezTo>
                      <a:pt x="1117" y="0"/>
                      <a:pt x="1" y="422"/>
                      <a:pt x="1" y="1266"/>
                    </a:cubicBezTo>
                    <a:cubicBezTo>
                      <a:pt x="1" y="2986"/>
                      <a:pt x="1366" y="3580"/>
                      <a:pt x="1366" y="3580"/>
                    </a:cubicBezTo>
                    <a:lnTo>
                      <a:pt x="3279" y="3580"/>
                    </a:lnTo>
                    <a:cubicBezTo>
                      <a:pt x="3279" y="3580"/>
                      <a:pt x="4533" y="3021"/>
                      <a:pt x="4533" y="1301"/>
                    </a:cubicBezTo>
                    <a:cubicBezTo>
                      <a:pt x="4533" y="434"/>
                      <a:pt x="3383" y="0"/>
                      <a:pt x="224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7" name="Google Shape;2527;p44"/>
              <p:cNvSpPr/>
              <p:nvPr/>
            </p:nvSpPr>
            <p:spPr>
              <a:xfrm>
                <a:off x="6403890" y="3631862"/>
                <a:ext cx="108344" cy="105609"/>
              </a:xfrm>
              <a:custGeom>
                <a:avLst/>
                <a:gdLst/>
                <a:ahLst/>
                <a:cxnLst/>
                <a:rect l="l" t="t" r="r" b="b"/>
                <a:pathLst>
                  <a:path w="3843" h="3746" extrusionOk="0">
                    <a:moveTo>
                      <a:pt x="1995" y="0"/>
                    </a:moveTo>
                    <a:cubicBezTo>
                      <a:pt x="1995" y="0"/>
                      <a:pt x="1" y="756"/>
                      <a:pt x="1675" y="3745"/>
                    </a:cubicBezTo>
                    <a:lnTo>
                      <a:pt x="2446" y="3745"/>
                    </a:lnTo>
                    <a:cubicBezTo>
                      <a:pt x="2446" y="3745"/>
                      <a:pt x="3843" y="883"/>
                      <a:pt x="199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8" name="Google Shape;2528;p44"/>
              <p:cNvSpPr/>
              <p:nvPr/>
            </p:nvSpPr>
            <p:spPr>
              <a:xfrm>
                <a:off x="6420213" y="3594873"/>
                <a:ext cx="52664" cy="44149"/>
              </a:xfrm>
              <a:custGeom>
                <a:avLst/>
                <a:gdLst/>
                <a:ahLst/>
                <a:cxnLst/>
                <a:rect l="l" t="t" r="r" b="b"/>
                <a:pathLst>
                  <a:path w="1868" h="1566" extrusionOk="0">
                    <a:moveTo>
                      <a:pt x="984" y="0"/>
                    </a:moveTo>
                    <a:cubicBezTo>
                      <a:pt x="894" y="0"/>
                      <a:pt x="802" y="14"/>
                      <a:pt x="710" y="43"/>
                    </a:cubicBezTo>
                    <a:cubicBezTo>
                      <a:pt x="259" y="170"/>
                      <a:pt x="0" y="606"/>
                      <a:pt x="116" y="1023"/>
                    </a:cubicBezTo>
                    <a:cubicBezTo>
                      <a:pt x="217" y="1356"/>
                      <a:pt x="531" y="1565"/>
                      <a:pt x="879" y="1565"/>
                    </a:cubicBezTo>
                    <a:cubicBezTo>
                      <a:pt x="971" y="1565"/>
                      <a:pt x="1064" y="1551"/>
                      <a:pt x="1158" y="1520"/>
                    </a:cubicBezTo>
                    <a:cubicBezTo>
                      <a:pt x="1609" y="1393"/>
                      <a:pt x="1867" y="961"/>
                      <a:pt x="1755" y="541"/>
                    </a:cubicBezTo>
                    <a:cubicBezTo>
                      <a:pt x="1651" y="209"/>
                      <a:pt x="1335" y="0"/>
                      <a:pt x="98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9" name="Google Shape;2529;p44"/>
              <p:cNvSpPr/>
              <p:nvPr/>
            </p:nvSpPr>
            <p:spPr>
              <a:xfrm>
                <a:off x="6413786" y="3599666"/>
                <a:ext cx="68113" cy="46771"/>
              </a:xfrm>
              <a:custGeom>
                <a:avLst/>
                <a:gdLst/>
                <a:ahLst/>
                <a:cxnLst/>
                <a:rect l="l" t="t" r="r" b="b"/>
                <a:pathLst>
                  <a:path w="2416" h="1659" extrusionOk="0">
                    <a:moveTo>
                      <a:pt x="1081" y="0"/>
                    </a:moveTo>
                    <a:cubicBezTo>
                      <a:pt x="730" y="193"/>
                      <a:pt x="664" y="695"/>
                      <a:pt x="664" y="695"/>
                    </a:cubicBezTo>
                    <a:cubicBezTo>
                      <a:pt x="664" y="695"/>
                      <a:pt x="364" y="545"/>
                      <a:pt x="142" y="545"/>
                    </a:cubicBezTo>
                    <a:cubicBezTo>
                      <a:pt x="122" y="545"/>
                      <a:pt x="104" y="546"/>
                      <a:pt x="86" y="548"/>
                    </a:cubicBezTo>
                    <a:cubicBezTo>
                      <a:pt x="0" y="990"/>
                      <a:pt x="470" y="1659"/>
                      <a:pt x="1151" y="1659"/>
                    </a:cubicBezTo>
                    <a:cubicBezTo>
                      <a:pt x="1238" y="1659"/>
                      <a:pt x="1328" y="1648"/>
                      <a:pt x="1420" y="1624"/>
                    </a:cubicBezTo>
                    <a:cubicBezTo>
                      <a:pt x="2126" y="1447"/>
                      <a:pt x="2415" y="564"/>
                      <a:pt x="2095" y="66"/>
                    </a:cubicBezTo>
                    <a:lnTo>
                      <a:pt x="2095" y="66"/>
                    </a:lnTo>
                    <a:cubicBezTo>
                      <a:pt x="1740" y="193"/>
                      <a:pt x="1659" y="467"/>
                      <a:pt x="1659" y="467"/>
                    </a:cubicBezTo>
                    <a:cubicBezTo>
                      <a:pt x="1659" y="467"/>
                      <a:pt x="1563" y="132"/>
                      <a:pt x="108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0" name="Google Shape;2530;p44"/>
              <p:cNvSpPr/>
              <p:nvPr/>
            </p:nvSpPr>
            <p:spPr>
              <a:xfrm>
                <a:off x="6394868" y="3647537"/>
                <a:ext cx="14068" cy="6090"/>
              </a:xfrm>
              <a:custGeom>
                <a:avLst/>
                <a:gdLst/>
                <a:ahLst/>
                <a:cxnLst/>
                <a:rect l="l" t="t" r="r" b="b"/>
                <a:pathLst>
                  <a:path w="499" h="216" extrusionOk="0">
                    <a:moveTo>
                      <a:pt x="41" y="1"/>
                    </a:moveTo>
                    <a:cubicBezTo>
                      <a:pt x="24" y="1"/>
                      <a:pt x="16" y="12"/>
                      <a:pt x="16" y="23"/>
                    </a:cubicBezTo>
                    <a:cubicBezTo>
                      <a:pt x="1" y="57"/>
                      <a:pt x="16" y="73"/>
                      <a:pt x="32" y="73"/>
                    </a:cubicBezTo>
                    <a:lnTo>
                      <a:pt x="437" y="200"/>
                    </a:lnTo>
                    <a:lnTo>
                      <a:pt x="452" y="216"/>
                    </a:lnTo>
                    <a:cubicBezTo>
                      <a:pt x="467" y="216"/>
                      <a:pt x="483" y="200"/>
                      <a:pt x="483" y="185"/>
                    </a:cubicBezTo>
                    <a:cubicBezTo>
                      <a:pt x="498" y="169"/>
                      <a:pt x="483" y="135"/>
                      <a:pt x="467" y="135"/>
                    </a:cubicBezTo>
                    <a:lnTo>
                      <a:pt x="66" y="7"/>
                    </a:lnTo>
                    <a:cubicBezTo>
                      <a:pt x="56" y="3"/>
                      <a:pt x="48" y="1"/>
                      <a:pt x="4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1" name="Google Shape;2531;p44"/>
              <p:cNvSpPr/>
              <p:nvPr/>
            </p:nvSpPr>
            <p:spPr>
              <a:xfrm>
                <a:off x="6389427" y="3667187"/>
                <a:ext cx="13645" cy="1889"/>
              </a:xfrm>
              <a:custGeom>
                <a:avLst/>
                <a:gdLst/>
                <a:ahLst/>
                <a:cxnLst/>
                <a:rect l="l" t="t" r="r" b="b"/>
                <a:pathLst>
                  <a:path w="484" h="67" extrusionOk="0">
                    <a:moveTo>
                      <a:pt x="32" y="1"/>
                    </a:moveTo>
                    <a:cubicBezTo>
                      <a:pt x="16" y="1"/>
                      <a:pt x="1" y="16"/>
                      <a:pt x="1" y="35"/>
                    </a:cubicBezTo>
                    <a:cubicBezTo>
                      <a:pt x="1" y="51"/>
                      <a:pt x="16" y="66"/>
                      <a:pt x="32" y="66"/>
                    </a:cubicBezTo>
                    <a:lnTo>
                      <a:pt x="452" y="66"/>
                    </a:lnTo>
                    <a:cubicBezTo>
                      <a:pt x="468" y="66"/>
                      <a:pt x="483" y="51"/>
                      <a:pt x="483" y="35"/>
                    </a:cubicBezTo>
                    <a:cubicBezTo>
                      <a:pt x="483" y="16"/>
                      <a:pt x="468" y="1"/>
                      <a:pt x="45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2" name="Google Shape;2532;p44"/>
              <p:cNvSpPr/>
              <p:nvPr/>
            </p:nvSpPr>
            <p:spPr>
              <a:xfrm>
                <a:off x="6393036" y="3683511"/>
                <a:ext cx="15901" cy="5892"/>
              </a:xfrm>
              <a:custGeom>
                <a:avLst/>
                <a:gdLst/>
                <a:ahLst/>
                <a:cxnLst/>
                <a:rect l="l" t="t" r="r" b="b"/>
                <a:pathLst>
                  <a:path w="564" h="209" extrusionOk="0">
                    <a:moveTo>
                      <a:pt x="502" y="0"/>
                    </a:moveTo>
                    <a:lnTo>
                      <a:pt x="35" y="147"/>
                    </a:lnTo>
                    <a:cubicBezTo>
                      <a:pt x="19" y="147"/>
                      <a:pt x="0" y="162"/>
                      <a:pt x="19" y="193"/>
                    </a:cubicBezTo>
                    <a:cubicBezTo>
                      <a:pt x="19" y="208"/>
                      <a:pt x="35" y="208"/>
                      <a:pt x="50" y="208"/>
                    </a:cubicBezTo>
                    <a:lnTo>
                      <a:pt x="66" y="208"/>
                    </a:lnTo>
                    <a:lnTo>
                      <a:pt x="532" y="81"/>
                    </a:lnTo>
                    <a:cubicBezTo>
                      <a:pt x="548" y="66"/>
                      <a:pt x="563" y="50"/>
                      <a:pt x="548" y="35"/>
                    </a:cubicBezTo>
                    <a:cubicBezTo>
                      <a:pt x="548" y="16"/>
                      <a:pt x="532" y="0"/>
                      <a:pt x="50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3" name="Google Shape;2533;p44"/>
              <p:cNvSpPr/>
              <p:nvPr/>
            </p:nvSpPr>
            <p:spPr>
              <a:xfrm>
                <a:off x="6417056" y="3694196"/>
                <a:ext cx="10037" cy="7499"/>
              </a:xfrm>
              <a:custGeom>
                <a:avLst/>
                <a:gdLst/>
                <a:ahLst/>
                <a:cxnLst/>
                <a:rect l="l" t="t" r="r" b="b"/>
                <a:pathLst>
                  <a:path w="356" h="266" extrusionOk="0">
                    <a:moveTo>
                      <a:pt x="307" y="1"/>
                    </a:moveTo>
                    <a:cubicBezTo>
                      <a:pt x="301" y="1"/>
                      <a:pt x="294" y="2"/>
                      <a:pt x="290" y="7"/>
                    </a:cubicBezTo>
                    <a:lnTo>
                      <a:pt x="16" y="200"/>
                    </a:lnTo>
                    <a:cubicBezTo>
                      <a:pt x="1" y="215"/>
                      <a:pt x="1" y="234"/>
                      <a:pt x="1" y="250"/>
                    </a:cubicBezTo>
                    <a:cubicBezTo>
                      <a:pt x="16" y="265"/>
                      <a:pt x="16" y="265"/>
                      <a:pt x="35" y="265"/>
                    </a:cubicBezTo>
                    <a:lnTo>
                      <a:pt x="66" y="265"/>
                    </a:lnTo>
                    <a:lnTo>
                      <a:pt x="340" y="72"/>
                    </a:lnTo>
                    <a:cubicBezTo>
                      <a:pt x="355" y="57"/>
                      <a:pt x="355" y="42"/>
                      <a:pt x="355" y="22"/>
                    </a:cubicBezTo>
                    <a:cubicBezTo>
                      <a:pt x="345" y="11"/>
                      <a:pt x="324" y="1"/>
                      <a:pt x="30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4" name="Google Shape;2534;p44"/>
              <p:cNvSpPr/>
              <p:nvPr/>
            </p:nvSpPr>
            <p:spPr>
              <a:xfrm>
                <a:off x="6427938" y="3659773"/>
                <a:ext cx="11333" cy="5695"/>
              </a:xfrm>
              <a:custGeom>
                <a:avLst/>
                <a:gdLst/>
                <a:ahLst/>
                <a:cxnLst/>
                <a:rect l="l" t="t" r="r" b="b"/>
                <a:pathLst>
                  <a:path w="402" h="202" extrusionOk="0">
                    <a:moveTo>
                      <a:pt x="42" y="1"/>
                    </a:moveTo>
                    <a:cubicBezTo>
                      <a:pt x="25" y="1"/>
                      <a:pt x="16" y="14"/>
                      <a:pt x="16" y="25"/>
                    </a:cubicBezTo>
                    <a:cubicBezTo>
                      <a:pt x="0" y="40"/>
                      <a:pt x="16" y="71"/>
                      <a:pt x="35" y="71"/>
                    </a:cubicBezTo>
                    <a:lnTo>
                      <a:pt x="355" y="183"/>
                    </a:lnTo>
                    <a:lnTo>
                      <a:pt x="355" y="202"/>
                    </a:lnTo>
                    <a:cubicBezTo>
                      <a:pt x="371" y="202"/>
                      <a:pt x="386" y="183"/>
                      <a:pt x="401" y="167"/>
                    </a:cubicBezTo>
                    <a:cubicBezTo>
                      <a:pt x="401" y="152"/>
                      <a:pt x="386" y="136"/>
                      <a:pt x="371" y="121"/>
                    </a:cubicBezTo>
                    <a:lnTo>
                      <a:pt x="66" y="9"/>
                    </a:lnTo>
                    <a:cubicBezTo>
                      <a:pt x="57" y="3"/>
                      <a:pt x="48" y="1"/>
                      <a:pt x="4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5" name="Google Shape;2535;p44"/>
              <p:cNvSpPr/>
              <p:nvPr/>
            </p:nvSpPr>
            <p:spPr>
              <a:xfrm>
                <a:off x="6480997" y="3657574"/>
                <a:ext cx="13194" cy="4201"/>
              </a:xfrm>
              <a:custGeom>
                <a:avLst/>
                <a:gdLst/>
                <a:ahLst/>
                <a:cxnLst/>
                <a:rect l="l" t="t" r="r" b="b"/>
                <a:pathLst>
                  <a:path w="468" h="149" extrusionOk="0">
                    <a:moveTo>
                      <a:pt x="430" y="0"/>
                    </a:moveTo>
                    <a:cubicBezTo>
                      <a:pt x="425" y="0"/>
                      <a:pt x="421" y="2"/>
                      <a:pt x="417" y="6"/>
                    </a:cubicBezTo>
                    <a:lnTo>
                      <a:pt x="31" y="87"/>
                    </a:lnTo>
                    <a:cubicBezTo>
                      <a:pt x="16" y="87"/>
                      <a:pt x="1" y="103"/>
                      <a:pt x="1" y="133"/>
                    </a:cubicBezTo>
                    <a:cubicBezTo>
                      <a:pt x="1" y="149"/>
                      <a:pt x="16" y="149"/>
                      <a:pt x="31" y="149"/>
                    </a:cubicBezTo>
                    <a:lnTo>
                      <a:pt x="47" y="149"/>
                    </a:lnTo>
                    <a:lnTo>
                      <a:pt x="433" y="68"/>
                    </a:lnTo>
                    <a:cubicBezTo>
                      <a:pt x="448" y="68"/>
                      <a:pt x="467" y="52"/>
                      <a:pt x="467" y="37"/>
                    </a:cubicBezTo>
                    <a:cubicBezTo>
                      <a:pt x="453" y="14"/>
                      <a:pt x="441" y="0"/>
                      <a:pt x="43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6" name="Google Shape;2536;p44"/>
              <p:cNvSpPr/>
              <p:nvPr/>
            </p:nvSpPr>
            <p:spPr>
              <a:xfrm>
                <a:off x="6480997" y="3691236"/>
                <a:ext cx="11333" cy="5018"/>
              </a:xfrm>
              <a:custGeom>
                <a:avLst/>
                <a:gdLst/>
                <a:ahLst/>
                <a:cxnLst/>
                <a:rect l="l" t="t" r="r" b="b"/>
                <a:pathLst>
                  <a:path w="402" h="178" extrusionOk="0">
                    <a:moveTo>
                      <a:pt x="47" y="0"/>
                    </a:moveTo>
                    <a:cubicBezTo>
                      <a:pt x="31" y="0"/>
                      <a:pt x="16" y="15"/>
                      <a:pt x="1" y="31"/>
                    </a:cubicBezTo>
                    <a:cubicBezTo>
                      <a:pt x="1" y="50"/>
                      <a:pt x="16" y="66"/>
                      <a:pt x="31" y="81"/>
                    </a:cubicBezTo>
                    <a:lnTo>
                      <a:pt x="352" y="177"/>
                    </a:lnTo>
                    <a:lnTo>
                      <a:pt x="371" y="177"/>
                    </a:lnTo>
                    <a:cubicBezTo>
                      <a:pt x="386" y="177"/>
                      <a:pt x="402" y="177"/>
                      <a:pt x="402" y="162"/>
                    </a:cubicBezTo>
                    <a:cubicBezTo>
                      <a:pt x="402" y="147"/>
                      <a:pt x="402" y="112"/>
                      <a:pt x="371" y="112"/>
                    </a:cubicBezTo>
                    <a:lnTo>
                      <a:pt x="4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7" name="Google Shape;2537;p44"/>
              <p:cNvSpPr/>
              <p:nvPr/>
            </p:nvSpPr>
            <p:spPr>
              <a:xfrm>
                <a:off x="6482294" y="3674489"/>
                <a:ext cx="10037" cy="1861"/>
              </a:xfrm>
              <a:custGeom>
                <a:avLst/>
                <a:gdLst/>
                <a:ahLst/>
                <a:cxnLst/>
                <a:rect l="l" t="t" r="r" b="b"/>
                <a:pathLst>
                  <a:path w="356" h="66" extrusionOk="0">
                    <a:moveTo>
                      <a:pt x="36" y="0"/>
                    </a:moveTo>
                    <a:cubicBezTo>
                      <a:pt x="16" y="0"/>
                      <a:pt x="1" y="15"/>
                      <a:pt x="1" y="31"/>
                    </a:cubicBezTo>
                    <a:cubicBezTo>
                      <a:pt x="1" y="46"/>
                      <a:pt x="16" y="66"/>
                      <a:pt x="36" y="66"/>
                    </a:cubicBezTo>
                    <a:lnTo>
                      <a:pt x="325" y="66"/>
                    </a:lnTo>
                    <a:cubicBezTo>
                      <a:pt x="340" y="66"/>
                      <a:pt x="356" y="46"/>
                      <a:pt x="356" y="31"/>
                    </a:cubicBezTo>
                    <a:cubicBezTo>
                      <a:pt x="356" y="15"/>
                      <a:pt x="340" y="0"/>
                      <a:pt x="3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8" name="Google Shape;2538;p44"/>
              <p:cNvSpPr/>
              <p:nvPr/>
            </p:nvSpPr>
            <p:spPr>
              <a:xfrm>
                <a:off x="6516774" y="3659040"/>
                <a:ext cx="13194" cy="4595"/>
              </a:xfrm>
              <a:custGeom>
                <a:avLst/>
                <a:gdLst/>
                <a:ahLst/>
                <a:cxnLst/>
                <a:rect l="l" t="t" r="r" b="b"/>
                <a:pathLst>
                  <a:path w="468" h="163" extrusionOk="0">
                    <a:moveTo>
                      <a:pt x="417" y="0"/>
                    </a:moveTo>
                    <a:lnTo>
                      <a:pt x="31" y="81"/>
                    </a:lnTo>
                    <a:cubicBezTo>
                      <a:pt x="16" y="97"/>
                      <a:pt x="1" y="112"/>
                      <a:pt x="1" y="132"/>
                    </a:cubicBezTo>
                    <a:cubicBezTo>
                      <a:pt x="1" y="147"/>
                      <a:pt x="16" y="162"/>
                      <a:pt x="31" y="162"/>
                    </a:cubicBezTo>
                    <a:lnTo>
                      <a:pt x="47" y="162"/>
                    </a:lnTo>
                    <a:lnTo>
                      <a:pt x="433" y="81"/>
                    </a:lnTo>
                    <a:cubicBezTo>
                      <a:pt x="467" y="81"/>
                      <a:pt x="467" y="66"/>
                      <a:pt x="467" y="35"/>
                    </a:cubicBezTo>
                    <a:cubicBezTo>
                      <a:pt x="467" y="16"/>
                      <a:pt x="452" y="0"/>
                      <a:pt x="41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9" name="Google Shape;2539;p44"/>
              <p:cNvSpPr/>
              <p:nvPr/>
            </p:nvSpPr>
            <p:spPr>
              <a:xfrm>
                <a:off x="6518070" y="3685344"/>
                <a:ext cx="10910" cy="2312"/>
              </a:xfrm>
              <a:custGeom>
                <a:avLst/>
                <a:gdLst/>
                <a:ahLst/>
                <a:cxnLst/>
                <a:rect l="l" t="t" r="r" b="b"/>
                <a:pathLst>
                  <a:path w="387" h="82" extrusionOk="0">
                    <a:moveTo>
                      <a:pt x="36" y="1"/>
                    </a:moveTo>
                    <a:cubicBezTo>
                      <a:pt x="20" y="1"/>
                      <a:pt x="1" y="16"/>
                      <a:pt x="1" y="32"/>
                    </a:cubicBezTo>
                    <a:cubicBezTo>
                      <a:pt x="1" y="47"/>
                      <a:pt x="20" y="66"/>
                      <a:pt x="36" y="66"/>
                    </a:cubicBezTo>
                    <a:lnTo>
                      <a:pt x="340" y="82"/>
                    </a:lnTo>
                    <a:cubicBezTo>
                      <a:pt x="356" y="82"/>
                      <a:pt x="371" y="66"/>
                      <a:pt x="387" y="47"/>
                    </a:cubicBezTo>
                    <a:cubicBezTo>
                      <a:pt x="387" y="16"/>
                      <a:pt x="371" y="1"/>
                      <a:pt x="3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0" name="Google Shape;2540;p44"/>
              <p:cNvSpPr/>
              <p:nvPr/>
            </p:nvSpPr>
            <p:spPr>
              <a:xfrm>
                <a:off x="6358218" y="3719823"/>
                <a:ext cx="487533" cy="126387"/>
              </a:xfrm>
              <a:custGeom>
                <a:avLst/>
                <a:gdLst/>
                <a:ahLst/>
                <a:cxnLst/>
                <a:rect l="l" t="t" r="r" b="b"/>
                <a:pathLst>
                  <a:path w="17293" h="4483" extrusionOk="0">
                    <a:moveTo>
                      <a:pt x="321" y="0"/>
                    </a:moveTo>
                    <a:cubicBezTo>
                      <a:pt x="144" y="0"/>
                      <a:pt x="16" y="128"/>
                      <a:pt x="16" y="305"/>
                    </a:cubicBezTo>
                    <a:lnTo>
                      <a:pt x="1" y="3919"/>
                    </a:lnTo>
                    <a:cubicBezTo>
                      <a:pt x="1" y="4224"/>
                      <a:pt x="240" y="4482"/>
                      <a:pt x="545" y="4482"/>
                    </a:cubicBezTo>
                    <a:lnTo>
                      <a:pt x="5979" y="4467"/>
                    </a:lnTo>
                    <a:cubicBezTo>
                      <a:pt x="6076" y="4467"/>
                      <a:pt x="6138" y="4401"/>
                      <a:pt x="6138" y="4305"/>
                    </a:cubicBezTo>
                    <a:cubicBezTo>
                      <a:pt x="6138" y="4112"/>
                      <a:pt x="6284" y="3919"/>
                      <a:pt x="6492" y="3888"/>
                    </a:cubicBezTo>
                    <a:cubicBezTo>
                      <a:pt x="6522" y="3882"/>
                      <a:pt x="6551" y="3879"/>
                      <a:pt x="6580" y="3879"/>
                    </a:cubicBezTo>
                    <a:cubicBezTo>
                      <a:pt x="6688" y="3879"/>
                      <a:pt x="6786" y="3924"/>
                      <a:pt x="6863" y="4000"/>
                    </a:cubicBezTo>
                    <a:cubicBezTo>
                      <a:pt x="6924" y="4081"/>
                      <a:pt x="6974" y="4178"/>
                      <a:pt x="6974" y="4305"/>
                    </a:cubicBezTo>
                    <a:cubicBezTo>
                      <a:pt x="6974" y="4401"/>
                      <a:pt x="7055" y="4467"/>
                      <a:pt x="7136" y="4467"/>
                    </a:cubicBezTo>
                    <a:lnTo>
                      <a:pt x="7310" y="4467"/>
                    </a:lnTo>
                    <a:cubicBezTo>
                      <a:pt x="7391" y="4467"/>
                      <a:pt x="7472" y="4401"/>
                      <a:pt x="7472" y="4320"/>
                    </a:cubicBezTo>
                    <a:cubicBezTo>
                      <a:pt x="7472" y="4097"/>
                      <a:pt x="7634" y="3904"/>
                      <a:pt x="7858" y="3888"/>
                    </a:cubicBezTo>
                    <a:cubicBezTo>
                      <a:pt x="7874" y="3886"/>
                      <a:pt x="7890" y="3885"/>
                      <a:pt x="7906" y="3885"/>
                    </a:cubicBezTo>
                    <a:cubicBezTo>
                      <a:pt x="8014" y="3885"/>
                      <a:pt x="8111" y="3930"/>
                      <a:pt x="8178" y="4000"/>
                    </a:cubicBezTo>
                    <a:cubicBezTo>
                      <a:pt x="8259" y="4081"/>
                      <a:pt x="8309" y="4178"/>
                      <a:pt x="8309" y="4305"/>
                    </a:cubicBezTo>
                    <a:cubicBezTo>
                      <a:pt x="8309" y="4401"/>
                      <a:pt x="8371" y="4467"/>
                      <a:pt x="8467" y="4467"/>
                    </a:cubicBezTo>
                    <a:lnTo>
                      <a:pt x="8645" y="4467"/>
                    </a:lnTo>
                    <a:cubicBezTo>
                      <a:pt x="8726" y="4467"/>
                      <a:pt x="8791" y="4401"/>
                      <a:pt x="8791" y="4320"/>
                    </a:cubicBezTo>
                    <a:cubicBezTo>
                      <a:pt x="8791" y="4112"/>
                      <a:pt x="8934" y="3919"/>
                      <a:pt x="9142" y="3888"/>
                    </a:cubicBezTo>
                    <a:cubicBezTo>
                      <a:pt x="9161" y="3886"/>
                      <a:pt x="9180" y="3885"/>
                      <a:pt x="9198" y="3885"/>
                    </a:cubicBezTo>
                    <a:cubicBezTo>
                      <a:pt x="9321" y="3885"/>
                      <a:pt x="9426" y="3930"/>
                      <a:pt x="9497" y="4000"/>
                    </a:cubicBezTo>
                    <a:cubicBezTo>
                      <a:pt x="9578" y="4081"/>
                      <a:pt x="9624" y="4178"/>
                      <a:pt x="9624" y="4305"/>
                    </a:cubicBezTo>
                    <a:cubicBezTo>
                      <a:pt x="9624" y="4386"/>
                      <a:pt x="9690" y="4467"/>
                      <a:pt x="9786" y="4467"/>
                    </a:cubicBezTo>
                    <a:lnTo>
                      <a:pt x="10045" y="4451"/>
                    </a:lnTo>
                    <a:lnTo>
                      <a:pt x="15283" y="4436"/>
                    </a:lnTo>
                    <a:cubicBezTo>
                      <a:pt x="15587" y="4436"/>
                      <a:pt x="15830" y="4178"/>
                      <a:pt x="15830" y="3873"/>
                    </a:cubicBezTo>
                    <a:lnTo>
                      <a:pt x="15830" y="3294"/>
                    </a:lnTo>
                    <a:cubicBezTo>
                      <a:pt x="16023" y="3036"/>
                      <a:pt x="16602" y="2604"/>
                      <a:pt x="17292" y="2604"/>
                    </a:cubicBezTo>
                    <a:lnTo>
                      <a:pt x="17292" y="899"/>
                    </a:lnTo>
                    <a:cubicBezTo>
                      <a:pt x="17292" y="899"/>
                      <a:pt x="17121" y="930"/>
                      <a:pt x="16894" y="930"/>
                    </a:cubicBezTo>
                    <a:cubicBezTo>
                      <a:pt x="16534" y="930"/>
                      <a:pt x="16032" y="852"/>
                      <a:pt x="15846" y="448"/>
                    </a:cubicBezTo>
                    <a:lnTo>
                      <a:pt x="15846" y="290"/>
                    </a:lnTo>
                    <a:cubicBezTo>
                      <a:pt x="15846" y="128"/>
                      <a:pt x="15718" y="0"/>
                      <a:pt x="155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1" name="Google Shape;2541;p44"/>
              <p:cNvSpPr/>
              <p:nvPr/>
            </p:nvSpPr>
            <p:spPr>
              <a:xfrm>
                <a:off x="6837128" y="3737444"/>
                <a:ext cx="34931" cy="64392"/>
              </a:xfrm>
              <a:custGeom>
                <a:avLst/>
                <a:gdLst/>
                <a:ahLst/>
                <a:cxnLst/>
                <a:rect l="l" t="t" r="r" b="b"/>
                <a:pathLst>
                  <a:path w="1239" h="2284" extrusionOk="0">
                    <a:moveTo>
                      <a:pt x="128" y="0"/>
                    </a:moveTo>
                    <a:cubicBezTo>
                      <a:pt x="62" y="0"/>
                      <a:pt x="0" y="50"/>
                      <a:pt x="0" y="112"/>
                    </a:cubicBezTo>
                    <a:lnTo>
                      <a:pt x="0" y="2153"/>
                    </a:lnTo>
                    <a:cubicBezTo>
                      <a:pt x="0" y="2218"/>
                      <a:pt x="62" y="2284"/>
                      <a:pt x="128" y="2284"/>
                    </a:cubicBezTo>
                    <a:lnTo>
                      <a:pt x="1107" y="2284"/>
                    </a:lnTo>
                    <a:cubicBezTo>
                      <a:pt x="1188" y="2284"/>
                      <a:pt x="1238" y="2218"/>
                      <a:pt x="1238" y="2153"/>
                    </a:cubicBezTo>
                    <a:lnTo>
                      <a:pt x="1238" y="112"/>
                    </a:lnTo>
                    <a:cubicBezTo>
                      <a:pt x="1238" y="50"/>
                      <a:pt x="1188" y="0"/>
                      <a:pt x="110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2" name="Google Shape;2542;p44"/>
              <p:cNvSpPr/>
              <p:nvPr/>
            </p:nvSpPr>
            <p:spPr>
              <a:xfrm>
                <a:off x="6837128" y="3747875"/>
                <a:ext cx="34931" cy="10037"/>
              </a:xfrm>
              <a:custGeom>
                <a:avLst/>
                <a:gdLst/>
                <a:ahLst/>
                <a:cxnLst/>
                <a:rect l="l" t="t" r="r" b="b"/>
                <a:pathLst>
                  <a:path w="1239" h="356" extrusionOk="0">
                    <a:moveTo>
                      <a:pt x="0" y="1"/>
                    </a:moveTo>
                    <a:lnTo>
                      <a:pt x="0" y="355"/>
                    </a:lnTo>
                    <a:lnTo>
                      <a:pt x="1238" y="355"/>
                    </a:lnTo>
                    <a:lnTo>
                      <a:pt x="123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3" name="Google Shape;2543;p44"/>
              <p:cNvSpPr/>
              <p:nvPr/>
            </p:nvSpPr>
            <p:spPr>
              <a:xfrm>
                <a:off x="6837128" y="3764622"/>
                <a:ext cx="34931" cy="10037"/>
              </a:xfrm>
              <a:custGeom>
                <a:avLst/>
                <a:gdLst/>
                <a:ahLst/>
                <a:cxnLst/>
                <a:rect l="l" t="t" r="r" b="b"/>
                <a:pathLst>
                  <a:path w="1239" h="356" extrusionOk="0">
                    <a:moveTo>
                      <a:pt x="0" y="1"/>
                    </a:moveTo>
                    <a:lnTo>
                      <a:pt x="0" y="355"/>
                    </a:lnTo>
                    <a:lnTo>
                      <a:pt x="1238" y="355"/>
                    </a:lnTo>
                    <a:lnTo>
                      <a:pt x="123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4" name="Google Shape;2544;p44"/>
              <p:cNvSpPr/>
              <p:nvPr/>
            </p:nvSpPr>
            <p:spPr>
              <a:xfrm>
                <a:off x="6837128" y="3781368"/>
                <a:ext cx="34931" cy="10037"/>
              </a:xfrm>
              <a:custGeom>
                <a:avLst/>
                <a:gdLst/>
                <a:ahLst/>
                <a:cxnLst/>
                <a:rect l="l" t="t" r="r" b="b"/>
                <a:pathLst>
                  <a:path w="1239" h="356" extrusionOk="0">
                    <a:moveTo>
                      <a:pt x="0" y="1"/>
                    </a:moveTo>
                    <a:lnTo>
                      <a:pt x="0" y="355"/>
                    </a:lnTo>
                    <a:lnTo>
                      <a:pt x="1238" y="355"/>
                    </a:lnTo>
                    <a:lnTo>
                      <a:pt x="123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5" name="Google Shape;2545;p44"/>
              <p:cNvSpPr/>
              <p:nvPr/>
            </p:nvSpPr>
            <p:spPr>
              <a:xfrm>
                <a:off x="6384014" y="3719823"/>
                <a:ext cx="392891" cy="95178"/>
              </a:xfrm>
              <a:custGeom>
                <a:avLst/>
                <a:gdLst/>
                <a:ahLst/>
                <a:cxnLst/>
                <a:rect l="l" t="t" r="r" b="b"/>
                <a:pathLst>
                  <a:path w="13936" h="3376" extrusionOk="0">
                    <a:moveTo>
                      <a:pt x="0" y="0"/>
                    </a:moveTo>
                    <a:lnTo>
                      <a:pt x="0" y="2330"/>
                    </a:lnTo>
                    <a:cubicBezTo>
                      <a:pt x="0" y="2909"/>
                      <a:pt x="482" y="3375"/>
                      <a:pt x="1061" y="3375"/>
                    </a:cubicBezTo>
                    <a:lnTo>
                      <a:pt x="12875" y="3375"/>
                    </a:lnTo>
                    <a:cubicBezTo>
                      <a:pt x="13453" y="3375"/>
                      <a:pt x="13936" y="2909"/>
                      <a:pt x="13936" y="2330"/>
                    </a:cubicBezTo>
                    <a:lnTo>
                      <a:pt x="1393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6" name="Google Shape;2546;p44"/>
              <p:cNvSpPr/>
              <p:nvPr/>
            </p:nvSpPr>
            <p:spPr>
              <a:xfrm>
                <a:off x="6374964" y="3735583"/>
                <a:ext cx="156722" cy="15027"/>
              </a:xfrm>
              <a:custGeom>
                <a:avLst/>
                <a:gdLst/>
                <a:ahLst/>
                <a:cxnLst/>
                <a:rect l="l" t="t" r="r" b="b"/>
                <a:pathLst>
                  <a:path w="5559" h="533" extrusionOk="0">
                    <a:moveTo>
                      <a:pt x="256" y="1"/>
                    </a:moveTo>
                    <a:cubicBezTo>
                      <a:pt x="113" y="1"/>
                      <a:pt x="1" y="132"/>
                      <a:pt x="1" y="275"/>
                    </a:cubicBezTo>
                    <a:cubicBezTo>
                      <a:pt x="1" y="421"/>
                      <a:pt x="113" y="533"/>
                      <a:pt x="256" y="533"/>
                    </a:cubicBezTo>
                    <a:lnTo>
                      <a:pt x="5304" y="533"/>
                    </a:lnTo>
                    <a:cubicBezTo>
                      <a:pt x="5447" y="533"/>
                      <a:pt x="5559" y="421"/>
                      <a:pt x="5559" y="275"/>
                    </a:cubicBezTo>
                    <a:cubicBezTo>
                      <a:pt x="5559" y="132"/>
                      <a:pt x="5447" y="1"/>
                      <a:pt x="530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7" name="Google Shape;2547;p44"/>
              <p:cNvSpPr/>
              <p:nvPr/>
            </p:nvSpPr>
            <p:spPr>
              <a:xfrm>
                <a:off x="6384014" y="3771472"/>
                <a:ext cx="392891" cy="43529"/>
              </a:xfrm>
              <a:custGeom>
                <a:avLst/>
                <a:gdLst/>
                <a:ahLst/>
                <a:cxnLst/>
                <a:rect l="l" t="t" r="r" b="b"/>
                <a:pathLst>
                  <a:path w="13936" h="1544" extrusionOk="0">
                    <a:moveTo>
                      <a:pt x="0" y="1"/>
                    </a:moveTo>
                    <a:lnTo>
                      <a:pt x="0" y="498"/>
                    </a:lnTo>
                    <a:cubicBezTo>
                      <a:pt x="0" y="1077"/>
                      <a:pt x="482" y="1543"/>
                      <a:pt x="1061" y="1543"/>
                    </a:cubicBezTo>
                    <a:lnTo>
                      <a:pt x="12875" y="1543"/>
                    </a:lnTo>
                    <a:cubicBezTo>
                      <a:pt x="13453" y="1543"/>
                      <a:pt x="13936" y="1077"/>
                      <a:pt x="13936" y="498"/>
                    </a:cubicBezTo>
                    <a:lnTo>
                      <a:pt x="13936" y="305"/>
                    </a:lnTo>
                    <a:cubicBezTo>
                      <a:pt x="13018" y="463"/>
                      <a:pt x="12084" y="579"/>
                      <a:pt x="11155" y="656"/>
                    </a:cubicBezTo>
                    <a:cubicBezTo>
                      <a:pt x="11139" y="849"/>
                      <a:pt x="10977" y="1011"/>
                      <a:pt x="10784" y="1011"/>
                    </a:cubicBezTo>
                    <a:cubicBezTo>
                      <a:pt x="10719" y="1011"/>
                      <a:pt x="10657" y="996"/>
                      <a:pt x="10576" y="965"/>
                    </a:cubicBezTo>
                    <a:cubicBezTo>
                      <a:pt x="10526" y="930"/>
                      <a:pt x="10495" y="899"/>
                      <a:pt x="10464" y="834"/>
                    </a:cubicBezTo>
                    <a:cubicBezTo>
                      <a:pt x="10430" y="787"/>
                      <a:pt x="10414" y="737"/>
                      <a:pt x="10414" y="706"/>
                    </a:cubicBezTo>
                    <a:cubicBezTo>
                      <a:pt x="9755" y="737"/>
                      <a:pt x="9114" y="753"/>
                      <a:pt x="8470" y="753"/>
                    </a:cubicBezTo>
                    <a:cubicBezTo>
                      <a:pt x="7537" y="753"/>
                      <a:pt x="6623" y="722"/>
                      <a:pt x="5770" y="656"/>
                    </a:cubicBezTo>
                    <a:cubicBezTo>
                      <a:pt x="5739" y="868"/>
                      <a:pt x="5577" y="1011"/>
                      <a:pt x="5369" y="1011"/>
                    </a:cubicBezTo>
                    <a:cubicBezTo>
                      <a:pt x="5304" y="1011"/>
                      <a:pt x="5238" y="996"/>
                      <a:pt x="5161" y="965"/>
                    </a:cubicBezTo>
                    <a:cubicBezTo>
                      <a:pt x="5111" y="930"/>
                      <a:pt x="5064" y="884"/>
                      <a:pt x="5030" y="834"/>
                    </a:cubicBezTo>
                    <a:cubicBezTo>
                      <a:pt x="4983" y="753"/>
                      <a:pt x="4968" y="676"/>
                      <a:pt x="4968" y="610"/>
                    </a:cubicBezTo>
                    <a:cubicBezTo>
                      <a:pt x="4258" y="560"/>
                      <a:pt x="3599" y="498"/>
                      <a:pt x="2989" y="417"/>
                    </a:cubicBezTo>
                    <a:cubicBezTo>
                      <a:pt x="2974" y="691"/>
                      <a:pt x="2750" y="899"/>
                      <a:pt x="2476" y="899"/>
                    </a:cubicBezTo>
                    <a:cubicBezTo>
                      <a:pt x="2395" y="899"/>
                      <a:pt x="2314" y="884"/>
                      <a:pt x="2218" y="834"/>
                    </a:cubicBezTo>
                    <a:cubicBezTo>
                      <a:pt x="2137" y="787"/>
                      <a:pt x="2056" y="722"/>
                      <a:pt x="2025" y="625"/>
                    </a:cubicBezTo>
                    <a:cubicBezTo>
                      <a:pt x="1959" y="514"/>
                      <a:pt x="1944" y="402"/>
                      <a:pt x="1959" y="290"/>
                    </a:cubicBezTo>
                    <a:cubicBezTo>
                      <a:pt x="1061" y="174"/>
                      <a:pt x="386" y="62"/>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8" name="Google Shape;2548;p44"/>
              <p:cNvSpPr/>
              <p:nvPr/>
            </p:nvSpPr>
            <p:spPr>
              <a:xfrm>
                <a:off x="6439244" y="3767328"/>
                <a:ext cx="29489" cy="15929"/>
              </a:xfrm>
              <a:custGeom>
                <a:avLst/>
                <a:gdLst/>
                <a:ahLst/>
                <a:cxnLst/>
                <a:rect l="l" t="t" r="r" b="b"/>
                <a:pathLst>
                  <a:path w="1046" h="565" extrusionOk="0">
                    <a:moveTo>
                      <a:pt x="517" y="1"/>
                    </a:moveTo>
                    <a:cubicBezTo>
                      <a:pt x="259" y="1"/>
                      <a:pt x="51" y="194"/>
                      <a:pt x="0" y="437"/>
                    </a:cubicBezTo>
                    <a:cubicBezTo>
                      <a:pt x="324" y="483"/>
                      <a:pt x="660" y="533"/>
                      <a:pt x="1030" y="564"/>
                    </a:cubicBezTo>
                    <a:cubicBezTo>
                      <a:pt x="1046" y="468"/>
                      <a:pt x="1030" y="371"/>
                      <a:pt x="984" y="275"/>
                    </a:cubicBezTo>
                    <a:cubicBezTo>
                      <a:pt x="934" y="178"/>
                      <a:pt x="853" y="113"/>
                      <a:pt x="772" y="67"/>
                    </a:cubicBezTo>
                    <a:cubicBezTo>
                      <a:pt x="675" y="16"/>
                      <a:pt x="598" y="1"/>
                      <a:pt x="5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9" name="Google Shape;2549;p44"/>
              <p:cNvSpPr/>
              <p:nvPr/>
            </p:nvSpPr>
            <p:spPr>
              <a:xfrm>
                <a:off x="6438821" y="3779620"/>
                <a:ext cx="29489" cy="17226"/>
              </a:xfrm>
              <a:custGeom>
                <a:avLst/>
                <a:gdLst/>
                <a:ahLst/>
                <a:cxnLst/>
                <a:rect l="l" t="t" r="r" b="b"/>
                <a:pathLst>
                  <a:path w="1046" h="611" extrusionOk="0">
                    <a:moveTo>
                      <a:pt x="15" y="1"/>
                    </a:moveTo>
                    <a:lnTo>
                      <a:pt x="15" y="1"/>
                    </a:lnTo>
                    <a:cubicBezTo>
                      <a:pt x="0" y="113"/>
                      <a:pt x="15" y="225"/>
                      <a:pt x="81" y="336"/>
                    </a:cubicBezTo>
                    <a:cubicBezTo>
                      <a:pt x="112" y="433"/>
                      <a:pt x="193" y="498"/>
                      <a:pt x="274" y="545"/>
                    </a:cubicBezTo>
                    <a:cubicBezTo>
                      <a:pt x="370" y="595"/>
                      <a:pt x="451" y="610"/>
                      <a:pt x="532" y="610"/>
                    </a:cubicBezTo>
                    <a:cubicBezTo>
                      <a:pt x="806" y="610"/>
                      <a:pt x="1030" y="402"/>
                      <a:pt x="1045" y="128"/>
                    </a:cubicBezTo>
                    <a:cubicBezTo>
                      <a:pt x="675" y="97"/>
                      <a:pt x="339" y="47"/>
                      <a:pt x="15" y="1"/>
                    </a:cubicBezTo>
                    <a:close/>
                  </a:path>
                </a:pathLst>
              </a:custGeom>
              <a:solidFill>
                <a:srgbClr val="0C22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0" name="Google Shape;2550;p44"/>
              <p:cNvSpPr/>
              <p:nvPr/>
            </p:nvSpPr>
            <p:spPr>
              <a:xfrm>
                <a:off x="6494586" y="3766031"/>
                <a:ext cx="14491" cy="11784"/>
              </a:xfrm>
              <a:custGeom>
                <a:avLst/>
                <a:gdLst/>
                <a:ahLst/>
                <a:cxnLst/>
                <a:rect l="l" t="t" r="r" b="b"/>
                <a:pathLst>
                  <a:path w="514" h="418" extrusionOk="0">
                    <a:moveTo>
                      <a:pt x="255" y="1"/>
                    </a:moveTo>
                    <a:cubicBezTo>
                      <a:pt x="113" y="1"/>
                      <a:pt x="1" y="159"/>
                      <a:pt x="82" y="305"/>
                    </a:cubicBezTo>
                    <a:cubicBezTo>
                      <a:pt x="97" y="336"/>
                      <a:pt x="128" y="367"/>
                      <a:pt x="159" y="386"/>
                    </a:cubicBezTo>
                    <a:cubicBezTo>
                      <a:pt x="194" y="402"/>
                      <a:pt x="224" y="417"/>
                      <a:pt x="255" y="417"/>
                    </a:cubicBezTo>
                    <a:cubicBezTo>
                      <a:pt x="402" y="417"/>
                      <a:pt x="514" y="255"/>
                      <a:pt x="433" y="113"/>
                    </a:cubicBezTo>
                    <a:cubicBezTo>
                      <a:pt x="417" y="78"/>
                      <a:pt x="402" y="47"/>
                      <a:pt x="371" y="32"/>
                    </a:cubicBezTo>
                    <a:cubicBezTo>
                      <a:pt x="321" y="16"/>
                      <a:pt x="290" y="1"/>
                      <a:pt x="2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1" name="Google Shape;2551;p44"/>
              <p:cNvSpPr/>
              <p:nvPr/>
            </p:nvSpPr>
            <p:spPr>
              <a:xfrm>
                <a:off x="6524047" y="3777788"/>
                <a:ext cx="23090" cy="12207"/>
              </a:xfrm>
              <a:custGeom>
                <a:avLst/>
                <a:gdLst/>
                <a:ahLst/>
                <a:cxnLst/>
                <a:rect l="l" t="t" r="r" b="b"/>
                <a:pathLst>
                  <a:path w="819" h="433" extrusionOk="0">
                    <a:moveTo>
                      <a:pt x="402" y="0"/>
                    </a:moveTo>
                    <a:cubicBezTo>
                      <a:pt x="194" y="0"/>
                      <a:pt x="16" y="162"/>
                      <a:pt x="1" y="386"/>
                    </a:cubicBezTo>
                    <a:cubicBezTo>
                      <a:pt x="271" y="401"/>
                      <a:pt x="529" y="417"/>
                      <a:pt x="803" y="432"/>
                    </a:cubicBezTo>
                    <a:cubicBezTo>
                      <a:pt x="819" y="355"/>
                      <a:pt x="803" y="274"/>
                      <a:pt x="753" y="178"/>
                    </a:cubicBezTo>
                    <a:cubicBezTo>
                      <a:pt x="722" y="128"/>
                      <a:pt x="676" y="81"/>
                      <a:pt x="626" y="47"/>
                    </a:cubicBezTo>
                    <a:cubicBezTo>
                      <a:pt x="545" y="16"/>
                      <a:pt x="483" y="0"/>
                      <a:pt x="4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2" name="Google Shape;2552;p44"/>
              <p:cNvSpPr/>
              <p:nvPr/>
            </p:nvSpPr>
            <p:spPr>
              <a:xfrm>
                <a:off x="6524047" y="3788642"/>
                <a:ext cx="22667" cy="11362"/>
              </a:xfrm>
              <a:custGeom>
                <a:avLst/>
                <a:gdLst/>
                <a:ahLst/>
                <a:cxnLst/>
                <a:rect l="l" t="t" r="r" b="b"/>
                <a:pathLst>
                  <a:path w="804" h="403" extrusionOk="0">
                    <a:moveTo>
                      <a:pt x="1" y="1"/>
                    </a:moveTo>
                    <a:cubicBezTo>
                      <a:pt x="1" y="67"/>
                      <a:pt x="16" y="144"/>
                      <a:pt x="63" y="225"/>
                    </a:cubicBezTo>
                    <a:cubicBezTo>
                      <a:pt x="97" y="275"/>
                      <a:pt x="144" y="321"/>
                      <a:pt x="194" y="356"/>
                    </a:cubicBezTo>
                    <a:cubicBezTo>
                      <a:pt x="271" y="387"/>
                      <a:pt x="337" y="402"/>
                      <a:pt x="402" y="402"/>
                    </a:cubicBezTo>
                    <a:cubicBezTo>
                      <a:pt x="610" y="402"/>
                      <a:pt x="772" y="259"/>
                      <a:pt x="803" y="47"/>
                    </a:cubicBezTo>
                    <a:cubicBezTo>
                      <a:pt x="529" y="32"/>
                      <a:pt x="271" y="16"/>
                      <a:pt x="1" y="1"/>
                    </a:cubicBezTo>
                    <a:close/>
                  </a:path>
                </a:pathLst>
              </a:custGeom>
              <a:solidFill>
                <a:srgbClr val="0C22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3" name="Google Shape;2553;p44"/>
              <p:cNvSpPr/>
              <p:nvPr/>
            </p:nvSpPr>
            <p:spPr>
              <a:xfrm>
                <a:off x="6703494" y="3747452"/>
                <a:ext cx="31237" cy="25345"/>
              </a:xfrm>
              <a:custGeom>
                <a:avLst/>
                <a:gdLst/>
                <a:ahLst/>
                <a:cxnLst/>
                <a:rect l="l" t="t" r="r" b="b"/>
                <a:pathLst>
                  <a:path w="1108" h="899" extrusionOk="0">
                    <a:moveTo>
                      <a:pt x="544" y="0"/>
                    </a:moveTo>
                    <a:cubicBezTo>
                      <a:pt x="239" y="0"/>
                      <a:pt x="0" y="336"/>
                      <a:pt x="158" y="675"/>
                    </a:cubicBezTo>
                    <a:cubicBezTo>
                      <a:pt x="193" y="756"/>
                      <a:pt x="255" y="818"/>
                      <a:pt x="336" y="853"/>
                    </a:cubicBezTo>
                    <a:cubicBezTo>
                      <a:pt x="417" y="883"/>
                      <a:pt x="482" y="899"/>
                      <a:pt x="544" y="899"/>
                    </a:cubicBezTo>
                    <a:cubicBezTo>
                      <a:pt x="868" y="899"/>
                      <a:pt x="1107" y="579"/>
                      <a:pt x="945" y="239"/>
                    </a:cubicBezTo>
                    <a:cubicBezTo>
                      <a:pt x="914" y="158"/>
                      <a:pt x="849" y="97"/>
                      <a:pt x="771" y="62"/>
                    </a:cubicBezTo>
                    <a:cubicBezTo>
                      <a:pt x="690" y="16"/>
                      <a:pt x="625" y="0"/>
                      <a:pt x="5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4" name="Google Shape;2554;p44"/>
              <p:cNvSpPr/>
              <p:nvPr/>
            </p:nvSpPr>
            <p:spPr>
              <a:xfrm>
                <a:off x="6676739" y="3779084"/>
                <a:ext cx="21765" cy="12320"/>
              </a:xfrm>
              <a:custGeom>
                <a:avLst/>
                <a:gdLst/>
                <a:ahLst/>
                <a:cxnLst/>
                <a:rect l="l" t="t" r="r" b="b"/>
                <a:pathLst>
                  <a:path w="772" h="437" extrusionOk="0">
                    <a:moveTo>
                      <a:pt x="401" y="1"/>
                    </a:moveTo>
                    <a:cubicBezTo>
                      <a:pt x="178" y="1"/>
                      <a:pt x="0" y="193"/>
                      <a:pt x="31" y="436"/>
                    </a:cubicBezTo>
                    <a:cubicBezTo>
                      <a:pt x="274" y="421"/>
                      <a:pt x="513" y="406"/>
                      <a:pt x="772" y="386"/>
                    </a:cubicBezTo>
                    <a:cubicBezTo>
                      <a:pt x="772" y="325"/>
                      <a:pt x="756" y="244"/>
                      <a:pt x="706" y="178"/>
                    </a:cubicBezTo>
                    <a:cubicBezTo>
                      <a:pt x="691" y="132"/>
                      <a:pt x="641" y="82"/>
                      <a:pt x="594" y="51"/>
                    </a:cubicBezTo>
                    <a:cubicBezTo>
                      <a:pt x="529" y="20"/>
                      <a:pt x="467" y="1"/>
                      <a:pt x="4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5" name="Google Shape;2555;p44"/>
              <p:cNvSpPr/>
              <p:nvPr/>
            </p:nvSpPr>
            <p:spPr>
              <a:xfrm>
                <a:off x="6677613" y="3789967"/>
                <a:ext cx="20891" cy="10037"/>
              </a:xfrm>
              <a:custGeom>
                <a:avLst/>
                <a:gdLst/>
                <a:ahLst/>
                <a:cxnLst/>
                <a:rect l="l" t="t" r="r" b="b"/>
                <a:pathLst>
                  <a:path w="741" h="356" extrusionOk="0">
                    <a:moveTo>
                      <a:pt x="741" y="0"/>
                    </a:moveTo>
                    <a:lnTo>
                      <a:pt x="741" y="0"/>
                    </a:lnTo>
                    <a:cubicBezTo>
                      <a:pt x="482" y="20"/>
                      <a:pt x="243" y="35"/>
                      <a:pt x="0" y="50"/>
                    </a:cubicBezTo>
                    <a:cubicBezTo>
                      <a:pt x="0" y="81"/>
                      <a:pt x="16" y="131"/>
                      <a:pt x="50" y="178"/>
                    </a:cubicBezTo>
                    <a:cubicBezTo>
                      <a:pt x="81" y="243"/>
                      <a:pt x="112" y="274"/>
                      <a:pt x="162" y="309"/>
                    </a:cubicBezTo>
                    <a:cubicBezTo>
                      <a:pt x="243" y="340"/>
                      <a:pt x="305" y="355"/>
                      <a:pt x="370" y="355"/>
                    </a:cubicBezTo>
                    <a:cubicBezTo>
                      <a:pt x="563" y="355"/>
                      <a:pt x="725" y="193"/>
                      <a:pt x="741" y="0"/>
                    </a:cubicBezTo>
                    <a:close/>
                  </a:path>
                </a:pathLst>
              </a:custGeom>
              <a:solidFill>
                <a:srgbClr val="0C22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6" name="Google Shape;2556;p44"/>
              <p:cNvSpPr/>
              <p:nvPr/>
            </p:nvSpPr>
            <p:spPr>
              <a:xfrm>
                <a:off x="6756863" y="3521967"/>
                <a:ext cx="53538" cy="44741"/>
              </a:xfrm>
              <a:custGeom>
                <a:avLst/>
                <a:gdLst/>
                <a:ahLst/>
                <a:cxnLst/>
                <a:rect l="l" t="t" r="r" b="b"/>
                <a:pathLst>
                  <a:path w="1899" h="1587" extrusionOk="0">
                    <a:moveTo>
                      <a:pt x="888" y="0"/>
                    </a:moveTo>
                    <a:cubicBezTo>
                      <a:pt x="608" y="0"/>
                      <a:pt x="348" y="138"/>
                      <a:pt x="209" y="380"/>
                    </a:cubicBezTo>
                    <a:cubicBezTo>
                      <a:pt x="1" y="751"/>
                      <a:pt x="163" y="1233"/>
                      <a:pt x="564" y="1472"/>
                    </a:cubicBezTo>
                    <a:cubicBezTo>
                      <a:pt x="709" y="1550"/>
                      <a:pt x="863" y="1587"/>
                      <a:pt x="1013" y="1587"/>
                    </a:cubicBezTo>
                    <a:cubicBezTo>
                      <a:pt x="1293" y="1587"/>
                      <a:pt x="1554" y="1455"/>
                      <a:pt x="1690" y="1214"/>
                    </a:cubicBezTo>
                    <a:cubicBezTo>
                      <a:pt x="1899" y="847"/>
                      <a:pt x="1737" y="346"/>
                      <a:pt x="1335" y="122"/>
                    </a:cubicBezTo>
                    <a:cubicBezTo>
                      <a:pt x="1191" y="39"/>
                      <a:pt x="1037" y="0"/>
                      <a:pt x="88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7" name="Google Shape;2557;p44"/>
              <p:cNvSpPr/>
              <p:nvPr/>
            </p:nvSpPr>
            <p:spPr>
              <a:xfrm>
                <a:off x="6747841" y="3521375"/>
                <a:ext cx="65266" cy="52466"/>
              </a:xfrm>
              <a:custGeom>
                <a:avLst/>
                <a:gdLst/>
                <a:ahLst/>
                <a:cxnLst/>
                <a:rect l="l" t="t" r="r" b="b"/>
                <a:pathLst>
                  <a:path w="2315" h="1861" extrusionOk="0">
                    <a:moveTo>
                      <a:pt x="564" y="0"/>
                    </a:moveTo>
                    <a:cubicBezTo>
                      <a:pt x="143" y="270"/>
                      <a:pt x="1" y="1254"/>
                      <a:pt x="722" y="1701"/>
                    </a:cubicBezTo>
                    <a:cubicBezTo>
                      <a:pt x="895" y="1812"/>
                      <a:pt x="1085" y="1860"/>
                      <a:pt x="1270" y="1860"/>
                    </a:cubicBezTo>
                    <a:cubicBezTo>
                      <a:pt x="1758" y="1860"/>
                      <a:pt x="2223" y="1526"/>
                      <a:pt x="2315" y="1107"/>
                    </a:cubicBezTo>
                    <a:cubicBezTo>
                      <a:pt x="2185" y="1045"/>
                      <a:pt x="2068" y="1026"/>
                      <a:pt x="1973" y="1026"/>
                    </a:cubicBezTo>
                    <a:cubicBezTo>
                      <a:pt x="1818" y="1026"/>
                      <a:pt x="1721" y="1076"/>
                      <a:pt x="1721" y="1076"/>
                    </a:cubicBezTo>
                    <a:cubicBezTo>
                      <a:pt x="1721" y="1076"/>
                      <a:pt x="1898" y="772"/>
                      <a:pt x="1671" y="336"/>
                    </a:cubicBezTo>
                    <a:cubicBezTo>
                      <a:pt x="1609" y="319"/>
                      <a:pt x="1546" y="311"/>
                      <a:pt x="1486" y="311"/>
                    </a:cubicBezTo>
                    <a:cubicBezTo>
                      <a:pt x="1155" y="311"/>
                      <a:pt x="869" y="529"/>
                      <a:pt x="869" y="529"/>
                    </a:cubicBezTo>
                    <a:cubicBezTo>
                      <a:pt x="869" y="529"/>
                      <a:pt x="757" y="143"/>
                      <a:pt x="56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58" name="Google Shape;2558;p44"/>
            <p:cNvGrpSpPr/>
            <p:nvPr/>
          </p:nvGrpSpPr>
          <p:grpSpPr>
            <a:xfrm>
              <a:off x="6963370" y="3088355"/>
              <a:ext cx="483644" cy="870447"/>
              <a:chOff x="6025600" y="3390870"/>
              <a:chExt cx="254269" cy="457624"/>
            </a:xfrm>
          </p:grpSpPr>
          <p:sp>
            <p:nvSpPr>
              <p:cNvPr id="2559" name="Google Shape;2559;p44"/>
              <p:cNvSpPr/>
              <p:nvPr/>
            </p:nvSpPr>
            <p:spPr>
              <a:xfrm>
                <a:off x="6025600" y="3690362"/>
                <a:ext cx="102903" cy="104199"/>
              </a:xfrm>
              <a:custGeom>
                <a:avLst/>
                <a:gdLst/>
                <a:ahLst/>
                <a:cxnLst/>
                <a:rect l="l" t="t" r="r" b="b"/>
                <a:pathLst>
                  <a:path w="3650" h="3696" extrusionOk="0">
                    <a:moveTo>
                      <a:pt x="1867" y="0"/>
                    </a:moveTo>
                    <a:cubicBezTo>
                      <a:pt x="837" y="0"/>
                      <a:pt x="0" y="818"/>
                      <a:pt x="0" y="1848"/>
                    </a:cubicBezTo>
                    <a:cubicBezTo>
                      <a:pt x="0" y="2858"/>
                      <a:pt x="837" y="3695"/>
                      <a:pt x="1867" y="3695"/>
                    </a:cubicBezTo>
                    <a:cubicBezTo>
                      <a:pt x="2716" y="3695"/>
                      <a:pt x="3441" y="3101"/>
                      <a:pt x="3649" y="2314"/>
                    </a:cubicBezTo>
                    <a:lnTo>
                      <a:pt x="2862" y="2314"/>
                    </a:lnTo>
                    <a:cubicBezTo>
                      <a:pt x="2685" y="2685"/>
                      <a:pt x="2299" y="2955"/>
                      <a:pt x="1867" y="2955"/>
                    </a:cubicBezTo>
                    <a:cubicBezTo>
                      <a:pt x="1254" y="2955"/>
                      <a:pt x="756" y="2457"/>
                      <a:pt x="756" y="1848"/>
                    </a:cubicBezTo>
                    <a:cubicBezTo>
                      <a:pt x="756" y="1238"/>
                      <a:pt x="1254" y="737"/>
                      <a:pt x="1867" y="737"/>
                    </a:cubicBezTo>
                    <a:cubicBezTo>
                      <a:pt x="2218" y="737"/>
                      <a:pt x="2542" y="914"/>
                      <a:pt x="2750" y="1188"/>
                    </a:cubicBezTo>
                    <a:lnTo>
                      <a:pt x="3583" y="1188"/>
                    </a:lnTo>
                    <a:cubicBezTo>
                      <a:pt x="3329" y="498"/>
                      <a:pt x="2654" y="0"/>
                      <a:pt x="186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0" name="Google Shape;2560;p44"/>
              <p:cNvSpPr/>
              <p:nvPr/>
            </p:nvSpPr>
            <p:spPr>
              <a:xfrm>
                <a:off x="6036905" y="3702541"/>
                <a:ext cx="48519" cy="79841"/>
              </a:xfrm>
              <a:custGeom>
                <a:avLst/>
                <a:gdLst/>
                <a:ahLst/>
                <a:cxnLst/>
                <a:rect l="l" t="t" r="r" b="b"/>
                <a:pathLst>
                  <a:path w="1721" h="2832" extrusionOk="0">
                    <a:moveTo>
                      <a:pt x="1431" y="0"/>
                    </a:moveTo>
                    <a:cubicBezTo>
                      <a:pt x="645" y="0"/>
                      <a:pt x="0" y="629"/>
                      <a:pt x="0" y="1416"/>
                    </a:cubicBezTo>
                    <a:cubicBezTo>
                      <a:pt x="0" y="2203"/>
                      <a:pt x="645" y="2831"/>
                      <a:pt x="1431" y="2831"/>
                    </a:cubicBezTo>
                    <a:cubicBezTo>
                      <a:pt x="1528" y="2831"/>
                      <a:pt x="1624" y="2831"/>
                      <a:pt x="1721" y="2797"/>
                    </a:cubicBezTo>
                    <a:cubicBezTo>
                      <a:pt x="1705" y="2700"/>
                      <a:pt x="1674" y="2604"/>
                      <a:pt x="1659" y="2507"/>
                    </a:cubicBezTo>
                    <a:cubicBezTo>
                      <a:pt x="1593" y="2507"/>
                      <a:pt x="1528" y="2523"/>
                      <a:pt x="1466" y="2523"/>
                    </a:cubicBezTo>
                    <a:cubicBezTo>
                      <a:pt x="853" y="2523"/>
                      <a:pt x="355" y="2025"/>
                      <a:pt x="355" y="1416"/>
                    </a:cubicBezTo>
                    <a:cubicBezTo>
                      <a:pt x="355" y="806"/>
                      <a:pt x="853" y="305"/>
                      <a:pt x="1466" y="305"/>
                    </a:cubicBezTo>
                    <a:cubicBezTo>
                      <a:pt x="1512" y="305"/>
                      <a:pt x="1563" y="305"/>
                      <a:pt x="1593" y="324"/>
                    </a:cubicBezTo>
                    <a:lnTo>
                      <a:pt x="1593" y="0"/>
                    </a:lnTo>
                    <a:close/>
                  </a:path>
                </a:pathLst>
              </a:custGeom>
              <a:solidFill>
                <a:srgbClr val="2E44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1" name="Google Shape;2561;p44"/>
              <p:cNvSpPr/>
              <p:nvPr/>
            </p:nvSpPr>
            <p:spPr>
              <a:xfrm>
                <a:off x="6170116" y="3431665"/>
                <a:ext cx="101155" cy="122778"/>
              </a:xfrm>
              <a:custGeom>
                <a:avLst/>
                <a:gdLst/>
                <a:ahLst/>
                <a:cxnLst/>
                <a:rect l="l" t="t" r="r" b="b"/>
                <a:pathLst>
                  <a:path w="3588" h="4355" extrusionOk="0">
                    <a:moveTo>
                      <a:pt x="2831" y="0"/>
                    </a:moveTo>
                    <a:cubicBezTo>
                      <a:pt x="2430" y="0"/>
                      <a:pt x="2091" y="336"/>
                      <a:pt x="2091" y="752"/>
                    </a:cubicBezTo>
                    <a:lnTo>
                      <a:pt x="2091" y="2665"/>
                    </a:lnTo>
                    <a:cubicBezTo>
                      <a:pt x="2091" y="2777"/>
                      <a:pt x="1994" y="2858"/>
                      <a:pt x="1883" y="2858"/>
                    </a:cubicBezTo>
                    <a:lnTo>
                      <a:pt x="756" y="2858"/>
                    </a:lnTo>
                    <a:cubicBezTo>
                      <a:pt x="340" y="2858"/>
                      <a:pt x="0" y="3198"/>
                      <a:pt x="0" y="3614"/>
                    </a:cubicBezTo>
                    <a:cubicBezTo>
                      <a:pt x="0" y="4031"/>
                      <a:pt x="340" y="4355"/>
                      <a:pt x="756" y="4355"/>
                    </a:cubicBezTo>
                    <a:lnTo>
                      <a:pt x="1883" y="4355"/>
                    </a:lnTo>
                    <a:cubicBezTo>
                      <a:pt x="2816" y="4355"/>
                      <a:pt x="3587" y="3599"/>
                      <a:pt x="3587" y="2665"/>
                    </a:cubicBezTo>
                    <a:lnTo>
                      <a:pt x="3587" y="752"/>
                    </a:lnTo>
                    <a:cubicBezTo>
                      <a:pt x="3587" y="336"/>
                      <a:pt x="3248" y="0"/>
                      <a:pt x="283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2" name="Google Shape;2562;p44"/>
              <p:cNvSpPr/>
              <p:nvPr/>
            </p:nvSpPr>
            <p:spPr>
              <a:xfrm>
                <a:off x="6087680" y="3488756"/>
                <a:ext cx="114631" cy="112347"/>
              </a:xfrm>
              <a:custGeom>
                <a:avLst/>
                <a:gdLst/>
                <a:ahLst/>
                <a:cxnLst/>
                <a:rect l="l" t="t" r="r" b="b"/>
                <a:pathLst>
                  <a:path w="4066" h="3985" extrusionOk="0">
                    <a:moveTo>
                      <a:pt x="757" y="0"/>
                    </a:moveTo>
                    <a:cubicBezTo>
                      <a:pt x="340" y="0"/>
                      <a:pt x="1" y="336"/>
                      <a:pt x="1" y="752"/>
                    </a:cubicBezTo>
                    <a:lnTo>
                      <a:pt x="1" y="2233"/>
                    </a:lnTo>
                    <a:cubicBezTo>
                      <a:pt x="1" y="3198"/>
                      <a:pt x="787" y="3985"/>
                      <a:pt x="1767" y="3985"/>
                    </a:cubicBezTo>
                    <a:lnTo>
                      <a:pt x="3329" y="3985"/>
                    </a:lnTo>
                    <a:cubicBezTo>
                      <a:pt x="3730" y="3985"/>
                      <a:pt x="4066" y="3664"/>
                      <a:pt x="4066" y="3244"/>
                    </a:cubicBezTo>
                    <a:cubicBezTo>
                      <a:pt x="4066" y="2827"/>
                      <a:pt x="3730" y="2488"/>
                      <a:pt x="3329" y="2488"/>
                    </a:cubicBezTo>
                    <a:lnTo>
                      <a:pt x="1767" y="2488"/>
                    </a:lnTo>
                    <a:cubicBezTo>
                      <a:pt x="1624" y="2488"/>
                      <a:pt x="1497" y="2376"/>
                      <a:pt x="1497" y="2233"/>
                    </a:cubicBezTo>
                    <a:lnTo>
                      <a:pt x="1497" y="752"/>
                    </a:lnTo>
                    <a:cubicBezTo>
                      <a:pt x="1497" y="336"/>
                      <a:pt x="1158" y="0"/>
                      <a:pt x="75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3" name="Google Shape;2563;p44"/>
              <p:cNvSpPr/>
              <p:nvPr/>
            </p:nvSpPr>
            <p:spPr>
              <a:xfrm>
                <a:off x="6151621" y="3432088"/>
                <a:ext cx="59824" cy="209780"/>
              </a:xfrm>
              <a:custGeom>
                <a:avLst/>
                <a:gdLst/>
                <a:ahLst/>
                <a:cxnLst/>
                <a:rect l="l" t="t" r="r" b="b"/>
                <a:pathLst>
                  <a:path w="2122" h="7441" extrusionOk="0">
                    <a:moveTo>
                      <a:pt x="1061" y="1"/>
                    </a:moveTo>
                    <a:cubicBezTo>
                      <a:pt x="915" y="1"/>
                      <a:pt x="787" y="32"/>
                      <a:pt x="656" y="82"/>
                    </a:cubicBezTo>
                    <a:cubicBezTo>
                      <a:pt x="271" y="240"/>
                      <a:pt x="1" y="610"/>
                      <a:pt x="1" y="1061"/>
                    </a:cubicBezTo>
                    <a:lnTo>
                      <a:pt x="1" y="7294"/>
                    </a:lnTo>
                    <a:cubicBezTo>
                      <a:pt x="1" y="7375"/>
                      <a:pt x="62" y="7441"/>
                      <a:pt x="143" y="7441"/>
                    </a:cubicBezTo>
                    <a:lnTo>
                      <a:pt x="1975" y="7441"/>
                    </a:lnTo>
                    <a:cubicBezTo>
                      <a:pt x="2056" y="7441"/>
                      <a:pt x="2122" y="7375"/>
                      <a:pt x="2122" y="7294"/>
                    </a:cubicBezTo>
                    <a:lnTo>
                      <a:pt x="2122" y="1061"/>
                    </a:lnTo>
                    <a:cubicBezTo>
                      <a:pt x="2122" y="772"/>
                      <a:pt x="1991" y="498"/>
                      <a:pt x="1798" y="305"/>
                    </a:cubicBezTo>
                    <a:cubicBezTo>
                      <a:pt x="1605" y="113"/>
                      <a:pt x="1351" y="1"/>
                      <a:pt x="106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4" name="Google Shape;2564;p44"/>
              <p:cNvSpPr/>
              <p:nvPr/>
            </p:nvSpPr>
            <p:spPr>
              <a:xfrm>
                <a:off x="6151621" y="3434372"/>
                <a:ext cx="18522" cy="207497"/>
              </a:xfrm>
              <a:custGeom>
                <a:avLst/>
                <a:gdLst/>
                <a:ahLst/>
                <a:cxnLst/>
                <a:rect l="l" t="t" r="r" b="b"/>
                <a:pathLst>
                  <a:path w="657" h="7360" extrusionOk="0">
                    <a:moveTo>
                      <a:pt x="656" y="1"/>
                    </a:moveTo>
                    <a:cubicBezTo>
                      <a:pt x="271" y="159"/>
                      <a:pt x="1" y="529"/>
                      <a:pt x="1" y="980"/>
                    </a:cubicBezTo>
                    <a:lnTo>
                      <a:pt x="1" y="7213"/>
                    </a:lnTo>
                    <a:cubicBezTo>
                      <a:pt x="1" y="7294"/>
                      <a:pt x="62" y="7360"/>
                      <a:pt x="143" y="7360"/>
                    </a:cubicBezTo>
                    <a:lnTo>
                      <a:pt x="656" y="7360"/>
                    </a:lnTo>
                    <a:lnTo>
                      <a:pt x="6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5" name="Google Shape;2565;p44"/>
              <p:cNvSpPr/>
              <p:nvPr/>
            </p:nvSpPr>
            <p:spPr>
              <a:xfrm>
                <a:off x="6088131" y="3626844"/>
                <a:ext cx="184886" cy="97039"/>
              </a:xfrm>
              <a:custGeom>
                <a:avLst/>
                <a:gdLst/>
                <a:ahLst/>
                <a:cxnLst/>
                <a:rect l="l" t="t" r="r" b="b"/>
                <a:pathLst>
                  <a:path w="6558" h="3442" extrusionOk="0">
                    <a:moveTo>
                      <a:pt x="3375" y="1"/>
                    </a:moveTo>
                    <a:cubicBezTo>
                      <a:pt x="2299" y="1"/>
                      <a:pt x="1481" y="386"/>
                      <a:pt x="903" y="772"/>
                    </a:cubicBezTo>
                    <a:cubicBezTo>
                      <a:pt x="305" y="1193"/>
                      <a:pt x="0" y="1624"/>
                      <a:pt x="0" y="1624"/>
                    </a:cubicBezTo>
                    <a:lnTo>
                      <a:pt x="3954" y="3441"/>
                    </a:lnTo>
                    <a:lnTo>
                      <a:pt x="6557" y="1624"/>
                    </a:lnTo>
                    <a:cubicBezTo>
                      <a:pt x="6557" y="1624"/>
                      <a:pt x="6364" y="1289"/>
                      <a:pt x="5932" y="919"/>
                    </a:cubicBezTo>
                    <a:cubicBezTo>
                      <a:pt x="5415" y="483"/>
                      <a:pt x="4582" y="1"/>
                      <a:pt x="33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6" name="Google Shape;2566;p44"/>
              <p:cNvSpPr/>
              <p:nvPr/>
            </p:nvSpPr>
            <p:spPr>
              <a:xfrm>
                <a:off x="6093995" y="3648608"/>
                <a:ext cx="174004" cy="39921"/>
              </a:xfrm>
              <a:custGeom>
                <a:avLst/>
                <a:gdLst/>
                <a:ahLst/>
                <a:cxnLst/>
                <a:rect l="l" t="t" r="r" b="b"/>
                <a:pathLst>
                  <a:path w="6172" h="1416" extrusionOk="0">
                    <a:moveTo>
                      <a:pt x="695" y="0"/>
                    </a:moveTo>
                    <a:cubicBezTo>
                      <a:pt x="386" y="228"/>
                      <a:pt x="147" y="451"/>
                      <a:pt x="0" y="613"/>
                    </a:cubicBezTo>
                    <a:lnTo>
                      <a:pt x="1304" y="613"/>
                    </a:lnTo>
                    <a:lnTo>
                      <a:pt x="2669" y="1126"/>
                    </a:lnTo>
                    <a:lnTo>
                      <a:pt x="3587" y="868"/>
                    </a:lnTo>
                    <a:lnTo>
                      <a:pt x="4694" y="1416"/>
                    </a:lnTo>
                    <a:lnTo>
                      <a:pt x="5902" y="613"/>
                    </a:lnTo>
                    <a:lnTo>
                      <a:pt x="6172" y="613"/>
                    </a:lnTo>
                    <a:cubicBezTo>
                      <a:pt x="6075" y="482"/>
                      <a:pt x="5917" y="309"/>
                      <a:pt x="5724" y="147"/>
                    </a:cubicBezTo>
                    <a:cubicBezTo>
                      <a:pt x="4918" y="355"/>
                      <a:pt x="4166" y="436"/>
                      <a:pt x="3491" y="436"/>
                    </a:cubicBezTo>
                    <a:cubicBezTo>
                      <a:pt x="2237" y="436"/>
                      <a:pt x="1223" y="178"/>
                      <a:pt x="6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7" name="Google Shape;2567;p44"/>
              <p:cNvSpPr/>
              <p:nvPr/>
            </p:nvSpPr>
            <p:spPr>
              <a:xfrm>
                <a:off x="6081816" y="3665891"/>
                <a:ext cx="198052" cy="182603"/>
              </a:xfrm>
              <a:custGeom>
                <a:avLst/>
                <a:gdLst/>
                <a:ahLst/>
                <a:cxnLst/>
                <a:rect l="l" t="t" r="r" b="b"/>
                <a:pathLst>
                  <a:path w="7025" h="6477" extrusionOk="0">
                    <a:moveTo>
                      <a:pt x="0" y="0"/>
                    </a:moveTo>
                    <a:lnTo>
                      <a:pt x="0" y="3198"/>
                    </a:lnTo>
                    <a:cubicBezTo>
                      <a:pt x="0" y="3807"/>
                      <a:pt x="178" y="4386"/>
                      <a:pt x="467" y="4868"/>
                    </a:cubicBezTo>
                    <a:cubicBezTo>
                      <a:pt x="1046" y="5832"/>
                      <a:pt x="2091" y="6476"/>
                      <a:pt x="3294" y="6476"/>
                    </a:cubicBezTo>
                    <a:lnTo>
                      <a:pt x="3746" y="6476"/>
                    </a:lnTo>
                    <a:cubicBezTo>
                      <a:pt x="5080" y="6476"/>
                      <a:pt x="6218" y="5690"/>
                      <a:pt x="6735" y="4563"/>
                    </a:cubicBezTo>
                    <a:cubicBezTo>
                      <a:pt x="6928" y="4147"/>
                      <a:pt x="7024" y="3680"/>
                      <a:pt x="7024" y="3198"/>
                    </a:cubicBezTo>
                    <a:lnTo>
                      <a:pt x="7024" y="0"/>
                    </a:lnTo>
                    <a:lnTo>
                      <a:pt x="6334" y="0"/>
                    </a:lnTo>
                    <a:lnTo>
                      <a:pt x="5126" y="803"/>
                    </a:lnTo>
                    <a:lnTo>
                      <a:pt x="4019" y="255"/>
                    </a:lnTo>
                    <a:lnTo>
                      <a:pt x="3101" y="513"/>
                    </a:lnTo>
                    <a:lnTo>
                      <a:pt x="173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8" name="Google Shape;2568;p44"/>
              <p:cNvSpPr/>
              <p:nvPr/>
            </p:nvSpPr>
            <p:spPr>
              <a:xfrm>
                <a:off x="6094982" y="3794534"/>
                <a:ext cx="176711" cy="53960"/>
              </a:xfrm>
              <a:custGeom>
                <a:avLst/>
                <a:gdLst/>
                <a:ahLst/>
                <a:cxnLst/>
                <a:rect l="l" t="t" r="r" b="b"/>
                <a:pathLst>
                  <a:path w="6268" h="1914" extrusionOk="0">
                    <a:moveTo>
                      <a:pt x="6268" y="0"/>
                    </a:moveTo>
                    <a:lnTo>
                      <a:pt x="6268" y="0"/>
                    </a:lnTo>
                    <a:cubicBezTo>
                      <a:pt x="4146" y="112"/>
                      <a:pt x="1527" y="243"/>
                      <a:pt x="0" y="305"/>
                    </a:cubicBezTo>
                    <a:cubicBezTo>
                      <a:pt x="579" y="1269"/>
                      <a:pt x="1624" y="1913"/>
                      <a:pt x="2827" y="1913"/>
                    </a:cubicBezTo>
                    <a:lnTo>
                      <a:pt x="3279" y="1913"/>
                    </a:lnTo>
                    <a:cubicBezTo>
                      <a:pt x="4613" y="1913"/>
                      <a:pt x="5751" y="1127"/>
                      <a:pt x="6268" y="0"/>
                    </a:cubicBezTo>
                    <a:close/>
                  </a:path>
                </a:pathLst>
              </a:custGeom>
              <a:solidFill>
                <a:srgbClr val="B2C5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9" name="Google Shape;2569;p44"/>
              <p:cNvSpPr/>
              <p:nvPr/>
            </p:nvSpPr>
            <p:spPr>
              <a:xfrm>
                <a:off x="6174683" y="3710266"/>
                <a:ext cx="55793" cy="68846"/>
              </a:xfrm>
              <a:custGeom>
                <a:avLst/>
                <a:gdLst/>
                <a:ahLst/>
                <a:cxnLst/>
                <a:rect l="l" t="t" r="r" b="b"/>
                <a:pathLst>
                  <a:path w="1979" h="2442" extrusionOk="0">
                    <a:moveTo>
                      <a:pt x="980" y="0"/>
                    </a:moveTo>
                    <a:cubicBezTo>
                      <a:pt x="436" y="0"/>
                      <a:pt x="0" y="548"/>
                      <a:pt x="0" y="1223"/>
                    </a:cubicBezTo>
                    <a:cubicBezTo>
                      <a:pt x="0" y="1898"/>
                      <a:pt x="436" y="2442"/>
                      <a:pt x="980" y="2442"/>
                    </a:cubicBezTo>
                    <a:cubicBezTo>
                      <a:pt x="1528" y="2442"/>
                      <a:pt x="1979" y="1898"/>
                      <a:pt x="1979" y="1223"/>
                    </a:cubicBezTo>
                    <a:cubicBezTo>
                      <a:pt x="1979" y="548"/>
                      <a:pt x="1528" y="0"/>
                      <a:pt x="9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0" name="Google Shape;2570;p44"/>
              <p:cNvSpPr/>
              <p:nvPr/>
            </p:nvSpPr>
            <p:spPr>
              <a:xfrm>
                <a:off x="6182831" y="3720697"/>
                <a:ext cx="38962" cy="48096"/>
              </a:xfrm>
              <a:custGeom>
                <a:avLst/>
                <a:gdLst/>
                <a:ahLst/>
                <a:cxnLst/>
                <a:rect l="l" t="t" r="r" b="b"/>
                <a:pathLst>
                  <a:path w="1382" h="1706" extrusionOk="0">
                    <a:moveTo>
                      <a:pt x="691" y="0"/>
                    </a:moveTo>
                    <a:cubicBezTo>
                      <a:pt x="321" y="0"/>
                      <a:pt x="1" y="386"/>
                      <a:pt x="1" y="853"/>
                    </a:cubicBezTo>
                    <a:cubicBezTo>
                      <a:pt x="1" y="1335"/>
                      <a:pt x="321" y="1705"/>
                      <a:pt x="691" y="1705"/>
                    </a:cubicBezTo>
                    <a:cubicBezTo>
                      <a:pt x="1077" y="1705"/>
                      <a:pt x="1381" y="1335"/>
                      <a:pt x="1381" y="853"/>
                    </a:cubicBezTo>
                    <a:cubicBezTo>
                      <a:pt x="1381" y="386"/>
                      <a:pt x="1077" y="0"/>
                      <a:pt x="69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1" name="Google Shape;2571;p44"/>
              <p:cNvSpPr/>
              <p:nvPr/>
            </p:nvSpPr>
            <p:spPr>
              <a:xfrm>
                <a:off x="6163801" y="3390870"/>
                <a:ext cx="48096" cy="43980"/>
              </a:xfrm>
              <a:custGeom>
                <a:avLst/>
                <a:gdLst/>
                <a:ahLst/>
                <a:cxnLst/>
                <a:rect l="l" t="t" r="r" b="b"/>
                <a:pathLst>
                  <a:path w="1706" h="1560" extrusionOk="0">
                    <a:moveTo>
                      <a:pt x="853" y="1"/>
                    </a:moveTo>
                    <a:cubicBezTo>
                      <a:pt x="371" y="1"/>
                      <a:pt x="1" y="352"/>
                      <a:pt x="1" y="772"/>
                    </a:cubicBezTo>
                    <a:cubicBezTo>
                      <a:pt x="1" y="1204"/>
                      <a:pt x="371" y="1559"/>
                      <a:pt x="853" y="1559"/>
                    </a:cubicBezTo>
                    <a:cubicBezTo>
                      <a:pt x="1320" y="1559"/>
                      <a:pt x="1705" y="1204"/>
                      <a:pt x="1705" y="772"/>
                    </a:cubicBezTo>
                    <a:cubicBezTo>
                      <a:pt x="1705" y="352"/>
                      <a:pt x="1320" y="1"/>
                      <a:pt x="85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2" name="Google Shape;2572;p44"/>
              <p:cNvSpPr/>
              <p:nvPr/>
            </p:nvSpPr>
            <p:spPr>
              <a:xfrm>
                <a:off x="6152495" y="3395325"/>
                <a:ext cx="69748" cy="47251"/>
              </a:xfrm>
              <a:custGeom>
                <a:avLst/>
                <a:gdLst/>
                <a:ahLst/>
                <a:cxnLst/>
                <a:rect l="l" t="t" r="r" b="b"/>
                <a:pathLst>
                  <a:path w="2474" h="1676" extrusionOk="0">
                    <a:moveTo>
                      <a:pt x="1350" y="1"/>
                    </a:moveTo>
                    <a:cubicBezTo>
                      <a:pt x="949" y="97"/>
                      <a:pt x="756" y="564"/>
                      <a:pt x="756" y="564"/>
                    </a:cubicBezTo>
                    <a:cubicBezTo>
                      <a:pt x="756" y="564"/>
                      <a:pt x="467" y="290"/>
                      <a:pt x="224" y="259"/>
                    </a:cubicBezTo>
                    <a:lnTo>
                      <a:pt x="224" y="259"/>
                    </a:lnTo>
                    <a:cubicBezTo>
                      <a:pt x="0" y="691"/>
                      <a:pt x="371" y="1625"/>
                      <a:pt x="1223" y="1675"/>
                    </a:cubicBezTo>
                    <a:cubicBezTo>
                      <a:pt x="1237" y="1676"/>
                      <a:pt x="1251" y="1676"/>
                      <a:pt x="1265" y="1676"/>
                    </a:cubicBezTo>
                    <a:cubicBezTo>
                      <a:pt x="1965" y="1676"/>
                      <a:pt x="2473" y="923"/>
                      <a:pt x="2299" y="356"/>
                    </a:cubicBezTo>
                    <a:lnTo>
                      <a:pt x="2299" y="356"/>
                    </a:lnTo>
                    <a:cubicBezTo>
                      <a:pt x="1929" y="387"/>
                      <a:pt x="1767" y="630"/>
                      <a:pt x="1767" y="630"/>
                    </a:cubicBezTo>
                    <a:cubicBezTo>
                      <a:pt x="1767" y="630"/>
                      <a:pt x="1767" y="275"/>
                      <a:pt x="135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3" name="Google Shape;2573;p44"/>
              <p:cNvSpPr/>
              <p:nvPr/>
            </p:nvSpPr>
            <p:spPr>
              <a:xfrm>
                <a:off x="6082690" y="3514524"/>
                <a:ext cx="10882" cy="2312"/>
              </a:xfrm>
              <a:custGeom>
                <a:avLst/>
                <a:gdLst/>
                <a:ahLst/>
                <a:cxnLst/>
                <a:rect l="l" t="t" r="r" b="b"/>
                <a:pathLst>
                  <a:path w="386" h="82" extrusionOk="0">
                    <a:moveTo>
                      <a:pt x="35" y="0"/>
                    </a:moveTo>
                    <a:cubicBezTo>
                      <a:pt x="16" y="0"/>
                      <a:pt x="0" y="16"/>
                      <a:pt x="0" y="31"/>
                    </a:cubicBezTo>
                    <a:cubicBezTo>
                      <a:pt x="0" y="66"/>
                      <a:pt x="16" y="81"/>
                      <a:pt x="35" y="81"/>
                    </a:cubicBezTo>
                    <a:lnTo>
                      <a:pt x="355" y="81"/>
                    </a:lnTo>
                    <a:cubicBezTo>
                      <a:pt x="370" y="81"/>
                      <a:pt x="386" y="66"/>
                      <a:pt x="386" y="31"/>
                    </a:cubicBezTo>
                    <a:cubicBezTo>
                      <a:pt x="386" y="16"/>
                      <a:pt x="370" y="0"/>
                      <a:pt x="35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4" name="Google Shape;2574;p44"/>
              <p:cNvSpPr/>
              <p:nvPr/>
            </p:nvSpPr>
            <p:spPr>
              <a:xfrm>
                <a:off x="6121709" y="3504092"/>
                <a:ext cx="10910" cy="1861"/>
              </a:xfrm>
              <a:custGeom>
                <a:avLst/>
                <a:gdLst/>
                <a:ahLst/>
                <a:cxnLst/>
                <a:rect l="l" t="t" r="r" b="b"/>
                <a:pathLst>
                  <a:path w="387" h="66" extrusionOk="0">
                    <a:moveTo>
                      <a:pt x="32" y="0"/>
                    </a:moveTo>
                    <a:cubicBezTo>
                      <a:pt x="16" y="0"/>
                      <a:pt x="1" y="15"/>
                      <a:pt x="1" y="35"/>
                    </a:cubicBezTo>
                    <a:cubicBezTo>
                      <a:pt x="1" y="50"/>
                      <a:pt x="16" y="66"/>
                      <a:pt x="32" y="66"/>
                    </a:cubicBezTo>
                    <a:lnTo>
                      <a:pt x="336" y="66"/>
                    </a:lnTo>
                    <a:cubicBezTo>
                      <a:pt x="367" y="66"/>
                      <a:pt x="387" y="50"/>
                      <a:pt x="387" y="35"/>
                    </a:cubicBezTo>
                    <a:cubicBezTo>
                      <a:pt x="387" y="15"/>
                      <a:pt x="367" y="0"/>
                      <a:pt x="3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5" name="Google Shape;2575;p44"/>
              <p:cNvSpPr/>
              <p:nvPr/>
            </p:nvSpPr>
            <p:spPr>
              <a:xfrm>
                <a:off x="6082690" y="3538121"/>
                <a:ext cx="10882" cy="4060"/>
              </a:xfrm>
              <a:custGeom>
                <a:avLst/>
                <a:gdLst/>
                <a:ahLst/>
                <a:cxnLst/>
                <a:rect l="l" t="t" r="r" b="b"/>
                <a:pathLst>
                  <a:path w="386" h="144" extrusionOk="0">
                    <a:moveTo>
                      <a:pt x="50" y="0"/>
                    </a:moveTo>
                    <a:cubicBezTo>
                      <a:pt x="35" y="0"/>
                      <a:pt x="16" y="0"/>
                      <a:pt x="16" y="31"/>
                    </a:cubicBezTo>
                    <a:cubicBezTo>
                      <a:pt x="0" y="47"/>
                      <a:pt x="16" y="62"/>
                      <a:pt x="35" y="62"/>
                    </a:cubicBezTo>
                    <a:lnTo>
                      <a:pt x="340" y="143"/>
                    </a:lnTo>
                    <a:cubicBezTo>
                      <a:pt x="355" y="143"/>
                      <a:pt x="370" y="143"/>
                      <a:pt x="386" y="128"/>
                    </a:cubicBezTo>
                    <a:cubicBezTo>
                      <a:pt x="386" y="97"/>
                      <a:pt x="370" y="81"/>
                      <a:pt x="355" y="81"/>
                    </a:cubicBezTo>
                    <a:lnTo>
                      <a:pt x="5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6" name="Google Shape;2576;p44"/>
              <p:cNvSpPr/>
              <p:nvPr/>
            </p:nvSpPr>
            <p:spPr>
              <a:xfrm>
                <a:off x="6112151" y="3531270"/>
                <a:ext cx="10037" cy="6879"/>
              </a:xfrm>
              <a:custGeom>
                <a:avLst/>
                <a:gdLst/>
                <a:ahLst/>
                <a:cxnLst/>
                <a:rect l="l" t="t" r="r" b="b"/>
                <a:pathLst>
                  <a:path w="356" h="244" extrusionOk="0">
                    <a:moveTo>
                      <a:pt x="66" y="0"/>
                    </a:moveTo>
                    <a:cubicBezTo>
                      <a:pt x="51" y="0"/>
                      <a:pt x="31" y="0"/>
                      <a:pt x="16" y="16"/>
                    </a:cubicBezTo>
                    <a:cubicBezTo>
                      <a:pt x="0" y="35"/>
                      <a:pt x="0" y="66"/>
                      <a:pt x="31" y="66"/>
                    </a:cubicBezTo>
                    <a:lnTo>
                      <a:pt x="290" y="228"/>
                    </a:lnTo>
                    <a:cubicBezTo>
                      <a:pt x="290" y="243"/>
                      <a:pt x="305" y="243"/>
                      <a:pt x="305" y="243"/>
                    </a:cubicBezTo>
                    <a:cubicBezTo>
                      <a:pt x="321" y="243"/>
                      <a:pt x="340" y="228"/>
                      <a:pt x="340" y="228"/>
                    </a:cubicBezTo>
                    <a:cubicBezTo>
                      <a:pt x="355" y="209"/>
                      <a:pt x="355" y="178"/>
                      <a:pt x="321" y="178"/>
                    </a:cubicBezTo>
                    <a:lnTo>
                      <a:pt x="6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7" name="Google Shape;2577;p44"/>
              <p:cNvSpPr/>
              <p:nvPr/>
            </p:nvSpPr>
            <p:spPr>
              <a:xfrm>
                <a:off x="6109868" y="3568175"/>
                <a:ext cx="7302" cy="9332"/>
              </a:xfrm>
              <a:custGeom>
                <a:avLst/>
                <a:gdLst/>
                <a:ahLst/>
                <a:cxnLst/>
                <a:rect l="l" t="t" r="r" b="b"/>
                <a:pathLst>
                  <a:path w="259" h="331" extrusionOk="0">
                    <a:moveTo>
                      <a:pt x="206" y="0"/>
                    </a:moveTo>
                    <a:cubicBezTo>
                      <a:pt x="196" y="0"/>
                      <a:pt x="187" y="8"/>
                      <a:pt x="178" y="26"/>
                    </a:cubicBezTo>
                    <a:lnTo>
                      <a:pt x="16" y="284"/>
                    </a:lnTo>
                    <a:cubicBezTo>
                      <a:pt x="0" y="300"/>
                      <a:pt x="0" y="315"/>
                      <a:pt x="16" y="331"/>
                    </a:cubicBezTo>
                    <a:lnTo>
                      <a:pt x="35" y="331"/>
                    </a:lnTo>
                    <a:cubicBezTo>
                      <a:pt x="51" y="331"/>
                      <a:pt x="66" y="331"/>
                      <a:pt x="66" y="315"/>
                    </a:cubicBezTo>
                    <a:lnTo>
                      <a:pt x="243" y="57"/>
                    </a:lnTo>
                    <a:cubicBezTo>
                      <a:pt x="259" y="41"/>
                      <a:pt x="243" y="26"/>
                      <a:pt x="228" y="10"/>
                    </a:cubicBezTo>
                    <a:cubicBezTo>
                      <a:pt x="220" y="4"/>
                      <a:pt x="213" y="0"/>
                      <a:pt x="20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8" name="Google Shape;2578;p44"/>
              <p:cNvSpPr/>
              <p:nvPr/>
            </p:nvSpPr>
            <p:spPr>
              <a:xfrm>
                <a:off x="6127601" y="3520388"/>
                <a:ext cx="10882" cy="1889"/>
              </a:xfrm>
              <a:custGeom>
                <a:avLst/>
                <a:gdLst/>
                <a:ahLst/>
                <a:cxnLst/>
                <a:rect l="l" t="t" r="r" b="b"/>
                <a:pathLst>
                  <a:path w="386" h="67" extrusionOk="0">
                    <a:moveTo>
                      <a:pt x="31" y="1"/>
                    </a:moveTo>
                    <a:cubicBezTo>
                      <a:pt x="16" y="1"/>
                      <a:pt x="0" y="16"/>
                      <a:pt x="0" y="35"/>
                    </a:cubicBezTo>
                    <a:cubicBezTo>
                      <a:pt x="0" y="51"/>
                      <a:pt x="16" y="66"/>
                      <a:pt x="31" y="66"/>
                    </a:cubicBezTo>
                    <a:lnTo>
                      <a:pt x="336" y="66"/>
                    </a:lnTo>
                    <a:cubicBezTo>
                      <a:pt x="370" y="66"/>
                      <a:pt x="386" y="51"/>
                      <a:pt x="386" y="35"/>
                    </a:cubicBezTo>
                    <a:cubicBezTo>
                      <a:pt x="386" y="16"/>
                      <a:pt x="370" y="1"/>
                      <a:pt x="3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9" name="Google Shape;2579;p44"/>
              <p:cNvSpPr/>
              <p:nvPr/>
            </p:nvSpPr>
            <p:spPr>
              <a:xfrm>
                <a:off x="6082690" y="3562141"/>
                <a:ext cx="10882" cy="5469"/>
              </a:xfrm>
              <a:custGeom>
                <a:avLst/>
                <a:gdLst/>
                <a:ahLst/>
                <a:cxnLst/>
                <a:rect l="l" t="t" r="r" b="b"/>
                <a:pathLst>
                  <a:path w="386" h="194" extrusionOk="0">
                    <a:moveTo>
                      <a:pt x="324" y="1"/>
                    </a:moveTo>
                    <a:lnTo>
                      <a:pt x="35" y="113"/>
                    </a:lnTo>
                    <a:cubicBezTo>
                      <a:pt x="16" y="128"/>
                      <a:pt x="0" y="143"/>
                      <a:pt x="16" y="159"/>
                    </a:cubicBezTo>
                    <a:cubicBezTo>
                      <a:pt x="16" y="174"/>
                      <a:pt x="35" y="194"/>
                      <a:pt x="50" y="194"/>
                    </a:cubicBezTo>
                    <a:lnTo>
                      <a:pt x="66" y="174"/>
                    </a:lnTo>
                    <a:lnTo>
                      <a:pt x="355" y="62"/>
                    </a:lnTo>
                    <a:cubicBezTo>
                      <a:pt x="370" y="62"/>
                      <a:pt x="386" y="32"/>
                      <a:pt x="370" y="16"/>
                    </a:cubicBezTo>
                    <a:cubicBezTo>
                      <a:pt x="370" y="1"/>
                      <a:pt x="340" y="1"/>
                      <a:pt x="32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0" name="Google Shape;2580;p44"/>
              <p:cNvSpPr/>
              <p:nvPr/>
            </p:nvSpPr>
            <p:spPr>
              <a:xfrm>
                <a:off x="6105836" y="3592477"/>
                <a:ext cx="10488" cy="5469"/>
              </a:xfrm>
              <a:custGeom>
                <a:avLst/>
                <a:gdLst/>
                <a:ahLst/>
                <a:cxnLst/>
                <a:rect l="l" t="t" r="r" b="b"/>
                <a:pathLst>
                  <a:path w="372" h="194" extrusionOk="0">
                    <a:moveTo>
                      <a:pt x="321" y="1"/>
                    </a:moveTo>
                    <a:lnTo>
                      <a:pt x="32" y="113"/>
                    </a:lnTo>
                    <a:cubicBezTo>
                      <a:pt x="1" y="128"/>
                      <a:pt x="1" y="144"/>
                      <a:pt x="1" y="159"/>
                    </a:cubicBezTo>
                    <a:cubicBezTo>
                      <a:pt x="16" y="178"/>
                      <a:pt x="32" y="194"/>
                      <a:pt x="47" y="194"/>
                    </a:cubicBezTo>
                    <a:lnTo>
                      <a:pt x="336" y="82"/>
                    </a:lnTo>
                    <a:cubicBezTo>
                      <a:pt x="371" y="63"/>
                      <a:pt x="371" y="47"/>
                      <a:pt x="371" y="32"/>
                    </a:cubicBezTo>
                    <a:cubicBezTo>
                      <a:pt x="352" y="1"/>
                      <a:pt x="336" y="1"/>
                      <a:pt x="32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1" name="Google Shape;2581;p44"/>
              <p:cNvSpPr/>
              <p:nvPr/>
            </p:nvSpPr>
            <p:spPr>
              <a:xfrm>
                <a:off x="6112574" y="3481905"/>
                <a:ext cx="3750" cy="10882"/>
              </a:xfrm>
              <a:custGeom>
                <a:avLst/>
                <a:gdLst/>
                <a:ahLst/>
                <a:cxnLst/>
                <a:rect l="l" t="t" r="r" b="b"/>
                <a:pathLst>
                  <a:path w="133" h="386" extrusionOk="0">
                    <a:moveTo>
                      <a:pt x="97" y="0"/>
                    </a:moveTo>
                    <a:cubicBezTo>
                      <a:pt x="82" y="0"/>
                      <a:pt x="66" y="16"/>
                      <a:pt x="51" y="31"/>
                    </a:cubicBezTo>
                    <a:lnTo>
                      <a:pt x="1" y="340"/>
                    </a:lnTo>
                    <a:cubicBezTo>
                      <a:pt x="1" y="355"/>
                      <a:pt x="16" y="370"/>
                      <a:pt x="36" y="386"/>
                    </a:cubicBezTo>
                    <a:cubicBezTo>
                      <a:pt x="66" y="386"/>
                      <a:pt x="82" y="370"/>
                      <a:pt x="82" y="355"/>
                    </a:cubicBezTo>
                    <a:lnTo>
                      <a:pt x="132" y="50"/>
                    </a:lnTo>
                    <a:cubicBezTo>
                      <a:pt x="132" y="16"/>
                      <a:pt x="113" y="0"/>
                      <a:pt x="9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2" name="Google Shape;2582;p44"/>
              <p:cNvSpPr/>
              <p:nvPr/>
            </p:nvSpPr>
            <p:spPr>
              <a:xfrm>
                <a:off x="6135326" y="3554868"/>
                <a:ext cx="3609" cy="10882"/>
              </a:xfrm>
              <a:custGeom>
                <a:avLst/>
                <a:gdLst/>
                <a:ahLst/>
                <a:cxnLst/>
                <a:rect l="l" t="t" r="r" b="b"/>
                <a:pathLst>
                  <a:path w="128" h="386" extrusionOk="0">
                    <a:moveTo>
                      <a:pt x="96" y="0"/>
                    </a:moveTo>
                    <a:cubicBezTo>
                      <a:pt x="77" y="0"/>
                      <a:pt x="62" y="16"/>
                      <a:pt x="62" y="31"/>
                    </a:cubicBezTo>
                    <a:lnTo>
                      <a:pt x="0" y="336"/>
                    </a:lnTo>
                    <a:cubicBezTo>
                      <a:pt x="0" y="371"/>
                      <a:pt x="15" y="386"/>
                      <a:pt x="31" y="386"/>
                    </a:cubicBezTo>
                    <a:lnTo>
                      <a:pt x="46" y="386"/>
                    </a:lnTo>
                    <a:cubicBezTo>
                      <a:pt x="62" y="386"/>
                      <a:pt x="77" y="371"/>
                      <a:pt x="77" y="355"/>
                    </a:cubicBezTo>
                    <a:lnTo>
                      <a:pt x="127" y="47"/>
                    </a:lnTo>
                    <a:cubicBezTo>
                      <a:pt x="127" y="31"/>
                      <a:pt x="127" y="16"/>
                      <a:pt x="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3" name="Google Shape;2583;p44"/>
              <p:cNvSpPr/>
              <p:nvPr/>
            </p:nvSpPr>
            <p:spPr>
              <a:xfrm>
                <a:off x="6094531" y="3491998"/>
                <a:ext cx="8176" cy="8965"/>
              </a:xfrm>
              <a:custGeom>
                <a:avLst/>
                <a:gdLst/>
                <a:ahLst/>
                <a:cxnLst/>
                <a:rect l="l" t="t" r="r" b="b"/>
                <a:pathLst>
                  <a:path w="290" h="318" extrusionOk="0">
                    <a:moveTo>
                      <a:pt x="39" y="1"/>
                    </a:moveTo>
                    <a:cubicBezTo>
                      <a:pt x="31" y="1"/>
                      <a:pt x="24" y="5"/>
                      <a:pt x="16" y="12"/>
                    </a:cubicBezTo>
                    <a:cubicBezTo>
                      <a:pt x="1" y="28"/>
                      <a:pt x="1" y="43"/>
                      <a:pt x="16" y="59"/>
                    </a:cubicBezTo>
                    <a:lnTo>
                      <a:pt x="224" y="302"/>
                    </a:lnTo>
                    <a:cubicBezTo>
                      <a:pt x="224" y="302"/>
                      <a:pt x="240" y="317"/>
                      <a:pt x="255" y="317"/>
                    </a:cubicBezTo>
                    <a:lnTo>
                      <a:pt x="271" y="302"/>
                    </a:lnTo>
                    <a:cubicBezTo>
                      <a:pt x="290" y="286"/>
                      <a:pt x="290" y="271"/>
                      <a:pt x="271" y="252"/>
                    </a:cubicBezTo>
                    <a:lnTo>
                      <a:pt x="62" y="12"/>
                    </a:lnTo>
                    <a:cubicBezTo>
                      <a:pt x="55" y="5"/>
                      <a:pt x="47" y="1"/>
                      <a:pt x="3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4" name="Google Shape;2584;p44"/>
              <p:cNvSpPr/>
              <p:nvPr/>
            </p:nvSpPr>
            <p:spPr>
              <a:xfrm>
                <a:off x="6265802" y="3457856"/>
                <a:ext cx="10910" cy="1889"/>
              </a:xfrm>
              <a:custGeom>
                <a:avLst/>
                <a:gdLst/>
                <a:ahLst/>
                <a:cxnLst/>
                <a:rect l="l" t="t" r="r" b="b"/>
                <a:pathLst>
                  <a:path w="387" h="67" extrusionOk="0">
                    <a:moveTo>
                      <a:pt x="31" y="1"/>
                    </a:moveTo>
                    <a:cubicBezTo>
                      <a:pt x="16" y="1"/>
                      <a:pt x="0" y="16"/>
                      <a:pt x="0" y="36"/>
                    </a:cubicBezTo>
                    <a:cubicBezTo>
                      <a:pt x="0" y="51"/>
                      <a:pt x="16" y="66"/>
                      <a:pt x="31" y="66"/>
                    </a:cubicBezTo>
                    <a:lnTo>
                      <a:pt x="351" y="66"/>
                    </a:lnTo>
                    <a:cubicBezTo>
                      <a:pt x="367" y="66"/>
                      <a:pt x="386" y="51"/>
                      <a:pt x="386" y="36"/>
                    </a:cubicBezTo>
                    <a:cubicBezTo>
                      <a:pt x="386" y="16"/>
                      <a:pt x="367" y="1"/>
                      <a:pt x="35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5" name="Google Shape;2585;p44"/>
              <p:cNvSpPr/>
              <p:nvPr/>
            </p:nvSpPr>
            <p:spPr>
              <a:xfrm>
                <a:off x="6226755" y="3447002"/>
                <a:ext cx="10910" cy="2312"/>
              </a:xfrm>
              <a:custGeom>
                <a:avLst/>
                <a:gdLst/>
                <a:ahLst/>
                <a:cxnLst/>
                <a:rect l="l" t="t" r="r" b="b"/>
                <a:pathLst>
                  <a:path w="387" h="82" extrusionOk="0">
                    <a:moveTo>
                      <a:pt x="51" y="0"/>
                    </a:moveTo>
                    <a:cubicBezTo>
                      <a:pt x="16" y="0"/>
                      <a:pt x="1" y="16"/>
                      <a:pt x="1" y="50"/>
                    </a:cubicBezTo>
                    <a:cubicBezTo>
                      <a:pt x="1" y="66"/>
                      <a:pt x="16" y="81"/>
                      <a:pt x="51" y="81"/>
                    </a:cubicBezTo>
                    <a:lnTo>
                      <a:pt x="356" y="81"/>
                    </a:lnTo>
                    <a:cubicBezTo>
                      <a:pt x="371" y="81"/>
                      <a:pt x="387" y="66"/>
                      <a:pt x="387" y="50"/>
                    </a:cubicBezTo>
                    <a:cubicBezTo>
                      <a:pt x="387" y="16"/>
                      <a:pt x="371" y="0"/>
                      <a:pt x="35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6" name="Google Shape;2586;p44"/>
              <p:cNvSpPr/>
              <p:nvPr/>
            </p:nvSpPr>
            <p:spPr>
              <a:xfrm>
                <a:off x="6265802" y="3481285"/>
                <a:ext cx="10910" cy="4229"/>
              </a:xfrm>
              <a:custGeom>
                <a:avLst/>
                <a:gdLst/>
                <a:ahLst/>
                <a:cxnLst/>
                <a:rect l="l" t="t" r="r" b="b"/>
                <a:pathLst>
                  <a:path w="387" h="150" extrusionOk="0">
                    <a:moveTo>
                      <a:pt x="350" y="0"/>
                    </a:moveTo>
                    <a:cubicBezTo>
                      <a:pt x="345" y="0"/>
                      <a:pt x="341" y="2"/>
                      <a:pt x="336" y="7"/>
                    </a:cubicBezTo>
                    <a:lnTo>
                      <a:pt x="31" y="88"/>
                    </a:lnTo>
                    <a:cubicBezTo>
                      <a:pt x="16" y="88"/>
                      <a:pt x="0" y="103"/>
                      <a:pt x="0" y="119"/>
                    </a:cubicBezTo>
                    <a:cubicBezTo>
                      <a:pt x="16" y="134"/>
                      <a:pt x="31" y="149"/>
                      <a:pt x="47" y="149"/>
                    </a:cubicBezTo>
                    <a:lnTo>
                      <a:pt x="351" y="72"/>
                    </a:lnTo>
                    <a:cubicBezTo>
                      <a:pt x="367" y="72"/>
                      <a:pt x="386" y="38"/>
                      <a:pt x="386" y="22"/>
                    </a:cubicBezTo>
                    <a:cubicBezTo>
                      <a:pt x="373" y="11"/>
                      <a:pt x="361" y="0"/>
                      <a:pt x="35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7" name="Google Shape;2587;p44"/>
              <p:cNvSpPr/>
              <p:nvPr/>
            </p:nvSpPr>
            <p:spPr>
              <a:xfrm>
                <a:off x="6237214" y="3474434"/>
                <a:ext cx="10008" cy="7048"/>
              </a:xfrm>
              <a:custGeom>
                <a:avLst/>
                <a:gdLst/>
                <a:ahLst/>
                <a:cxnLst/>
                <a:rect l="l" t="t" r="r" b="b"/>
                <a:pathLst>
                  <a:path w="355" h="250" extrusionOk="0">
                    <a:moveTo>
                      <a:pt x="306" y="0"/>
                    </a:moveTo>
                    <a:cubicBezTo>
                      <a:pt x="300" y="0"/>
                      <a:pt x="294" y="2"/>
                      <a:pt x="289" y="7"/>
                    </a:cubicBezTo>
                    <a:lnTo>
                      <a:pt x="31" y="169"/>
                    </a:lnTo>
                    <a:cubicBezTo>
                      <a:pt x="16" y="184"/>
                      <a:pt x="0" y="200"/>
                      <a:pt x="16" y="219"/>
                    </a:cubicBezTo>
                    <a:cubicBezTo>
                      <a:pt x="16" y="234"/>
                      <a:pt x="31" y="250"/>
                      <a:pt x="50" y="250"/>
                    </a:cubicBezTo>
                    <a:lnTo>
                      <a:pt x="66" y="234"/>
                    </a:lnTo>
                    <a:lnTo>
                      <a:pt x="339" y="72"/>
                    </a:lnTo>
                    <a:cubicBezTo>
                      <a:pt x="355" y="57"/>
                      <a:pt x="355" y="42"/>
                      <a:pt x="339" y="26"/>
                    </a:cubicBezTo>
                    <a:cubicBezTo>
                      <a:pt x="339" y="12"/>
                      <a:pt x="322" y="0"/>
                      <a:pt x="30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8" name="Google Shape;2588;p44"/>
              <p:cNvSpPr/>
              <p:nvPr/>
            </p:nvSpPr>
            <p:spPr>
              <a:xfrm>
                <a:off x="6242205" y="3511479"/>
                <a:ext cx="7302" cy="9388"/>
              </a:xfrm>
              <a:custGeom>
                <a:avLst/>
                <a:gdLst/>
                <a:ahLst/>
                <a:cxnLst/>
                <a:rect l="l" t="t" r="r" b="b"/>
                <a:pathLst>
                  <a:path w="259" h="333" extrusionOk="0">
                    <a:moveTo>
                      <a:pt x="56" y="0"/>
                    </a:moveTo>
                    <a:cubicBezTo>
                      <a:pt x="48" y="0"/>
                      <a:pt x="39" y="4"/>
                      <a:pt x="31" y="12"/>
                    </a:cubicBezTo>
                    <a:cubicBezTo>
                      <a:pt x="16" y="12"/>
                      <a:pt x="0" y="43"/>
                      <a:pt x="16" y="62"/>
                    </a:cubicBezTo>
                    <a:lnTo>
                      <a:pt x="193" y="317"/>
                    </a:lnTo>
                    <a:cubicBezTo>
                      <a:pt x="193" y="332"/>
                      <a:pt x="209" y="332"/>
                      <a:pt x="224" y="332"/>
                    </a:cubicBezTo>
                    <a:lnTo>
                      <a:pt x="240" y="332"/>
                    </a:lnTo>
                    <a:cubicBezTo>
                      <a:pt x="259" y="317"/>
                      <a:pt x="259" y="286"/>
                      <a:pt x="259" y="270"/>
                    </a:cubicBezTo>
                    <a:lnTo>
                      <a:pt x="81" y="12"/>
                    </a:lnTo>
                    <a:cubicBezTo>
                      <a:pt x="74" y="4"/>
                      <a:pt x="65" y="0"/>
                      <a:pt x="5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9" name="Google Shape;2589;p44"/>
              <p:cNvSpPr/>
              <p:nvPr/>
            </p:nvSpPr>
            <p:spPr>
              <a:xfrm>
                <a:off x="6220891" y="3463749"/>
                <a:ext cx="10910" cy="1861"/>
              </a:xfrm>
              <a:custGeom>
                <a:avLst/>
                <a:gdLst/>
                <a:ahLst/>
                <a:cxnLst/>
                <a:rect l="l" t="t" r="r" b="b"/>
                <a:pathLst>
                  <a:path w="387" h="66" extrusionOk="0">
                    <a:moveTo>
                      <a:pt x="51" y="0"/>
                    </a:moveTo>
                    <a:cubicBezTo>
                      <a:pt x="16" y="0"/>
                      <a:pt x="1" y="19"/>
                      <a:pt x="1" y="35"/>
                    </a:cubicBezTo>
                    <a:cubicBezTo>
                      <a:pt x="1" y="50"/>
                      <a:pt x="16" y="66"/>
                      <a:pt x="51" y="66"/>
                    </a:cubicBezTo>
                    <a:lnTo>
                      <a:pt x="355" y="66"/>
                    </a:lnTo>
                    <a:cubicBezTo>
                      <a:pt x="371" y="66"/>
                      <a:pt x="386" y="50"/>
                      <a:pt x="386" y="35"/>
                    </a:cubicBezTo>
                    <a:cubicBezTo>
                      <a:pt x="386" y="19"/>
                      <a:pt x="371" y="0"/>
                      <a:pt x="35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0" name="Google Shape;2590;p44"/>
              <p:cNvSpPr/>
              <p:nvPr/>
            </p:nvSpPr>
            <p:spPr>
              <a:xfrm>
                <a:off x="6149789" y="3470148"/>
                <a:ext cx="10882" cy="2312"/>
              </a:xfrm>
              <a:custGeom>
                <a:avLst/>
                <a:gdLst/>
                <a:ahLst/>
                <a:cxnLst/>
                <a:rect l="l" t="t" r="r" b="b"/>
                <a:pathLst>
                  <a:path w="386" h="82" extrusionOk="0">
                    <a:moveTo>
                      <a:pt x="31" y="1"/>
                    </a:moveTo>
                    <a:cubicBezTo>
                      <a:pt x="15" y="1"/>
                      <a:pt x="0" y="16"/>
                      <a:pt x="0" y="32"/>
                    </a:cubicBezTo>
                    <a:cubicBezTo>
                      <a:pt x="0" y="62"/>
                      <a:pt x="15" y="82"/>
                      <a:pt x="31" y="82"/>
                    </a:cubicBezTo>
                    <a:lnTo>
                      <a:pt x="336" y="82"/>
                    </a:lnTo>
                    <a:cubicBezTo>
                      <a:pt x="370" y="82"/>
                      <a:pt x="386" y="62"/>
                      <a:pt x="386" y="32"/>
                    </a:cubicBezTo>
                    <a:cubicBezTo>
                      <a:pt x="386" y="16"/>
                      <a:pt x="370" y="1"/>
                      <a:pt x="3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1" name="Google Shape;2591;p44"/>
              <p:cNvSpPr/>
              <p:nvPr/>
            </p:nvSpPr>
            <p:spPr>
              <a:xfrm>
                <a:off x="6165210" y="3493013"/>
                <a:ext cx="9924" cy="6625"/>
              </a:xfrm>
              <a:custGeom>
                <a:avLst/>
                <a:gdLst/>
                <a:ahLst/>
                <a:cxnLst/>
                <a:rect l="l" t="t" r="r" b="b"/>
                <a:pathLst>
                  <a:path w="352" h="235" extrusionOk="0">
                    <a:moveTo>
                      <a:pt x="306" y="1"/>
                    </a:moveTo>
                    <a:cubicBezTo>
                      <a:pt x="300" y="1"/>
                      <a:pt x="295" y="3"/>
                      <a:pt x="290" y="7"/>
                    </a:cubicBezTo>
                    <a:lnTo>
                      <a:pt x="32" y="169"/>
                    </a:lnTo>
                    <a:cubicBezTo>
                      <a:pt x="16" y="185"/>
                      <a:pt x="1" y="200"/>
                      <a:pt x="16" y="216"/>
                    </a:cubicBezTo>
                    <a:cubicBezTo>
                      <a:pt x="32" y="235"/>
                      <a:pt x="32" y="235"/>
                      <a:pt x="47" y="235"/>
                    </a:cubicBezTo>
                    <a:lnTo>
                      <a:pt x="62" y="235"/>
                    </a:lnTo>
                    <a:lnTo>
                      <a:pt x="336" y="73"/>
                    </a:lnTo>
                    <a:cubicBezTo>
                      <a:pt x="352" y="57"/>
                      <a:pt x="352" y="42"/>
                      <a:pt x="336" y="23"/>
                    </a:cubicBezTo>
                    <a:cubicBezTo>
                      <a:pt x="336" y="12"/>
                      <a:pt x="321" y="1"/>
                      <a:pt x="30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2" name="Google Shape;2592;p44"/>
              <p:cNvSpPr/>
              <p:nvPr/>
            </p:nvSpPr>
            <p:spPr>
              <a:xfrm>
                <a:off x="6185537" y="3565835"/>
                <a:ext cx="10037" cy="6682"/>
              </a:xfrm>
              <a:custGeom>
                <a:avLst/>
                <a:gdLst/>
                <a:ahLst/>
                <a:cxnLst/>
                <a:rect l="l" t="t" r="r" b="b"/>
                <a:pathLst>
                  <a:path w="356" h="237" extrusionOk="0">
                    <a:moveTo>
                      <a:pt x="321" y="1"/>
                    </a:moveTo>
                    <a:cubicBezTo>
                      <a:pt x="311" y="1"/>
                      <a:pt x="298" y="5"/>
                      <a:pt x="290" y="12"/>
                    </a:cubicBezTo>
                    <a:lnTo>
                      <a:pt x="32" y="174"/>
                    </a:lnTo>
                    <a:cubicBezTo>
                      <a:pt x="16" y="190"/>
                      <a:pt x="1" y="205"/>
                      <a:pt x="16" y="221"/>
                    </a:cubicBezTo>
                    <a:cubicBezTo>
                      <a:pt x="16" y="236"/>
                      <a:pt x="32" y="236"/>
                      <a:pt x="51" y="236"/>
                    </a:cubicBezTo>
                    <a:lnTo>
                      <a:pt x="67" y="236"/>
                    </a:lnTo>
                    <a:lnTo>
                      <a:pt x="340" y="78"/>
                    </a:lnTo>
                    <a:cubicBezTo>
                      <a:pt x="356" y="63"/>
                      <a:pt x="356" y="43"/>
                      <a:pt x="340" y="12"/>
                    </a:cubicBezTo>
                    <a:cubicBezTo>
                      <a:pt x="340" y="5"/>
                      <a:pt x="332" y="1"/>
                      <a:pt x="32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3" name="Google Shape;2593;p44"/>
              <p:cNvSpPr/>
              <p:nvPr/>
            </p:nvSpPr>
            <p:spPr>
              <a:xfrm>
                <a:off x="6164675" y="3540405"/>
                <a:ext cx="10910" cy="1776"/>
              </a:xfrm>
              <a:custGeom>
                <a:avLst/>
                <a:gdLst/>
                <a:ahLst/>
                <a:cxnLst/>
                <a:rect l="l" t="t" r="r" b="b"/>
                <a:pathLst>
                  <a:path w="387" h="63" extrusionOk="0">
                    <a:moveTo>
                      <a:pt x="51" y="0"/>
                    </a:moveTo>
                    <a:cubicBezTo>
                      <a:pt x="20" y="0"/>
                      <a:pt x="0" y="16"/>
                      <a:pt x="0" y="31"/>
                    </a:cubicBezTo>
                    <a:cubicBezTo>
                      <a:pt x="0" y="47"/>
                      <a:pt x="20" y="62"/>
                      <a:pt x="51" y="62"/>
                    </a:cubicBezTo>
                    <a:lnTo>
                      <a:pt x="355" y="62"/>
                    </a:lnTo>
                    <a:cubicBezTo>
                      <a:pt x="371" y="62"/>
                      <a:pt x="386" y="47"/>
                      <a:pt x="386" y="31"/>
                    </a:cubicBezTo>
                    <a:cubicBezTo>
                      <a:pt x="386" y="16"/>
                      <a:pt x="371" y="0"/>
                      <a:pt x="35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4" name="Google Shape;2594;p44"/>
              <p:cNvSpPr/>
              <p:nvPr/>
            </p:nvSpPr>
            <p:spPr>
              <a:xfrm>
                <a:off x="6265802" y="3505305"/>
                <a:ext cx="10910" cy="5216"/>
              </a:xfrm>
              <a:custGeom>
                <a:avLst/>
                <a:gdLst/>
                <a:ahLst/>
                <a:cxnLst/>
                <a:rect l="l" t="t" r="r" b="b"/>
                <a:pathLst>
                  <a:path w="387" h="185" extrusionOk="0">
                    <a:moveTo>
                      <a:pt x="46" y="1"/>
                    </a:moveTo>
                    <a:cubicBezTo>
                      <a:pt x="31" y="1"/>
                      <a:pt x="16" y="12"/>
                      <a:pt x="16" y="23"/>
                    </a:cubicBezTo>
                    <a:cubicBezTo>
                      <a:pt x="0" y="38"/>
                      <a:pt x="16" y="69"/>
                      <a:pt x="31" y="69"/>
                    </a:cubicBezTo>
                    <a:lnTo>
                      <a:pt x="321" y="185"/>
                    </a:lnTo>
                    <a:lnTo>
                      <a:pt x="336" y="185"/>
                    </a:lnTo>
                    <a:cubicBezTo>
                      <a:pt x="351" y="185"/>
                      <a:pt x="367" y="185"/>
                      <a:pt x="367" y="165"/>
                    </a:cubicBezTo>
                    <a:cubicBezTo>
                      <a:pt x="386" y="150"/>
                      <a:pt x="367" y="119"/>
                      <a:pt x="351" y="119"/>
                    </a:cubicBezTo>
                    <a:lnTo>
                      <a:pt x="62" y="7"/>
                    </a:lnTo>
                    <a:cubicBezTo>
                      <a:pt x="58" y="3"/>
                      <a:pt x="52" y="1"/>
                      <a:pt x="4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5" name="Google Shape;2595;p44"/>
              <p:cNvSpPr/>
              <p:nvPr/>
            </p:nvSpPr>
            <p:spPr>
              <a:xfrm>
                <a:off x="6255371" y="3533977"/>
                <a:ext cx="10882" cy="5469"/>
              </a:xfrm>
              <a:custGeom>
                <a:avLst/>
                <a:gdLst/>
                <a:ahLst/>
                <a:cxnLst/>
                <a:rect l="l" t="t" r="r" b="b"/>
                <a:pathLst>
                  <a:path w="386" h="194" extrusionOk="0">
                    <a:moveTo>
                      <a:pt x="62" y="1"/>
                    </a:moveTo>
                    <a:cubicBezTo>
                      <a:pt x="46" y="1"/>
                      <a:pt x="16" y="16"/>
                      <a:pt x="16" y="35"/>
                    </a:cubicBezTo>
                    <a:cubicBezTo>
                      <a:pt x="0" y="51"/>
                      <a:pt x="16" y="66"/>
                      <a:pt x="31" y="82"/>
                    </a:cubicBezTo>
                    <a:lnTo>
                      <a:pt x="320" y="194"/>
                    </a:lnTo>
                    <a:lnTo>
                      <a:pt x="336" y="194"/>
                    </a:lnTo>
                    <a:cubicBezTo>
                      <a:pt x="351" y="194"/>
                      <a:pt x="370" y="194"/>
                      <a:pt x="370" y="178"/>
                    </a:cubicBezTo>
                    <a:cubicBezTo>
                      <a:pt x="386" y="147"/>
                      <a:pt x="370" y="132"/>
                      <a:pt x="351" y="132"/>
                    </a:cubicBezTo>
                    <a:lnTo>
                      <a:pt x="6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6" name="Google Shape;2596;p44"/>
              <p:cNvSpPr/>
              <p:nvPr/>
            </p:nvSpPr>
            <p:spPr>
              <a:xfrm>
                <a:off x="6206005" y="3604064"/>
                <a:ext cx="10347" cy="5187"/>
              </a:xfrm>
              <a:custGeom>
                <a:avLst/>
                <a:gdLst/>
                <a:ahLst/>
                <a:cxnLst/>
                <a:rect l="l" t="t" r="r" b="b"/>
                <a:pathLst>
                  <a:path w="367" h="184" extrusionOk="0">
                    <a:moveTo>
                      <a:pt x="33" y="0"/>
                    </a:moveTo>
                    <a:cubicBezTo>
                      <a:pt x="22" y="0"/>
                      <a:pt x="11" y="11"/>
                      <a:pt x="0" y="22"/>
                    </a:cubicBezTo>
                    <a:cubicBezTo>
                      <a:pt x="0" y="37"/>
                      <a:pt x="16" y="57"/>
                      <a:pt x="31" y="72"/>
                    </a:cubicBezTo>
                    <a:lnTo>
                      <a:pt x="320" y="184"/>
                    </a:lnTo>
                    <a:lnTo>
                      <a:pt x="336" y="184"/>
                    </a:lnTo>
                    <a:cubicBezTo>
                      <a:pt x="336" y="184"/>
                      <a:pt x="351" y="184"/>
                      <a:pt x="367" y="168"/>
                    </a:cubicBezTo>
                    <a:cubicBezTo>
                      <a:pt x="367" y="153"/>
                      <a:pt x="367" y="118"/>
                      <a:pt x="336" y="118"/>
                    </a:cubicBezTo>
                    <a:lnTo>
                      <a:pt x="46" y="6"/>
                    </a:lnTo>
                    <a:cubicBezTo>
                      <a:pt x="42" y="2"/>
                      <a:pt x="37" y="0"/>
                      <a:pt x="3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7" name="Google Shape;2597;p44"/>
              <p:cNvSpPr/>
              <p:nvPr/>
            </p:nvSpPr>
            <p:spPr>
              <a:xfrm>
                <a:off x="6231322" y="3546523"/>
                <a:ext cx="4595" cy="10657"/>
              </a:xfrm>
              <a:custGeom>
                <a:avLst/>
                <a:gdLst/>
                <a:ahLst/>
                <a:cxnLst/>
                <a:rect l="l" t="t" r="r" b="b"/>
                <a:pathLst>
                  <a:path w="163" h="378" extrusionOk="0">
                    <a:moveTo>
                      <a:pt x="46" y="1"/>
                    </a:moveTo>
                    <a:cubicBezTo>
                      <a:pt x="41" y="1"/>
                      <a:pt x="36" y="3"/>
                      <a:pt x="32" y="7"/>
                    </a:cubicBezTo>
                    <a:cubicBezTo>
                      <a:pt x="16" y="7"/>
                      <a:pt x="1" y="22"/>
                      <a:pt x="1" y="38"/>
                    </a:cubicBezTo>
                    <a:lnTo>
                      <a:pt x="82" y="343"/>
                    </a:lnTo>
                    <a:cubicBezTo>
                      <a:pt x="82" y="362"/>
                      <a:pt x="97" y="377"/>
                      <a:pt x="113" y="377"/>
                    </a:cubicBezTo>
                    <a:lnTo>
                      <a:pt x="128" y="377"/>
                    </a:lnTo>
                    <a:cubicBezTo>
                      <a:pt x="144" y="377"/>
                      <a:pt x="163" y="343"/>
                      <a:pt x="144" y="327"/>
                    </a:cubicBezTo>
                    <a:lnTo>
                      <a:pt x="82" y="22"/>
                    </a:lnTo>
                    <a:cubicBezTo>
                      <a:pt x="71" y="12"/>
                      <a:pt x="58" y="1"/>
                      <a:pt x="4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8" name="Google Shape;2598;p44"/>
              <p:cNvSpPr/>
              <p:nvPr/>
            </p:nvSpPr>
            <p:spPr>
              <a:xfrm>
                <a:off x="6243079" y="3425068"/>
                <a:ext cx="3721" cy="10629"/>
              </a:xfrm>
              <a:custGeom>
                <a:avLst/>
                <a:gdLst/>
                <a:ahLst/>
                <a:cxnLst/>
                <a:rect l="l" t="t" r="r" b="b"/>
                <a:pathLst>
                  <a:path w="132" h="377" extrusionOk="0">
                    <a:moveTo>
                      <a:pt x="50" y="1"/>
                    </a:moveTo>
                    <a:cubicBezTo>
                      <a:pt x="44" y="1"/>
                      <a:pt x="39" y="3"/>
                      <a:pt x="35" y="7"/>
                    </a:cubicBezTo>
                    <a:cubicBezTo>
                      <a:pt x="16" y="7"/>
                      <a:pt x="0" y="22"/>
                      <a:pt x="0" y="41"/>
                    </a:cubicBezTo>
                    <a:lnTo>
                      <a:pt x="50" y="346"/>
                    </a:lnTo>
                    <a:cubicBezTo>
                      <a:pt x="66" y="377"/>
                      <a:pt x="81" y="377"/>
                      <a:pt x="97" y="377"/>
                    </a:cubicBezTo>
                    <a:cubicBezTo>
                      <a:pt x="112" y="377"/>
                      <a:pt x="131" y="362"/>
                      <a:pt x="131" y="346"/>
                    </a:cubicBezTo>
                    <a:lnTo>
                      <a:pt x="81" y="41"/>
                    </a:lnTo>
                    <a:cubicBezTo>
                      <a:pt x="81" y="16"/>
                      <a:pt x="65" y="1"/>
                      <a:pt x="5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9" name="Google Shape;2599;p44"/>
              <p:cNvSpPr/>
              <p:nvPr/>
            </p:nvSpPr>
            <p:spPr>
              <a:xfrm>
                <a:off x="6219594" y="3507053"/>
                <a:ext cx="4032" cy="10657"/>
              </a:xfrm>
              <a:custGeom>
                <a:avLst/>
                <a:gdLst/>
                <a:ahLst/>
                <a:cxnLst/>
                <a:rect l="l" t="t" r="r" b="b"/>
                <a:pathLst>
                  <a:path w="143" h="378" extrusionOk="0">
                    <a:moveTo>
                      <a:pt x="58" y="1"/>
                    </a:moveTo>
                    <a:cubicBezTo>
                      <a:pt x="55" y="1"/>
                      <a:pt x="51" y="3"/>
                      <a:pt x="47" y="7"/>
                    </a:cubicBezTo>
                    <a:cubicBezTo>
                      <a:pt x="16" y="7"/>
                      <a:pt x="0" y="26"/>
                      <a:pt x="16" y="42"/>
                    </a:cubicBezTo>
                    <a:lnTo>
                      <a:pt x="62" y="346"/>
                    </a:lnTo>
                    <a:cubicBezTo>
                      <a:pt x="62" y="377"/>
                      <a:pt x="77" y="377"/>
                      <a:pt x="97" y="377"/>
                    </a:cubicBezTo>
                    <a:cubicBezTo>
                      <a:pt x="128" y="377"/>
                      <a:pt x="143" y="362"/>
                      <a:pt x="128" y="346"/>
                    </a:cubicBezTo>
                    <a:lnTo>
                      <a:pt x="77" y="42"/>
                    </a:lnTo>
                    <a:cubicBezTo>
                      <a:pt x="77" y="16"/>
                      <a:pt x="69" y="1"/>
                      <a:pt x="5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0" name="Google Shape;2600;p44"/>
              <p:cNvSpPr/>
              <p:nvPr/>
            </p:nvSpPr>
            <p:spPr>
              <a:xfrm>
                <a:off x="6256667" y="3435359"/>
                <a:ext cx="8176" cy="8514"/>
              </a:xfrm>
              <a:custGeom>
                <a:avLst/>
                <a:gdLst/>
                <a:ahLst/>
                <a:cxnLst/>
                <a:rect l="l" t="t" r="r" b="b"/>
                <a:pathLst>
                  <a:path w="290" h="302" extrusionOk="0">
                    <a:moveTo>
                      <a:pt x="251" y="0"/>
                    </a:moveTo>
                    <a:cubicBezTo>
                      <a:pt x="243" y="0"/>
                      <a:pt x="236" y="4"/>
                      <a:pt x="228" y="12"/>
                    </a:cubicBezTo>
                    <a:lnTo>
                      <a:pt x="16" y="236"/>
                    </a:lnTo>
                    <a:cubicBezTo>
                      <a:pt x="0" y="255"/>
                      <a:pt x="0" y="286"/>
                      <a:pt x="16" y="301"/>
                    </a:cubicBezTo>
                    <a:lnTo>
                      <a:pt x="35" y="301"/>
                    </a:lnTo>
                    <a:cubicBezTo>
                      <a:pt x="51" y="301"/>
                      <a:pt x="66" y="301"/>
                      <a:pt x="66" y="286"/>
                    </a:cubicBezTo>
                    <a:lnTo>
                      <a:pt x="274" y="62"/>
                    </a:lnTo>
                    <a:cubicBezTo>
                      <a:pt x="290" y="43"/>
                      <a:pt x="290" y="27"/>
                      <a:pt x="274" y="12"/>
                    </a:cubicBezTo>
                    <a:cubicBezTo>
                      <a:pt x="267" y="4"/>
                      <a:pt x="259" y="0"/>
                      <a:pt x="25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1" name="Google Shape;2601;p44"/>
              <p:cNvSpPr/>
              <p:nvPr/>
            </p:nvSpPr>
            <p:spPr>
              <a:xfrm>
                <a:off x="6192839" y="3480580"/>
                <a:ext cx="10910" cy="2227"/>
              </a:xfrm>
              <a:custGeom>
                <a:avLst/>
                <a:gdLst/>
                <a:ahLst/>
                <a:cxnLst/>
                <a:rect l="l" t="t" r="r" b="b"/>
                <a:pathLst>
                  <a:path w="387" h="79" extrusionOk="0">
                    <a:moveTo>
                      <a:pt x="31" y="1"/>
                    </a:moveTo>
                    <a:cubicBezTo>
                      <a:pt x="16" y="1"/>
                      <a:pt x="0" y="16"/>
                      <a:pt x="0" y="47"/>
                    </a:cubicBezTo>
                    <a:cubicBezTo>
                      <a:pt x="0" y="63"/>
                      <a:pt x="16" y="78"/>
                      <a:pt x="31" y="78"/>
                    </a:cubicBezTo>
                    <a:lnTo>
                      <a:pt x="336" y="78"/>
                    </a:lnTo>
                    <a:cubicBezTo>
                      <a:pt x="371" y="78"/>
                      <a:pt x="386" y="63"/>
                      <a:pt x="386" y="47"/>
                    </a:cubicBezTo>
                    <a:cubicBezTo>
                      <a:pt x="386" y="16"/>
                      <a:pt x="371" y="1"/>
                      <a:pt x="3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2" name="Google Shape;2602;p44"/>
              <p:cNvSpPr/>
              <p:nvPr/>
            </p:nvSpPr>
            <p:spPr>
              <a:xfrm>
                <a:off x="6206005" y="3582468"/>
                <a:ext cx="10882" cy="2312"/>
              </a:xfrm>
              <a:custGeom>
                <a:avLst/>
                <a:gdLst/>
                <a:ahLst/>
                <a:cxnLst/>
                <a:rect l="l" t="t" r="r" b="b"/>
                <a:pathLst>
                  <a:path w="386" h="82" extrusionOk="0">
                    <a:moveTo>
                      <a:pt x="31" y="1"/>
                    </a:moveTo>
                    <a:cubicBezTo>
                      <a:pt x="16" y="1"/>
                      <a:pt x="0" y="16"/>
                      <a:pt x="0" y="32"/>
                    </a:cubicBezTo>
                    <a:cubicBezTo>
                      <a:pt x="0" y="67"/>
                      <a:pt x="16" y="82"/>
                      <a:pt x="31" y="82"/>
                    </a:cubicBezTo>
                    <a:lnTo>
                      <a:pt x="336" y="82"/>
                    </a:lnTo>
                    <a:cubicBezTo>
                      <a:pt x="367" y="82"/>
                      <a:pt x="386" y="67"/>
                      <a:pt x="386" y="32"/>
                    </a:cubicBezTo>
                    <a:cubicBezTo>
                      <a:pt x="386" y="16"/>
                      <a:pt x="367" y="1"/>
                      <a:pt x="3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3" name="Google Shape;2603;p44"/>
              <p:cNvSpPr/>
              <p:nvPr/>
            </p:nvSpPr>
            <p:spPr>
              <a:xfrm>
                <a:off x="6182408" y="3517681"/>
                <a:ext cx="10882" cy="4144"/>
              </a:xfrm>
              <a:custGeom>
                <a:avLst/>
                <a:gdLst/>
                <a:ahLst/>
                <a:cxnLst/>
                <a:rect l="l" t="t" r="r" b="b"/>
                <a:pathLst>
                  <a:path w="386" h="147" extrusionOk="0">
                    <a:moveTo>
                      <a:pt x="320" y="0"/>
                    </a:moveTo>
                    <a:lnTo>
                      <a:pt x="31" y="81"/>
                    </a:lnTo>
                    <a:cubicBezTo>
                      <a:pt x="0" y="81"/>
                      <a:pt x="0" y="112"/>
                      <a:pt x="0" y="131"/>
                    </a:cubicBezTo>
                    <a:cubicBezTo>
                      <a:pt x="0" y="147"/>
                      <a:pt x="16" y="147"/>
                      <a:pt x="31" y="147"/>
                    </a:cubicBezTo>
                    <a:lnTo>
                      <a:pt x="46" y="147"/>
                    </a:lnTo>
                    <a:lnTo>
                      <a:pt x="355" y="66"/>
                    </a:lnTo>
                    <a:cubicBezTo>
                      <a:pt x="370" y="66"/>
                      <a:pt x="386" y="50"/>
                      <a:pt x="370" y="35"/>
                    </a:cubicBezTo>
                    <a:cubicBezTo>
                      <a:pt x="370" y="0"/>
                      <a:pt x="355" y="0"/>
                      <a:pt x="32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4" name="Google Shape;2604;p44"/>
              <p:cNvSpPr/>
              <p:nvPr/>
            </p:nvSpPr>
            <p:spPr>
              <a:xfrm>
                <a:off x="6183705" y="3458307"/>
                <a:ext cx="8176" cy="8711"/>
              </a:xfrm>
              <a:custGeom>
                <a:avLst/>
                <a:gdLst/>
                <a:ahLst/>
                <a:cxnLst/>
                <a:rect l="l" t="t" r="r" b="b"/>
                <a:pathLst>
                  <a:path w="290" h="309" extrusionOk="0">
                    <a:moveTo>
                      <a:pt x="274" y="0"/>
                    </a:moveTo>
                    <a:cubicBezTo>
                      <a:pt x="259" y="0"/>
                      <a:pt x="228" y="0"/>
                      <a:pt x="213" y="20"/>
                    </a:cubicBezTo>
                    <a:lnTo>
                      <a:pt x="0" y="243"/>
                    </a:lnTo>
                    <a:cubicBezTo>
                      <a:pt x="0" y="259"/>
                      <a:pt x="0" y="274"/>
                      <a:pt x="20" y="290"/>
                    </a:cubicBezTo>
                    <a:cubicBezTo>
                      <a:pt x="20" y="309"/>
                      <a:pt x="35" y="309"/>
                      <a:pt x="35" y="309"/>
                    </a:cubicBezTo>
                    <a:cubicBezTo>
                      <a:pt x="51" y="309"/>
                      <a:pt x="51" y="309"/>
                      <a:pt x="66" y="290"/>
                    </a:cubicBezTo>
                    <a:lnTo>
                      <a:pt x="274" y="66"/>
                    </a:lnTo>
                    <a:cubicBezTo>
                      <a:pt x="290" y="50"/>
                      <a:pt x="290" y="20"/>
                      <a:pt x="27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05" name="Google Shape;2605;p44"/>
            <p:cNvGrpSpPr/>
            <p:nvPr/>
          </p:nvGrpSpPr>
          <p:grpSpPr>
            <a:xfrm>
              <a:off x="6910818" y="3958825"/>
              <a:ext cx="1685754" cy="303464"/>
              <a:chOff x="5997971" y="2910579"/>
              <a:chExt cx="886259" cy="159542"/>
            </a:xfrm>
          </p:grpSpPr>
          <p:sp>
            <p:nvSpPr>
              <p:cNvPr id="2606" name="Google Shape;2606;p44"/>
              <p:cNvSpPr/>
              <p:nvPr/>
            </p:nvSpPr>
            <p:spPr>
              <a:xfrm>
                <a:off x="6024726" y="2966795"/>
                <a:ext cx="826886" cy="40259"/>
              </a:xfrm>
              <a:custGeom>
                <a:avLst/>
                <a:gdLst/>
                <a:ahLst/>
                <a:cxnLst/>
                <a:rect l="l" t="t" r="r" b="b"/>
                <a:pathLst>
                  <a:path w="29330" h="1428" extrusionOk="0">
                    <a:moveTo>
                      <a:pt x="0" y="0"/>
                    </a:moveTo>
                    <a:lnTo>
                      <a:pt x="0" y="579"/>
                    </a:lnTo>
                    <a:cubicBezTo>
                      <a:pt x="0" y="1042"/>
                      <a:pt x="386" y="1427"/>
                      <a:pt x="868" y="1427"/>
                    </a:cubicBezTo>
                    <a:lnTo>
                      <a:pt x="3198" y="1427"/>
                    </a:lnTo>
                    <a:lnTo>
                      <a:pt x="3198" y="0"/>
                    </a:lnTo>
                    <a:close/>
                    <a:moveTo>
                      <a:pt x="5674" y="0"/>
                    </a:moveTo>
                    <a:lnTo>
                      <a:pt x="5674" y="899"/>
                    </a:lnTo>
                    <a:lnTo>
                      <a:pt x="5674" y="1427"/>
                    </a:lnTo>
                    <a:lnTo>
                      <a:pt x="23864" y="1427"/>
                    </a:lnTo>
                    <a:lnTo>
                      <a:pt x="23864" y="0"/>
                    </a:lnTo>
                    <a:close/>
                    <a:moveTo>
                      <a:pt x="26325" y="0"/>
                    </a:moveTo>
                    <a:lnTo>
                      <a:pt x="26325" y="899"/>
                    </a:lnTo>
                    <a:lnTo>
                      <a:pt x="26325" y="1427"/>
                    </a:lnTo>
                    <a:lnTo>
                      <a:pt x="28477" y="1427"/>
                    </a:lnTo>
                    <a:cubicBezTo>
                      <a:pt x="28959" y="1427"/>
                      <a:pt x="29329" y="1042"/>
                      <a:pt x="29329" y="579"/>
                    </a:cubicBezTo>
                    <a:lnTo>
                      <a:pt x="29329" y="0"/>
                    </a:lnTo>
                    <a:close/>
                  </a:path>
                </a:pathLst>
              </a:custGeom>
              <a:solidFill>
                <a:schemeClr val="lt1">
                  <a:alpha val="344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7" name="Google Shape;2607;p44"/>
              <p:cNvSpPr/>
              <p:nvPr/>
            </p:nvSpPr>
            <p:spPr>
              <a:xfrm>
                <a:off x="6114858" y="2965386"/>
                <a:ext cx="69861" cy="104735"/>
              </a:xfrm>
              <a:custGeom>
                <a:avLst/>
                <a:gdLst/>
                <a:ahLst/>
                <a:cxnLst/>
                <a:rect l="l" t="t" r="r" b="b"/>
                <a:pathLst>
                  <a:path w="2478" h="3715" extrusionOk="0">
                    <a:moveTo>
                      <a:pt x="1" y="0"/>
                    </a:moveTo>
                    <a:lnTo>
                      <a:pt x="1" y="3086"/>
                    </a:lnTo>
                    <a:cubicBezTo>
                      <a:pt x="1" y="3441"/>
                      <a:pt x="275" y="3715"/>
                      <a:pt x="630" y="3715"/>
                    </a:cubicBezTo>
                    <a:lnTo>
                      <a:pt x="1833" y="3715"/>
                    </a:lnTo>
                    <a:cubicBezTo>
                      <a:pt x="2188" y="3715"/>
                      <a:pt x="2477" y="3441"/>
                      <a:pt x="2477" y="3086"/>
                    </a:cubicBezTo>
                    <a:lnTo>
                      <a:pt x="247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8" name="Google Shape;2608;p44"/>
              <p:cNvSpPr/>
              <p:nvPr/>
            </p:nvSpPr>
            <p:spPr>
              <a:xfrm>
                <a:off x="6114858" y="2966795"/>
                <a:ext cx="69861" cy="25373"/>
              </a:xfrm>
              <a:custGeom>
                <a:avLst/>
                <a:gdLst/>
                <a:ahLst/>
                <a:cxnLst/>
                <a:rect l="l" t="t" r="r" b="b"/>
                <a:pathLst>
                  <a:path w="2478" h="900" extrusionOk="0">
                    <a:moveTo>
                      <a:pt x="1" y="0"/>
                    </a:moveTo>
                    <a:lnTo>
                      <a:pt x="1" y="899"/>
                    </a:lnTo>
                    <a:lnTo>
                      <a:pt x="2477" y="899"/>
                    </a:lnTo>
                    <a:lnTo>
                      <a:pt x="247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9" name="Google Shape;2609;p44"/>
              <p:cNvSpPr/>
              <p:nvPr/>
            </p:nvSpPr>
            <p:spPr>
              <a:xfrm>
                <a:off x="6697489" y="2965386"/>
                <a:ext cx="69410" cy="104735"/>
              </a:xfrm>
              <a:custGeom>
                <a:avLst/>
                <a:gdLst/>
                <a:ahLst/>
                <a:cxnLst/>
                <a:rect l="l" t="t" r="r" b="b"/>
                <a:pathLst>
                  <a:path w="2462" h="3715" extrusionOk="0">
                    <a:moveTo>
                      <a:pt x="1" y="0"/>
                    </a:moveTo>
                    <a:lnTo>
                      <a:pt x="1" y="3086"/>
                    </a:lnTo>
                    <a:cubicBezTo>
                      <a:pt x="1" y="3441"/>
                      <a:pt x="275" y="3715"/>
                      <a:pt x="630" y="3715"/>
                    </a:cubicBezTo>
                    <a:lnTo>
                      <a:pt x="1833" y="3715"/>
                    </a:lnTo>
                    <a:cubicBezTo>
                      <a:pt x="2188" y="3715"/>
                      <a:pt x="2462" y="3441"/>
                      <a:pt x="2462" y="3086"/>
                    </a:cubicBezTo>
                    <a:lnTo>
                      <a:pt x="246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0" name="Google Shape;2610;p44"/>
              <p:cNvSpPr/>
              <p:nvPr/>
            </p:nvSpPr>
            <p:spPr>
              <a:xfrm>
                <a:off x="6697489" y="2966795"/>
                <a:ext cx="69410" cy="25373"/>
              </a:xfrm>
              <a:custGeom>
                <a:avLst/>
                <a:gdLst/>
                <a:ahLst/>
                <a:cxnLst/>
                <a:rect l="l" t="t" r="r" b="b"/>
                <a:pathLst>
                  <a:path w="2462" h="900" extrusionOk="0">
                    <a:moveTo>
                      <a:pt x="1" y="0"/>
                    </a:moveTo>
                    <a:lnTo>
                      <a:pt x="1" y="899"/>
                    </a:lnTo>
                    <a:lnTo>
                      <a:pt x="2462" y="899"/>
                    </a:lnTo>
                    <a:lnTo>
                      <a:pt x="246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1" name="Google Shape;2611;p44"/>
              <p:cNvSpPr/>
              <p:nvPr/>
            </p:nvSpPr>
            <p:spPr>
              <a:xfrm>
                <a:off x="5997971" y="2910579"/>
                <a:ext cx="886259" cy="56244"/>
              </a:xfrm>
              <a:custGeom>
                <a:avLst/>
                <a:gdLst/>
                <a:ahLst/>
                <a:cxnLst/>
                <a:rect l="l" t="t" r="r" b="b"/>
                <a:pathLst>
                  <a:path w="31436" h="1995" extrusionOk="0">
                    <a:moveTo>
                      <a:pt x="980" y="0"/>
                    </a:moveTo>
                    <a:cubicBezTo>
                      <a:pt x="706" y="0"/>
                      <a:pt x="467" y="112"/>
                      <a:pt x="290" y="290"/>
                    </a:cubicBezTo>
                    <a:cubicBezTo>
                      <a:pt x="112" y="467"/>
                      <a:pt x="1" y="722"/>
                      <a:pt x="1" y="995"/>
                    </a:cubicBezTo>
                    <a:lnTo>
                      <a:pt x="1" y="1142"/>
                    </a:lnTo>
                    <a:cubicBezTo>
                      <a:pt x="82" y="1624"/>
                      <a:pt x="483" y="1994"/>
                      <a:pt x="980" y="1994"/>
                    </a:cubicBezTo>
                    <a:lnTo>
                      <a:pt x="30440" y="1994"/>
                    </a:lnTo>
                    <a:cubicBezTo>
                      <a:pt x="30714" y="1994"/>
                      <a:pt x="30953" y="1879"/>
                      <a:pt x="31131" y="1705"/>
                    </a:cubicBezTo>
                    <a:cubicBezTo>
                      <a:pt x="31293" y="1558"/>
                      <a:pt x="31389" y="1366"/>
                      <a:pt x="31420" y="1142"/>
                    </a:cubicBezTo>
                    <a:cubicBezTo>
                      <a:pt x="31420" y="1092"/>
                      <a:pt x="31435" y="1046"/>
                      <a:pt x="31435" y="995"/>
                    </a:cubicBezTo>
                    <a:cubicBezTo>
                      <a:pt x="31435" y="452"/>
                      <a:pt x="30984" y="0"/>
                      <a:pt x="3044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2" name="Google Shape;2612;p44"/>
              <p:cNvSpPr/>
              <p:nvPr/>
            </p:nvSpPr>
            <p:spPr>
              <a:xfrm>
                <a:off x="5997971" y="2942747"/>
                <a:ext cx="885837" cy="24076"/>
              </a:xfrm>
              <a:custGeom>
                <a:avLst/>
                <a:gdLst/>
                <a:ahLst/>
                <a:cxnLst/>
                <a:rect l="l" t="t" r="r" b="b"/>
                <a:pathLst>
                  <a:path w="31421" h="854" extrusionOk="0">
                    <a:moveTo>
                      <a:pt x="1" y="1"/>
                    </a:moveTo>
                    <a:cubicBezTo>
                      <a:pt x="82" y="483"/>
                      <a:pt x="483" y="853"/>
                      <a:pt x="980" y="853"/>
                    </a:cubicBezTo>
                    <a:lnTo>
                      <a:pt x="30440" y="853"/>
                    </a:lnTo>
                    <a:cubicBezTo>
                      <a:pt x="30714" y="853"/>
                      <a:pt x="30953" y="738"/>
                      <a:pt x="31131" y="564"/>
                    </a:cubicBezTo>
                    <a:cubicBezTo>
                      <a:pt x="31293" y="417"/>
                      <a:pt x="31389" y="225"/>
                      <a:pt x="31420" y="1"/>
                    </a:cubicBezTo>
                    <a:close/>
                  </a:path>
                </a:pathLst>
              </a:custGeom>
              <a:solidFill>
                <a:srgbClr val="2E44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13" name="Google Shape;2613;p44"/>
            <p:cNvGrpSpPr/>
            <p:nvPr/>
          </p:nvGrpSpPr>
          <p:grpSpPr>
            <a:xfrm>
              <a:off x="7602049" y="2931470"/>
              <a:ext cx="1046223" cy="303464"/>
              <a:chOff x="6361375" y="2370463"/>
              <a:chExt cx="550036" cy="159542"/>
            </a:xfrm>
          </p:grpSpPr>
          <p:sp>
            <p:nvSpPr>
              <p:cNvPr id="2614" name="Google Shape;2614;p44"/>
              <p:cNvSpPr/>
              <p:nvPr/>
            </p:nvSpPr>
            <p:spPr>
              <a:xfrm>
                <a:off x="6388581" y="2426228"/>
                <a:ext cx="490662" cy="40823"/>
              </a:xfrm>
              <a:custGeom>
                <a:avLst/>
                <a:gdLst/>
                <a:ahLst/>
                <a:cxnLst/>
                <a:rect l="l" t="t" r="r" b="b"/>
                <a:pathLst>
                  <a:path w="17404" h="1448" extrusionOk="0">
                    <a:moveTo>
                      <a:pt x="0" y="1"/>
                    </a:moveTo>
                    <a:lnTo>
                      <a:pt x="0" y="579"/>
                    </a:lnTo>
                    <a:cubicBezTo>
                      <a:pt x="0" y="1062"/>
                      <a:pt x="370" y="1447"/>
                      <a:pt x="852" y="1447"/>
                    </a:cubicBezTo>
                    <a:lnTo>
                      <a:pt x="3182" y="1447"/>
                    </a:lnTo>
                    <a:lnTo>
                      <a:pt x="3182" y="1"/>
                    </a:lnTo>
                    <a:close/>
                    <a:moveTo>
                      <a:pt x="5654" y="1"/>
                    </a:moveTo>
                    <a:lnTo>
                      <a:pt x="5654" y="900"/>
                    </a:lnTo>
                    <a:lnTo>
                      <a:pt x="5654" y="1447"/>
                    </a:lnTo>
                    <a:lnTo>
                      <a:pt x="11922" y="1447"/>
                    </a:lnTo>
                    <a:lnTo>
                      <a:pt x="11922" y="1"/>
                    </a:lnTo>
                    <a:close/>
                    <a:moveTo>
                      <a:pt x="14398" y="1"/>
                    </a:moveTo>
                    <a:lnTo>
                      <a:pt x="14398" y="900"/>
                    </a:lnTo>
                    <a:lnTo>
                      <a:pt x="14398" y="1447"/>
                    </a:lnTo>
                    <a:lnTo>
                      <a:pt x="16551" y="1447"/>
                    </a:lnTo>
                    <a:cubicBezTo>
                      <a:pt x="17017" y="1447"/>
                      <a:pt x="17403" y="1062"/>
                      <a:pt x="17403" y="579"/>
                    </a:cubicBezTo>
                    <a:lnTo>
                      <a:pt x="17403" y="1"/>
                    </a:lnTo>
                    <a:close/>
                  </a:path>
                </a:pathLst>
              </a:custGeom>
              <a:solidFill>
                <a:schemeClr val="lt1">
                  <a:alpha val="344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5" name="Google Shape;2615;p44"/>
              <p:cNvSpPr/>
              <p:nvPr/>
            </p:nvSpPr>
            <p:spPr>
              <a:xfrm>
                <a:off x="6478291" y="2424818"/>
                <a:ext cx="69720" cy="105186"/>
              </a:xfrm>
              <a:custGeom>
                <a:avLst/>
                <a:gdLst/>
                <a:ahLst/>
                <a:cxnLst/>
                <a:rect l="l" t="t" r="r" b="b"/>
                <a:pathLst>
                  <a:path w="2473" h="3731" extrusionOk="0">
                    <a:moveTo>
                      <a:pt x="0" y="1"/>
                    </a:moveTo>
                    <a:lnTo>
                      <a:pt x="0" y="3086"/>
                    </a:lnTo>
                    <a:cubicBezTo>
                      <a:pt x="0" y="3441"/>
                      <a:pt x="274" y="3731"/>
                      <a:pt x="625" y="3731"/>
                    </a:cubicBezTo>
                    <a:lnTo>
                      <a:pt x="1832" y="3731"/>
                    </a:lnTo>
                    <a:cubicBezTo>
                      <a:pt x="2183" y="3731"/>
                      <a:pt x="2472" y="3441"/>
                      <a:pt x="2472" y="3086"/>
                    </a:cubicBezTo>
                    <a:lnTo>
                      <a:pt x="247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6" name="Google Shape;2616;p44"/>
              <p:cNvSpPr/>
              <p:nvPr/>
            </p:nvSpPr>
            <p:spPr>
              <a:xfrm>
                <a:off x="6478291" y="2426228"/>
                <a:ext cx="69720" cy="25373"/>
              </a:xfrm>
              <a:custGeom>
                <a:avLst/>
                <a:gdLst/>
                <a:ahLst/>
                <a:cxnLst/>
                <a:rect l="l" t="t" r="r" b="b"/>
                <a:pathLst>
                  <a:path w="2473" h="900" extrusionOk="0">
                    <a:moveTo>
                      <a:pt x="0" y="1"/>
                    </a:moveTo>
                    <a:lnTo>
                      <a:pt x="0" y="900"/>
                    </a:lnTo>
                    <a:lnTo>
                      <a:pt x="2472" y="900"/>
                    </a:lnTo>
                    <a:lnTo>
                      <a:pt x="247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7" name="Google Shape;2617;p44"/>
              <p:cNvSpPr/>
              <p:nvPr/>
            </p:nvSpPr>
            <p:spPr>
              <a:xfrm>
                <a:off x="6724695" y="2424818"/>
                <a:ext cx="69833" cy="105186"/>
              </a:xfrm>
              <a:custGeom>
                <a:avLst/>
                <a:gdLst/>
                <a:ahLst/>
                <a:cxnLst/>
                <a:rect l="l" t="t" r="r" b="b"/>
                <a:pathLst>
                  <a:path w="2477" h="3731" extrusionOk="0">
                    <a:moveTo>
                      <a:pt x="0" y="1"/>
                    </a:moveTo>
                    <a:lnTo>
                      <a:pt x="0" y="3086"/>
                    </a:lnTo>
                    <a:cubicBezTo>
                      <a:pt x="0" y="3441"/>
                      <a:pt x="289" y="3731"/>
                      <a:pt x="629" y="3731"/>
                    </a:cubicBezTo>
                    <a:lnTo>
                      <a:pt x="1852" y="3731"/>
                    </a:lnTo>
                    <a:cubicBezTo>
                      <a:pt x="2187" y="3731"/>
                      <a:pt x="2476" y="3441"/>
                      <a:pt x="2476" y="3086"/>
                    </a:cubicBezTo>
                    <a:lnTo>
                      <a:pt x="247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8" name="Google Shape;2618;p44"/>
              <p:cNvSpPr/>
              <p:nvPr/>
            </p:nvSpPr>
            <p:spPr>
              <a:xfrm>
                <a:off x="6724695" y="2426228"/>
                <a:ext cx="69833" cy="25373"/>
              </a:xfrm>
              <a:custGeom>
                <a:avLst/>
                <a:gdLst/>
                <a:ahLst/>
                <a:cxnLst/>
                <a:rect l="l" t="t" r="r" b="b"/>
                <a:pathLst>
                  <a:path w="2477" h="900" extrusionOk="0">
                    <a:moveTo>
                      <a:pt x="0" y="1"/>
                    </a:moveTo>
                    <a:lnTo>
                      <a:pt x="0" y="900"/>
                    </a:lnTo>
                    <a:lnTo>
                      <a:pt x="2476" y="900"/>
                    </a:lnTo>
                    <a:lnTo>
                      <a:pt x="247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9" name="Google Shape;2619;p44"/>
              <p:cNvSpPr/>
              <p:nvPr/>
            </p:nvSpPr>
            <p:spPr>
              <a:xfrm>
                <a:off x="6361375" y="2370463"/>
                <a:ext cx="550036" cy="55793"/>
              </a:xfrm>
              <a:custGeom>
                <a:avLst/>
                <a:gdLst/>
                <a:ahLst/>
                <a:cxnLst/>
                <a:rect l="l" t="t" r="r" b="b"/>
                <a:pathLst>
                  <a:path w="19510" h="1979" extrusionOk="0">
                    <a:moveTo>
                      <a:pt x="996" y="0"/>
                    </a:moveTo>
                    <a:cubicBezTo>
                      <a:pt x="722" y="0"/>
                      <a:pt x="468" y="112"/>
                      <a:pt x="290" y="290"/>
                    </a:cubicBezTo>
                    <a:cubicBezTo>
                      <a:pt x="113" y="467"/>
                      <a:pt x="1" y="725"/>
                      <a:pt x="1" y="999"/>
                    </a:cubicBezTo>
                    <a:lnTo>
                      <a:pt x="1" y="1142"/>
                    </a:lnTo>
                    <a:cubicBezTo>
                      <a:pt x="82" y="1624"/>
                      <a:pt x="498" y="1979"/>
                      <a:pt x="996" y="1979"/>
                    </a:cubicBezTo>
                    <a:lnTo>
                      <a:pt x="18515" y="1979"/>
                    </a:lnTo>
                    <a:cubicBezTo>
                      <a:pt x="18788" y="1979"/>
                      <a:pt x="19043" y="1882"/>
                      <a:pt x="19220" y="1690"/>
                    </a:cubicBezTo>
                    <a:cubicBezTo>
                      <a:pt x="19367" y="1543"/>
                      <a:pt x="19463" y="1350"/>
                      <a:pt x="19494" y="1142"/>
                    </a:cubicBezTo>
                    <a:cubicBezTo>
                      <a:pt x="19510" y="1096"/>
                      <a:pt x="19510" y="1046"/>
                      <a:pt x="19510" y="999"/>
                    </a:cubicBezTo>
                    <a:cubicBezTo>
                      <a:pt x="19510" y="436"/>
                      <a:pt x="19058" y="0"/>
                      <a:pt x="1851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0" name="Google Shape;2620;p44"/>
              <p:cNvSpPr/>
              <p:nvPr/>
            </p:nvSpPr>
            <p:spPr>
              <a:xfrm>
                <a:off x="6361375" y="2402631"/>
                <a:ext cx="549613" cy="23625"/>
              </a:xfrm>
              <a:custGeom>
                <a:avLst/>
                <a:gdLst/>
                <a:ahLst/>
                <a:cxnLst/>
                <a:rect l="l" t="t" r="r" b="b"/>
                <a:pathLst>
                  <a:path w="19495" h="838" extrusionOk="0">
                    <a:moveTo>
                      <a:pt x="1" y="1"/>
                    </a:moveTo>
                    <a:cubicBezTo>
                      <a:pt x="82" y="483"/>
                      <a:pt x="498" y="838"/>
                      <a:pt x="996" y="838"/>
                    </a:cubicBezTo>
                    <a:lnTo>
                      <a:pt x="18515" y="838"/>
                    </a:lnTo>
                    <a:cubicBezTo>
                      <a:pt x="18788" y="838"/>
                      <a:pt x="19043" y="741"/>
                      <a:pt x="19220" y="549"/>
                    </a:cubicBezTo>
                    <a:cubicBezTo>
                      <a:pt x="19367" y="402"/>
                      <a:pt x="19463" y="209"/>
                      <a:pt x="19494" y="1"/>
                    </a:cubicBezTo>
                    <a:close/>
                  </a:path>
                </a:pathLst>
              </a:custGeom>
              <a:solidFill>
                <a:srgbClr val="2E44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21" name="Google Shape;2621;p44"/>
            <p:cNvGrpSpPr/>
            <p:nvPr/>
          </p:nvGrpSpPr>
          <p:grpSpPr>
            <a:xfrm>
              <a:off x="7741690" y="2517738"/>
              <a:ext cx="237076" cy="413773"/>
              <a:chOff x="6434789" y="1871649"/>
              <a:chExt cx="124639" cy="217535"/>
            </a:xfrm>
          </p:grpSpPr>
          <p:sp>
            <p:nvSpPr>
              <p:cNvPr id="2622" name="Google Shape;2622;p44"/>
              <p:cNvSpPr/>
              <p:nvPr/>
            </p:nvSpPr>
            <p:spPr>
              <a:xfrm>
                <a:off x="6464702" y="1880980"/>
                <a:ext cx="67549" cy="75838"/>
              </a:xfrm>
              <a:custGeom>
                <a:avLst/>
                <a:gdLst/>
                <a:ahLst/>
                <a:cxnLst/>
                <a:rect l="l" t="t" r="r" b="b"/>
                <a:pathLst>
                  <a:path w="2396" h="2690" extrusionOk="0">
                    <a:moveTo>
                      <a:pt x="1182" y="1"/>
                    </a:moveTo>
                    <a:cubicBezTo>
                      <a:pt x="588" y="1"/>
                      <a:pt x="0" y="318"/>
                      <a:pt x="0" y="954"/>
                    </a:cubicBezTo>
                    <a:cubicBezTo>
                      <a:pt x="0" y="2239"/>
                      <a:pt x="721" y="2690"/>
                      <a:pt x="721" y="2690"/>
                    </a:cubicBezTo>
                    <a:lnTo>
                      <a:pt x="1720" y="2690"/>
                    </a:lnTo>
                    <a:cubicBezTo>
                      <a:pt x="1720" y="2690"/>
                      <a:pt x="2395" y="2273"/>
                      <a:pt x="2395" y="985"/>
                    </a:cubicBezTo>
                    <a:cubicBezTo>
                      <a:pt x="2395" y="329"/>
                      <a:pt x="1786" y="1"/>
                      <a:pt x="118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3" name="Google Shape;2623;p44"/>
              <p:cNvSpPr/>
              <p:nvPr/>
            </p:nvSpPr>
            <p:spPr>
              <a:xfrm>
                <a:off x="6468705" y="1881121"/>
                <a:ext cx="57118" cy="55821"/>
              </a:xfrm>
              <a:custGeom>
                <a:avLst/>
                <a:gdLst/>
                <a:ahLst/>
                <a:cxnLst/>
                <a:rect l="l" t="t" r="r" b="b"/>
                <a:pathLst>
                  <a:path w="2026" h="1980" extrusionOk="0">
                    <a:moveTo>
                      <a:pt x="1046" y="0"/>
                    </a:moveTo>
                    <a:cubicBezTo>
                      <a:pt x="1046" y="0"/>
                      <a:pt x="1" y="386"/>
                      <a:pt x="869" y="1979"/>
                    </a:cubicBezTo>
                    <a:lnTo>
                      <a:pt x="1289" y="1979"/>
                    </a:lnTo>
                    <a:cubicBezTo>
                      <a:pt x="1289" y="1979"/>
                      <a:pt x="2026" y="467"/>
                      <a:pt x="104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4" name="Google Shape;2624;p44"/>
              <p:cNvSpPr/>
              <p:nvPr/>
            </p:nvSpPr>
            <p:spPr>
              <a:xfrm>
                <a:off x="6514490" y="1871649"/>
                <a:ext cx="30814" cy="30814"/>
              </a:xfrm>
              <a:custGeom>
                <a:avLst/>
                <a:gdLst/>
                <a:ahLst/>
                <a:cxnLst/>
                <a:rect l="l" t="t" r="r" b="b"/>
                <a:pathLst>
                  <a:path w="1093" h="1093" extrusionOk="0">
                    <a:moveTo>
                      <a:pt x="548" y="1"/>
                    </a:moveTo>
                    <a:cubicBezTo>
                      <a:pt x="244" y="1"/>
                      <a:pt x="1" y="240"/>
                      <a:pt x="1" y="545"/>
                    </a:cubicBezTo>
                    <a:cubicBezTo>
                      <a:pt x="1" y="676"/>
                      <a:pt x="31" y="788"/>
                      <a:pt x="112" y="884"/>
                    </a:cubicBezTo>
                    <a:cubicBezTo>
                      <a:pt x="209" y="1011"/>
                      <a:pt x="371" y="1092"/>
                      <a:pt x="548" y="1092"/>
                    </a:cubicBezTo>
                    <a:cubicBezTo>
                      <a:pt x="838" y="1092"/>
                      <a:pt x="1092" y="853"/>
                      <a:pt x="1092" y="545"/>
                    </a:cubicBezTo>
                    <a:cubicBezTo>
                      <a:pt x="1092" y="433"/>
                      <a:pt x="1046" y="321"/>
                      <a:pt x="996" y="240"/>
                    </a:cubicBezTo>
                    <a:cubicBezTo>
                      <a:pt x="899" y="97"/>
                      <a:pt x="726" y="1"/>
                      <a:pt x="54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5" name="Google Shape;2625;p44"/>
              <p:cNvSpPr/>
              <p:nvPr/>
            </p:nvSpPr>
            <p:spPr>
              <a:xfrm>
                <a:off x="6456526" y="1903309"/>
                <a:ext cx="15901" cy="15478"/>
              </a:xfrm>
              <a:custGeom>
                <a:avLst/>
                <a:gdLst/>
                <a:ahLst/>
                <a:cxnLst/>
                <a:rect l="l" t="t" r="r" b="b"/>
                <a:pathLst>
                  <a:path w="564" h="549" extrusionOk="0">
                    <a:moveTo>
                      <a:pt x="290" y="0"/>
                    </a:moveTo>
                    <a:cubicBezTo>
                      <a:pt x="178" y="0"/>
                      <a:pt x="97" y="50"/>
                      <a:pt x="47" y="131"/>
                    </a:cubicBezTo>
                    <a:cubicBezTo>
                      <a:pt x="16" y="178"/>
                      <a:pt x="1" y="228"/>
                      <a:pt x="1" y="274"/>
                    </a:cubicBezTo>
                    <a:cubicBezTo>
                      <a:pt x="1" y="436"/>
                      <a:pt x="128" y="548"/>
                      <a:pt x="290" y="548"/>
                    </a:cubicBezTo>
                    <a:cubicBezTo>
                      <a:pt x="402" y="548"/>
                      <a:pt x="514" y="482"/>
                      <a:pt x="545" y="371"/>
                    </a:cubicBezTo>
                    <a:cubicBezTo>
                      <a:pt x="545" y="340"/>
                      <a:pt x="564" y="309"/>
                      <a:pt x="564" y="274"/>
                    </a:cubicBezTo>
                    <a:cubicBezTo>
                      <a:pt x="564" y="131"/>
                      <a:pt x="433" y="0"/>
                      <a:pt x="29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6" name="Google Shape;2626;p44"/>
              <p:cNvSpPr/>
              <p:nvPr/>
            </p:nvSpPr>
            <p:spPr>
              <a:xfrm>
                <a:off x="6456526" y="1907002"/>
                <a:ext cx="15365" cy="11784"/>
              </a:xfrm>
              <a:custGeom>
                <a:avLst/>
                <a:gdLst/>
                <a:ahLst/>
                <a:cxnLst/>
                <a:rect l="l" t="t" r="r" b="b"/>
                <a:pathLst>
                  <a:path w="545" h="418" extrusionOk="0">
                    <a:moveTo>
                      <a:pt x="47" y="0"/>
                    </a:moveTo>
                    <a:cubicBezTo>
                      <a:pt x="16" y="47"/>
                      <a:pt x="1" y="97"/>
                      <a:pt x="1" y="143"/>
                    </a:cubicBezTo>
                    <a:cubicBezTo>
                      <a:pt x="1" y="305"/>
                      <a:pt x="128" y="417"/>
                      <a:pt x="290" y="417"/>
                    </a:cubicBezTo>
                    <a:cubicBezTo>
                      <a:pt x="402" y="417"/>
                      <a:pt x="514" y="351"/>
                      <a:pt x="545" y="240"/>
                    </a:cubicBezTo>
                    <a:cubicBezTo>
                      <a:pt x="336" y="209"/>
                      <a:pt x="178" y="97"/>
                      <a:pt x="4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7" name="Google Shape;2627;p44"/>
              <p:cNvSpPr/>
              <p:nvPr/>
            </p:nvSpPr>
            <p:spPr>
              <a:xfrm>
                <a:off x="6517648" y="1878415"/>
                <a:ext cx="27657" cy="24048"/>
              </a:xfrm>
              <a:custGeom>
                <a:avLst/>
                <a:gdLst/>
                <a:ahLst/>
                <a:cxnLst/>
                <a:rect l="l" t="t" r="r" b="b"/>
                <a:pathLst>
                  <a:path w="981" h="853" extrusionOk="0">
                    <a:moveTo>
                      <a:pt x="884" y="0"/>
                    </a:moveTo>
                    <a:cubicBezTo>
                      <a:pt x="660" y="467"/>
                      <a:pt x="209" y="594"/>
                      <a:pt x="0" y="644"/>
                    </a:cubicBezTo>
                    <a:cubicBezTo>
                      <a:pt x="97" y="771"/>
                      <a:pt x="259" y="852"/>
                      <a:pt x="436" y="852"/>
                    </a:cubicBezTo>
                    <a:cubicBezTo>
                      <a:pt x="726" y="852"/>
                      <a:pt x="980" y="613"/>
                      <a:pt x="980" y="305"/>
                    </a:cubicBezTo>
                    <a:cubicBezTo>
                      <a:pt x="980" y="193"/>
                      <a:pt x="934" y="81"/>
                      <a:pt x="88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8" name="Google Shape;2628;p44"/>
              <p:cNvSpPr/>
              <p:nvPr/>
            </p:nvSpPr>
            <p:spPr>
              <a:xfrm>
                <a:off x="6446094" y="1925976"/>
                <a:ext cx="107357" cy="35410"/>
              </a:xfrm>
              <a:custGeom>
                <a:avLst/>
                <a:gdLst/>
                <a:ahLst/>
                <a:cxnLst/>
                <a:rect l="l" t="t" r="r" b="b"/>
                <a:pathLst>
                  <a:path w="3808" h="1256" extrusionOk="0">
                    <a:moveTo>
                      <a:pt x="2047" y="0"/>
                    </a:moveTo>
                    <a:cubicBezTo>
                      <a:pt x="2008" y="0"/>
                      <a:pt x="1969" y="1"/>
                      <a:pt x="1929" y="2"/>
                    </a:cubicBezTo>
                    <a:cubicBezTo>
                      <a:pt x="274" y="64"/>
                      <a:pt x="0" y="1256"/>
                      <a:pt x="0" y="1256"/>
                    </a:cubicBezTo>
                    <a:lnTo>
                      <a:pt x="3807" y="1256"/>
                    </a:lnTo>
                    <a:cubicBezTo>
                      <a:pt x="3807" y="1256"/>
                      <a:pt x="3594" y="0"/>
                      <a:pt x="20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9" name="Google Shape;2629;p44"/>
              <p:cNvSpPr/>
              <p:nvPr/>
            </p:nvSpPr>
            <p:spPr>
              <a:xfrm>
                <a:off x="6524047" y="1936915"/>
                <a:ext cx="8627" cy="6766"/>
              </a:xfrm>
              <a:custGeom>
                <a:avLst/>
                <a:gdLst/>
                <a:ahLst/>
                <a:cxnLst/>
                <a:rect l="l" t="t" r="r" b="b"/>
                <a:pathLst>
                  <a:path w="306" h="240" extrusionOk="0">
                    <a:moveTo>
                      <a:pt x="159" y="0"/>
                    </a:moveTo>
                    <a:cubicBezTo>
                      <a:pt x="63" y="0"/>
                      <a:pt x="1" y="97"/>
                      <a:pt x="47" y="193"/>
                    </a:cubicBezTo>
                    <a:cubicBezTo>
                      <a:pt x="63" y="193"/>
                      <a:pt x="78" y="208"/>
                      <a:pt x="78" y="224"/>
                    </a:cubicBezTo>
                    <a:cubicBezTo>
                      <a:pt x="113" y="224"/>
                      <a:pt x="128" y="239"/>
                      <a:pt x="159" y="239"/>
                    </a:cubicBezTo>
                    <a:cubicBezTo>
                      <a:pt x="240" y="239"/>
                      <a:pt x="306" y="143"/>
                      <a:pt x="256" y="46"/>
                    </a:cubicBezTo>
                    <a:cubicBezTo>
                      <a:pt x="256" y="31"/>
                      <a:pt x="240" y="16"/>
                      <a:pt x="225" y="16"/>
                    </a:cubicBezTo>
                    <a:cubicBezTo>
                      <a:pt x="209" y="0"/>
                      <a:pt x="175" y="0"/>
                      <a:pt x="15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0" name="Google Shape;2630;p44"/>
              <p:cNvSpPr/>
              <p:nvPr/>
            </p:nvSpPr>
            <p:spPr>
              <a:xfrm>
                <a:off x="6498166" y="1961358"/>
                <a:ext cx="28" cy="28"/>
              </a:xfrm>
              <a:custGeom>
                <a:avLst/>
                <a:gdLst/>
                <a:ahLst/>
                <a:cxnLst/>
                <a:rect l="l" t="t" r="r" b="b"/>
                <a:pathLst>
                  <a:path w="1" h="1" extrusionOk="0">
                    <a:moveTo>
                      <a:pt x="1" y="1"/>
                    </a:moveTo>
                    <a:lnTo>
                      <a:pt x="1" y="1"/>
                    </a:lnTo>
                    <a:lnTo>
                      <a:pt x="1" y="1"/>
                    </a:lnTo>
                    <a:close/>
                  </a:path>
                </a:pathLst>
              </a:custGeom>
              <a:solidFill>
                <a:srgbClr val="D0D6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1" name="Google Shape;2631;p44"/>
              <p:cNvSpPr/>
              <p:nvPr/>
            </p:nvSpPr>
            <p:spPr>
              <a:xfrm>
                <a:off x="6485029" y="1940072"/>
                <a:ext cx="26783" cy="21314"/>
              </a:xfrm>
              <a:custGeom>
                <a:avLst/>
                <a:gdLst/>
                <a:ahLst/>
                <a:cxnLst/>
                <a:rect l="l" t="t" r="r" b="b"/>
                <a:pathLst>
                  <a:path w="950" h="756" extrusionOk="0">
                    <a:moveTo>
                      <a:pt x="467" y="0"/>
                    </a:moveTo>
                    <a:cubicBezTo>
                      <a:pt x="193" y="0"/>
                      <a:pt x="0" y="289"/>
                      <a:pt x="147" y="579"/>
                    </a:cubicBezTo>
                    <a:cubicBezTo>
                      <a:pt x="178" y="625"/>
                      <a:pt x="209" y="675"/>
                      <a:pt x="274" y="706"/>
                    </a:cubicBezTo>
                    <a:cubicBezTo>
                      <a:pt x="340" y="741"/>
                      <a:pt x="401" y="756"/>
                      <a:pt x="467" y="756"/>
                    </a:cubicBezTo>
                    <a:cubicBezTo>
                      <a:pt x="741" y="756"/>
                      <a:pt x="949" y="467"/>
                      <a:pt x="787" y="177"/>
                    </a:cubicBezTo>
                    <a:cubicBezTo>
                      <a:pt x="756" y="127"/>
                      <a:pt x="725" y="81"/>
                      <a:pt x="660" y="46"/>
                    </a:cubicBezTo>
                    <a:cubicBezTo>
                      <a:pt x="594" y="15"/>
                      <a:pt x="533" y="0"/>
                      <a:pt x="4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2" name="Google Shape;2632;p44"/>
              <p:cNvSpPr/>
              <p:nvPr/>
            </p:nvSpPr>
            <p:spPr>
              <a:xfrm>
                <a:off x="6434789" y="1954535"/>
                <a:ext cx="124639" cy="134647"/>
              </a:xfrm>
              <a:custGeom>
                <a:avLst/>
                <a:gdLst/>
                <a:ahLst/>
                <a:cxnLst/>
                <a:rect l="l" t="t" r="r" b="b"/>
                <a:pathLst>
                  <a:path w="4421" h="4776" extrusionOk="0">
                    <a:moveTo>
                      <a:pt x="97" y="0"/>
                    </a:moveTo>
                    <a:lnTo>
                      <a:pt x="290" y="1416"/>
                    </a:lnTo>
                    <a:lnTo>
                      <a:pt x="660" y="2172"/>
                    </a:lnTo>
                    <a:lnTo>
                      <a:pt x="0" y="3151"/>
                    </a:lnTo>
                    <a:lnTo>
                      <a:pt x="97" y="4775"/>
                    </a:lnTo>
                    <a:lnTo>
                      <a:pt x="4420" y="4775"/>
                    </a:lnTo>
                    <a:lnTo>
                      <a:pt x="4289" y="710"/>
                    </a:lnTo>
                    <a:lnTo>
                      <a:pt x="442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3" name="Google Shape;2633;p44"/>
              <p:cNvSpPr/>
              <p:nvPr/>
            </p:nvSpPr>
            <p:spPr>
              <a:xfrm>
                <a:off x="6440653" y="1977681"/>
                <a:ext cx="115505" cy="9050"/>
              </a:xfrm>
              <a:custGeom>
                <a:avLst/>
                <a:gdLst/>
                <a:ahLst/>
                <a:cxnLst/>
                <a:rect l="l" t="t" r="r" b="b"/>
                <a:pathLst>
                  <a:path w="4097" h="321" extrusionOk="0">
                    <a:moveTo>
                      <a:pt x="1" y="1"/>
                    </a:moveTo>
                    <a:lnTo>
                      <a:pt x="47" y="321"/>
                    </a:lnTo>
                    <a:lnTo>
                      <a:pt x="4097" y="321"/>
                    </a:lnTo>
                    <a:lnTo>
                      <a:pt x="408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4" name="Google Shape;2634;p44"/>
              <p:cNvSpPr/>
              <p:nvPr/>
            </p:nvSpPr>
            <p:spPr>
              <a:xfrm>
                <a:off x="6447391" y="2003901"/>
                <a:ext cx="109331" cy="9585"/>
              </a:xfrm>
              <a:custGeom>
                <a:avLst/>
                <a:gdLst/>
                <a:ahLst/>
                <a:cxnLst/>
                <a:rect l="l" t="t" r="r" b="b"/>
                <a:pathLst>
                  <a:path w="3878" h="340" extrusionOk="0">
                    <a:moveTo>
                      <a:pt x="1" y="0"/>
                    </a:moveTo>
                    <a:lnTo>
                      <a:pt x="163" y="340"/>
                    </a:lnTo>
                    <a:lnTo>
                      <a:pt x="3877" y="340"/>
                    </a:lnTo>
                    <a:lnTo>
                      <a:pt x="387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5" name="Google Shape;2635;p44"/>
              <p:cNvSpPr/>
              <p:nvPr/>
            </p:nvSpPr>
            <p:spPr>
              <a:xfrm>
                <a:off x="6437073" y="2030205"/>
                <a:ext cx="120495" cy="9585"/>
              </a:xfrm>
              <a:custGeom>
                <a:avLst/>
                <a:gdLst/>
                <a:ahLst/>
                <a:cxnLst/>
                <a:rect l="l" t="t" r="r" b="b"/>
                <a:pathLst>
                  <a:path w="4274" h="340" extrusionOk="0">
                    <a:moveTo>
                      <a:pt x="224" y="1"/>
                    </a:moveTo>
                    <a:lnTo>
                      <a:pt x="0" y="340"/>
                    </a:lnTo>
                    <a:lnTo>
                      <a:pt x="4274" y="340"/>
                    </a:lnTo>
                    <a:lnTo>
                      <a:pt x="427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6" name="Google Shape;2636;p44"/>
              <p:cNvSpPr/>
              <p:nvPr/>
            </p:nvSpPr>
            <p:spPr>
              <a:xfrm>
                <a:off x="6435212" y="2056508"/>
                <a:ext cx="123229" cy="9501"/>
              </a:xfrm>
              <a:custGeom>
                <a:avLst/>
                <a:gdLst/>
                <a:ahLst/>
                <a:cxnLst/>
                <a:rect l="l" t="t" r="r" b="b"/>
                <a:pathLst>
                  <a:path w="4371" h="337" extrusionOk="0">
                    <a:moveTo>
                      <a:pt x="1" y="1"/>
                    </a:moveTo>
                    <a:lnTo>
                      <a:pt x="32" y="336"/>
                    </a:lnTo>
                    <a:lnTo>
                      <a:pt x="4371" y="336"/>
                    </a:lnTo>
                    <a:lnTo>
                      <a:pt x="435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7" name="Google Shape;2637;p44"/>
              <p:cNvSpPr/>
              <p:nvPr/>
            </p:nvSpPr>
            <p:spPr>
              <a:xfrm>
                <a:off x="6436537" y="2034349"/>
                <a:ext cx="122891" cy="54834"/>
              </a:xfrm>
              <a:custGeom>
                <a:avLst/>
                <a:gdLst/>
                <a:ahLst/>
                <a:cxnLst/>
                <a:rect l="l" t="t" r="r" b="b"/>
                <a:pathLst>
                  <a:path w="4359" h="1945" extrusionOk="0">
                    <a:moveTo>
                      <a:pt x="4293" y="0"/>
                    </a:moveTo>
                    <a:cubicBezTo>
                      <a:pt x="3314" y="1242"/>
                      <a:pt x="2075" y="1521"/>
                      <a:pt x="1075" y="1521"/>
                    </a:cubicBezTo>
                    <a:cubicBezTo>
                      <a:pt x="665" y="1521"/>
                      <a:pt x="295" y="1474"/>
                      <a:pt x="0" y="1427"/>
                    </a:cubicBezTo>
                    <a:lnTo>
                      <a:pt x="0" y="1427"/>
                    </a:lnTo>
                    <a:lnTo>
                      <a:pt x="35" y="1944"/>
                    </a:lnTo>
                    <a:lnTo>
                      <a:pt x="4358" y="1944"/>
                    </a:lnTo>
                    <a:lnTo>
                      <a:pt x="429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638" name="Google Shape;2638;p44"/>
          <p:cNvGrpSpPr/>
          <p:nvPr/>
        </p:nvGrpSpPr>
        <p:grpSpPr>
          <a:xfrm>
            <a:off x="443185" y="2571690"/>
            <a:ext cx="1454569" cy="1690506"/>
            <a:chOff x="443204" y="2473793"/>
            <a:chExt cx="1538901" cy="1788517"/>
          </a:xfrm>
        </p:grpSpPr>
        <p:grpSp>
          <p:nvGrpSpPr>
            <p:cNvPr id="2639" name="Google Shape;2639;p44"/>
            <p:cNvGrpSpPr/>
            <p:nvPr/>
          </p:nvGrpSpPr>
          <p:grpSpPr>
            <a:xfrm>
              <a:off x="503551" y="3426694"/>
              <a:ext cx="1436358" cy="562092"/>
              <a:chOff x="7655239" y="3053994"/>
              <a:chExt cx="1082655" cy="423677"/>
            </a:xfrm>
          </p:grpSpPr>
          <p:sp>
            <p:nvSpPr>
              <p:cNvPr id="2640" name="Google Shape;2640;p44"/>
              <p:cNvSpPr/>
              <p:nvPr/>
            </p:nvSpPr>
            <p:spPr>
              <a:xfrm>
                <a:off x="7681115" y="3226589"/>
                <a:ext cx="229621" cy="251081"/>
              </a:xfrm>
              <a:custGeom>
                <a:avLst/>
                <a:gdLst/>
                <a:ahLst/>
                <a:cxnLst/>
                <a:rect l="l" t="t" r="r" b="b"/>
                <a:pathLst>
                  <a:path w="2396" h="2620" extrusionOk="0">
                    <a:moveTo>
                      <a:pt x="0" y="1"/>
                    </a:moveTo>
                    <a:lnTo>
                      <a:pt x="50" y="757"/>
                    </a:lnTo>
                    <a:lnTo>
                      <a:pt x="147" y="2620"/>
                    </a:lnTo>
                    <a:lnTo>
                      <a:pt x="2237" y="2620"/>
                    </a:lnTo>
                    <a:lnTo>
                      <a:pt x="2349" y="757"/>
                    </a:lnTo>
                    <a:lnTo>
                      <a:pt x="239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1" name="Google Shape;2641;p44"/>
              <p:cNvSpPr/>
              <p:nvPr/>
            </p:nvSpPr>
            <p:spPr>
              <a:xfrm>
                <a:off x="7681115" y="3226589"/>
                <a:ext cx="229621" cy="72545"/>
              </a:xfrm>
              <a:custGeom>
                <a:avLst/>
                <a:gdLst/>
                <a:ahLst/>
                <a:cxnLst/>
                <a:rect l="l" t="t" r="r" b="b"/>
                <a:pathLst>
                  <a:path w="2396" h="757" extrusionOk="0">
                    <a:moveTo>
                      <a:pt x="0" y="1"/>
                    </a:moveTo>
                    <a:lnTo>
                      <a:pt x="50" y="757"/>
                    </a:lnTo>
                    <a:lnTo>
                      <a:pt x="2349" y="757"/>
                    </a:lnTo>
                    <a:lnTo>
                      <a:pt x="239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2" name="Google Shape;2642;p44"/>
              <p:cNvSpPr/>
              <p:nvPr/>
            </p:nvSpPr>
            <p:spPr>
              <a:xfrm>
                <a:off x="7655239" y="3200427"/>
                <a:ext cx="281755" cy="52516"/>
              </a:xfrm>
              <a:custGeom>
                <a:avLst/>
                <a:gdLst/>
                <a:ahLst/>
                <a:cxnLst/>
                <a:rect l="l" t="t" r="r" b="b"/>
                <a:pathLst>
                  <a:path w="2940" h="548" extrusionOk="0">
                    <a:moveTo>
                      <a:pt x="174" y="0"/>
                    </a:moveTo>
                    <a:cubicBezTo>
                      <a:pt x="77" y="0"/>
                      <a:pt x="0" y="81"/>
                      <a:pt x="0" y="177"/>
                    </a:cubicBezTo>
                    <a:lnTo>
                      <a:pt x="0" y="355"/>
                    </a:lnTo>
                    <a:cubicBezTo>
                      <a:pt x="0" y="467"/>
                      <a:pt x="77" y="548"/>
                      <a:pt x="174" y="548"/>
                    </a:cubicBezTo>
                    <a:lnTo>
                      <a:pt x="2746" y="548"/>
                    </a:lnTo>
                    <a:cubicBezTo>
                      <a:pt x="2858" y="548"/>
                      <a:pt x="2939" y="467"/>
                      <a:pt x="2939" y="355"/>
                    </a:cubicBezTo>
                    <a:lnTo>
                      <a:pt x="2939" y="177"/>
                    </a:lnTo>
                    <a:cubicBezTo>
                      <a:pt x="2939" y="81"/>
                      <a:pt x="2858" y="0"/>
                      <a:pt x="274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3" name="Google Shape;2643;p44"/>
              <p:cNvSpPr/>
              <p:nvPr/>
            </p:nvSpPr>
            <p:spPr>
              <a:xfrm>
                <a:off x="7713603" y="3342356"/>
                <a:ext cx="21563" cy="86153"/>
              </a:xfrm>
              <a:custGeom>
                <a:avLst/>
                <a:gdLst/>
                <a:ahLst/>
                <a:cxnLst/>
                <a:rect l="l" t="t" r="r" b="b"/>
                <a:pathLst>
                  <a:path w="225" h="899" extrusionOk="0">
                    <a:moveTo>
                      <a:pt x="112" y="0"/>
                    </a:moveTo>
                    <a:cubicBezTo>
                      <a:pt x="47" y="0"/>
                      <a:pt x="1" y="193"/>
                      <a:pt x="1" y="448"/>
                    </a:cubicBezTo>
                    <a:cubicBezTo>
                      <a:pt x="1" y="691"/>
                      <a:pt x="47" y="899"/>
                      <a:pt x="112" y="899"/>
                    </a:cubicBezTo>
                    <a:cubicBezTo>
                      <a:pt x="178" y="899"/>
                      <a:pt x="224" y="691"/>
                      <a:pt x="224" y="448"/>
                    </a:cubicBezTo>
                    <a:cubicBezTo>
                      <a:pt x="224" y="193"/>
                      <a:pt x="178" y="0"/>
                      <a:pt x="11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4" name="Google Shape;2644;p44"/>
              <p:cNvSpPr/>
              <p:nvPr/>
            </p:nvSpPr>
            <p:spPr>
              <a:xfrm>
                <a:off x="7761329" y="3342356"/>
                <a:ext cx="23384" cy="86153"/>
              </a:xfrm>
              <a:custGeom>
                <a:avLst/>
                <a:gdLst/>
                <a:ahLst/>
                <a:cxnLst/>
                <a:rect l="l" t="t" r="r" b="b"/>
                <a:pathLst>
                  <a:path w="244" h="899" extrusionOk="0">
                    <a:moveTo>
                      <a:pt x="127" y="0"/>
                    </a:moveTo>
                    <a:cubicBezTo>
                      <a:pt x="66" y="0"/>
                      <a:pt x="0" y="193"/>
                      <a:pt x="0" y="448"/>
                    </a:cubicBezTo>
                    <a:cubicBezTo>
                      <a:pt x="0" y="691"/>
                      <a:pt x="66" y="899"/>
                      <a:pt x="127" y="899"/>
                    </a:cubicBezTo>
                    <a:cubicBezTo>
                      <a:pt x="193" y="899"/>
                      <a:pt x="243" y="691"/>
                      <a:pt x="243" y="448"/>
                    </a:cubicBezTo>
                    <a:cubicBezTo>
                      <a:pt x="243" y="193"/>
                      <a:pt x="193" y="0"/>
                      <a:pt x="1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5" name="Google Shape;2645;p44"/>
              <p:cNvSpPr/>
              <p:nvPr/>
            </p:nvSpPr>
            <p:spPr>
              <a:xfrm>
                <a:off x="7810493" y="3342356"/>
                <a:ext cx="23384" cy="86153"/>
              </a:xfrm>
              <a:custGeom>
                <a:avLst/>
                <a:gdLst/>
                <a:ahLst/>
                <a:cxnLst/>
                <a:rect l="l" t="t" r="r" b="b"/>
                <a:pathLst>
                  <a:path w="244" h="899" extrusionOk="0">
                    <a:moveTo>
                      <a:pt x="116" y="0"/>
                    </a:moveTo>
                    <a:cubicBezTo>
                      <a:pt x="50" y="0"/>
                      <a:pt x="0" y="193"/>
                      <a:pt x="0" y="448"/>
                    </a:cubicBezTo>
                    <a:cubicBezTo>
                      <a:pt x="0" y="691"/>
                      <a:pt x="50" y="899"/>
                      <a:pt x="116" y="899"/>
                    </a:cubicBezTo>
                    <a:cubicBezTo>
                      <a:pt x="178" y="899"/>
                      <a:pt x="243" y="691"/>
                      <a:pt x="243" y="448"/>
                    </a:cubicBezTo>
                    <a:cubicBezTo>
                      <a:pt x="243" y="193"/>
                      <a:pt x="178" y="0"/>
                      <a:pt x="1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6" name="Google Shape;2646;p44"/>
              <p:cNvSpPr/>
              <p:nvPr/>
            </p:nvSpPr>
            <p:spPr>
              <a:xfrm>
                <a:off x="7859944" y="3342356"/>
                <a:ext cx="21563" cy="86153"/>
              </a:xfrm>
              <a:custGeom>
                <a:avLst/>
                <a:gdLst/>
                <a:ahLst/>
                <a:cxnLst/>
                <a:rect l="l" t="t" r="r" b="b"/>
                <a:pathLst>
                  <a:path w="225" h="899" extrusionOk="0">
                    <a:moveTo>
                      <a:pt x="113" y="0"/>
                    </a:moveTo>
                    <a:cubicBezTo>
                      <a:pt x="47" y="0"/>
                      <a:pt x="1" y="193"/>
                      <a:pt x="1" y="448"/>
                    </a:cubicBezTo>
                    <a:cubicBezTo>
                      <a:pt x="1" y="691"/>
                      <a:pt x="47" y="899"/>
                      <a:pt x="113" y="899"/>
                    </a:cubicBezTo>
                    <a:cubicBezTo>
                      <a:pt x="178" y="899"/>
                      <a:pt x="225" y="691"/>
                      <a:pt x="225" y="448"/>
                    </a:cubicBezTo>
                    <a:cubicBezTo>
                      <a:pt x="225" y="193"/>
                      <a:pt x="178" y="0"/>
                      <a:pt x="1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7" name="Google Shape;2647;p44"/>
              <p:cNvSpPr/>
              <p:nvPr/>
            </p:nvSpPr>
            <p:spPr>
              <a:xfrm>
                <a:off x="8366724" y="3316098"/>
                <a:ext cx="364940" cy="158603"/>
              </a:xfrm>
              <a:custGeom>
                <a:avLst/>
                <a:gdLst/>
                <a:ahLst/>
                <a:cxnLst/>
                <a:rect l="l" t="t" r="r" b="b"/>
                <a:pathLst>
                  <a:path w="3808" h="1655" extrusionOk="0">
                    <a:moveTo>
                      <a:pt x="1" y="0"/>
                    </a:moveTo>
                    <a:lnTo>
                      <a:pt x="1" y="1300"/>
                    </a:lnTo>
                    <a:cubicBezTo>
                      <a:pt x="1" y="1493"/>
                      <a:pt x="159" y="1655"/>
                      <a:pt x="352" y="1655"/>
                    </a:cubicBezTo>
                    <a:lnTo>
                      <a:pt x="3472" y="1655"/>
                    </a:lnTo>
                    <a:cubicBezTo>
                      <a:pt x="3665" y="1655"/>
                      <a:pt x="3808" y="1493"/>
                      <a:pt x="3808" y="1300"/>
                    </a:cubicBezTo>
                    <a:lnTo>
                      <a:pt x="380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8" name="Google Shape;2648;p44"/>
              <p:cNvSpPr/>
              <p:nvPr/>
            </p:nvSpPr>
            <p:spPr>
              <a:xfrm>
                <a:off x="8607080" y="3154140"/>
                <a:ext cx="36992" cy="212652"/>
              </a:xfrm>
              <a:custGeom>
                <a:avLst/>
                <a:gdLst/>
                <a:ahLst/>
                <a:cxnLst/>
                <a:rect l="l" t="t" r="r" b="b"/>
                <a:pathLst>
                  <a:path w="386" h="2219" extrusionOk="0">
                    <a:moveTo>
                      <a:pt x="305" y="1"/>
                    </a:moveTo>
                    <a:cubicBezTo>
                      <a:pt x="270" y="1"/>
                      <a:pt x="224" y="16"/>
                      <a:pt x="224" y="66"/>
                    </a:cubicBezTo>
                    <a:lnTo>
                      <a:pt x="0" y="2122"/>
                    </a:lnTo>
                    <a:cubicBezTo>
                      <a:pt x="0" y="2172"/>
                      <a:pt x="31" y="2203"/>
                      <a:pt x="62" y="2219"/>
                    </a:cubicBezTo>
                    <a:lnTo>
                      <a:pt x="77" y="2219"/>
                    </a:lnTo>
                    <a:cubicBezTo>
                      <a:pt x="112" y="2219"/>
                      <a:pt x="143" y="2188"/>
                      <a:pt x="158" y="2138"/>
                    </a:cubicBezTo>
                    <a:lnTo>
                      <a:pt x="366" y="82"/>
                    </a:lnTo>
                    <a:cubicBezTo>
                      <a:pt x="386" y="36"/>
                      <a:pt x="351" y="1"/>
                      <a:pt x="30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9" name="Google Shape;2649;p44"/>
              <p:cNvSpPr/>
              <p:nvPr/>
            </p:nvSpPr>
            <p:spPr>
              <a:xfrm>
                <a:off x="8546607" y="3232723"/>
                <a:ext cx="75710" cy="55966"/>
              </a:xfrm>
              <a:custGeom>
                <a:avLst/>
                <a:gdLst/>
                <a:ahLst/>
                <a:cxnLst/>
                <a:rect l="l" t="t" r="r" b="b"/>
                <a:pathLst>
                  <a:path w="790" h="584" extrusionOk="0">
                    <a:moveTo>
                      <a:pt x="150" y="0"/>
                    </a:moveTo>
                    <a:cubicBezTo>
                      <a:pt x="118" y="0"/>
                      <a:pt x="99" y="2"/>
                      <a:pt x="99" y="2"/>
                    </a:cubicBezTo>
                    <a:cubicBezTo>
                      <a:pt x="99" y="2"/>
                      <a:pt x="1" y="584"/>
                      <a:pt x="528" y="584"/>
                    </a:cubicBezTo>
                    <a:cubicBezTo>
                      <a:pt x="602" y="584"/>
                      <a:pt x="689" y="572"/>
                      <a:pt x="789" y="546"/>
                    </a:cubicBezTo>
                    <a:cubicBezTo>
                      <a:pt x="723" y="45"/>
                      <a:pt x="298" y="0"/>
                      <a:pt x="15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0" name="Google Shape;2650;p44"/>
              <p:cNvSpPr/>
              <p:nvPr/>
            </p:nvSpPr>
            <p:spPr>
              <a:xfrm>
                <a:off x="8465051" y="3200427"/>
                <a:ext cx="84814" cy="100241"/>
              </a:xfrm>
              <a:custGeom>
                <a:avLst/>
                <a:gdLst/>
                <a:ahLst/>
                <a:cxnLst/>
                <a:rect l="l" t="t" r="r" b="b"/>
                <a:pathLst>
                  <a:path w="885" h="1046" extrusionOk="0">
                    <a:moveTo>
                      <a:pt x="691" y="0"/>
                    </a:moveTo>
                    <a:cubicBezTo>
                      <a:pt x="691" y="0"/>
                      <a:pt x="1" y="208"/>
                      <a:pt x="132" y="1045"/>
                    </a:cubicBezTo>
                    <a:cubicBezTo>
                      <a:pt x="884" y="852"/>
                      <a:pt x="691" y="0"/>
                      <a:pt x="69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1" name="Google Shape;2651;p44"/>
              <p:cNvSpPr/>
              <p:nvPr/>
            </p:nvSpPr>
            <p:spPr>
              <a:xfrm>
                <a:off x="8622222" y="3273931"/>
                <a:ext cx="81747" cy="49737"/>
              </a:xfrm>
              <a:custGeom>
                <a:avLst/>
                <a:gdLst/>
                <a:ahLst/>
                <a:cxnLst/>
                <a:rect l="l" t="t" r="r" b="b"/>
                <a:pathLst>
                  <a:path w="853" h="519" extrusionOk="0">
                    <a:moveTo>
                      <a:pt x="452" y="0"/>
                    </a:moveTo>
                    <a:cubicBezTo>
                      <a:pt x="295" y="0"/>
                      <a:pt x="123" y="99"/>
                      <a:pt x="0" y="440"/>
                    </a:cubicBezTo>
                    <a:cubicBezTo>
                      <a:pt x="112" y="496"/>
                      <a:pt x="214" y="519"/>
                      <a:pt x="305" y="519"/>
                    </a:cubicBezTo>
                    <a:cubicBezTo>
                      <a:pt x="660" y="519"/>
                      <a:pt x="853" y="182"/>
                      <a:pt x="853" y="182"/>
                    </a:cubicBezTo>
                    <a:cubicBezTo>
                      <a:pt x="853" y="182"/>
                      <a:pt x="666" y="0"/>
                      <a:pt x="45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2" name="Google Shape;2652;p44"/>
              <p:cNvSpPr/>
              <p:nvPr/>
            </p:nvSpPr>
            <p:spPr>
              <a:xfrm>
                <a:off x="8540761" y="3057156"/>
                <a:ext cx="197133" cy="159849"/>
              </a:xfrm>
              <a:custGeom>
                <a:avLst/>
                <a:gdLst/>
                <a:ahLst/>
                <a:cxnLst/>
                <a:rect l="l" t="t" r="r" b="b"/>
                <a:pathLst>
                  <a:path w="2057" h="1668" extrusionOk="0">
                    <a:moveTo>
                      <a:pt x="1022" y="1"/>
                    </a:moveTo>
                    <a:cubicBezTo>
                      <a:pt x="440" y="1"/>
                      <a:pt x="0" y="610"/>
                      <a:pt x="287" y="1240"/>
                    </a:cubicBezTo>
                    <a:cubicBezTo>
                      <a:pt x="353" y="1383"/>
                      <a:pt x="480" y="1510"/>
                      <a:pt x="627" y="1576"/>
                    </a:cubicBezTo>
                    <a:cubicBezTo>
                      <a:pt x="761" y="1639"/>
                      <a:pt x="894" y="1668"/>
                      <a:pt x="1021" y="1668"/>
                    </a:cubicBezTo>
                    <a:cubicBezTo>
                      <a:pt x="1610" y="1668"/>
                      <a:pt x="2057" y="1056"/>
                      <a:pt x="1768" y="434"/>
                    </a:cubicBezTo>
                    <a:cubicBezTo>
                      <a:pt x="1703" y="292"/>
                      <a:pt x="1575" y="161"/>
                      <a:pt x="1429" y="99"/>
                    </a:cubicBezTo>
                    <a:cubicBezTo>
                      <a:pt x="1290" y="31"/>
                      <a:pt x="1153" y="1"/>
                      <a:pt x="102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3" name="Google Shape;2653;p44"/>
              <p:cNvSpPr/>
              <p:nvPr/>
            </p:nvSpPr>
            <p:spPr>
              <a:xfrm>
                <a:off x="8582929" y="3091944"/>
                <a:ext cx="112894" cy="90945"/>
              </a:xfrm>
              <a:custGeom>
                <a:avLst/>
                <a:gdLst/>
                <a:ahLst/>
                <a:cxnLst/>
                <a:rect l="l" t="t" r="r" b="b"/>
                <a:pathLst>
                  <a:path w="1178" h="949" extrusionOk="0">
                    <a:moveTo>
                      <a:pt x="580" y="1"/>
                    </a:moveTo>
                    <a:cubicBezTo>
                      <a:pt x="248" y="1"/>
                      <a:pt x="1" y="344"/>
                      <a:pt x="171" y="700"/>
                    </a:cubicBezTo>
                    <a:cubicBezTo>
                      <a:pt x="202" y="781"/>
                      <a:pt x="267" y="858"/>
                      <a:pt x="364" y="893"/>
                    </a:cubicBezTo>
                    <a:cubicBezTo>
                      <a:pt x="443" y="931"/>
                      <a:pt x="522" y="948"/>
                      <a:pt x="596" y="948"/>
                    </a:cubicBezTo>
                    <a:cubicBezTo>
                      <a:pt x="929" y="948"/>
                      <a:pt x="1178" y="605"/>
                      <a:pt x="1004" y="249"/>
                    </a:cubicBezTo>
                    <a:cubicBezTo>
                      <a:pt x="973" y="152"/>
                      <a:pt x="892" y="87"/>
                      <a:pt x="811" y="56"/>
                    </a:cubicBezTo>
                    <a:cubicBezTo>
                      <a:pt x="732" y="18"/>
                      <a:pt x="654" y="1"/>
                      <a:pt x="58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4" name="Google Shape;2654;p44"/>
              <p:cNvSpPr/>
              <p:nvPr/>
            </p:nvSpPr>
            <p:spPr>
              <a:xfrm>
                <a:off x="8613117" y="3116286"/>
                <a:ext cx="52230" cy="41879"/>
              </a:xfrm>
              <a:custGeom>
                <a:avLst/>
                <a:gdLst/>
                <a:ahLst/>
                <a:cxnLst/>
                <a:rect l="l" t="t" r="r" b="b"/>
                <a:pathLst>
                  <a:path w="545" h="437" extrusionOk="0">
                    <a:moveTo>
                      <a:pt x="274" y="0"/>
                    </a:moveTo>
                    <a:cubicBezTo>
                      <a:pt x="116" y="0"/>
                      <a:pt x="1" y="161"/>
                      <a:pt x="80" y="334"/>
                    </a:cubicBezTo>
                    <a:cubicBezTo>
                      <a:pt x="95" y="365"/>
                      <a:pt x="130" y="396"/>
                      <a:pt x="161" y="411"/>
                    </a:cubicBezTo>
                    <a:cubicBezTo>
                      <a:pt x="199" y="429"/>
                      <a:pt x="236" y="437"/>
                      <a:pt x="272" y="437"/>
                    </a:cubicBezTo>
                    <a:cubicBezTo>
                      <a:pt x="430" y="437"/>
                      <a:pt x="544" y="277"/>
                      <a:pt x="465" y="107"/>
                    </a:cubicBezTo>
                    <a:cubicBezTo>
                      <a:pt x="450" y="76"/>
                      <a:pt x="419" y="45"/>
                      <a:pt x="384" y="26"/>
                    </a:cubicBezTo>
                    <a:cubicBezTo>
                      <a:pt x="347" y="8"/>
                      <a:pt x="309" y="0"/>
                      <a:pt x="2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5" name="Google Shape;2655;p44"/>
              <p:cNvSpPr/>
              <p:nvPr/>
            </p:nvSpPr>
            <p:spPr>
              <a:xfrm>
                <a:off x="8437354" y="3205794"/>
                <a:ext cx="66318" cy="171732"/>
              </a:xfrm>
              <a:custGeom>
                <a:avLst/>
                <a:gdLst/>
                <a:ahLst/>
                <a:cxnLst/>
                <a:rect l="l" t="t" r="r" b="b"/>
                <a:pathLst>
                  <a:path w="692" h="1792" extrusionOk="0">
                    <a:moveTo>
                      <a:pt x="101" y="0"/>
                    </a:moveTo>
                    <a:cubicBezTo>
                      <a:pt x="85" y="0"/>
                      <a:pt x="68" y="4"/>
                      <a:pt x="51" y="10"/>
                    </a:cubicBezTo>
                    <a:cubicBezTo>
                      <a:pt x="16" y="25"/>
                      <a:pt x="1" y="75"/>
                      <a:pt x="35" y="106"/>
                    </a:cubicBezTo>
                    <a:cubicBezTo>
                      <a:pt x="35" y="121"/>
                      <a:pt x="467" y="877"/>
                      <a:pt x="548" y="1730"/>
                    </a:cubicBezTo>
                    <a:cubicBezTo>
                      <a:pt x="548" y="1761"/>
                      <a:pt x="579" y="1792"/>
                      <a:pt x="614" y="1792"/>
                    </a:cubicBezTo>
                    <a:lnTo>
                      <a:pt x="629" y="1792"/>
                    </a:lnTo>
                    <a:cubicBezTo>
                      <a:pt x="660" y="1792"/>
                      <a:pt x="691" y="1745"/>
                      <a:pt x="691" y="1714"/>
                    </a:cubicBezTo>
                    <a:cubicBezTo>
                      <a:pt x="614" y="827"/>
                      <a:pt x="178" y="75"/>
                      <a:pt x="163" y="40"/>
                    </a:cubicBezTo>
                    <a:cubicBezTo>
                      <a:pt x="153" y="11"/>
                      <a:pt x="129" y="0"/>
                      <a:pt x="1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6" name="Google Shape;2656;p44"/>
              <p:cNvSpPr/>
              <p:nvPr/>
            </p:nvSpPr>
            <p:spPr>
              <a:xfrm>
                <a:off x="8303568" y="3053994"/>
                <a:ext cx="234029" cy="166174"/>
              </a:xfrm>
              <a:custGeom>
                <a:avLst/>
                <a:gdLst/>
                <a:ahLst/>
                <a:cxnLst/>
                <a:rect l="l" t="t" r="r" b="b"/>
                <a:pathLst>
                  <a:path w="2442" h="1734" extrusionOk="0">
                    <a:moveTo>
                      <a:pt x="1879" y="1"/>
                    </a:moveTo>
                    <a:lnTo>
                      <a:pt x="1447" y="645"/>
                    </a:lnTo>
                    <a:lnTo>
                      <a:pt x="772" y="97"/>
                    </a:lnTo>
                    <a:lnTo>
                      <a:pt x="772" y="903"/>
                    </a:lnTo>
                    <a:lnTo>
                      <a:pt x="0" y="934"/>
                    </a:lnTo>
                    <a:cubicBezTo>
                      <a:pt x="0" y="934"/>
                      <a:pt x="422" y="1734"/>
                      <a:pt x="1102" y="1734"/>
                    </a:cubicBezTo>
                    <a:cubicBezTo>
                      <a:pt x="1229" y="1734"/>
                      <a:pt x="1365" y="1706"/>
                      <a:pt x="1509" y="1640"/>
                    </a:cubicBezTo>
                    <a:cubicBezTo>
                      <a:pt x="2442" y="1223"/>
                      <a:pt x="1879" y="1"/>
                      <a:pt x="187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7" name="Google Shape;2657;p44"/>
              <p:cNvSpPr/>
              <p:nvPr/>
            </p:nvSpPr>
            <p:spPr>
              <a:xfrm>
                <a:off x="8401895" y="3342356"/>
                <a:ext cx="295843" cy="106182"/>
              </a:xfrm>
              <a:custGeom>
                <a:avLst/>
                <a:gdLst/>
                <a:ahLst/>
                <a:cxnLst/>
                <a:rect l="l" t="t" r="r" b="b"/>
                <a:pathLst>
                  <a:path w="3087" h="1108" extrusionOk="0">
                    <a:moveTo>
                      <a:pt x="0" y="0"/>
                    </a:moveTo>
                    <a:lnTo>
                      <a:pt x="0" y="833"/>
                    </a:lnTo>
                    <a:cubicBezTo>
                      <a:pt x="0" y="980"/>
                      <a:pt x="116" y="1107"/>
                      <a:pt x="259" y="1107"/>
                    </a:cubicBezTo>
                    <a:lnTo>
                      <a:pt x="2816" y="1107"/>
                    </a:lnTo>
                    <a:cubicBezTo>
                      <a:pt x="2974" y="1107"/>
                      <a:pt x="3086" y="980"/>
                      <a:pt x="3086" y="833"/>
                    </a:cubicBezTo>
                    <a:lnTo>
                      <a:pt x="308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8" name="Google Shape;2658;p44"/>
              <p:cNvSpPr/>
              <p:nvPr/>
            </p:nvSpPr>
            <p:spPr>
              <a:xfrm>
                <a:off x="8401895" y="3380785"/>
                <a:ext cx="295843" cy="67754"/>
              </a:xfrm>
              <a:custGeom>
                <a:avLst/>
                <a:gdLst/>
                <a:ahLst/>
                <a:cxnLst/>
                <a:rect l="l" t="t" r="r" b="b"/>
                <a:pathLst>
                  <a:path w="3087" h="707" extrusionOk="0">
                    <a:moveTo>
                      <a:pt x="0" y="0"/>
                    </a:moveTo>
                    <a:lnTo>
                      <a:pt x="0" y="706"/>
                    </a:lnTo>
                    <a:lnTo>
                      <a:pt x="3086" y="706"/>
                    </a:lnTo>
                    <a:lnTo>
                      <a:pt x="308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9" name="Google Shape;2659;p44"/>
              <p:cNvSpPr/>
              <p:nvPr/>
            </p:nvSpPr>
            <p:spPr>
              <a:xfrm>
                <a:off x="8422212" y="3354527"/>
                <a:ext cx="27792" cy="72545"/>
              </a:xfrm>
              <a:custGeom>
                <a:avLst/>
                <a:gdLst/>
                <a:ahLst/>
                <a:cxnLst/>
                <a:rect l="l" t="t" r="r" b="b"/>
                <a:pathLst>
                  <a:path w="290" h="757" extrusionOk="0">
                    <a:moveTo>
                      <a:pt x="143" y="0"/>
                    </a:moveTo>
                    <a:cubicBezTo>
                      <a:pt x="62" y="0"/>
                      <a:pt x="1" y="66"/>
                      <a:pt x="1" y="162"/>
                    </a:cubicBezTo>
                    <a:lnTo>
                      <a:pt x="1" y="594"/>
                    </a:lnTo>
                    <a:cubicBezTo>
                      <a:pt x="1" y="691"/>
                      <a:pt x="62" y="756"/>
                      <a:pt x="143" y="756"/>
                    </a:cubicBezTo>
                    <a:cubicBezTo>
                      <a:pt x="224" y="756"/>
                      <a:pt x="290" y="691"/>
                      <a:pt x="290" y="594"/>
                    </a:cubicBezTo>
                    <a:lnTo>
                      <a:pt x="290" y="162"/>
                    </a:lnTo>
                    <a:cubicBezTo>
                      <a:pt x="290" y="66"/>
                      <a:pt x="224" y="0"/>
                      <a:pt x="1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0" name="Google Shape;2660;p44"/>
              <p:cNvSpPr/>
              <p:nvPr/>
            </p:nvSpPr>
            <p:spPr>
              <a:xfrm>
                <a:off x="8038486" y="3268373"/>
                <a:ext cx="166465" cy="209298"/>
              </a:xfrm>
              <a:custGeom>
                <a:avLst/>
                <a:gdLst/>
                <a:ahLst/>
                <a:cxnLst/>
                <a:rect l="l" t="t" r="r" b="b"/>
                <a:pathLst>
                  <a:path w="1737" h="2184" extrusionOk="0">
                    <a:moveTo>
                      <a:pt x="128" y="1"/>
                    </a:moveTo>
                    <a:cubicBezTo>
                      <a:pt x="67" y="1"/>
                      <a:pt x="1" y="47"/>
                      <a:pt x="1" y="128"/>
                    </a:cubicBezTo>
                    <a:lnTo>
                      <a:pt x="1" y="2057"/>
                    </a:lnTo>
                    <a:cubicBezTo>
                      <a:pt x="1" y="2122"/>
                      <a:pt x="67" y="2184"/>
                      <a:pt x="128" y="2184"/>
                    </a:cubicBezTo>
                    <a:lnTo>
                      <a:pt x="1609" y="2184"/>
                    </a:lnTo>
                    <a:cubicBezTo>
                      <a:pt x="1690" y="2184"/>
                      <a:pt x="1737" y="2122"/>
                      <a:pt x="1737" y="2057"/>
                    </a:cubicBezTo>
                    <a:lnTo>
                      <a:pt x="1737" y="128"/>
                    </a:lnTo>
                    <a:cubicBezTo>
                      <a:pt x="1737" y="47"/>
                      <a:pt x="1690" y="1"/>
                      <a:pt x="160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1" name="Google Shape;2661;p44"/>
              <p:cNvSpPr/>
              <p:nvPr/>
            </p:nvSpPr>
            <p:spPr>
              <a:xfrm>
                <a:off x="8112471" y="3197456"/>
                <a:ext cx="24821" cy="132441"/>
              </a:xfrm>
              <a:custGeom>
                <a:avLst/>
                <a:gdLst/>
                <a:ahLst/>
                <a:cxnLst/>
                <a:rect l="l" t="t" r="r" b="b"/>
                <a:pathLst>
                  <a:path w="259" h="1382" extrusionOk="0">
                    <a:moveTo>
                      <a:pt x="193" y="0"/>
                    </a:moveTo>
                    <a:cubicBezTo>
                      <a:pt x="162" y="0"/>
                      <a:pt x="112" y="16"/>
                      <a:pt x="112" y="66"/>
                    </a:cubicBezTo>
                    <a:cubicBezTo>
                      <a:pt x="97" y="81"/>
                      <a:pt x="0" y="610"/>
                      <a:pt x="16" y="1319"/>
                    </a:cubicBezTo>
                    <a:cubicBezTo>
                      <a:pt x="31" y="1350"/>
                      <a:pt x="66" y="1381"/>
                      <a:pt x="97" y="1381"/>
                    </a:cubicBezTo>
                    <a:cubicBezTo>
                      <a:pt x="147" y="1381"/>
                      <a:pt x="178" y="1350"/>
                      <a:pt x="178" y="1300"/>
                    </a:cubicBezTo>
                    <a:cubicBezTo>
                      <a:pt x="147" y="625"/>
                      <a:pt x="259" y="97"/>
                      <a:pt x="259" y="97"/>
                    </a:cubicBezTo>
                    <a:cubicBezTo>
                      <a:pt x="259" y="46"/>
                      <a:pt x="243" y="16"/>
                      <a:pt x="19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2" name="Google Shape;2662;p44"/>
              <p:cNvSpPr/>
              <p:nvPr/>
            </p:nvSpPr>
            <p:spPr>
              <a:xfrm>
                <a:off x="8043374" y="3141969"/>
                <a:ext cx="99860" cy="106182"/>
              </a:xfrm>
              <a:custGeom>
                <a:avLst/>
                <a:gdLst/>
                <a:ahLst/>
                <a:cxnLst/>
                <a:rect l="l" t="t" r="r" b="b"/>
                <a:pathLst>
                  <a:path w="1042" h="1108" extrusionOk="0">
                    <a:moveTo>
                      <a:pt x="255" y="1"/>
                    </a:moveTo>
                    <a:cubicBezTo>
                      <a:pt x="255" y="1"/>
                      <a:pt x="0" y="676"/>
                      <a:pt x="721" y="1108"/>
                    </a:cubicBezTo>
                    <a:cubicBezTo>
                      <a:pt x="1041" y="386"/>
                      <a:pt x="255" y="1"/>
                      <a:pt x="2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3" name="Google Shape;2663;p44"/>
              <p:cNvSpPr/>
              <p:nvPr/>
            </p:nvSpPr>
            <p:spPr>
              <a:xfrm>
                <a:off x="8126463" y="3190173"/>
                <a:ext cx="95547" cy="66604"/>
              </a:xfrm>
              <a:custGeom>
                <a:avLst/>
                <a:gdLst/>
                <a:ahLst/>
                <a:cxnLst/>
                <a:rect l="l" t="t" r="r" b="b"/>
                <a:pathLst>
                  <a:path w="997" h="695" extrusionOk="0">
                    <a:moveTo>
                      <a:pt x="871" y="1"/>
                    </a:moveTo>
                    <a:cubicBezTo>
                      <a:pt x="654" y="1"/>
                      <a:pt x="214" y="78"/>
                      <a:pt x="1" y="670"/>
                    </a:cubicBezTo>
                    <a:cubicBezTo>
                      <a:pt x="73" y="687"/>
                      <a:pt x="140" y="695"/>
                      <a:pt x="203" y="695"/>
                    </a:cubicBezTo>
                    <a:cubicBezTo>
                      <a:pt x="797" y="695"/>
                      <a:pt x="996" y="11"/>
                      <a:pt x="996" y="11"/>
                    </a:cubicBezTo>
                    <a:cubicBezTo>
                      <a:pt x="996" y="11"/>
                      <a:pt x="947" y="1"/>
                      <a:pt x="87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4" name="Google Shape;2664;p44"/>
              <p:cNvSpPr/>
              <p:nvPr/>
            </p:nvSpPr>
            <p:spPr>
              <a:xfrm>
                <a:off x="8058516" y="3288402"/>
                <a:ext cx="126502" cy="167899"/>
              </a:xfrm>
              <a:custGeom>
                <a:avLst/>
                <a:gdLst/>
                <a:ahLst/>
                <a:cxnLst/>
                <a:rect l="l" t="t" r="r" b="b"/>
                <a:pathLst>
                  <a:path w="1320" h="1752" extrusionOk="0">
                    <a:moveTo>
                      <a:pt x="147" y="0"/>
                    </a:moveTo>
                    <a:cubicBezTo>
                      <a:pt x="66" y="0"/>
                      <a:pt x="0" y="62"/>
                      <a:pt x="0" y="143"/>
                    </a:cubicBezTo>
                    <a:lnTo>
                      <a:pt x="0" y="1605"/>
                    </a:lnTo>
                    <a:cubicBezTo>
                      <a:pt x="0" y="1686"/>
                      <a:pt x="66" y="1751"/>
                      <a:pt x="147" y="1751"/>
                    </a:cubicBezTo>
                    <a:lnTo>
                      <a:pt x="1173" y="1751"/>
                    </a:lnTo>
                    <a:cubicBezTo>
                      <a:pt x="1254" y="1751"/>
                      <a:pt x="1319" y="1686"/>
                      <a:pt x="1319" y="1605"/>
                    </a:cubicBezTo>
                    <a:lnTo>
                      <a:pt x="1319" y="143"/>
                    </a:lnTo>
                    <a:cubicBezTo>
                      <a:pt x="1319" y="62"/>
                      <a:pt x="1254" y="0"/>
                      <a:pt x="117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5" name="Google Shape;2665;p44"/>
              <p:cNvSpPr/>
              <p:nvPr/>
            </p:nvSpPr>
            <p:spPr>
              <a:xfrm>
                <a:off x="8058516" y="3408481"/>
                <a:ext cx="126502" cy="47820"/>
              </a:xfrm>
              <a:custGeom>
                <a:avLst/>
                <a:gdLst/>
                <a:ahLst/>
                <a:cxnLst/>
                <a:rect l="l" t="t" r="r" b="b"/>
                <a:pathLst>
                  <a:path w="1320" h="499" extrusionOk="0">
                    <a:moveTo>
                      <a:pt x="0" y="1"/>
                    </a:moveTo>
                    <a:lnTo>
                      <a:pt x="0" y="352"/>
                    </a:lnTo>
                    <a:cubicBezTo>
                      <a:pt x="0" y="433"/>
                      <a:pt x="66" y="498"/>
                      <a:pt x="147" y="498"/>
                    </a:cubicBezTo>
                    <a:lnTo>
                      <a:pt x="1173" y="498"/>
                    </a:lnTo>
                    <a:cubicBezTo>
                      <a:pt x="1254" y="498"/>
                      <a:pt x="1319" y="433"/>
                      <a:pt x="1319" y="352"/>
                    </a:cubicBezTo>
                    <a:lnTo>
                      <a:pt x="1319" y="82"/>
                    </a:lnTo>
                    <a:cubicBezTo>
                      <a:pt x="1157" y="143"/>
                      <a:pt x="980" y="178"/>
                      <a:pt x="806" y="178"/>
                    </a:cubicBezTo>
                    <a:cubicBezTo>
                      <a:pt x="517" y="178"/>
                      <a:pt x="228" y="97"/>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6" name="Google Shape;2666;p44"/>
              <p:cNvSpPr/>
              <p:nvPr/>
            </p:nvSpPr>
            <p:spPr>
              <a:xfrm>
                <a:off x="8132405" y="3375993"/>
                <a:ext cx="32680" cy="26354"/>
              </a:xfrm>
              <a:custGeom>
                <a:avLst/>
                <a:gdLst/>
                <a:ahLst/>
                <a:cxnLst/>
                <a:rect l="l" t="t" r="r" b="b"/>
                <a:pathLst>
                  <a:path w="341" h="275" extrusionOk="0">
                    <a:moveTo>
                      <a:pt x="178" y="0"/>
                    </a:moveTo>
                    <a:cubicBezTo>
                      <a:pt x="82" y="0"/>
                      <a:pt x="1" y="112"/>
                      <a:pt x="51" y="208"/>
                    </a:cubicBezTo>
                    <a:cubicBezTo>
                      <a:pt x="66" y="228"/>
                      <a:pt x="82" y="259"/>
                      <a:pt x="112" y="274"/>
                    </a:cubicBezTo>
                    <a:lnTo>
                      <a:pt x="178" y="274"/>
                    </a:lnTo>
                    <a:cubicBezTo>
                      <a:pt x="259" y="274"/>
                      <a:pt x="340" y="178"/>
                      <a:pt x="290" y="81"/>
                    </a:cubicBezTo>
                    <a:cubicBezTo>
                      <a:pt x="274" y="50"/>
                      <a:pt x="259" y="35"/>
                      <a:pt x="228" y="16"/>
                    </a:cubicBezTo>
                    <a:cubicBezTo>
                      <a:pt x="209" y="16"/>
                      <a:pt x="193" y="0"/>
                      <a:pt x="1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7" name="Google Shape;2667;p44"/>
              <p:cNvSpPr/>
              <p:nvPr/>
            </p:nvSpPr>
            <p:spPr>
              <a:xfrm>
                <a:off x="8077012" y="3353089"/>
                <a:ext cx="40347" cy="32200"/>
              </a:xfrm>
              <a:custGeom>
                <a:avLst/>
                <a:gdLst/>
                <a:ahLst/>
                <a:cxnLst/>
                <a:rect l="l" t="t" r="r" b="b"/>
                <a:pathLst>
                  <a:path w="421" h="336" extrusionOk="0">
                    <a:moveTo>
                      <a:pt x="208" y="0"/>
                    </a:moveTo>
                    <a:cubicBezTo>
                      <a:pt x="97" y="0"/>
                      <a:pt x="0" y="143"/>
                      <a:pt x="81" y="255"/>
                    </a:cubicBezTo>
                    <a:cubicBezTo>
                      <a:pt x="81" y="289"/>
                      <a:pt x="97" y="305"/>
                      <a:pt x="112" y="305"/>
                    </a:cubicBezTo>
                    <a:cubicBezTo>
                      <a:pt x="147" y="320"/>
                      <a:pt x="177" y="336"/>
                      <a:pt x="208" y="336"/>
                    </a:cubicBezTo>
                    <a:cubicBezTo>
                      <a:pt x="339" y="336"/>
                      <a:pt x="420" y="208"/>
                      <a:pt x="355" y="81"/>
                    </a:cubicBezTo>
                    <a:cubicBezTo>
                      <a:pt x="339" y="62"/>
                      <a:pt x="324" y="46"/>
                      <a:pt x="305" y="31"/>
                    </a:cubicBezTo>
                    <a:cubicBezTo>
                      <a:pt x="274" y="15"/>
                      <a:pt x="243" y="0"/>
                      <a:pt x="20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8" name="Google Shape;2668;p44"/>
              <p:cNvSpPr/>
              <p:nvPr/>
            </p:nvSpPr>
            <p:spPr>
              <a:xfrm>
                <a:off x="8067716" y="3308335"/>
                <a:ext cx="27792" cy="95449"/>
              </a:xfrm>
              <a:custGeom>
                <a:avLst/>
                <a:gdLst/>
                <a:ahLst/>
                <a:cxnLst/>
                <a:rect l="l" t="t" r="r" b="b"/>
                <a:pathLst>
                  <a:path w="290" h="996" extrusionOk="0">
                    <a:moveTo>
                      <a:pt x="147" y="0"/>
                    </a:moveTo>
                    <a:cubicBezTo>
                      <a:pt x="66" y="0"/>
                      <a:pt x="1" y="66"/>
                      <a:pt x="1" y="162"/>
                    </a:cubicBezTo>
                    <a:lnTo>
                      <a:pt x="1" y="853"/>
                    </a:lnTo>
                    <a:cubicBezTo>
                      <a:pt x="1" y="934"/>
                      <a:pt x="66" y="995"/>
                      <a:pt x="147" y="995"/>
                    </a:cubicBezTo>
                    <a:cubicBezTo>
                      <a:pt x="228" y="995"/>
                      <a:pt x="290" y="934"/>
                      <a:pt x="290" y="853"/>
                    </a:cubicBezTo>
                    <a:lnTo>
                      <a:pt x="290" y="162"/>
                    </a:lnTo>
                    <a:cubicBezTo>
                      <a:pt x="290" y="66"/>
                      <a:pt x="228" y="0"/>
                      <a:pt x="1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9" name="Google Shape;2669;p44"/>
              <p:cNvSpPr/>
              <p:nvPr/>
            </p:nvSpPr>
            <p:spPr>
              <a:xfrm>
                <a:off x="8132405" y="3334593"/>
                <a:ext cx="26355" cy="18592"/>
              </a:xfrm>
              <a:custGeom>
                <a:avLst/>
                <a:gdLst/>
                <a:ahLst/>
                <a:cxnLst/>
                <a:rect l="l" t="t" r="r" b="b"/>
                <a:pathLst>
                  <a:path w="275" h="194" extrusionOk="0">
                    <a:moveTo>
                      <a:pt x="147" y="0"/>
                    </a:moveTo>
                    <a:cubicBezTo>
                      <a:pt x="66" y="0"/>
                      <a:pt x="1" y="81"/>
                      <a:pt x="51" y="158"/>
                    </a:cubicBezTo>
                    <a:cubicBezTo>
                      <a:pt x="66" y="158"/>
                      <a:pt x="66" y="178"/>
                      <a:pt x="82" y="178"/>
                    </a:cubicBezTo>
                    <a:cubicBezTo>
                      <a:pt x="97" y="193"/>
                      <a:pt x="112" y="193"/>
                      <a:pt x="147" y="193"/>
                    </a:cubicBezTo>
                    <a:cubicBezTo>
                      <a:pt x="209" y="193"/>
                      <a:pt x="274" y="112"/>
                      <a:pt x="228" y="31"/>
                    </a:cubicBezTo>
                    <a:cubicBezTo>
                      <a:pt x="228" y="31"/>
                      <a:pt x="209" y="16"/>
                      <a:pt x="193" y="16"/>
                    </a:cubicBezTo>
                    <a:cubicBezTo>
                      <a:pt x="178" y="0"/>
                      <a:pt x="163" y="0"/>
                      <a:pt x="1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70" name="Google Shape;2670;p44"/>
            <p:cNvGrpSpPr/>
            <p:nvPr/>
          </p:nvGrpSpPr>
          <p:grpSpPr>
            <a:xfrm>
              <a:off x="719107" y="2473793"/>
              <a:ext cx="1087346" cy="588664"/>
              <a:chOff x="7791997" y="2089174"/>
              <a:chExt cx="819587" cy="443706"/>
            </a:xfrm>
          </p:grpSpPr>
          <p:sp>
            <p:nvSpPr>
              <p:cNvPr id="2671" name="Google Shape;2671;p44"/>
              <p:cNvSpPr/>
              <p:nvPr/>
            </p:nvSpPr>
            <p:spPr>
              <a:xfrm>
                <a:off x="7844419" y="2135462"/>
                <a:ext cx="109539" cy="198565"/>
              </a:xfrm>
              <a:custGeom>
                <a:avLst/>
                <a:gdLst/>
                <a:ahLst/>
                <a:cxnLst/>
                <a:rect l="l" t="t" r="r" b="b"/>
                <a:pathLst>
                  <a:path w="1143" h="2072" extrusionOk="0">
                    <a:moveTo>
                      <a:pt x="1" y="0"/>
                    </a:moveTo>
                    <a:lnTo>
                      <a:pt x="1" y="0"/>
                    </a:lnTo>
                    <a:cubicBezTo>
                      <a:pt x="67" y="1508"/>
                      <a:pt x="1143" y="2071"/>
                      <a:pt x="1143" y="2071"/>
                    </a:cubicBezTo>
                    <a:cubicBezTo>
                      <a:pt x="1143" y="2071"/>
                      <a:pt x="1143" y="802"/>
                      <a:pt x="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2" name="Google Shape;2672;p44"/>
              <p:cNvSpPr/>
              <p:nvPr/>
            </p:nvSpPr>
            <p:spPr>
              <a:xfrm>
                <a:off x="7910641" y="2089174"/>
                <a:ext cx="123531" cy="226356"/>
              </a:xfrm>
              <a:custGeom>
                <a:avLst/>
                <a:gdLst/>
                <a:ahLst/>
                <a:cxnLst/>
                <a:rect l="l" t="t" r="r" b="b"/>
                <a:pathLst>
                  <a:path w="1289" h="2362" extrusionOk="0">
                    <a:moveTo>
                      <a:pt x="660" y="1"/>
                    </a:moveTo>
                    <a:lnTo>
                      <a:pt x="660" y="1"/>
                    </a:lnTo>
                    <a:cubicBezTo>
                      <a:pt x="0" y="1351"/>
                      <a:pt x="675" y="2361"/>
                      <a:pt x="675" y="2361"/>
                    </a:cubicBezTo>
                    <a:cubicBezTo>
                      <a:pt x="675" y="2361"/>
                      <a:pt x="1289" y="1235"/>
                      <a:pt x="66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3" name="Google Shape;2673;p44"/>
              <p:cNvSpPr/>
              <p:nvPr/>
            </p:nvSpPr>
            <p:spPr>
              <a:xfrm>
                <a:off x="8017115" y="2135462"/>
                <a:ext cx="109444" cy="198565"/>
              </a:xfrm>
              <a:custGeom>
                <a:avLst/>
                <a:gdLst/>
                <a:ahLst/>
                <a:cxnLst/>
                <a:rect l="l" t="t" r="r" b="b"/>
                <a:pathLst>
                  <a:path w="1142" h="2072" extrusionOk="0">
                    <a:moveTo>
                      <a:pt x="0" y="0"/>
                    </a:moveTo>
                    <a:lnTo>
                      <a:pt x="0" y="0"/>
                    </a:lnTo>
                    <a:cubicBezTo>
                      <a:pt x="62" y="1508"/>
                      <a:pt x="1142" y="2071"/>
                      <a:pt x="1142" y="2071"/>
                    </a:cubicBezTo>
                    <a:cubicBezTo>
                      <a:pt x="1142" y="2071"/>
                      <a:pt x="1142" y="802"/>
                      <a:pt x="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4" name="Google Shape;2674;p44"/>
              <p:cNvSpPr/>
              <p:nvPr/>
            </p:nvSpPr>
            <p:spPr>
              <a:xfrm>
                <a:off x="8083242" y="2089174"/>
                <a:ext cx="123244" cy="226356"/>
              </a:xfrm>
              <a:custGeom>
                <a:avLst/>
                <a:gdLst/>
                <a:ahLst/>
                <a:cxnLst/>
                <a:rect l="l" t="t" r="r" b="b"/>
                <a:pathLst>
                  <a:path w="1286" h="2362" extrusionOk="0">
                    <a:moveTo>
                      <a:pt x="645" y="1"/>
                    </a:moveTo>
                    <a:lnTo>
                      <a:pt x="645" y="1"/>
                    </a:lnTo>
                    <a:cubicBezTo>
                      <a:pt x="1" y="1351"/>
                      <a:pt x="676" y="2361"/>
                      <a:pt x="676" y="2361"/>
                    </a:cubicBezTo>
                    <a:cubicBezTo>
                      <a:pt x="676" y="2361"/>
                      <a:pt x="1285" y="1235"/>
                      <a:pt x="64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5" name="Google Shape;2675;p44"/>
              <p:cNvSpPr/>
              <p:nvPr/>
            </p:nvSpPr>
            <p:spPr>
              <a:xfrm>
                <a:off x="7986064" y="2110641"/>
                <a:ext cx="122094" cy="220415"/>
              </a:xfrm>
              <a:custGeom>
                <a:avLst/>
                <a:gdLst/>
                <a:ahLst/>
                <a:cxnLst/>
                <a:rect l="l" t="t" r="r" b="b"/>
                <a:pathLst>
                  <a:path w="1274" h="2300" extrusionOk="0">
                    <a:moveTo>
                      <a:pt x="965" y="1"/>
                    </a:moveTo>
                    <a:lnTo>
                      <a:pt x="965" y="1"/>
                    </a:lnTo>
                    <a:cubicBezTo>
                      <a:pt x="0" y="1158"/>
                      <a:pt x="405" y="2299"/>
                      <a:pt x="405" y="2299"/>
                    </a:cubicBezTo>
                    <a:cubicBezTo>
                      <a:pt x="405" y="2299"/>
                      <a:pt x="1273" y="1366"/>
                      <a:pt x="9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6" name="Google Shape;2676;p44"/>
              <p:cNvSpPr/>
              <p:nvPr/>
            </p:nvSpPr>
            <p:spPr>
              <a:xfrm>
                <a:off x="8133939" y="2135462"/>
                <a:ext cx="110977" cy="198565"/>
              </a:xfrm>
              <a:custGeom>
                <a:avLst/>
                <a:gdLst/>
                <a:ahLst/>
                <a:cxnLst/>
                <a:rect l="l" t="t" r="r" b="b"/>
                <a:pathLst>
                  <a:path w="1158" h="2072" extrusionOk="0">
                    <a:moveTo>
                      <a:pt x="0" y="0"/>
                    </a:moveTo>
                    <a:cubicBezTo>
                      <a:pt x="81" y="1508"/>
                      <a:pt x="1157" y="2071"/>
                      <a:pt x="1157" y="2071"/>
                    </a:cubicBezTo>
                    <a:cubicBezTo>
                      <a:pt x="1157" y="2071"/>
                      <a:pt x="1142" y="802"/>
                      <a:pt x="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7" name="Google Shape;2677;p44"/>
              <p:cNvSpPr/>
              <p:nvPr/>
            </p:nvSpPr>
            <p:spPr>
              <a:xfrm>
                <a:off x="8201886" y="2089174"/>
                <a:ext cx="121710" cy="226356"/>
              </a:xfrm>
              <a:custGeom>
                <a:avLst/>
                <a:gdLst/>
                <a:ahLst/>
                <a:cxnLst/>
                <a:rect l="l" t="t" r="r" b="b"/>
                <a:pathLst>
                  <a:path w="1270" h="2362" extrusionOk="0">
                    <a:moveTo>
                      <a:pt x="641" y="1"/>
                    </a:moveTo>
                    <a:lnTo>
                      <a:pt x="641" y="1"/>
                    </a:lnTo>
                    <a:cubicBezTo>
                      <a:pt x="1" y="1351"/>
                      <a:pt x="676" y="2361"/>
                      <a:pt x="676" y="2361"/>
                    </a:cubicBezTo>
                    <a:cubicBezTo>
                      <a:pt x="676" y="2361"/>
                      <a:pt x="1270" y="1235"/>
                      <a:pt x="64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8" name="Google Shape;2678;p44"/>
              <p:cNvSpPr/>
              <p:nvPr/>
            </p:nvSpPr>
            <p:spPr>
              <a:xfrm>
                <a:off x="8306539" y="2135462"/>
                <a:ext cx="109444" cy="198565"/>
              </a:xfrm>
              <a:custGeom>
                <a:avLst/>
                <a:gdLst/>
                <a:ahLst/>
                <a:cxnLst/>
                <a:rect l="l" t="t" r="r" b="b"/>
                <a:pathLst>
                  <a:path w="1142" h="2072" extrusionOk="0">
                    <a:moveTo>
                      <a:pt x="0" y="0"/>
                    </a:moveTo>
                    <a:cubicBezTo>
                      <a:pt x="81" y="1508"/>
                      <a:pt x="1142" y="2071"/>
                      <a:pt x="1142" y="2071"/>
                    </a:cubicBezTo>
                    <a:cubicBezTo>
                      <a:pt x="1142" y="2071"/>
                      <a:pt x="1142" y="802"/>
                      <a:pt x="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9" name="Google Shape;2679;p44"/>
              <p:cNvSpPr/>
              <p:nvPr/>
            </p:nvSpPr>
            <p:spPr>
              <a:xfrm>
                <a:off x="8372665" y="2135462"/>
                <a:ext cx="123531" cy="227698"/>
              </a:xfrm>
              <a:custGeom>
                <a:avLst/>
                <a:gdLst/>
                <a:ahLst/>
                <a:cxnLst/>
                <a:rect l="l" t="t" r="r" b="b"/>
                <a:pathLst>
                  <a:path w="1289" h="2376" extrusionOk="0">
                    <a:moveTo>
                      <a:pt x="660" y="0"/>
                    </a:moveTo>
                    <a:lnTo>
                      <a:pt x="660" y="0"/>
                    </a:lnTo>
                    <a:cubicBezTo>
                      <a:pt x="1" y="1365"/>
                      <a:pt x="676" y="2376"/>
                      <a:pt x="676" y="2376"/>
                    </a:cubicBezTo>
                    <a:cubicBezTo>
                      <a:pt x="676" y="2376"/>
                      <a:pt x="1289" y="1234"/>
                      <a:pt x="66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0" name="Google Shape;2680;p44"/>
              <p:cNvSpPr/>
              <p:nvPr/>
            </p:nvSpPr>
            <p:spPr>
              <a:xfrm>
                <a:off x="8275871" y="2110641"/>
                <a:ext cx="121710" cy="220415"/>
              </a:xfrm>
              <a:custGeom>
                <a:avLst/>
                <a:gdLst/>
                <a:ahLst/>
                <a:cxnLst/>
                <a:rect l="l" t="t" r="r" b="b"/>
                <a:pathLst>
                  <a:path w="1270" h="2300" extrusionOk="0">
                    <a:moveTo>
                      <a:pt x="980" y="1"/>
                    </a:moveTo>
                    <a:cubicBezTo>
                      <a:pt x="0" y="1158"/>
                      <a:pt x="401" y="2299"/>
                      <a:pt x="401" y="2299"/>
                    </a:cubicBezTo>
                    <a:cubicBezTo>
                      <a:pt x="401" y="2299"/>
                      <a:pt x="1269" y="1366"/>
                      <a:pt x="9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1" name="Google Shape;2681;p44"/>
              <p:cNvSpPr/>
              <p:nvPr/>
            </p:nvSpPr>
            <p:spPr>
              <a:xfrm>
                <a:off x="7791997" y="2287741"/>
                <a:ext cx="798114" cy="245140"/>
              </a:xfrm>
              <a:custGeom>
                <a:avLst/>
                <a:gdLst/>
                <a:ahLst/>
                <a:cxnLst/>
                <a:rect l="l" t="t" r="r" b="b"/>
                <a:pathLst>
                  <a:path w="8328" h="2558" extrusionOk="0">
                    <a:moveTo>
                      <a:pt x="0" y="0"/>
                    </a:moveTo>
                    <a:lnTo>
                      <a:pt x="0" y="1898"/>
                    </a:lnTo>
                    <a:cubicBezTo>
                      <a:pt x="0" y="2268"/>
                      <a:pt x="309" y="2557"/>
                      <a:pt x="660" y="2557"/>
                    </a:cubicBezTo>
                    <a:lnTo>
                      <a:pt x="1015" y="2557"/>
                    </a:lnTo>
                    <a:cubicBezTo>
                      <a:pt x="1127" y="2557"/>
                      <a:pt x="1208" y="2476"/>
                      <a:pt x="1208" y="2365"/>
                    </a:cubicBezTo>
                    <a:lnTo>
                      <a:pt x="1208" y="2203"/>
                    </a:lnTo>
                    <a:cubicBezTo>
                      <a:pt x="1208" y="2091"/>
                      <a:pt x="1304" y="1994"/>
                      <a:pt x="1431" y="1994"/>
                    </a:cubicBezTo>
                    <a:cubicBezTo>
                      <a:pt x="1543" y="1994"/>
                      <a:pt x="1640" y="2091"/>
                      <a:pt x="1640" y="2203"/>
                    </a:cubicBezTo>
                    <a:lnTo>
                      <a:pt x="1640" y="2380"/>
                    </a:lnTo>
                    <a:cubicBezTo>
                      <a:pt x="1640" y="2476"/>
                      <a:pt x="1721" y="2557"/>
                      <a:pt x="1832" y="2557"/>
                    </a:cubicBezTo>
                    <a:cubicBezTo>
                      <a:pt x="1929" y="2557"/>
                      <a:pt x="2010" y="2476"/>
                      <a:pt x="2010" y="2380"/>
                    </a:cubicBezTo>
                    <a:lnTo>
                      <a:pt x="2010" y="2218"/>
                    </a:lnTo>
                    <a:cubicBezTo>
                      <a:pt x="2010" y="2091"/>
                      <a:pt x="2106" y="1994"/>
                      <a:pt x="2218" y="1994"/>
                    </a:cubicBezTo>
                    <a:cubicBezTo>
                      <a:pt x="2227" y="1993"/>
                      <a:pt x="2236" y="1993"/>
                      <a:pt x="2245" y="1993"/>
                    </a:cubicBezTo>
                    <a:cubicBezTo>
                      <a:pt x="2362" y="1993"/>
                      <a:pt x="2446" y="2084"/>
                      <a:pt x="2446" y="2203"/>
                    </a:cubicBezTo>
                    <a:lnTo>
                      <a:pt x="2446" y="2380"/>
                    </a:lnTo>
                    <a:cubicBezTo>
                      <a:pt x="2446" y="2476"/>
                      <a:pt x="2527" y="2557"/>
                      <a:pt x="2623" y="2557"/>
                    </a:cubicBezTo>
                    <a:cubicBezTo>
                      <a:pt x="2735" y="2557"/>
                      <a:pt x="2816" y="2476"/>
                      <a:pt x="2816" y="2380"/>
                    </a:cubicBezTo>
                    <a:lnTo>
                      <a:pt x="2816" y="2218"/>
                    </a:lnTo>
                    <a:cubicBezTo>
                      <a:pt x="2816" y="2091"/>
                      <a:pt x="2893" y="1994"/>
                      <a:pt x="3024" y="1994"/>
                    </a:cubicBezTo>
                    <a:cubicBezTo>
                      <a:pt x="3032" y="1993"/>
                      <a:pt x="3040" y="1993"/>
                      <a:pt x="3048" y="1993"/>
                    </a:cubicBezTo>
                    <a:cubicBezTo>
                      <a:pt x="3151" y="1993"/>
                      <a:pt x="3248" y="2084"/>
                      <a:pt x="3248" y="2203"/>
                    </a:cubicBezTo>
                    <a:lnTo>
                      <a:pt x="3248" y="2365"/>
                    </a:lnTo>
                    <a:cubicBezTo>
                      <a:pt x="3248" y="2476"/>
                      <a:pt x="3329" y="2557"/>
                      <a:pt x="3441" y="2557"/>
                    </a:cubicBezTo>
                    <a:lnTo>
                      <a:pt x="6943" y="2557"/>
                    </a:lnTo>
                    <a:cubicBezTo>
                      <a:pt x="7313" y="2557"/>
                      <a:pt x="7603" y="2268"/>
                      <a:pt x="7603" y="1898"/>
                    </a:cubicBezTo>
                    <a:lnTo>
                      <a:pt x="7603" y="1366"/>
                    </a:lnTo>
                    <a:lnTo>
                      <a:pt x="8328" y="1366"/>
                    </a:lnTo>
                    <a:lnTo>
                      <a:pt x="8328" y="370"/>
                    </a:lnTo>
                    <a:lnTo>
                      <a:pt x="7603" y="370"/>
                    </a:lnTo>
                    <a:lnTo>
                      <a:pt x="760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2" name="Google Shape;2682;p44"/>
              <p:cNvSpPr/>
              <p:nvPr/>
            </p:nvSpPr>
            <p:spPr>
              <a:xfrm>
                <a:off x="7826018" y="2287741"/>
                <a:ext cx="662412" cy="166365"/>
              </a:xfrm>
              <a:custGeom>
                <a:avLst/>
                <a:gdLst/>
                <a:ahLst/>
                <a:cxnLst/>
                <a:rect l="l" t="t" r="r" b="b"/>
                <a:pathLst>
                  <a:path w="6912" h="1736" extrusionOk="0">
                    <a:moveTo>
                      <a:pt x="0" y="0"/>
                    </a:moveTo>
                    <a:lnTo>
                      <a:pt x="0" y="1076"/>
                    </a:lnTo>
                    <a:cubicBezTo>
                      <a:pt x="0" y="1447"/>
                      <a:pt x="289" y="1736"/>
                      <a:pt x="660" y="1736"/>
                    </a:cubicBezTo>
                    <a:lnTo>
                      <a:pt x="6252" y="1736"/>
                    </a:lnTo>
                    <a:cubicBezTo>
                      <a:pt x="6607" y="1736"/>
                      <a:pt x="6912" y="1447"/>
                      <a:pt x="6912" y="1076"/>
                    </a:cubicBezTo>
                    <a:lnTo>
                      <a:pt x="691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3" name="Google Shape;2683;p44"/>
              <p:cNvSpPr/>
              <p:nvPr/>
            </p:nvSpPr>
            <p:spPr>
              <a:xfrm>
                <a:off x="8566733" y="2313999"/>
                <a:ext cx="44851" cy="115382"/>
              </a:xfrm>
              <a:custGeom>
                <a:avLst/>
                <a:gdLst/>
                <a:ahLst/>
                <a:cxnLst/>
                <a:rect l="l" t="t" r="r" b="b"/>
                <a:pathLst>
                  <a:path w="468" h="1204" extrusionOk="0">
                    <a:moveTo>
                      <a:pt x="132" y="0"/>
                    </a:moveTo>
                    <a:cubicBezTo>
                      <a:pt x="66" y="0"/>
                      <a:pt x="1" y="46"/>
                      <a:pt x="1" y="112"/>
                    </a:cubicBezTo>
                    <a:lnTo>
                      <a:pt x="1" y="1076"/>
                    </a:lnTo>
                    <a:cubicBezTo>
                      <a:pt x="1" y="1142"/>
                      <a:pt x="66" y="1203"/>
                      <a:pt x="132" y="1203"/>
                    </a:cubicBezTo>
                    <a:lnTo>
                      <a:pt x="356" y="1203"/>
                    </a:lnTo>
                    <a:cubicBezTo>
                      <a:pt x="421" y="1203"/>
                      <a:pt x="467" y="1142"/>
                      <a:pt x="467" y="1076"/>
                    </a:cubicBezTo>
                    <a:lnTo>
                      <a:pt x="467" y="112"/>
                    </a:lnTo>
                    <a:cubicBezTo>
                      <a:pt x="467" y="46"/>
                      <a:pt x="421" y="0"/>
                      <a:pt x="35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4" name="Google Shape;2684;p44"/>
              <p:cNvSpPr/>
              <p:nvPr/>
            </p:nvSpPr>
            <p:spPr>
              <a:xfrm>
                <a:off x="7826018" y="2366419"/>
                <a:ext cx="662412" cy="87687"/>
              </a:xfrm>
              <a:custGeom>
                <a:avLst/>
                <a:gdLst/>
                <a:ahLst/>
                <a:cxnLst/>
                <a:rect l="l" t="t" r="r" b="b"/>
                <a:pathLst>
                  <a:path w="6912" h="915" extrusionOk="0">
                    <a:moveTo>
                      <a:pt x="5720" y="448"/>
                    </a:moveTo>
                    <a:cubicBezTo>
                      <a:pt x="5755" y="448"/>
                      <a:pt x="5770" y="448"/>
                      <a:pt x="5786" y="464"/>
                    </a:cubicBezTo>
                    <a:cubicBezTo>
                      <a:pt x="5801" y="464"/>
                      <a:pt x="5817" y="483"/>
                      <a:pt x="5817" y="498"/>
                    </a:cubicBezTo>
                    <a:cubicBezTo>
                      <a:pt x="5867" y="579"/>
                      <a:pt x="5817" y="656"/>
                      <a:pt x="5720" y="656"/>
                    </a:cubicBezTo>
                    <a:cubicBezTo>
                      <a:pt x="5705" y="656"/>
                      <a:pt x="5689" y="656"/>
                      <a:pt x="5674" y="641"/>
                    </a:cubicBezTo>
                    <a:cubicBezTo>
                      <a:pt x="5658" y="641"/>
                      <a:pt x="5643" y="626"/>
                      <a:pt x="5643" y="610"/>
                    </a:cubicBezTo>
                    <a:cubicBezTo>
                      <a:pt x="5593" y="529"/>
                      <a:pt x="5643" y="448"/>
                      <a:pt x="5720" y="448"/>
                    </a:cubicBezTo>
                    <a:close/>
                    <a:moveTo>
                      <a:pt x="6156" y="386"/>
                    </a:moveTo>
                    <a:cubicBezTo>
                      <a:pt x="6187" y="386"/>
                      <a:pt x="6222" y="402"/>
                      <a:pt x="6252" y="417"/>
                    </a:cubicBezTo>
                    <a:cubicBezTo>
                      <a:pt x="6268" y="433"/>
                      <a:pt x="6283" y="433"/>
                      <a:pt x="6299" y="464"/>
                    </a:cubicBezTo>
                    <a:cubicBezTo>
                      <a:pt x="6380" y="595"/>
                      <a:pt x="6283" y="722"/>
                      <a:pt x="6156" y="722"/>
                    </a:cubicBezTo>
                    <a:cubicBezTo>
                      <a:pt x="6141" y="722"/>
                      <a:pt x="6106" y="707"/>
                      <a:pt x="6075" y="691"/>
                    </a:cubicBezTo>
                    <a:cubicBezTo>
                      <a:pt x="6044" y="676"/>
                      <a:pt x="6044" y="656"/>
                      <a:pt x="6029" y="641"/>
                    </a:cubicBezTo>
                    <a:cubicBezTo>
                      <a:pt x="5948" y="514"/>
                      <a:pt x="6044" y="386"/>
                      <a:pt x="6156" y="386"/>
                    </a:cubicBezTo>
                    <a:close/>
                    <a:moveTo>
                      <a:pt x="0" y="1"/>
                    </a:moveTo>
                    <a:lnTo>
                      <a:pt x="0" y="255"/>
                    </a:lnTo>
                    <a:cubicBezTo>
                      <a:pt x="0" y="626"/>
                      <a:pt x="289" y="915"/>
                      <a:pt x="660" y="915"/>
                    </a:cubicBezTo>
                    <a:lnTo>
                      <a:pt x="6252" y="915"/>
                    </a:lnTo>
                    <a:cubicBezTo>
                      <a:pt x="6607" y="915"/>
                      <a:pt x="6912" y="626"/>
                      <a:pt x="6912" y="255"/>
                    </a:cubicBezTo>
                    <a:lnTo>
                      <a:pt x="6912" y="62"/>
                    </a:lnTo>
                    <a:cubicBezTo>
                      <a:pt x="5898" y="271"/>
                      <a:pt x="4852" y="336"/>
                      <a:pt x="3873" y="336"/>
                    </a:cubicBezTo>
                    <a:cubicBezTo>
                      <a:pt x="2268" y="336"/>
                      <a:pt x="837" y="143"/>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5" name="Google Shape;2685;p44"/>
              <p:cNvSpPr/>
              <p:nvPr/>
            </p:nvSpPr>
            <p:spPr>
              <a:xfrm>
                <a:off x="7930575" y="2343132"/>
                <a:ext cx="26355" cy="21562"/>
              </a:xfrm>
              <a:custGeom>
                <a:avLst/>
                <a:gdLst/>
                <a:ahLst/>
                <a:cxnLst/>
                <a:rect l="l" t="t" r="r" b="b"/>
                <a:pathLst>
                  <a:path w="275" h="225" extrusionOk="0">
                    <a:moveTo>
                      <a:pt x="132" y="1"/>
                    </a:moveTo>
                    <a:cubicBezTo>
                      <a:pt x="51" y="1"/>
                      <a:pt x="1" y="82"/>
                      <a:pt x="51" y="178"/>
                    </a:cubicBezTo>
                    <a:cubicBezTo>
                      <a:pt x="51" y="194"/>
                      <a:pt x="66" y="194"/>
                      <a:pt x="82" y="209"/>
                    </a:cubicBezTo>
                    <a:cubicBezTo>
                      <a:pt x="97" y="209"/>
                      <a:pt x="116" y="224"/>
                      <a:pt x="132" y="224"/>
                    </a:cubicBezTo>
                    <a:cubicBezTo>
                      <a:pt x="213" y="224"/>
                      <a:pt x="275" y="128"/>
                      <a:pt x="228" y="51"/>
                    </a:cubicBezTo>
                    <a:cubicBezTo>
                      <a:pt x="228" y="32"/>
                      <a:pt x="213" y="32"/>
                      <a:pt x="194" y="16"/>
                    </a:cubicBezTo>
                    <a:cubicBezTo>
                      <a:pt x="178" y="1"/>
                      <a:pt x="163" y="1"/>
                      <a:pt x="1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6" name="Google Shape;2686;p44"/>
              <p:cNvSpPr/>
              <p:nvPr/>
            </p:nvSpPr>
            <p:spPr>
              <a:xfrm>
                <a:off x="8326473" y="2349457"/>
                <a:ext cx="27792" cy="21466"/>
              </a:xfrm>
              <a:custGeom>
                <a:avLst/>
                <a:gdLst/>
                <a:ahLst/>
                <a:cxnLst/>
                <a:rect l="l" t="t" r="r" b="b"/>
                <a:pathLst>
                  <a:path w="290" h="224" extrusionOk="0">
                    <a:moveTo>
                      <a:pt x="147" y="0"/>
                    </a:moveTo>
                    <a:cubicBezTo>
                      <a:pt x="66" y="0"/>
                      <a:pt x="1" y="97"/>
                      <a:pt x="51" y="178"/>
                    </a:cubicBezTo>
                    <a:cubicBezTo>
                      <a:pt x="66" y="193"/>
                      <a:pt x="82" y="193"/>
                      <a:pt x="82" y="209"/>
                    </a:cubicBezTo>
                    <a:cubicBezTo>
                      <a:pt x="112" y="224"/>
                      <a:pt x="132" y="224"/>
                      <a:pt x="147" y="224"/>
                    </a:cubicBezTo>
                    <a:cubicBezTo>
                      <a:pt x="228" y="224"/>
                      <a:pt x="290" y="143"/>
                      <a:pt x="244" y="47"/>
                    </a:cubicBezTo>
                    <a:cubicBezTo>
                      <a:pt x="244" y="31"/>
                      <a:pt x="228" y="31"/>
                      <a:pt x="209" y="16"/>
                    </a:cubicBezTo>
                    <a:cubicBezTo>
                      <a:pt x="193" y="16"/>
                      <a:pt x="163" y="0"/>
                      <a:pt x="1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7" name="Google Shape;2687;p44"/>
              <p:cNvSpPr/>
              <p:nvPr/>
            </p:nvSpPr>
            <p:spPr>
              <a:xfrm>
                <a:off x="8394516" y="2320228"/>
                <a:ext cx="27792" cy="21562"/>
              </a:xfrm>
              <a:custGeom>
                <a:avLst/>
                <a:gdLst/>
                <a:ahLst/>
                <a:cxnLst/>
                <a:rect l="l" t="t" r="r" b="b"/>
                <a:pathLst>
                  <a:path w="290" h="225" extrusionOk="0">
                    <a:moveTo>
                      <a:pt x="143" y="1"/>
                    </a:moveTo>
                    <a:cubicBezTo>
                      <a:pt x="62" y="1"/>
                      <a:pt x="0" y="97"/>
                      <a:pt x="47" y="174"/>
                    </a:cubicBezTo>
                    <a:cubicBezTo>
                      <a:pt x="62" y="193"/>
                      <a:pt x="77" y="209"/>
                      <a:pt x="77" y="209"/>
                    </a:cubicBezTo>
                    <a:cubicBezTo>
                      <a:pt x="112" y="224"/>
                      <a:pt x="128" y="224"/>
                      <a:pt x="143" y="224"/>
                    </a:cubicBezTo>
                    <a:cubicBezTo>
                      <a:pt x="224" y="224"/>
                      <a:pt x="290" y="143"/>
                      <a:pt x="239" y="62"/>
                    </a:cubicBezTo>
                    <a:cubicBezTo>
                      <a:pt x="239" y="47"/>
                      <a:pt x="224" y="31"/>
                      <a:pt x="209" y="31"/>
                    </a:cubicBezTo>
                    <a:cubicBezTo>
                      <a:pt x="193" y="16"/>
                      <a:pt x="158" y="1"/>
                      <a:pt x="1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8" name="Google Shape;2688;p44"/>
              <p:cNvSpPr/>
              <p:nvPr/>
            </p:nvSpPr>
            <p:spPr>
              <a:xfrm>
                <a:off x="8361932" y="2409353"/>
                <a:ext cx="26355" cy="20029"/>
              </a:xfrm>
              <a:custGeom>
                <a:avLst/>
                <a:gdLst/>
                <a:ahLst/>
                <a:cxnLst/>
                <a:rect l="l" t="t" r="r" b="b"/>
                <a:pathLst>
                  <a:path w="275" h="209" extrusionOk="0">
                    <a:moveTo>
                      <a:pt x="128" y="0"/>
                    </a:moveTo>
                    <a:cubicBezTo>
                      <a:pt x="51" y="0"/>
                      <a:pt x="1" y="81"/>
                      <a:pt x="51" y="162"/>
                    </a:cubicBezTo>
                    <a:cubicBezTo>
                      <a:pt x="51" y="178"/>
                      <a:pt x="66" y="193"/>
                      <a:pt x="82" y="193"/>
                    </a:cubicBezTo>
                    <a:cubicBezTo>
                      <a:pt x="97" y="208"/>
                      <a:pt x="113" y="208"/>
                      <a:pt x="128" y="208"/>
                    </a:cubicBezTo>
                    <a:cubicBezTo>
                      <a:pt x="225" y="208"/>
                      <a:pt x="275" y="131"/>
                      <a:pt x="225" y="50"/>
                    </a:cubicBezTo>
                    <a:cubicBezTo>
                      <a:pt x="225" y="35"/>
                      <a:pt x="209" y="16"/>
                      <a:pt x="194" y="16"/>
                    </a:cubicBezTo>
                    <a:cubicBezTo>
                      <a:pt x="178" y="0"/>
                      <a:pt x="163" y="0"/>
                      <a:pt x="128" y="0"/>
                    </a:cubicBezTo>
                    <a:close/>
                  </a:path>
                </a:pathLst>
              </a:custGeom>
              <a:solidFill>
                <a:srgbClr val="0C22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9" name="Google Shape;2689;p44"/>
              <p:cNvSpPr/>
              <p:nvPr/>
            </p:nvSpPr>
            <p:spPr>
              <a:xfrm>
                <a:off x="7980122" y="2330961"/>
                <a:ext cx="41497" cy="32200"/>
              </a:xfrm>
              <a:custGeom>
                <a:avLst/>
                <a:gdLst/>
                <a:ahLst/>
                <a:cxnLst/>
                <a:rect l="l" t="t" r="r" b="b"/>
                <a:pathLst>
                  <a:path w="433" h="336" extrusionOk="0">
                    <a:moveTo>
                      <a:pt x="224" y="0"/>
                    </a:moveTo>
                    <a:cubicBezTo>
                      <a:pt x="97" y="0"/>
                      <a:pt x="1" y="128"/>
                      <a:pt x="82" y="255"/>
                    </a:cubicBezTo>
                    <a:cubicBezTo>
                      <a:pt x="97" y="274"/>
                      <a:pt x="112" y="290"/>
                      <a:pt x="128" y="305"/>
                    </a:cubicBezTo>
                    <a:cubicBezTo>
                      <a:pt x="159" y="321"/>
                      <a:pt x="193" y="336"/>
                      <a:pt x="224" y="336"/>
                    </a:cubicBezTo>
                    <a:cubicBezTo>
                      <a:pt x="336" y="336"/>
                      <a:pt x="433" y="209"/>
                      <a:pt x="352" y="81"/>
                    </a:cubicBezTo>
                    <a:cubicBezTo>
                      <a:pt x="336" y="62"/>
                      <a:pt x="336" y="47"/>
                      <a:pt x="305" y="31"/>
                    </a:cubicBezTo>
                    <a:cubicBezTo>
                      <a:pt x="274" y="16"/>
                      <a:pt x="240" y="0"/>
                      <a:pt x="2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0" name="Google Shape;2690;p44"/>
              <p:cNvSpPr/>
              <p:nvPr/>
            </p:nvSpPr>
            <p:spPr>
              <a:xfrm>
                <a:off x="8395953" y="2403411"/>
                <a:ext cx="41497" cy="32200"/>
              </a:xfrm>
              <a:custGeom>
                <a:avLst/>
                <a:gdLst/>
                <a:ahLst/>
                <a:cxnLst/>
                <a:rect l="l" t="t" r="r" b="b"/>
                <a:pathLst>
                  <a:path w="433" h="336" extrusionOk="0">
                    <a:moveTo>
                      <a:pt x="209" y="0"/>
                    </a:moveTo>
                    <a:cubicBezTo>
                      <a:pt x="97" y="0"/>
                      <a:pt x="1" y="128"/>
                      <a:pt x="82" y="255"/>
                    </a:cubicBezTo>
                    <a:cubicBezTo>
                      <a:pt x="97" y="270"/>
                      <a:pt x="97" y="290"/>
                      <a:pt x="128" y="305"/>
                    </a:cubicBezTo>
                    <a:cubicBezTo>
                      <a:pt x="159" y="321"/>
                      <a:pt x="194" y="336"/>
                      <a:pt x="209" y="336"/>
                    </a:cubicBezTo>
                    <a:cubicBezTo>
                      <a:pt x="336" y="336"/>
                      <a:pt x="433" y="209"/>
                      <a:pt x="352" y="78"/>
                    </a:cubicBezTo>
                    <a:cubicBezTo>
                      <a:pt x="336" y="47"/>
                      <a:pt x="321" y="47"/>
                      <a:pt x="305" y="31"/>
                    </a:cubicBezTo>
                    <a:cubicBezTo>
                      <a:pt x="275" y="16"/>
                      <a:pt x="240" y="0"/>
                      <a:pt x="209" y="0"/>
                    </a:cubicBezTo>
                    <a:close/>
                  </a:path>
                </a:pathLst>
              </a:custGeom>
              <a:solidFill>
                <a:srgbClr val="0C22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1" name="Google Shape;2691;p44"/>
              <p:cNvSpPr/>
              <p:nvPr/>
            </p:nvSpPr>
            <p:spPr>
              <a:xfrm>
                <a:off x="7862915" y="2315436"/>
                <a:ext cx="41880" cy="32583"/>
              </a:xfrm>
              <a:custGeom>
                <a:avLst/>
                <a:gdLst/>
                <a:ahLst/>
                <a:cxnLst/>
                <a:rect l="l" t="t" r="r" b="b"/>
                <a:pathLst>
                  <a:path w="437" h="340" extrusionOk="0">
                    <a:moveTo>
                      <a:pt x="209" y="0"/>
                    </a:moveTo>
                    <a:cubicBezTo>
                      <a:pt x="97" y="0"/>
                      <a:pt x="1" y="128"/>
                      <a:pt x="82" y="259"/>
                    </a:cubicBezTo>
                    <a:cubicBezTo>
                      <a:pt x="97" y="274"/>
                      <a:pt x="97" y="290"/>
                      <a:pt x="128" y="305"/>
                    </a:cubicBezTo>
                    <a:cubicBezTo>
                      <a:pt x="163" y="321"/>
                      <a:pt x="194" y="340"/>
                      <a:pt x="209" y="340"/>
                    </a:cubicBezTo>
                    <a:cubicBezTo>
                      <a:pt x="340" y="340"/>
                      <a:pt x="437" y="193"/>
                      <a:pt x="356" y="81"/>
                    </a:cubicBezTo>
                    <a:cubicBezTo>
                      <a:pt x="340" y="51"/>
                      <a:pt x="321" y="31"/>
                      <a:pt x="306" y="31"/>
                    </a:cubicBezTo>
                    <a:cubicBezTo>
                      <a:pt x="275" y="16"/>
                      <a:pt x="244" y="0"/>
                      <a:pt x="20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2" name="Google Shape;2692;p44"/>
              <p:cNvSpPr/>
              <p:nvPr/>
            </p:nvSpPr>
            <p:spPr>
              <a:xfrm>
                <a:off x="7840010" y="2357220"/>
                <a:ext cx="29326" cy="116916"/>
              </a:xfrm>
              <a:custGeom>
                <a:avLst/>
                <a:gdLst/>
                <a:ahLst/>
                <a:cxnLst/>
                <a:rect l="l" t="t" r="r" b="b"/>
                <a:pathLst>
                  <a:path w="306" h="1220" extrusionOk="0">
                    <a:moveTo>
                      <a:pt x="159" y="0"/>
                    </a:moveTo>
                    <a:cubicBezTo>
                      <a:pt x="62" y="0"/>
                      <a:pt x="1" y="62"/>
                      <a:pt x="1" y="143"/>
                    </a:cubicBezTo>
                    <a:lnTo>
                      <a:pt x="1" y="1076"/>
                    </a:lnTo>
                    <a:cubicBezTo>
                      <a:pt x="1" y="1157"/>
                      <a:pt x="62" y="1219"/>
                      <a:pt x="159" y="1219"/>
                    </a:cubicBezTo>
                    <a:cubicBezTo>
                      <a:pt x="240" y="1219"/>
                      <a:pt x="305" y="1157"/>
                      <a:pt x="305" y="1076"/>
                    </a:cubicBezTo>
                    <a:lnTo>
                      <a:pt x="305" y="143"/>
                    </a:lnTo>
                    <a:cubicBezTo>
                      <a:pt x="305" y="62"/>
                      <a:pt x="240" y="0"/>
                      <a:pt x="1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93" name="Google Shape;2693;p44"/>
            <p:cNvGrpSpPr/>
            <p:nvPr/>
          </p:nvGrpSpPr>
          <p:grpSpPr>
            <a:xfrm>
              <a:off x="443204" y="3024345"/>
              <a:ext cx="1538901" cy="277044"/>
              <a:chOff x="5997971" y="2910579"/>
              <a:chExt cx="886259" cy="159542"/>
            </a:xfrm>
          </p:grpSpPr>
          <p:sp>
            <p:nvSpPr>
              <p:cNvPr id="2694" name="Google Shape;2694;p44"/>
              <p:cNvSpPr/>
              <p:nvPr/>
            </p:nvSpPr>
            <p:spPr>
              <a:xfrm>
                <a:off x="6024726" y="2966795"/>
                <a:ext cx="826886" cy="40259"/>
              </a:xfrm>
              <a:custGeom>
                <a:avLst/>
                <a:gdLst/>
                <a:ahLst/>
                <a:cxnLst/>
                <a:rect l="l" t="t" r="r" b="b"/>
                <a:pathLst>
                  <a:path w="29330" h="1428" extrusionOk="0">
                    <a:moveTo>
                      <a:pt x="0" y="0"/>
                    </a:moveTo>
                    <a:lnTo>
                      <a:pt x="0" y="579"/>
                    </a:lnTo>
                    <a:cubicBezTo>
                      <a:pt x="0" y="1042"/>
                      <a:pt x="386" y="1427"/>
                      <a:pt x="868" y="1427"/>
                    </a:cubicBezTo>
                    <a:lnTo>
                      <a:pt x="3198" y="1427"/>
                    </a:lnTo>
                    <a:lnTo>
                      <a:pt x="3198" y="0"/>
                    </a:lnTo>
                    <a:close/>
                    <a:moveTo>
                      <a:pt x="5674" y="0"/>
                    </a:moveTo>
                    <a:lnTo>
                      <a:pt x="5674" y="899"/>
                    </a:lnTo>
                    <a:lnTo>
                      <a:pt x="5674" y="1427"/>
                    </a:lnTo>
                    <a:lnTo>
                      <a:pt x="23864" y="1427"/>
                    </a:lnTo>
                    <a:lnTo>
                      <a:pt x="23864" y="0"/>
                    </a:lnTo>
                    <a:close/>
                    <a:moveTo>
                      <a:pt x="26325" y="0"/>
                    </a:moveTo>
                    <a:lnTo>
                      <a:pt x="26325" y="899"/>
                    </a:lnTo>
                    <a:lnTo>
                      <a:pt x="26325" y="1427"/>
                    </a:lnTo>
                    <a:lnTo>
                      <a:pt x="28477" y="1427"/>
                    </a:lnTo>
                    <a:cubicBezTo>
                      <a:pt x="28959" y="1427"/>
                      <a:pt x="29329" y="1042"/>
                      <a:pt x="29329" y="579"/>
                    </a:cubicBezTo>
                    <a:lnTo>
                      <a:pt x="29329" y="0"/>
                    </a:lnTo>
                    <a:close/>
                  </a:path>
                </a:pathLst>
              </a:custGeom>
              <a:solidFill>
                <a:schemeClr val="lt1">
                  <a:alpha val="344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5" name="Google Shape;2695;p44"/>
              <p:cNvSpPr/>
              <p:nvPr/>
            </p:nvSpPr>
            <p:spPr>
              <a:xfrm>
                <a:off x="6114858" y="2965386"/>
                <a:ext cx="69861" cy="104735"/>
              </a:xfrm>
              <a:custGeom>
                <a:avLst/>
                <a:gdLst/>
                <a:ahLst/>
                <a:cxnLst/>
                <a:rect l="l" t="t" r="r" b="b"/>
                <a:pathLst>
                  <a:path w="2478" h="3715" extrusionOk="0">
                    <a:moveTo>
                      <a:pt x="1" y="0"/>
                    </a:moveTo>
                    <a:lnTo>
                      <a:pt x="1" y="3086"/>
                    </a:lnTo>
                    <a:cubicBezTo>
                      <a:pt x="1" y="3441"/>
                      <a:pt x="275" y="3715"/>
                      <a:pt x="630" y="3715"/>
                    </a:cubicBezTo>
                    <a:lnTo>
                      <a:pt x="1833" y="3715"/>
                    </a:lnTo>
                    <a:cubicBezTo>
                      <a:pt x="2188" y="3715"/>
                      <a:pt x="2477" y="3441"/>
                      <a:pt x="2477" y="3086"/>
                    </a:cubicBezTo>
                    <a:lnTo>
                      <a:pt x="247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6" name="Google Shape;2696;p44"/>
              <p:cNvSpPr/>
              <p:nvPr/>
            </p:nvSpPr>
            <p:spPr>
              <a:xfrm>
                <a:off x="6114858" y="2966795"/>
                <a:ext cx="69861" cy="25373"/>
              </a:xfrm>
              <a:custGeom>
                <a:avLst/>
                <a:gdLst/>
                <a:ahLst/>
                <a:cxnLst/>
                <a:rect l="l" t="t" r="r" b="b"/>
                <a:pathLst>
                  <a:path w="2478" h="900" extrusionOk="0">
                    <a:moveTo>
                      <a:pt x="1" y="0"/>
                    </a:moveTo>
                    <a:lnTo>
                      <a:pt x="1" y="899"/>
                    </a:lnTo>
                    <a:lnTo>
                      <a:pt x="2477" y="899"/>
                    </a:lnTo>
                    <a:lnTo>
                      <a:pt x="247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7" name="Google Shape;2697;p44"/>
              <p:cNvSpPr/>
              <p:nvPr/>
            </p:nvSpPr>
            <p:spPr>
              <a:xfrm>
                <a:off x="6697489" y="2965386"/>
                <a:ext cx="69410" cy="104735"/>
              </a:xfrm>
              <a:custGeom>
                <a:avLst/>
                <a:gdLst/>
                <a:ahLst/>
                <a:cxnLst/>
                <a:rect l="l" t="t" r="r" b="b"/>
                <a:pathLst>
                  <a:path w="2462" h="3715" extrusionOk="0">
                    <a:moveTo>
                      <a:pt x="1" y="0"/>
                    </a:moveTo>
                    <a:lnTo>
                      <a:pt x="1" y="3086"/>
                    </a:lnTo>
                    <a:cubicBezTo>
                      <a:pt x="1" y="3441"/>
                      <a:pt x="275" y="3715"/>
                      <a:pt x="630" y="3715"/>
                    </a:cubicBezTo>
                    <a:lnTo>
                      <a:pt x="1833" y="3715"/>
                    </a:lnTo>
                    <a:cubicBezTo>
                      <a:pt x="2188" y="3715"/>
                      <a:pt x="2462" y="3441"/>
                      <a:pt x="2462" y="3086"/>
                    </a:cubicBezTo>
                    <a:lnTo>
                      <a:pt x="246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8" name="Google Shape;2698;p44"/>
              <p:cNvSpPr/>
              <p:nvPr/>
            </p:nvSpPr>
            <p:spPr>
              <a:xfrm>
                <a:off x="6697489" y="2966795"/>
                <a:ext cx="69410" cy="25373"/>
              </a:xfrm>
              <a:custGeom>
                <a:avLst/>
                <a:gdLst/>
                <a:ahLst/>
                <a:cxnLst/>
                <a:rect l="l" t="t" r="r" b="b"/>
                <a:pathLst>
                  <a:path w="2462" h="900" extrusionOk="0">
                    <a:moveTo>
                      <a:pt x="1" y="0"/>
                    </a:moveTo>
                    <a:lnTo>
                      <a:pt x="1" y="899"/>
                    </a:lnTo>
                    <a:lnTo>
                      <a:pt x="2462" y="899"/>
                    </a:lnTo>
                    <a:lnTo>
                      <a:pt x="246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9" name="Google Shape;2699;p44"/>
              <p:cNvSpPr/>
              <p:nvPr/>
            </p:nvSpPr>
            <p:spPr>
              <a:xfrm>
                <a:off x="5997971" y="2910579"/>
                <a:ext cx="886259" cy="56244"/>
              </a:xfrm>
              <a:custGeom>
                <a:avLst/>
                <a:gdLst/>
                <a:ahLst/>
                <a:cxnLst/>
                <a:rect l="l" t="t" r="r" b="b"/>
                <a:pathLst>
                  <a:path w="31436" h="1995" extrusionOk="0">
                    <a:moveTo>
                      <a:pt x="980" y="0"/>
                    </a:moveTo>
                    <a:cubicBezTo>
                      <a:pt x="706" y="0"/>
                      <a:pt x="467" y="112"/>
                      <a:pt x="290" y="290"/>
                    </a:cubicBezTo>
                    <a:cubicBezTo>
                      <a:pt x="112" y="467"/>
                      <a:pt x="1" y="722"/>
                      <a:pt x="1" y="995"/>
                    </a:cubicBezTo>
                    <a:lnTo>
                      <a:pt x="1" y="1142"/>
                    </a:lnTo>
                    <a:cubicBezTo>
                      <a:pt x="82" y="1624"/>
                      <a:pt x="483" y="1994"/>
                      <a:pt x="980" y="1994"/>
                    </a:cubicBezTo>
                    <a:lnTo>
                      <a:pt x="30440" y="1994"/>
                    </a:lnTo>
                    <a:cubicBezTo>
                      <a:pt x="30714" y="1994"/>
                      <a:pt x="30953" y="1879"/>
                      <a:pt x="31131" y="1705"/>
                    </a:cubicBezTo>
                    <a:cubicBezTo>
                      <a:pt x="31293" y="1558"/>
                      <a:pt x="31389" y="1366"/>
                      <a:pt x="31420" y="1142"/>
                    </a:cubicBezTo>
                    <a:cubicBezTo>
                      <a:pt x="31420" y="1092"/>
                      <a:pt x="31435" y="1046"/>
                      <a:pt x="31435" y="995"/>
                    </a:cubicBezTo>
                    <a:cubicBezTo>
                      <a:pt x="31435" y="452"/>
                      <a:pt x="30984" y="0"/>
                      <a:pt x="3044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0" name="Google Shape;2700;p44"/>
              <p:cNvSpPr/>
              <p:nvPr/>
            </p:nvSpPr>
            <p:spPr>
              <a:xfrm>
                <a:off x="5997971" y="2942747"/>
                <a:ext cx="885837" cy="24076"/>
              </a:xfrm>
              <a:custGeom>
                <a:avLst/>
                <a:gdLst/>
                <a:ahLst/>
                <a:cxnLst/>
                <a:rect l="l" t="t" r="r" b="b"/>
                <a:pathLst>
                  <a:path w="31421" h="854" extrusionOk="0">
                    <a:moveTo>
                      <a:pt x="1" y="1"/>
                    </a:moveTo>
                    <a:cubicBezTo>
                      <a:pt x="82" y="483"/>
                      <a:pt x="483" y="853"/>
                      <a:pt x="980" y="853"/>
                    </a:cubicBezTo>
                    <a:lnTo>
                      <a:pt x="30440" y="853"/>
                    </a:lnTo>
                    <a:cubicBezTo>
                      <a:pt x="30714" y="853"/>
                      <a:pt x="30953" y="738"/>
                      <a:pt x="31131" y="564"/>
                    </a:cubicBezTo>
                    <a:cubicBezTo>
                      <a:pt x="31293" y="417"/>
                      <a:pt x="31389" y="225"/>
                      <a:pt x="31420" y="1"/>
                    </a:cubicBezTo>
                    <a:close/>
                  </a:path>
                </a:pathLst>
              </a:custGeom>
              <a:solidFill>
                <a:srgbClr val="2E44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01" name="Google Shape;2701;p44"/>
            <p:cNvGrpSpPr/>
            <p:nvPr/>
          </p:nvGrpSpPr>
          <p:grpSpPr>
            <a:xfrm>
              <a:off x="443204" y="3985266"/>
              <a:ext cx="1538901" cy="277044"/>
              <a:chOff x="5997971" y="2910579"/>
              <a:chExt cx="886259" cy="159542"/>
            </a:xfrm>
          </p:grpSpPr>
          <p:sp>
            <p:nvSpPr>
              <p:cNvPr id="2702" name="Google Shape;2702;p44"/>
              <p:cNvSpPr/>
              <p:nvPr/>
            </p:nvSpPr>
            <p:spPr>
              <a:xfrm>
                <a:off x="6024726" y="2966795"/>
                <a:ext cx="826886" cy="40259"/>
              </a:xfrm>
              <a:custGeom>
                <a:avLst/>
                <a:gdLst/>
                <a:ahLst/>
                <a:cxnLst/>
                <a:rect l="l" t="t" r="r" b="b"/>
                <a:pathLst>
                  <a:path w="29330" h="1428" extrusionOk="0">
                    <a:moveTo>
                      <a:pt x="0" y="0"/>
                    </a:moveTo>
                    <a:lnTo>
                      <a:pt x="0" y="579"/>
                    </a:lnTo>
                    <a:cubicBezTo>
                      <a:pt x="0" y="1042"/>
                      <a:pt x="386" y="1427"/>
                      <a:pt x="868" y="1427"/>
                    </a:cubicBezTo>
                    <a:lnTo>
                      <a:pt x="3198" y="1427"/>
                    </a:lnTo>
                    <a:lnTo>
                      <a:pt x="3198" y="0"/>
                    </a:lnTo>
                    <a:close/>
                    <a:moveTo>
                      <a:pt x="5674" y="0"/>
                    </a:moveTo>
                    <a:lnTo>
                      <a:pt x="5674" y="899"/>
                    </a:lnTo>
                    <a:lnTo>
                      <a:pt x="5674" y="1427"/>
                    </a:lnTo>
                    <a:lnTo>
                      <a:pt x="23864" y="1427"/>
                    </a:lnTo>
                    <a:lnTo>
                      <a:pt x="23864" y="0"/>
                    </a:lnTo>
                    <a:close/>
                    <a:moveTo>
                      <a:pt x="26325" y="0"/>
                    </a:moveTo>
                    <a:lnTo>
                      <a:pt x="26325" y="899"/>
                    </a:lnTo>
                    <a:lnTo>
                      <a:pt x="26325" y="1427"/>
                    </a:lnTo>
                    <a:lnTo>
                      <a:pt x="28477" y="1427"/>
                    </a:lnTo>
                    <a:cubicBezTo>
                      <a:pt x="28959" y="1427"/>
                      <a:pt x="29329" y="1042"/>
                      <a:pt x="29329" y="579"/>
                    </a:cubicBezTo>
                    <a:lnTo>
                      <a:pt x="29329" y="0"/>
                    </a:lnTo>
                    <a:close/>
                  </a:path>
                </a:pathLst>
              </a:custGeom>
              <a:solidFill>
                <a:schemeClr val="lt1">
                  <a:alpha val="344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3" name="Google Shape;2703;p44"/>
              <p:cNvSpPr/>
              <p:nvPr/>
            </p:nvSpPr>
            <p:spPr>
              <a:xfrm>
                <a:off x="6114858" y="2965386"/>
                <a:ext cx="69861" cy="104735"/>
              </a:xfrm>
              <a:custGeom>
                <a:avLst/>
                <a:gdLst/>
                <a:ahLst/>
                <a:cxnLst/>
                <a:rect l="l" t="t" r="r" b="b"/>
                <a:pathLst>
                  <a:path w="2478" h="3715" extrusionOk="0">
                    <a:moveTo>
                      <a:pt x="1" y="0"/>
                    </a:moveTo>
                    <a:lnTo>
                      <a:pt x="1" y="3086"/>
                    </a:lnTo>
                    <a:cubicBezTo>
                      <a:pt x="1" y="3441"/>
                      <a:pt x="275" y="3715"/>
                      <a:pt x="630" y="3715"/>
                    </a:cubicBezTo>
                    <a:lnTo>
                      <a:pt x="1833" y="3715"/>
                    </a:lnTo>
                    <a:cubicBezTo>
                      <a:pt x="2188" y="3715"/>
                      <a:pt x="2477" y="3441"/>
                      <a:pt x="2477" y="3086"/>
                    </a:cubicBezTo>
                    <a:lnTo>
                      <a:pt x="247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4" name="Google Shape;2704;p44"/>
              <p:cNvSpPr/>
              <p:nvPr/>
            </p:nvSpPr>
            <p:spPr>
              <a:xfrm>
                <a:off x="6114858" y="2966795"/>
                <a:ext cx="69861" cy="25373"/>
              </a:xfrm>
              <a:custGeom>
                <a:avLst/>
                <a:gdLst/>
                <a:ahLst/>
                <a:cxnLst/>
                <a:rect l="l" t="t" r="r" b="b"/>
                <a:pathLst>
                  <a:path w="2478" h="900" extrusionOk="0">
                    <a:moveTo>
                      <a:pt x="1" y="0"/>
                    </a:moveTo>
                    <a:lnTo>
                      <a:pt x="1" y="899"/>
                    </a:lnTo>
                    <a:lnTo>
                      <a:pt x="2477" y="899"/>
                    </a:lnTo>
                    <a:lnTo>
                      <a:pt x="247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5" name="Google Shape;2705;p44"/>
              <p:cNvSpPr/>
              <p:nvPr/>
            </p:nvSpPr>
            <p:spPr>
              <a:xfrm>
                <a:off x="6697489" y="2965386"/>
                <a:ext cx="69410" cy="104735"/>
              </a:xfrm>
              <a:custGeom>
                <a:avLst/>
                <a:gdLst/>
                <a:ahLst/>
                <a:cxnLst/>
                <a:rect l="l" t="t" r="r" b="b"/>
                <a:pathLst>
                  <a:path w="2462" h="3715" extrusionOk="0">
                    <a:moveTo>
                      <a:pt x="1" y="0"/>
                    </a:moveTo>
                    <a:lnTo>
                      <a:pt x="1" y="3086"/>
                    </a:lnTo>
                    <a:cubicBezTo>
                      <a:pt x="1" y="3441"/>
                      <a:pt x="275" y="3715"/>
                      <a:pt x="630" y="3715"/>
                    </a:cubicBezTo>
                    <a:lnTo>
                      <a:pt x="1833" y="3715"/>
                    </a:lnTo>
                    <a:cubicBezTo>
                      <a:pt x="2188" y="3715"/>
                      <a:pt x="2462" y="3441"/>
                      <a:pt x="2462" y="3086"/>
                    </a:cubicBezTo>
                    <a:lnTo>
                      <a:pt x="246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6" name="Google Shape;2706;p44"/>
              <p:cNvSpPr/>
              <p:nvPr/>
            </p:nvSpPr>
            <p:spPr>
              <a:xfrm>
                <a:off x="6697489" y="2966795"/>
                <a:ext cx="69410" cy="25373"/>
              </a:xfrm>
              <a:custGeom>
                <a:avLst/>
                <a:gdLst/>
                <a:ahLst/>
                <a:cxnLst/>
                <a:rect l="l" t="t" r="r" b="b"/>
                <a:pathLst>
                  <a:path w="2462" h="900" extrusionOk="0">
                    <a:moveTo>
                      <a:pt x="1" y="0"/>
                    </a:moveTo>
                    <a:lnTo>
                      <a:pt x="1" y="899"/>
                    </a:lnTo>
                    <a:lnTo>
                      <a:pt x="2462" y="899"/>
                    </a:lnTo>
                    <a:lnTo>
                      <a:pt x="246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7" name="Google Shape;2707;p44"/>
              <p:cNvSpPr/>
              <p:nvPr/>
            </p:nvSpPr>
            <p:spPr>
              <a:xfrm>
                <a:off x="5997971" y="2910579"/>
                <a:ext cx="886259" cy="56244"/>
              </a:xfrm>
              <a:custGeom>
                <a:avLst/>
                <a:gdLst/>
                <a:ahLst/>
                <a:cxnLst/>
                <a:rect l="l" t="t" r="r" b="b"/>
                <a:pathLst>
                  <a:path w="31436" h="1995" extrusionOk="0">
                    <a:moveTo>
                      <a:pt x="980" y="0"/>
                    </a:moveTo>
                    <a:cubicBezTo>
                      <a:pt x="706" y="0"/>
                      <a:pt x="467" y="112"/>
                      <a:pt x="290" y="290"/>
                    </a:cubicBezTo>
                    <a:cubicBezTo>
                      <a:pt x="112" y="467"/>
                      <a:pt x="1" y="722"/>
                      <a:pt x="1" y="995"/>
                    </a:cubicBezTo>
                    <a:lnTo>
                      <a:pt x="1" y="1142"/>
                    </a:lnTo>
                    <a:cubicBezTo>
                      <a:pt x="82" y="1624"/>
                      <a:pt x="483" y="1994"/>
                      <a:pt x="980" y="1994"/>
                    </a:cubicBezTo>
                    <a:lnTo>
                      <a:pt x="30440" y="1994"/>
                    </a:lnTo>
                    <a:cubicBezTo>
                      <a:pt x="30714" y="1994"/>
                      <a:pt x="30953" y="1879"/>
                      <a:pt x="31131" y="1705"/>
                    </a:cubicBezTo>
                    <a:cubicBezTo>
                      <a:pt x="31293" y="1558"/>
                      <a:pt x="31389" y="1366"/>
                      <a:pt x="31420" y="1142"/>
                    </a:cubicBezTo>
                    <a:cubicBezTo>
                      <a:pt x="31420" y="1092"/>
                      <a:pt x="31435" y="1046"/>
                      <a:pt x="31435" y="995"/>
                    </a:cubicBezTo>
                    <a:cubicBezTo>
                      <a:pt x="31435" y="452"/>
                      <a:pt x="30984" y="0"/>
                      <a:pt x="3044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8" name="Google Shape;2708;p44"/>
              <p:cNvSpPr/>
              <p:nvPr/>
            </p:nvSpPr>
            <p:spPr>
              <a:xfrm>
                <a:off x="5997971" y="2942747"/>
                <a:ext cx="885837" cy="24076"/>
              </a:xfrm>
              <a:custGeom>
                <a:avLst/>
                <a:gdLst/>
                <a:ahLst/>
                <a:cxnLst/>
                <a:rect l="l" t="t" r="r" b="b"/>
                <a:pathLst>
                  <a:path w="31421" h="854" extrusionOk="0">
                    <a:moveTo>
                      <a:pt x="1" y="1"/>
                    </a:moveTo>
                    <a:cubicBezTo>
                      <a:pt x="82" y="483"/>
                      <a:pt x="483" y="853"/>
                      <a:pt x="980" y="853"/>
                    </a:cubicBezTo>
                    <a:lnTo>
                      <a:pt x="30440" y="853"/>
                    </a:lnTo>
                    <a:cubicBezTo>
                      <a:pt x="30714" y="853"/>
                      <a:pt x="30953" y="738"/>
                      <a:pt x="31131" y="564"/>
                    </a:cubicBezTo>
                    <a:cubicBezTo>
                      <a:pt x="31293" y="417"/>
                      <a:pt x="31389" y="225"/>
                      <a:pt x="31420" y="1"/>
                    </a:cubicBezTo>
                    <a:close/>
                  </a:path>
                </a:pathLst>
              </a:custGeom>
              <a:solidFill>
                <a:srgbClr val="2E44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709" name="Google Shape;2709;p44"/>
          <p:cNvSpPr/>
          <p:nvPr/>
        </p:nvSpPr>
        <p:spPr>
          <a:xfrm>
            <a:off x="1273883" y="1082058"/>
            <a:ext cx="208785" cy="208785"/>
          </a:xfrm>
          <a:custGeom>
            <a:avLst/>
            <a:gdLst/>
            <a:ahLst/>
            <a:cxnLst/>
            <a:rect l="l" t="t" r="r" b="b"/>
            <a:pathLst>
              <a:path w="1706" h="1706" extrusionOk="0">
                <a:moveTo>
                  <a:pt x="853" y="1"/>
                </a:moveTo>
                <a:cubicBezTo>
                  <a:pt x="853" y="467"/>
                  <a:pt x="467" y="853"/>
                  <a:pt x="1" y="853"/>
                </a:cubicBezTo>
                <a:cubicBezTo>
                  <a:pt x="467" y="853"/>
                  <a:pt x="853" y="1239"/>
                  <a:pt x="853" y="1706"/>
                </a:cubicBezTo>
                <a:cubicBezTo>
                  <a:pt x="853" y="1239"/>
                  <a:pt x="1223" y="853"/>
                  <a:pt x="1705" y="853"/>
                </a:cubicBezTo>
                <a:cubicBezTo>
                  <a:pt x="1223" y="853"/>
                  <a:pt x="853" y="467"/>
                  <a:pt x="8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0" name="Google Shape;2710;p44"/>
          <p:cNvSpPr/>
          <p:nvPr/>
        </p:nvSpPr>
        <p:spPr>
          <a:xfrm>
            <a:off x="8232948" y="1257011"/>
            <a:ext cx="210743" cy="208295"/>
          </a:xfrm>
          <a:custGeom>
            <a:avLst/>
            <a:gdLst/>
            <a:ahLst/>
            <a:cxnLst/>
            <a:rect l="l" t="t" r="r" b="b"/>
            <a:pathLst>
              <a:path w="1722" h="1702" extrusionOk="0">
                <a:moveTo>
                  <a:pt x="869" y="0"/>
                </a:moveTo>
                <a:cubicBezTo>
                  <a:pt x="869" y="463"/>
                  <a:pt x="483" y="849"/>
                  <a:pt x="1" y="849"/>
                </a:cubicBezTo>
                <a:cubicBezTo>
                  <a:pt x="483" y="849"/>
                  <a:pt x="869" y="1234"/>
                  <a:pt x="869" y="1701"/>
                </a:cubicBezTo>
                <a:cubicBezTo>
                  <a:pt x="869" y="1234"/>
                  <a:pt x="1239" y="849"/>
                  <a:pt x="1721" y="849"/>
                </a:cubicBezTo>
                <a:cubicBezTo>
                  <a:pt x="1239" y="849"/>
                  <a:pt x="869" y="463"/>
                  <a:pt x="86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1" name="Google Shape;2711;p44"/>
          <p:cNvSpPr/>
          <p:nvPr/>
        </p:nvSpPr>
        <p:spPr>
          <a:xfrm>
            <a:off x="977087" y="1933059"/>
            <a:ext cx="149184" cy="151632"/>
          </a:xfrm>
          <a:custGeom>
            <a:avLst/>
            <a:gdLst/>
            <a:ahLst/>
            <a:cxnLst/>
            <a:rect l="l" t="t" r="r" b="b"/>
            <a:pathLst>
              <a:path w="1219" h="1239" extrusionOk="0">
                <a:moveTo>
                  <a:pt x="610" y="0"/>
                </a:moveTo>
                <a:cubicBezTo>
                  <a:pt x="610" y="336"/>
                  <a:pt x="336" y="609"/>
                  <a:pt x="0" y="609"/>
                </a:cubicBezTo>
                <a:cubicBezTo>
                  <a:pt x="336" y="609"/>
                  <a:pt x="610" y="883"/>
                  <a:pt x="610" y="1238"/>
                </a:cubicBezTo>
                <a:cubicBezTo>
                  <a:pt x="610" y="883"/>
                  <a:pt x="883" y="609"/>
                  <a:pt x="1219" y="609"/>
                </a:cubicBezTo>
                <a:cubicBezTo>
                  <a:pt x="883" y="609"/>
                  <a:pt x="610" y="336"/>
                  <a:pt x="61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2" name="Google Shape;2712;p44"/>
          <p:cNvSpPr/>
          <p:nvPr/>
        </p:nvSpPr>
        <p:spPr>
          <a:xfrm>
            <a:off x="713228" y="1187625"/>
            <a:ext cx="86892" cy="86524"/>
          </a:xfrm>
          <a:custGeom>
            <a:avLst/>
            <a:gdLst/>
            <a:ahLst/>
            <a:cxnLst/>
            <a:rect l="l" t="t" r="r" b="b"/>
            <a:pathLst>
              <a:path w="710" h="707" extrusionOk="0">
                <a:moveTo>
                  <a:pt x="355" y="1"/>
                </a:moveTo>
                <a:cubicBezTo>
                  <a:pt x="355" y="194"/>
                  <a:pt x="193" y="352"/>
                  <a:pt x="0" y="352"/>
                </a:cubicBezTo>
                <a:cubicBezTo>
                  <a:pt x="193" y="352"/>
                  <a:pt x="355" y="514"/>
                  <a:pt x="355" y="707"/>
                </a:cubicBezTo>
                <a:cubicBezTo>
                  <a:pt x="355" y="514"/>
                  <a:pt x="517" y="352"/>
                  <a:pt x="710" y="352"/>
                </a:cubicBezTo>
                <a:cubicBezTo>
                  <a:pt x="517" y="352"/>
                  <a:pt x="355" y="194"/>
                  <a:pt x="3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3" name="Google Shape;2713;p44"/>
          <p:cNvSpPr/>
          <p:nvPr/>
        </p:nvSpPr>
        <p:spPr>
          <a:xfrm>
            <a:off x="713228" y="2172807"/>
            <a:ext cx="86892" cy="88850"/>
          </a:xfrm>
          <a:custGeom>
            <a:avLst/>
            <a:gdLst/>
            <a:ahLst/>
            <a:cxnLst/>
            <a:rect l="l" t="t" r="r" b="b"/>
            <a:pathLst>
              <a:path w="710" h="726" extrusionOk="0">
                <a:moveTo>
                  <a:pt x="355" y="0"/>
                </a:moveTo>
                <a:cubicBezTo>
                  <a:pt x="355" y="209"/>
                  <a:pt x="193" y="371"/>
                  <a:pt x="0" y="371"/>
                </a:cubicBezTo>
                <a:cubicBezTo>
                  <a:pt x="193" y="371"/>
                  <a:pt x="355" y="533"/>
                  <a:pt x="355" y="726"/>
                </a:cubicBezTo>
                <a:cubicBezTo>
                  <a:pt x="355" y="533"/>
                  <a:pt x="517" y="371"/>
                  <a:pt x="710" y="371"/>
                </a:cubicBezTo>
                <a:cubicBezTo>
                  <a:pt x="517" y="371"/>
                  <a:pt x="355" y="209"/>
                  <a:pt x="3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4" name="Google Shape;2714;p44"/>
          <p:cNvSpPr/>
          <p:nvPr/>
        </p:nvSpPr>
        <p:spPr>
          <a:xfrm>
            <a:off x="8075314" y="1909300"/>
            <a:ext cx="74349" cy="74100"/>
          </a:xfrm>
          <a:custGeom>
            <a:avLst/>
            <a:gdLst/>
            <a:ahLst/>
            <a:cxnLst/>
            <a:rect l="l" t="t" r="r" b="b"/>
            <a:pathLst>
              <a:path w="1239" h="1235" extrusionOk="0">
                <a:moveTo>
                  <a:pt x="625" y="1"/>
                </a:moveTo>
                <a:cubicBezTo>
                  <a:pt x="625" y="336"/>
                  <a:pt x="336" y="610"/>
                  <a:pt x="1" y="610"/>
                </a:cubicBezTo>
                <a:cubicBezTo>
                  <a:pt x="336" y="610"/>
                  <a:pt x="625" y="884"/>
                  <a:pt x="625" y="1235"/>
                </a:cubicBezTo>
                <a:cubicBezTo>
                  <a:pt x="625" y="884"/>
                  <a:pt x="899" y="610"/>
                  <a:pt x="1239" y="610"/>
                </a:cubicBezTo>
                <a:cubicBezTo>
                  <a:pt x="899" y="610"/>
                  <a:pt x="625" y="336"/>
                  <a:pt x="6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15" name="Google Shape;2715;p44"/>
          <p:cNvGrpSpPr/>
          <p:nvPr/>
        </p:nvGrpSpPr>
        <p:grpSpPr>
          <a:xfrm rot="10800000">
            <a:off x="7035025" y="3299277"/>
            <a:ext cx="1270753" cy="649610"/>
            <a:chOff x="4381862" y="4069552"/>
            <a:chExt cx="1270753" cy="649610"/>
          </a:xfrm>
        </p:grpSpPr>
        <p:sp>
          <p:nvSpPr>
            <p:cNvPr id="2716" name="Google Shape;2716;p44"/>
            <p:cNvSpPr/>
            <p:nvPr/>
          </p:nvSpPr>
          <p:spPr>
            <a:xfrm>
              <a:off x="4668520" y="4497990"/>
              <a:ext cx="221164" cy="221172"/>
            </a:xfrm>
            <a:custGeom>
              <a:avLst/>
              <a:gdLst/>
              <a:ahLst/>
              <a:cxnLst/>
              <a:rect l="l" t="t" r="r" b="b"/>
              <a:pathLst>
                <a:path w="1752" h="1752" extrusionOk="0">
                  <a:moveTo>
                    <a:pt x="884" y="1"/>
                  </a:moveTo>
                  <a:cubicBezTo>
                    <a:pt x="884" y="483"/>
                    <a:pt x="483" y="884"/>
                    <a:pt x="0" y="884"/>
                  </a:cubicBezTo>
                  <a:cubicBezTo>
                    <a:pt x="483" y="884"/>
                    <a:pt x="884" y="1270"/>
                    <a:pt x="884" y="1752"/>
                  </a:cubicBezTo>
                  <a:cubicBezTo>
                    <a:pt x="884" y="1270"/>
                    <a:pt x="1269" y="884"/>
                    <a:pt x="1752" y="884"/>
                  </a:cubicBezTo>
                  <a:cubicBezTo>
                    <a:pt x="1269" y="884"/>
                    <a:pt x="884" y="483"/>
                    <a:pt x="88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7" name="Google Shape;2717;p44"/>
            <p:cNvSpPr/>
            <p:nvPr/>
          </p:nvSpPr>
          <p:spPr>
            <a:xfrm>
              <a:off x="5496210" y="4069552"/>
              <a:ext cx="156405" cy="156411"/>
            </a:xfrm>
            <a:custGeom>
              <a:avLst/>
              <a:gdLst/>
              <a:ahLst/>
              <a:cxnLst/>
              <a:rect l="l" t="t" r="r" b="b"/>
              <a:pathLst>
                <a:path w="1239" h="1239" extrusionOk="0">
                  <a:moveTo>
                    <a:pt x="626" y="0"/>
                  </a:moveTo>
                  <a:cubicBezTo>
                    <a:pt x="626" y="336"/>
                    <a:pt x="356" y="625"/>
                    <a:pt x="1" y="625"/>
                  </a:cubicBezTo>
                  <a:cubicBezTo>
                    <a:pt x="356" y="625"/>
                    <a:pt x="626" y="899"/>
                    <a:pt x="626" y="1238"/>
                  </a:cubicBezTo>
                  <a:cubicBezTo>
                    <a:pt x="626" y="899"/>
                    <a:pt x="899" y="625"/>
                    <a:pt x="1239" y="625"/>
                  </a:cubicBezTo>
                  <a:cubicBezTo>
                    <a:pt x="899" y="625"/>
                    <a:pt x="626" y="336"/>
                    <a:pt x="62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8" name="Google Shape;2718;p44"/>
            <p:cNvSpPr/>
            <p:nvPr/>
          </p:nvSpPr>
          <p:spPr>
            <a:xfrm>
              <a:off x="4381862" y="4147970"/>
              <a:ext cx="87355" cy="87232"/>
            </a:xfrm>
            <a:custGeom>
              <a:avLst/>
              <a:gdLst/>
              <a:ahLst/>
              <a:cxnLst/>
              <a:rect l="l" t="t" r="r" b="b"/>
              <a:pathLst>
                <a:path w="692" h="691" extrusionOk="0">
                  <a:moveTo>
                    <a:pt x="356" y="1"/>
                  </a:moveTo>
                  <a:cubicBezTo>
                    <a:pt x="356" y="193"/>
                    <a:pt x="194" y="340"/>
                    <a:pt x="1" y="340"/>
                  </a:cubicBezTo>
                  <a:cubicBezTo>
                    <a:pt x="194" y="340"/>
                    <a:pt x="356" y="498"/>
                    <a:pt x="356" y="691"/>
                  </a:cubicBezTo>
                  <a:cubicBezTo>
                    <a:pt x="356" y="498"/>
                    <a:pt x="498" y="340"/>
                    <a:pt x="691" y="340"/>
                  </a:cubicBezTo>
                  <a:cubicBezTo>
                    <a:pt x="498" y="340"/>
                    <a:pt x="356" y="193"/>
                    <a:pt x="35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 name="Google Shape;1440;p38">
            <a:extLst>
              <a:ext uri="{FF2B5EF4-FFF2-40B4-BE49-F238E27FC236}">
                <a16:creationId xmlns:a16="http://schemas.microsoft.com/office/drawing/2014/main" id="{91EC7E4A-C5CA-AEB2-A337-C0A5339A1C38}"/>
              </a:ext>
            </a:extLst>
          </p:cNvPr>
          <p:cNvSpPr/>
          <p:nvPr/>
        </p:nvSpPr>
        <p:spPr>
          <a:xfrm>
            <a:off x="4039804" y="706524"/>
            <a:ext cx="894000" cy="894000"/>
          </a:xfrm>
          <a:prstGeom prst="roundRect">
            <a:avLst>
              <a:gd name="adj" fmla="val 16667"/>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442;p38">
            <a:extLst>
              <a:ext uri="{FF2B5EF4-FFF2-40B4-BE49-F238E27FC236}">
                <a16:creationId xmlns:a16="http://schemas.microsoft.com/office/drawing/2014/main" id="{AA1CE7E8-9981-7894-7223-AA50C044131E}"/>
              </a:ext>
            </a:extLst>
          </p:cNvPr>
          <p:cNvSpPr txBox="1">
            <a:spLocks/>
          </p:cNvSpPr>
          <p:nvPr/>
        </p:nvSpPr>
        <p:spPr>
          <a:xfrm>
            <a:off x="3954851" y="731988"/>
            <a:ext cx="1041010" cy="8418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6000" b="1" dirty="0">
                <a:solidFill>
                  <a:schemeClr val="dk1"/>
                </a:solidFill>
                <a:latin typeface="Anek Devanagari"/>
                <a:cs typeface="Anek Devanagari"/>
                <a:sym typeface="Anek Devanagari"/>
              </a:rPr>
              <a:t>02</a:t>
            </a:r>
          </a:p>
        </p:txBody>
      </p:sp>
      <p:sp>
        <p:nvSpPr>
          <p:cNvPr id="8" name="Google Shape;1443;p38">
            <a:extLst>
              <a:ext uri="{FF2B5EF4-FFF2-40B4-BE49-F238E27FC236}">
                <a16:creationId xmlns:a16="http://schemas.microsoft.com/office/drawing/2014/main" id="{95156711-BE95-C08F-DED5-C9BD668CEEAD}"/>
              </a:ext>
            </a:extLst>
          </p:cNvPr>
          <p:cNvSpPr txBox="1">
            <a:spLocks/>
          </p:cNvSpPr>
          <p:nvPr/>
        </p:nvSpPr>
        <p:spPr>
          <a:xfrm>
            <a:off x="2833028" y="2620830"/>
            <a:ext cx="3310800" cy="4569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600" dirty="0"/>
              <a:t>Main Components</a:t>
            </a:r>
          </a:p>
        </p:txBody>
      </p:sp>
      <p:graphicFrame>
        <p:nvGraphicFramePr>
          <p:cNvPr id="2" name="Diagram 1">
            <a:extLst>
              <a:ext uri="{FF2B5EF4-FFF2-40B4-BE49-F238E27FC236}">
                <a16:creationId xmlns:a16="http://schemas.microsoft.com/office/drawing/2014/main" id="{F23CB505-7318-6C26-5F51-DD560E817EB9}"/>
              </a:ext>
            </a:extLst>
          </p:cNvPr>
          <p:cNvGraphicFramePr/>
          <p:nvPr>
            <p:extLst>
              <p:ext uri="{D42A27DB-BD31-4B8C-83A1-F6EECF244321}">
                <p14:modId xmlns:p14="http://schemas.microsoft.com/office/powerpoint/2010/main" val="3109260983"/>
              </p:ext>
            </p:extLst>
          </p:nvPr>
        </p:nvGraphicFramePr>
        <p:xfrm>
          <a:off x="1790597" y="5225357"/>
          <a:ext cx="6096000" cy="33537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15D7B8D-F920-A31E-24C8-78EF1C7B976E}"/>
              </a:ext>
            </a:extLst>
          </p:cNvPr>
          <p:cNvSpPr>
            <a:spLocks noGrp="1"/>
          </p:cNvSpPr>
          <p:nvPr>
            <p:ph type="title"/>
          </p:nvPr>
        </p:nvSpPr>
        <p:spPr>
          <a:xfrm>
            <a:off x="720000" y="177759"/>
            <a:ext cx="7704000" cy="572700"/>
          </a:xfrm>
        </p:spPr>
        <p:txBody>
          <a:bodyPr/>
          <a:lstStyle/>
          <a:p>
            <a:r>
              <a:rPr lang="en-US" sz="3600" dirty="0"/>
              <a:t>Smart Irrigation System Components</a:t>
            </a:r>
            <a:endParaRPr lang="en-US" dirty="0"/>
          </a:p>
        </p:txBody>
      </p:sp>
      <p:graphicFrame>
        <p:nvGraphicFramePr>
          <p:cNvPr id="7" name="Diagram 6">
            <a:extLst>
              <a:ext uri="{FF2B5EF4-FFF2-40B4-BE49-F238E27FC236}">
                <a16:creationId xmlns:a16="http://schemas.microsoft.com/office/drawing/2014/main" id="{4AAA17E5-5CFE-8DD2-E77C-88FA876F3C48}"/>
              </a:ext>
            </a:extLst>
          </p:cNvPr>
          <p:cNvGraphicFramePr/>
          <p:nvPr>
            <p:extLst>
              <p:ext uri="{D42A27DB-BD31-4B8C-83A1-F6EECF244321}">
                <p14:modId xmlns:p14="http://schemas.microsoft.com/office/powerpoint/2010/main" val="716631205"/>
              </p:ext>
            </p:extLst>
          </p:nvPr>
        </p:nvGraphicFramePr>
        <p:xfrm>
          <a:off x="1438960" y="1039251"/>
          <a:ext cx="6096000" cy="335379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673695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15D7B8D-F920-A31E-24C8-78EF1C7B976E}"/>
              </a:ext>
            </a:extLst>
          </p:cNvPr>
          <p:cNvSpPr>
            <a:spLocks noGrp="1"/>
          </p:cNvSpPr>
          <p:nvPr>
            <p:ph type="title"/>
          </p:nvPr>
        </p:nvSpPr>
        <p:spPr>
          <a:xfrm>
            <a:off x="720000" y="177759"/>
            <a:ext cx="7704000" cy="572700"/>
          </a:xfrm>
        </p:spPr>
        <p:txBody>
          <a:bodyPr/>
          <a:lstStyle/>
          <a:p>
            <a:r>
              <a:rPr lang="en-US" sz="3600" dirty="0"/>
              <a:t>Smart Irrigation System Components</a:t>
            </a:r>
            <a:endParaRPr lang="en-US" dirty="0"/>
          </a:p>
        </p:txBody>
      </p:sp>
      <p:graphicFrame>
        <p:nvGraphicFramePr>
          <p:cNvPr id="7" name="Diagram 6">
            <a:extLst>
              <a:ext uri="{FF2B5EF4-FFF2-40B4-BE49-F238E27FC236}">
                <a16:creationId xmlns:a16="http://schemas.microsoft.com/office/drawing/2014/main" id="{4AAA17E5-5CFE-8DD2-E77C-88FA876F3C48}"/>
              </a:ext>
            </a:extLst>
          </p:cNvPr>
          <p:cNvGraphicFramePr/>
          <p:nvPr>
            <p:extLst>
              <p:ext uri="{D42A27DB-BD31-4B8C-83A1-F6EECF244321}">
                <p14:modId xmlns:p14="http://schemas.microsoft.com/office/powerpoint/2010/main" val="3165070063"/>
              </p:ext>
            </p:extLst>
          </p:nvPr>
        </p:nvGraphicFramePr>
        <p:xfrm>
          <a:off x="-5824628" y="1438567"/>
          <a:ext cx="6096000" cy="335379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4" name="Diagram 3">
            <a:extLst>
              <a:ext uri="{FF2B5EF4-FFF2-40B4-BE49-F238E27FC236}">
                <a16:creationId xmlns:a16="http://schemas.microsoft.com/office/drawing/2014/main" id="{B5369C5F-1073-BAE8-4FC9-0AEABEF943AD}"/>
              </a:ext>
            </a:extLst>
          </p:cNvPr>
          <p:cNvGraphicFramePr/>
          <p:nvPr>
            <p:extLst>
              <p:ext uri="{D42A27DB-BD31-4B8C-83A1-F6EECF244321}">
                <p14:modId xmlns:p14="http://schemas.microsoft.com/office/powerpoint/2010/main" val="695534777"/>
              </p:ext>
            </p:extLst>
          </p:nvPr>
        </p:nvGraphicFramePr>
        <p:xfrm>
          <a:off x="2423020" y="807016"/>
          <a:ext cx="4297959" cy="4158725"/>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274230605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15D7B8D-F920-A31E-24C8-78EF1C7B976E}"/>
              </a:ext>
            </a:extLst>
          </p:cNvPr>
          <p:cNvSpPr>
            <a:spLocks noGrp="1"/>
          </p:cNvSpPr>
          <p:nvPr>
            <p:ph type="title"/>
          </p:nvPr>
        </p:nvSpPr>
        <p:spPr>
          <a:xfrm>
            <a:off x="720000" y="177759"/>
            <a:ext cx="7704000" cy="572700"/>
          </a:xfrm>
        </p:spPr>
        <p:txBody>
          <a:bodyPr/>
          <a:lstStyle/>
          <a:p>
            <a:r>
              <a:rPr lang="en-US" sz="3600" dirty="0"/>
              <a:t>Smart Irrigation System Components</a:t>
            </a:r>
            <a:endParaRPr lang="en-US" dirty="0"/>
          </a:p>
        </p:txBody>
      </p:sp>
      <p:graphicFrame>
        <p:nvGraphicFramePr>
          <p:cNvPr id="7" name="Diagram 6">
            <a:extLst>
              <a:ext uri="{FF2B5EF4-FFF2-40B4-BE49-F238E27FC236}">
                <a16:creationId xmlns:a16="http://schemas.microsoft.com/office/drawing/2014/main" id="{4AAA17E5-5CFE-8DD2-E77C-88FA876F3C48}"/>
              </a:ext>
            </a:extLst>
          </p:cNvPr>
          <p:cNvGraphicFramePr/>
          <p:nvPr/>
        </p:nvGraphicFramePr>
        <p:xfrm>
          <a:off x="-5824628" y="1438567"/>
          <a:ext cx="6096000" cy="335379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4" name="Diagram 3">
            <a:extLst>
              <a:ext uri="{FF2B5EF4-FFF2-40B4-BE49-F238E27FC236}">
                <a16:creationId xmlns:a16="http://schemas.microsoft.com/office/drawing/2014/main" id="{B5369C5F-1073-BAE8-4FC9-0AEABEF943AD}"/>
              </a:ext>
            </a:extLst>
          </p:cNvPr>
          <p:cNvGraphicFramePr/>
          <p:nvPr>
            <p:extLst>
              <p:ext uri="{D42A27DB-BD31-4B8C-83A1-F6EECF244321}">
                <p14:modId xmlns:p14="http://schemas.microsoft.com/office/powerpoint/2010/main" val="934280760"/>
              </p:ext>
            </p:extLst>
          </p:nvPr>
        </p:nvGraphicFramePr>
        <p:xfrm>
          <a:off x="-4413209" y="750459"/>
          <a:ext cx="4297959" cy="4158725"/>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6" name="Diagram 5">
            <a:extLst>
              <a:ext uri="{FF2B5EF4-FFF2-40B4-BE49-F238E27FC236}">
                <a16:creationId xmlns:a16="http://schemas.microsoft.com/office/drawing/2014/main" id="{0101BCAC-7219-5B27-2977-B7EBBF8D2C8C}"/>
              </a:ext>
            </a:extLst>
          </p:cNvPr>
          <p:cNvGraphicFramePr/>
          <p:nvPr>
            <p:extLst>
              <p:ext uri="{D42A27DB-BD31-4B8C-83A1-F6EECF244321}">
                <p14:modId xmlns:p14="http://schemas.microsoft.com/office/powerpoint/2010/main" val="684958258"/>
              </p:ext>
            </p:extLst>
          </p:nvPr>
        </p:nvGraphicFramePr>
        <p:xfrm>
          <a:off x="809897" y="879565"/>
          <a:ext cx="7524206" cy="3567430"/>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spTree>
    <p:extLst>
      <p:ext uri="{BB962C8B-B14F-4D97-AF65-F5344CB8AC3E}">
        <p14:creationId xmlns:p14="http://schemas.microsoft.com/office/powerpoint/2010/main" val="319124599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graphicEl>
                                              <a:dgm id="{85A658BF-8A47-4BA2-B9B7-CAE752F9E4C7}"/>
                                            </p:graphicEl>
                                          </p:spTgt>
                                        </p:tgtEl>
                                        <p:attrNameLst>
                                          <p:attrName>style.visibility</p:attrName>
                                        </p:attrNameLst>
                                      </p:cBhvr>
                                      <p:to>
                                        <p:strVal val="visible"/>
                                      </p:to>
                                    </p:set>
                                    <p:animEffect transition="in" filter="fade">
                                      <p:cBhvr>
                                        <p:cTn id="7" dur="500"/>
                                        <p:tgtEl>
                                          <p:spTgt spid="6">
                                            <p:graphicEl>
                                              <a:dgm id="{85A658BF-8A47-4BA2-B9B7-CAE752F9E4C7}"/>
                                            </p:graphic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6">
                                            <p:graphicEl>
                                              <a:dgm id="{C9C93D7A-FFD1-4616-B859-99297D11A2E8}"/>
                                            </p:graphicEl>
                                          </p:spTgt>
                                        </p:tgtEl>
                                        <p:attrNameLst>
                                          <p:attrName>style.visibility</p:attrName>
                                        </p:attrNameLst>
                                      </p:cBhvr>
                                      <p:to>
                                        <p:strVal val="visible"/>
                                      </p:to>
                                    </p:set>
                                    <p:animEffect transition="in" filter="fade">
                                      <p:cBhvr>
                                        <p:cTn id="11" dur="500"/>
                                        <p:tgtEl>
                                          <p:spTgt spid="6">
                                            <p:graphicEl>
                                              <a:dgm id="{C9C93D7A-FFD1-4616-B859-99297D11A2E8}"/>
                                            </p:graphicEl>
                                          </p:spTgt>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6">
                                            <p:graphicEl>
                                              <a:dgm id="{1FA01152-0D11-42A3-8070-0D9C72395396}"/>
                                            </p:graphicEl>
                                          </p:spTgt>
                                        </p:tgtEl>
                                        <p:attrNameLst>
                                          <p:attrName>style.visibility</p:attrName>
                                        </p:attrNameLst>
                                      </p:cBhvr>
                                      <p:to>
                                        <p:strVal val="visible"/>
                                      </p:to>
                                    </p:set>
                                    <p:animEffect transition="in" filter="fade">
                                      <p:cBhvr>
                                        <p:cTn id="15" dur="500"/>
                                        <p:tgtEl>
                                          <p:spTgt spid="6">
                                            <p:graphicEl>
                                              <a:dgm id="{1FA01152-0D11-42A3-8070-0D9C72395396}"/>
                                            </p:graphicEl>
                                          </p:spTgt>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6">
                                            <p:graphicEl>
                                              <a:dgm id="{E4D41E5A-70C1-4223-AFFE-E77FA2BCB435}"/>
                                            </p:graphicEl>
                                          </p:spTgt>
                                        </p:tgtEl>
                                        <p:attrNameLst>
                                          <p:attrName>style.visibility</p:attrName>
                                        </p:attrNameLst>
                                      </p:cBhvr>
                                      <p:to>
                                        <p:strVal val="visible"/>
                                      </p:to>
                                    </p:set>
                                    <p:animEffect transition="in" filter="fade">
                                      <p:cBhvr>
                                        <p:cTn id="19" dur="500"/>
                                        <p:tgtEl>
                                          <p:spTgt spid="6">
                                            <p:graphicEl>
                                              <a:dgm id="{E4D41E5A-70C1-4223-AFFE-E77FA2BCB435}"/>
                                            </p:graphicEl>
                                          </p:spTgt>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6">
                                            <p:graphicEl>
                                              <a:dgm id="{21783B71-6927-42BA-94F7-D48FD30E6008}"/>
                                            </p:graphicEl>
                                          </p:spTgt>
                                        </p:tgtEl>
                                        <p:attrNameLst>
                                          <p:attrName>style.visibility</p:attrName>
                                        </p:attrNameLst>
                                      </p:cBhvr>
                                      <p:to>
                                        <p:strVal val="visible"/>
                                      </p:to>
                                    </p:set>
                                    <p:animEffect transition="in" filter="fade">
                                      <p:cBhvr>
                                        <p:cTn id="23" dur="500"/>
                                        <p:tgtEl>
                                          <p:spTgt spid="6">
                                            <p:graphicEl>
                                              <a:dgm id="{21783B71-6927-42BA-94F7-D48FD30E6008}"/>
                                            </p:graphicEl>
                                          </p:spTgt>
                                        </p:tgtEl>
                                      </p:cBhvr>
                                    </p:animEffect>
                                  </p:childTnLst>
                                </p:cTn>
                              </p:par>
                            </p:childTnLst>
                          </p:cTn>
                        </p:par>
                        <p:par>
                          <p:cTn id="24" fill="hold">
                            <p:stCondLst>
                              <p:cond delay="2500"/>
                            </p:stCondLst>
                            <p:childTnLst>
                              <p:par>
                                <p:cTn id="25" presetID="10" presetClass="entr" presetSubtype="0" fill="hold" grpId="0" nodeType="afterEffect">
                                  <p:stCondLst>
                                    <p:cond delay="0"/>
                                  </p:stCondLst>
                                  <p:childTnLst>
                                    <p:set>
                                      <p:cBhvr>
                                        <p:cTn id="26" dur="1" fill="hold">
                                          <p:stCondLst>
                                            <p:cond delay="0"/>
                                          </p:stCondLst>
                                        </p:cTn>
                                        <p:tgtEl>
                                          <p:spTgt spid="6">
                                            <p:graphicEl>
                                              <a:dgm id="{FD124B30-0AAA-4A27-83AB-590AA8DD23DF}"/>
                                            </p:graphicEl>
                                          </p:spTgt>
                                        </p:tgtEl>
                                        <p:attrNameLst>
                                          <p:attrName>style.visibility</p:attrName>
                                        </p:attrNameLst>
                                      </p:cBhvr>
                                      <p:to>
                                        <p:strVal val="visible"/>
                                      </p:to>
                                    </p:set>
                                    <p:animEffect transition="in" filter="fade">
                                      <p:cBhvr>
                                        <p:cTn id="27" dur="500"/>
                                        <p:tgtEl>
                                          <p:spTgt spid="6">
                                            <p:graphicEl>
                                              <a:dgm id="{FD124B30-0AAA-4A27-83AB-590AA8DD23DF}"/>
                                            </p:graphicEl>
                                          </p:spTgt>
                                        </p:tgtEl>
                                      </p:cBhvr>
                                    </p:animEffect>
                                  </p:childTnLst>
                                </p:cTn>
                              </p:par>
                            </p:childTnLst>
                          </p:cTn>
                        </p:par>
                        <p:par>
                          <p:cTn id="28" fill="hold">
                            <p:stCondLst>
                              <p:cond delay="3000"/>
                            </p:stCondLst>
                            <p:childTnLst>
                              <p:par>
                                <p:cTn id="29" presetID="10" presetClass="entr" presetSubtype="0" fill="hold" grpId="0" nodeType="afterEffect">
                                  <p:stCondLst>
                                    <p:cond delay="0"/>
                                  </p:stCondLst>
                                  <p:childTnLst>
                                    <p:set>
                                      <p:cBhvr>
                                        <p:cTn id="30" dur="1" fill="hold">
                                          <p:stCondLst>
                                            <p:cond delay="0"/>
                                          </p:stCondLst>
                                        </p:cTn>
                                        <p:tgtEl>
                                          <p:spTgt spid="6">
                                            <p:graphicEl>
                                              <a:dgm id="{C5B69543-C313-42A6-9881-15D75E1EEB0E}"/>
                                            </p:graphicEl>
                                          </p:spTgt>
                                        </p:tgtEl>
                                        <p:attrNameLst>
                                          <p:attrName>style.visibility</p:attrName>
                                        </p:attrNameLst>
                                      </p:cBhvr>
                                      <p:to>
                                        <p:strVal val="visible"/>
                                      </p:to>
                                    </p:set>
                                    <p:animEffect transition="in" filter="fade">
                                      <p:cBhvr>
                                        <p:cTn id="31" dur="500"/>
                                        <p:tgtEl>
                                          <p:spTgt spid="6">
                                            <p:graphicEl>
                                              <a:dgm id="{C5B69543-C313-42A6-9881-15D75E1EEB0E}"/>
                                            </p:graphicEl>
                                          </p:spTgt>
                                        </p:tgtEl>
                                      </p:cBhvr>
                                    </p:animEffect>
                                  </p:childTnLst>
                                </p:cTn>
                              </p:par>
                            </p:childTnLst>
                          </p:cTn>
                        </p:par>
                        <p:par>
                          <p:cTn id="32" fill="hold">
                            <p:stCondLst>
                              <p:cond delay="3500"/>
                            </p:stCondLst>
                            <p:childTnLst>
                              <p:par>
                                <p:cTn id="33" presetID="10" presetClass="entr" presetSubtype="0" fill="hold" grpId="0" nodeType="afterEffect">
                                  <p:stCondLst>
                                    <p:cond delay="0"/>
                                  </p:stCondLst>
                                  <p:childTnLst>
                                    <p:set>
                                      <p:cBhvr>
                                        <p:cTn id="34" dur="1" fill="hold">
                                          <p:stCondLst>
                                            <p:cond delay="0"/>
                                          </p:stCondLst>
                                        </p:cTn>
                                        <p:tgtEl>
                                          <p:spTgt spid="6">
                                            <p:graphicEl>
                                              <a:dgm id="{2098BC4E-3F25-481E-9E08-F8A91C4885CF}"/>
                                            </p:graphicEl>
                                          </p:spTgt>
                                        </p:tgtEl>
                                        <p:attrNameLst>
                                          <p:attrName>style.visibility</p:attrName>
                                        </p:attrNameLst>
                                      </p:cBhvr>
                                      <p:to>
                                        <p:strVal val="visible"/>
                                      </p:to>
                                    </p:set>
                                    <p:animEffect transition="in" filter="fade">
                                      <p:cBhvr>
                                        <p:cTn id="35" dur="500"/>
                                        <p:tgtEl>
                                          <p:spTgt spid="6">
                                            <p:graphicEl>
                                              <a:dgm id="{2098BC4E-3F25-481E-9E08-F8A91C4885CF}"/>
                                            </p:graphicEl>
                                          </p:spTgt>
                                        </p:tgtEl>
                                      </p:cBhvr>
                                    </p:animEffect>
                                  </p:childTnLst>
                                </p:cTn>
                              </p:par>
                            </p:childTnLst>
                          </p:cTn>
                        </p:par>
                        <p:par>
                          <p:cTn id="36" fill="hold">
                            <p:stCondLst>
                              <p:cond delay="4000"/>
                            </p:stCondLst>
                            <p:childTnLst>
                              <p:par>
                                <p:cTn id="37" presetID="10" presetClass="entr" presetSubtype="0" fill="hold" grpId="0" nodeType="afterEffect">
                                  <p:stCondLst>
                                    <p:cond delay="0"/>
                                  </p:stCondLst>
                                  <p:childTnLst>
                                    <p:set>
                                      <p:cBhvr>
                                        <p:cTn id="38" dur="1" fill="hold">
                                          <p:stCondLst>
                                            <p:cond delay="0"/>
                                          </p:stCondLst>
                                        </p:cTn>
                                        <p:tgtEl>
                                          <p:spTgt spid="6">
                                            <p:graphicEl>
                                              <a:dgm id="{AFE984BF-9828-4C24-B98A-B4AA25757773}"/>
                                            </p:graphicEl>
                                          </p:spTgt>
                                        </p:tgtEl>
                                        <p:attrNameLst>
                                          <p:attrName>style.visibility</p:attrName>
                                        </p:attrNameLst>
                                      </p:cBhvr>
                                      <p:to>
                                        <p:strVal val="visible"/>
                                      </p:to>
                                    </p:set>
                                    <p:animEffect transition="in" filter="fade">
                                      <p:cBhvr>
                                        <p:cTn id="39" dur="500"/>
                                        <p:tgtEl>
                                          <p:spTgt spid="6">
                                            <p:graphicEl>
                                              <a:dgm id="{AFE984BF-9828-4C24-B98A-B4AA25757773}"/>
                                            </p:graphicEl>
                                          </p:spTgt>
                                        </p:tgtEl>
                                      </p:cBhvr>
                                    </p:animEffect>
                                  </p:childTnLst>
                                </p:cTn>
                              </p:par>
                            </p:childTnLst>
                          </p:cTn>
                        </p:par>
                        <p:par>
                          <p:cTn id="40" fill="hold">
                            <p:stCondLst>
                              <p:cond delay="4500"/>
                            </p:stCondLst>
                            <p:childTnLst>
                              <p:par>
                                <p:cTn id="41" presetID="10" presetClass="entr" presetSubtype="0" fill="hold" grpId="0" nodeType="afterEffect">
                                  <p:stCondLst>
                                    <p:cond delay="0"/>
                                  </p:stCondLst>
                                  <p:childTnLst>
                                    <p:set>
                                      <p:cBhvr>
                                        <p:cTn id="42" dur="1" fill="hold">
                                          <p:stCondLst>
                                            <p:cond delay="0"/>
                                          </p:stCondLst>
                                        </p:cTn>
                                        <p:tgtEl>
                                          <p:spTgt spid="6">
                                            <p:graphicEl>
                                              <a:dgm id="{70C13945-A54D-45C5-9FBB-86045B852D14}"/>
                                            </p:graphicEl>
                                          </p:spTgt>
                                        </p:tgtEl>
                                        <p:attrNameLst>
                                          <p:attrName>style.visibility</p:attrName>
                                        </p:attrNameLst>
                                      </p:cBhvr>
                                      <p:to>
                                        <p:strVal val="visible"/>
                                      </p:to>
                                    </p:set>
                                    <p:animEffect transition="in" filter="fade">
                                      <p:cBhvr>
                                        <p:cTn id="43" dur="500"/>
                                        <p:tgtEl>
                                          <p:spTgt spid="6">
                                            <p:graphicEl>
                                              <a:dgm id="{70C13945-A54D-45C5-9FBB-86045B852D14}"/>
                                            </p:graphicEl>
                                          </p:spTgt>
                                        </p:tgtEl>
                                      </p:cBhvr>
                                    </p:animEffect>
                                  </p:childTnLst>
                                </p:cTn>
                              </p:par>
                            </p:childTnLst>
                          </p:cTn>
                        </p:par>
                        <p:par>
                          <p:cTn id="44" fill="hold">
                            <p:stCondLst>
                              <p:cond delay="5000"/>
                            </p:stCondLst>
                            <p:childTnLst>
                              <p:par>
                                <p:cTn id="45" presetID="10" presetClass="entr" presetSubtype="0" fill="hold" grpId="0" nodeType="afterEffect">
                                  <p:stCondLst>
                                    <p:cond delay="0"/>
                                  </p:stCondLst>
                                  <p:childTnLst>
                                    <p:set>
                                      <p:cBhvr>
                                        <p:cTn id="46" dur="1" fill="hold">
                                          <p:stCondLst>
                                            <p:cond delay="0"/>
                                          </p:stCondLst>
                                        </p:cTn>
                                        <p:tgtEl>
                                          <p:spTgt spid="6">
                                            <p:graphicEl>
                                              <a:dgm id="{F626849B-8F77-456C-8498-F0546308912D}"/>
                                            </p:graphicEl>
                                          </p:spTgt>
                                        </p:tgtEl>
                                        <p:attrNameLst>
                                          <p:attrName>style.visibility</p:attrName>
                                        </p:attrNameLst>
                                      </p:cBhvr>
                                      <p:to>
                                        <p:strVal val="visible"/>
                                      </p:to>
                                    </p:set>
                                    <p:animEffect transition="in" filter="fade">
                                      <p:cBhvr>
                                        <p:cTn id="47" dur="500"/>
                                        <p:tgtEl>
                                          <p:spTgt spid="6">
                                            <p:graphicEl>
                                              <a:dgm id="{F626849B-8F77-456C-8498-F0546308912D}"/>
                                            </p:graphicEl>
                                          </p:spTgt>
                                        </p:tgtEl>
                                      </p:cBhvr>
                                    </p:animEffect>
                                  </p:childTnLst>
                                </p:cTn>
                              </p:par>
                            </p:childTnLst>
                          </p:cTn>
                        </p:par>
                        <p:par>
                          <p:cTn id="48" fill="hold">
                            <p:stCondLst>
                              <p:cond delay="5500"/>
                            </p:stCondLst>
                            <p:childTnLst>
                              <p:par>
                                <p:cTn id="49" presetID="10" presetClass="entr" presetSubtype="0" fill="hold" grpId="0" nodeType="afterEffect">
                                  <p:stCondLst>
                                    <p:cond delay="0"/>
                                  </p:stCondLst>
                                  <p:childTnLst>
                                    <p:set>
                                      <p:cBhvr>
                                        <p:cTn id="50" dur="1" fill="hold">
                                          <p:stCondLst>
                                            <p:cond delay="0"/>
                                          </p:stCondLst>
                                        </p:cTn>
                                        <p:tgtEl>
                                          <p:spTgt spid="6">
                                            <p:graphicEl>
                                              <a:dgm id="{9869A927-6FA8-4754-A068-56C8A845E2E5}"/>
                                            </p:graphicEl>
                                          </p:spTgt>
                                        </p:tgtEl>
                                        <p:attrNameLst>
                                          <p:attrName>style.visibility</p:attrName>
                                        </p:attrNameLst>
                                      </p:cBhvr>
                                      <p:to>
                                        <p:strVal val="visible"/>
                                      </p:to>
                                    </p:set>
                                    <p:animEffect transition="in" filter="fade">
                                      <p:cBhvr>
                                        <p:cTn id="51" dur="500"/>
                                        <p:tgtEl>
                                          <p:spTgt spid="6">
                                            <p:graphicEl>
                                              <a:dgm id="{9869A927-6FA8-4754-A068-56C8A845E2E5}"/>
                                            </p:graphicEl>
                                          </p:spTgt>
                                        </p:tgtEl>
                                      </p:cBhvr>
                                    </p:animEffect>
                                  </p:childTnLst>
                                </p:cTn>
                              </p:par>
                            </p:childTnLst>
                          </p:cTn>
                        </p:par>
                        <p:par>
                          <p:cTn id="52" fill="hold">
                            <p:stCondLst>
                              <p:cond delay="6000"/>
                            </p:stCondLst>
                            <p:childTnLst>
                              <p:par>
                                <p:cTn id="53" presetID="10" presetClass="entr" presetSubtype="0" fill="hold" grpId="0" nodeType="afterEffect">
                                  <p:stCondLst>
                                    <p:cond delay="0"/>
                                  </p:stCondLst>
                                  <p:childTnLst>
                                    <p:set>
                                      <p:cBhvr>
                                        <p:cTn id="54" dur="1" fill="hold">
                                          <p:stCondLst>
                                            <p:cond delay="0"/>
                                          </p:stCondLst>
                                        </p:cTn>
                                        <p:tgtEl>
                                          <p:spTgt spid="6">
                                            <p:graphicEl>
                                              <a:dgm id="{CC0F37F5-7584-4097-9BDC-C53583E14E36}"/>
                                            </p:graphicEl>
                                          </p:spTgt>
                                        </p:tgtEl>
                                        <p:attrNameLst>
                                          <p:attrName>style.visibility</p:attrName>
                                        </p:attrNameLst>
                                      </p:cBhvr>
                                      <p:to>
                                        <p:strVal val="visible"/>
                                      </p:to>
                                    </p:set>
                                    <p:animEffect transition="in" filter="fade">
                                      <p:cBhvr>
                                        <p:cTn id="55" dur="500"/>
                                        <p:tgtEl>
                                          <p:spTgt spid="6">
                                            <p:graphicEl>
                                              <a:dgm id="{CC0F37F5-7584-4097-9BDC-C53583E14E36}"/>
                                            </p:graphicEl>
                                          </p:spTgt>
                                        </p:tgtEl>
                                      </p:cBhvr>
                                    </p:animEffect>
                                  </p:childTnLst>
                                </p:cTn>
                              </p:par>
                            </p:childTnLst>
                          </p:cTn>
                        </p:par>
                        <p:par>
                          <p:cTn id="56" fill="hold">
                            <p:stCondLst>
                              <p:cond delay="6500"/>
                            </p:stCondLst>
                            <p:childTnLst>
                              <p:par>
                                <p:cTn id="57" presetID="10" presetClass="entr" presetSubtype="0" fill="hold" grpId="0" nodeType="afterEffect">
                                  <p:stCondLst>
                                    <p:cond delay="0"/>
                                  </p:stCondLst>
                                  <p:childTnLst>
                                    <p:set>
                                      <p:cBhvr>
                                        <p:cTn id="58" dur="1" fill="hold">
                                          <p:stCondLst>
                                            <p:cond delay="0"/>
                                          </p:stCondLst>
                                        </p:cTn>
                                        <p:tgtEl>
                                          <p:spTgt spid="6">
                                            <p:graphicEl>
                                              <a:dgm id="{4E84B878-A2A3-4E5E-8F85-AEBE94C6BA6D}"/>
                                            </p:graphicEl>
                                          </p:spTgt>
                                        </p:tgtEl>
                                        <p:attrNameLst>
                                          <p:attrName>style.visibility</p:attrName>
                                        </p:attrNameLst>
                                      </p:cBhvr>
                                      <p:to>
                                        <p:strVal val="visible"/>
                                      </p:to>
                                    </p:set>
                                    <p:animEffect transition="in" filter="fade">
                                      <p:cBhvr>
                                        <p:cTn id="59" dur="500"/>
                                        <p:tgtEl>
                                          <p:spTgt spid="6">
                                            <p:graphicEl>
                                              <a:dgm id="{4E84B878-A2A3-4E5E-8F85-AEBE94C6BA6D}"/>
                                            </p:graphicEl>
                                          </p:spTgt>
                                        </p:tgtEl>
                                      </p:cBhvr>
                                    </p:animEffect>
                                  </p:childTnLst>
                                </p:cTn>
                              </p:par>
                            </p:childTnLst>
                          </p:cTn>
                        </p:par>
                        <p:par>
                          <p:cTn id="60" fill="hold">
                            <p:stCondLst>
                              <p:cond delay="7000"/>
                            </p:stCondLst>
                            <p:childTnLst>
                              <p:par>
                                <p:cTn id="61" presetID="10" presetClass="entr" presetSubtype="0" fill="hold" grpId="0" nodeType="afterEffect">
                                  <p:stCondLst>
                                    <p:cond delay="0"/>
                                  </p:stCondLst>
                                  <p:childTnLst>
                                    <p:set>
                                      <p:cBhvr>
                                        <p:cTn id="62" dur="1" fill="hold">
                                          <p:stCondLst>
                                            <p:cond delay="0"/>
                                          </p:stCondLst>
                                        </p:cTn>
                                        <p:tgtEl>
                                          <p:spTgt spid="6">
                                            <p:graphicEl>
                                              <a:dgm id="{DC13184E-022F-4389-BD2D-73F872FB5F7A}"/>
                                            </p:graphicEl>
                                          </p:spTgt>
                                        </p:tgtEl>
                                        <p:attrNameLst>
                                          <p:attrName>style.visibility</p:attrName>
                                        </p:attrNameLst>
                                      </p:cBhvr>
                                      <p:to>
                                        <p:strVal val="visible"/>
                                      </p:to>
                                    </p:set>
                                    <p:animEffect transition="in" filter="fade">
                                      <p:cBhvr>
                                        <p:cTn id="63" dur="500"/>
                                        <p:tgtEl>
                                          <p:spTgt spid="6">
                                            <p:graphicEl>
                                              <a:dgm id="{DC13184E-022F-4389-BD2D-73F872FB5F7A}"/>
                                            </p:graphicEl>
                                          </p:spTgt>
                                        </p:tgtEl>
                                      </p:cBhvr>
                                    </p:animEffect>
                                  </p:childTnLst>
                                </p:cTn>
                              </p:par>
                            </p:childTnLst>
                          </p:cTn>
                        </p:par>
                        <p:par>
                          <p:cTn id="64" fill="hold">
                            <p:stCondLst>
                              <p:cond delay="7500"/>
                            </p:stCondLst>
                            <p:childTnLst>
                              <p:par>
                                <p:cTn id="65" presetID="10" presetClass="entr" presetSubtype="0" fill="hold" grpId="0" nodeType="afterEffect">
                                  <p:stCondLst>
                                    <p:cond delay="0"/>
                                  </p:stCondLst>
                                  <p:childTnLst>
                                    <p:set>
                                      <p:cBhvr>
                                        <p:cTn id="66" dur="1" fill="hold">
                                          <p:stCondLst>
                                            <p:cond delay="0"/>
                                          </p:stCondLst>
                                        </p:cTn>
                                        <p:tgtEl>
                                          <p:spTgt spid="6">
                                            <p:graphicEl>
                                              <a:dgm id="{FE214AA5-8D85-4C4B-A33F-5F02BBE692EF}"/>
                                            </p:graphicEl>
                                          </p:spTgt>
                                        </p:tgtEl>
                                        <p:attrNameLst>
                                          <p:attrName>style.visibility</p:attrName>
                                        </p:attrNameLst>
                                      </p:cBhvr>
                                      <p:to>
                                        <p:strVal val="visible"/>
                                      </p:to>
                                    </p:set>
                                    <p:animEffect transition="in" filter="fade">
                                      <p:cBhvr>
                                        <p:cTn id="67" dur="500"/>
                                        <p:tgtEl>
                                          <p:spTgt spid="6">
                                            <p:graphicEl>
                                              <a:dgm id="{FE214AA5-8D85-4C4B-A33F-5F02BBE692EF}"/>
                                            </p:graphicEl>
                                          </p:spTgt>
                                        </p:tgtEl>
                                      </p:cBhvr>
                                    </p:animEffect>
                                  </p:childTnLst>
                                </p:cTn>
                              </p:par>
                            </p:childTnLst>
                          </p:cTn>
                        </p:par>
                        <p:par>
                          <p:cTn id="68" fill="hold">
                            <p:stCondLst>
                              <p:cond delay="8000"/>
                            </p:stCondLst>
                            <p:childTnLst>
                              <p:par>
                                <p:cTn id="69" presetID="10" presetClass="entr" presetSubtype="0" fill="hold" grpId="0" nodeType="afterEffect">
                                  <p:stCondLst>
                                    <p:cond delay="0"/>
                                  </p:stCondLst>
                                  <p:childTnLst>
                                    <p:set>
                                      <p:cBhvr>
                                        <p:cTn id="70" dur="1" fill="hold">
                                          <p:stCondLst>
                                            <p:cond delay="0"/>
                                          </p:stCondLst>
                                        </p:cTn>
                                        <p:tgtEl>
                                          <p:spTgt spid="6">
                                            <p:graphicEl>
                                              <a:dgm id="{3C105F2D-3989-4540-821E-6EAACA049729}"/>
                                            </p:graphicEl>
                                          </p:spTgt>
                                        </p:tgtEl>
                                        <p:attrNameLst>
                                          <p:attrName>style.visibility</p:attrName>
                                        </p:attrNameLst>
                                      </p:cBhvr>
                                      <p:to>
                                        <p:strVal val="visible"/>
                                      </p:to>
                                    </p:set>
                                    <p:animEffect transition="in" filter="fade">
                                      <p:cBhvr>
                                        <p:cTn id="71" dur="500"/>
                                        <p:tgtEl>
                                          <p:spTgt spid="6">
                                            <p:graphicEl>
                                              <a:dgm id="{3C105F2D-3989-4540-821E-6EAACA049729}"/>
                                            </p:graphicEl>
                                          </p:spTgt>
                                        </p:tgtEl>
                                      </p:cBhvr>
                                    </p:animEffect>
                                  </p:childTnLst>
                                </p:cTn>
                              </p:par>
                            </p:childTnLst>
                          </p:cTn>
                        </p:par>
                        <p:par>
                          <p:cTn id="72" fill="hold">
                            <p:stCondLst>
                              <p:cond delay="8500"/>
                            </p:stCondLst>
                            <p:childTnLst>
                              <p:par>
                                <p:cTn id="73" presetID="10" presetClass="entr" presetSubtype="0" fill="hold" grpId="0" nodeType="afterEffect">
                                  <p:stCondLst>
                                    <p:cond delay="0"/>
                                  </p:stCondLst>
                                  <p:childTnLst>
                                    <p:set>
                                      <p:cBhvr>
                                        <p:cTn id="74" dur="1" fill="hold">
                                          <p:stCondLst>
                                            <p:cond delay="0"/>
                                          </p:stCondLst>
                                        </p:cTn>
                                        <p:tgtEl>
                                          <p:spTgt spid="6">
                                            <p:graphicEl>
                                              <a:dgm id="{1A630906-68C7-42A1-9F5B-B726509496AE}"/>
                                            </p:graphicEl>
                                          </p:spTgt>
                                        </p:tgtEl>
                                        <p:attrNameLst>
                                          <p:attrName>style.visibility</p:attrName>
                                        </p:attrNameLst>
                                      </p:cBhvr>
                                      <p:to>
                                        <p:strVal val="visible"/>
                                      </p:to>
                                    </p:set>
                                    <p:animEffect transition="in" filter="fade">
                                      <p:cBhvr>
                                        <p:cTn id="75" dur="500"/>
                                        <p:tgtEl>
                                          <p:spTgt spid="6">
                                            <p:graphicEl>
                                              <a:dgm id="{1A630906-68C7-42A1-9F5B-B726509496AE}"/>
                                            </p:graphicEl>
                                          </p:spTgt>
                                        </p:tgtEl>
                                      </p:cBhvr>
                                    </p:animEffect>
                                  </p:childTnLst>
                                </p:cTn>
                              </p:par>
                            </p:childTnLst>
                          </p:cTn>
                        </p:par>
                        <p:par>
                          <p:cTn id="76" fill="hold">
                            <p:stCondLst>
                              <p:cond delay="9000"/>
                            </p:stCondLst>
                            <p:childTnLst>
                              <p:par>
                                <p:cTn id="77" presetID="10" presetClass="entr" presetSubtype="0" fill="hold" grpId="0" nodeType="afterEffect">
                                  <p:stCondLst>
                                    <p:cond delay="0"/>
                                  </p:stCondLst>
                                  <p:childTnLst>
                                    <p:set>
                                      <p:cBhvr>
                                        <p:cTn id="78" dur="1" fill="hold">
                                          <p:stCondLst>
                                            <p:cond delay="0"/>
                                          </p:stCondLst>
                                        </p:cTn>
                                        <p:tgtEl>
                                          <p:spTgt spid="6">
                                            <p:graphicEl>
                                              <a:dgm id="{30456D14-6A96-4499-ADAC-5258955CE9B9}"/>
                                            </p:graphicEl>
                                          </p:spTgt>
                                        </p:tgtEl>
                                        <p:attrNameLst>
                                          <p:attrName>style.visibility</p:attrName>
                                        </p:attrNameLst>
                                      </p:cBhvr>
                                      <p:to>
                                        <p:strVal val="visible"/>
                                      </p:to>
                                    </p:set>
                                    <p:animEffect transition="in" filter="fade">
                                      <p:cBhvr>
                                        <p:cTn id="79" dur="500"/>
                                        <p:tgtEl>
                                          <p:spTgt spid="6">
                                            <p:graphicEl>
                                              <a:dgm id="{30456D14-6A96-4499-ADAC-5258955CE9B9}"/>
                                            </p:graphicEl>
                                          </p:spTgt>
                                        </p:tgtEl>
                                      </p:cBhvr>
                                    </p:animEffect>
                                  </p:childTnLst>
                                </p:cTn>
                              </p:par>
                            </p:childTnLst>
                          </p:cTn>
                        </p:par>
                        <p:par>
                          <p:cTn id="80" fill="hold">
                            <p:stCondLst>
                              <p:cond delay="9500"/>
                            </p:stCondLst>
                            <p:childTnLst>
                              <p:par>
                                <p:cTn id="81" presetID="10" presetClass="entr" presetSubtype="0" fill="hold" grpId="0" nodeType="afterEffect">
                                  <p:stCondLst>
                                    <p:cond delay="0"/>
                                  </p:stCondLst>
                                  <p:childTnLst>
                                    <p:set>
                                      <p:cBhvr>
                                        <p:cTn id="82" dur="1" fill="hold">
                                          <p:stCondLst>
                                            <p:cond delay="0"/>
                                          </p:stCondLst>
                                        </p:cTn>
                                        <p:tgtEl>
                                          <p:spTgt spid="6">
                                            <p:graphicEl>
                                              <a:dgm id="{A510772F-A4C4-4CA3-9E57-7D5683DD3F70}"/>
                                            </p:graphicEl>
                                          </p:spTgt>
                                        </p:tgtEl>
                                        <p:attrNameLst>
                                          <p:attrName>style.visibility</p:attrName>
                                        </p:attrNameLst>
                                      </p:cBhvr>
                                      <p:to>
                                        <p:strVal val="visible"/>
                                      </p:to>
                                    </p:set>
                                    <p:animEffect transition="in" filter="fade">
                                      <p:cBhvr>
                                        <p:cTn id="83" dur="500"/>
                                        <p:tgtEl>
                                          <p:spTgt spid="6">
                                            <p:graphicEl>
                                              <a:dgm id="{A510772F-A4C4-4CA3-9E57-7D5683DD3F70}"/>
                                            </p:graphicEl>
                                          </p:spTgt>
                                        </p:tgtEl>
                                      </p:cBhvr>
                                    </p:animEffect>
                                  </p:childTnLst>
                                </p:cTn>
                              </p:par>
                            </p:childTnLst>
                          </p:cTn>
                        </p:par>
                        <p:par>
                          <p:cTn id="84" fill="hold">
                            <p:stCondLst>
                              <p:cond delay="10000"/>
                            </p:stCondLst>
                            <p:childTnLst>
                              <p:par>
                                <p:cTn id="85" presetID="10" presetClass="entr" presetSubtype="0" fill="hold" grpId="0" nodeType="afterEffect">
                                  <p:stCondLst>
                                    <p:cond delay="0"/>
                                  </p:stCondLst>
                                  <p:childTnLst>
                                    <p:set>
                                      <p:cBhvr>
                                        <p:cTn id="86" dur="1" fill="hold">
                                          <p:stCondLst>
                                            <p:cond delay="0"/>
                                          </p:stCondLst>
                                        </p:cTn>
                                        <p:tgtEl>
                                          <p:spTgt spid="6">
                                            <p:graphicEl>
                                              <a:dgm id="{0BC0503C-5249-4B8A-83EF-082E3E4A9792}"/>
                                            </p:graphicEl>
                                          </p:spTgt>
                                        </p:tgtEl>
                                        <p:attrNameLst>
                                          <p:attrName>style.visibility</p:attrName>
                                        </p:attrNameLst>
                                      </p:cBhvr>
                                      <p:to>
                                        <p:strVal val="visible"/>
                                      </p:to>
                                    </p:set>
                                    <p:animEffect transition="in" filter="fade">
                                      <p:cBhvr>
                                        <p:cTn id="87" dur="500"/>
                                        <p:tgtEl>
                                          <p:spTgt spid="6">
                                            <p:graphicEl>
                                              <a:dgm id="{0BC0503C-5249-4B8A-83EF-082E3E4A9792}"/>
                                            </p:graphicEl>
                                          </p:spTgt>
                                        </p:tgtEl>
                                      </p:cBhvr>
                                    </p:animEffect>
                                  </p:childTnLst>
                                </p:cTn>
                              </p:par>
                            </p:childTnLst>
                          </p:cTn>
                        </p:par>
                        <p:par>
                          <p:cTn id="88" fill="hold">
                            <p:stCondLst>
                              <p:cond delay="10500"/>
                            </p:stCondLst>
                            <p:childTnLst>
                              <p:par>
                                <p:cTn id="89" presetID="10" presetClass="entr" presetSubtype="0" fill="hold" grpId="0" nodeType="afterEffect">
                                  <p:stCondLst>
                                    <p:cond delay="0"/>
                                  </p:stCondLst>
                                  <p:childTnLst>
                                    <p:set>
                                      <p:cBhvr>
                                        <p:cTn id="90" dur="1" fill="hold">
                                          <p:stCondLst>
                                            <p:cond delay="0"/>
                                          </p:stCondLst>
                                        </p:cTn>
                                        <p:tgtEl>
                                          <p:spTgt spid="6">
                                            <p:graphicEl>
                                              <a:dgm id="{BB3212AC-F37B-4094-BE12-79088C460E68}"/>
                                            </p:graphicEl>
                                          </p:spTgt>
                                        </p:tgtEl>
                                        <p:attrNameLst>
                                          <p:attrName>style.visibility</p:attrName>
                                        </p:attrNameLst>
                                      </p:cBhvr>
                                      <p:to>
                                        <p:strVal val="visible"/>
                                      </p:to>
                                    </p:set>
                                    <p:animEffect transition="in" filter="fade">
                                      <p:cBhvr>
                                        <p:cTn id="91" dur="500"/>
                                        <p:tgtEl>
                                          <p:spTgt spid="6">
                                            <p:graphicEl>
                                              <a:dgm id="{BB3212AC-F37B-4094-BE12-79088C460E68}"/>
                                            </p:graphicEl>
                                          </p:spTgt>
                                        </p:tgtEl>
                                      </p:cBhvr>
                                    </p:animEffect>
                                  </p:childTnLst>
                                </p:cTn>
                              </p:par>
                            </p:childTnLst>
                          </p:cTn>
                        </p:par>
                        <p:par>
                          <p:cTn id="92" fill="hold">
                            <p:stCondLst>
                              <p:cond delay="11000"/>
                            </p:stCondLst>
                            <p:childTnLst>
                              <p:par>
                                <p:cTn id="93" presetID="10" presetClass="entr" presetSubtype="0" fill="hold" grpId="0" nodeType="afterEffect">
                                  <p:stCondLst>
                                    <p:cond delay="0"/>
                                  </p:stCondLst>
                                  <p:childTnLst>
                                    <p:set>
                                      <p:cBhvr>
                                        <p:cTn id="94" dur="1" fill="hold">
                                          <p:stCondLst>
                                            <p:cond delay="0"/>
                                          </p:stCondLst>
                                        </p:cTn>
                                        <p:tgtEl>
                                          <p:spTgt spid="6">
                                            <p:graphicEl>
                                              <a:dgm id="{89555276-2A3C-46D2-A187-38755EFF9096}"/>
                                            </p:graphicEl>
                                          </p:spTgt>
                                        </p:tgtEl>
                                        <p:attrNameLst>
                                          <p:attrName>style.visibility</p:attrName>
                                        </p:attrNameLst>
                                      </p:cBhvr>
                                      <p:to>
                                        <p:strVal val="visible"/>
                                      </p:to>
                                    </p:set>
                                    <p:animEffect transition="in" filter="fade">
                                      <p:cBhvr>
                                        <p:cTn id="95" dur="500"/>
                                        <p:tgtEl>
                                          <p:spTgt spid="6">
                                            <p:graphicEl>
                                              <a:dgm id="{89555276-2A3C-46D2-A187-38755EFF9096}"/>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uiExpand="1">
        <p:bldSub>
          <a:bldDgm bld="one"/>
        </p:bldSub>
      </p:bldGraphic>
    </p:bldLst>
  </p:timing>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Subtitle 3">
            <a:extLst>
              <a:ext uri="{FF2B5EF4-FFF2-40B4-BE49-F238E27FC236}">
                <a16:creationId xmlns:a16="http://schemas.microsoft.com/office/drawing/2014/main" id="{69740FD1-D1E8-9C49-6141-421F59DACD4A}"/>
              </a:ext>
            </a:extLst>
          </p:cNvPr>
          <p:cNvSpPr>
            <a:spLocks noGrp="1"/>
          </p:cNvSpPr>
          <p:nvPr>
            <p:ph type="subTitle" idx="1"/>
          </p:nvPr>
        </p:nvSpPr>
        <p:spPr>
          <a:xfrm>
            <a:off x="0" y="962847"/>
            <a:ext cx="4353759" cy="3514316"/>
          </a:xfrm>
        </p:spPr>
        <p:txBody>
          <a:bodyPr/>
          <a:lstStyle/>
          <a:p>
            <a:pPr marL="342900" indent="-342900" algn="just">
              <a:buFont typeface="Arial" panose="020B0604020202020204" pitchFamily="34" charset="0"/>
              <a:buChar char="•"/>
            </a:pPr>
            <a:r>
              <a:rPr lang="en-US" sz="2000" dirty="0"/>
              <a:t>DHT11 sensor interfaces serially with GPIO 18</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Moisture sensor interfaces with the mcp3008, and the output of the ADC value is read through SPI communication.</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Pin 21 is a digital output connected to a relay which is then connected to the pump.</a:t>
            </a:r>
          </a:p>
          <a:p>
            <a:pPr algn="just"/>
            <a:endParaRPr lang="en-US" sz="2000" dirty="0"/>
          </a:p>
        </p:txBody>
      </p:sp>
      <p:sp>
        <p:nvSpPr>
          <p:cNvPr id="3" name="Title 2">
            <a:extLst>
              <a:ext uri="{FF2B5EF4-FFF2-40B4-BE49-F238E27FC236}">
                <a16:creationId xmlns:a16="http://schemas.microsoft.com/office/drawing/2014/main" id="{0A060A4D-C2BF-2A4A-FDA7-23399893FF30}"/>
              </a:ext>
            </a:extLst>
          </p:cNvPr>
          <p:cNvSpPr>
            <a:spLocks noGrp="1"/>
          </p:cNvSpPr>
          <p:nvPr>
            <p:ph type="title"/>
          </p:nvPr>
        </p:nvSpPr>
        <p:spPr>
          <a:xfrm>
            <a:off x="170080" y="390147"/>
            <a:ext cx="4353759" cy="572700"/>
          </a:xfrm>
        </p:spPr>
        <p:txBody>
          <a:bodyPr/>
          <a:lstStyle/>
          <a:p>
            <a:r>
              <a:rPr lang="en-US" dirty="0"/>
              <a:t>Hardware Schematic</a:t>
            </a:r>
          </a:p>
        </p:txBody>
      </p:sp>
      <p:pic>
        <p:nvPicPr>
          <p:cNvPr id="6" name="Picture 5" descr="A circuit board with wires and a battery&#10;&#10;Description automatically generated">
            <a:extLst>
              <a:ext uri="{FF2B5EF4-FFF2-40B4-BE49-F238E27FC236}">
                <a16:creationId xmlns:a16="http://schemas.microsoft.com/office/drawing/2014/main" id="{ED9DE23F-CDE9-0E89-2820-DD7DAE39AA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0" y="298167"/>
            <a:ext cx="4475679" cy="4178996"/>
          </a:xfrm>
          <a:prstGeom prst="rect">
            <a:avLst/>
          </a:prstGeom>
        </p:spPr>
      </p:pic>
    </p:spTree>
    <p:extLst>
      <p:ext uri="{BB962C8B-B14F-4D97-AF65-F5344CB8AC3E}">
        <p14:creationId xmlns:p14="http://schemas.microsoft.com/office/powerpoint/2010/main" val="390126995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466"/>
        <p:cNvGrpSpPr/>
        <p:nvPr/>
      </p:nvGrpSpPr>
      <p:grpSpPr>
        <a:xfrm>
          <a:off x="0" y="0"/>
          <a:ext cx="0" cy="0"/>
          <a:chOff x="0" y="0"/>
          <a:chExt cx="0" cy="0"/>
        </a:xfrm>
      </p:grpSpPr>
      <p:sp>
        <p:nvSpPr>
          <p:cNvPr id="2467" name="Google Shape;2467;p44"/>
          <p:cNvSpPr txBox="1">
            <a:spLocks noGrp="1"/>
          </p:cNvSpPr>
          <p:nvPr>
            <p:ph type="title"/>
          </p:nvPr>
        </p:nvSpPr>
        <p:spPr>
          <a:xfrm>
            <a:off x="1590000" y="1465306"/>
            <a:ext cx="5964000" cy="1545284"/>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6600" dirty="0"/>
              <a:t>Metho</a:t>
            </a:r>
            <a:r>
              <a:rPr lang="en-US" sz="6600" dirty="0">
                <a:solidFill>
                  <a:schemeClr val="lt1"/>
                </a:solidFill>
              </a:rPr>
              <a:t>dology</a:t>
            </a:r>
            <a:endParaRPr sz="6600" dirty="0">
              <a:solidFill>
                <a:schemeClr val="lt1"/>
              </a:solidFill>
            </a:endParaRPr>
          </a:p>
        </p:txBody>
      </p:sp>
      <p:grpSp>
        <p:nvGrpSpPr>
          <p:cNvPr id="2468" name="Google Shape;2468;p44"/>
          <p:cNvGrpSpPr/>
          <p:nvPr/>
        </p:nvGrpSpPr>
        <p:grpSpPr>
          <a:xfrm>
            <a:off x="6980724" y="2594473"/>
            <a:ext cx="1642242" cy="1667704"/>
            <a:chOff x="6910818" y="2497897"/>
            <a:chExt cx="1737454" cy="1764393"/>
          </a:xfrm>
        </p:grpSpPr>
        <p:grpSp>
          <p:nvGrpSpPr>
            <p:cNvPr id="2469" name="Google Shape;2469;p44"/>
            <p:cNvGrpSpPr/>
            <p:nvPr/>
          </p:nvGrpSpPr>
          <p:grpSpPr>
            <a:xfrm>
              <a:off x="8194878" y="2497897"/>
              <a:ext cx="286304" cy="433613"/>
              <a:chOff x="6673046" y="1861217"/>
              <a:chExt cx="150520" cy="227966"/>
            </a:xfrm>
          </p:grpSpPr>
          <p:sp>
            <p:nvSpPr>
              <p:cNvPr id="2470" name="Google Shape;2470;p44"/>
              <p:cNvSpPr/>
              <p:nvPr/>
            </p:nvSpPr>
            <p:spPr>
              <a:xfrm>
                <a:off x="6707949" y="1871649"/>
                <a:ext cx="84296" cy="42571"/>
              </a:xfrm>
              <a:custGeom>
                <a:avLst/>
                <a:gdLst/>
                <a:ahLst/>
                <a:cxnLst/>
                <a:rect l="l" t="t" r="r" b="b"/>
                <a:pathLst>
                  <a:path w="2990" h="1510" extrusionOk="0">
                    <a:moveTo>
                      <a:pt x="2588" y="1"/>
                    </a:moveTo>
                    <a:cubicBezTo>
                      <a:pt x="1929" y="352"/>
                      <a:pt x="1801" y="1062"/>
                      <a:pt x="1801" y="1062"/>
                    </a:cubicBezTo>
                    <a:lnTo>
                      <a:pt x="1238" y="930"/>
                    </a:lnTo>
                    <a:cubicBezTo>
                      <a:pt x="1238" y="930"/>
                      <a:pt x="1045" y="225"/>
                      <a:pt x="563" y="63"/>
                    </a:cubicBezTo>
                    <a:cubicBezTo>
                      <a:pt x="0" y="788"/>
                      <a:pt x="532" y="1509"/>
                      <a:pt x="532" y="1509"/>
                    </a:cubicBezTo>
                    <a:lnTo>
                      <a:pt x="2588" y="1254"/>
                    </a:lnTo>
                    <a:cubicBezTo>
                      <a:pt x="2588" y="1254"/>
                      <a:pt x="2989" y="579"/>
                      <a:pt x="25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1" name="Google Shape;2471;p44"/>
              <p:cNvSpPr/>
              <p:nvPr/>
            </p:nvSpPr>
            <p:spPr>
              <a:xfrm>
                <a:off x="6717957" y="1861217"/>
                <a:ext cx="61657" cy="48970"/>
              </a:xfrm>
              <a:custGeom>
                <a:avLst/>
                <a:gdLst/>
                <a:ahLst/>
                <a:cxnLst/>
                <a:rect l="l" t="t" r="r" b="b"/>
                <a:pathLst>
                  <a:path w="2187" h="1737" extrusionOk="0">
                    <a:moveTo>
                      <a:pt x="899" y="1"/>
                    </a:moveTo>
                    <a:cubicBezTo>
                      <a:pt x="0" y="838"/>
                      <a:pt x="467" y="1736"/>
                      <a:pt x="467" y="1736"/>
                    </a:cubicBezTo>
                    <a:lnTo>
                      <a:pt x="1975" y="1223"/>
                    </a:lnTo>
                    <a:cubicBezTo>
                      <a:pt x="1975" y="1204"/>
                      <a:pt x="2187" y="467"/>
                      <a:pt x="8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2" name="Google Shape;2472;p44"/>
              <p:cNvSpPr/>
              <p:nvPr/>
            </p:nvSpPr>
            <p:spPr>
              <a:xfrm>
                <a:off x="6693035" y="1874383"/>
                <a:ext cx="117760" cy="72004"/>
              </a:xfrm>
              <a:custGeom>
                <a:avLst/>
                <a:gdLst/>
                <a:ahLst/>
                <a:cxnLst/>
                <a:rect l="l" t="t" r="r" b="b"/>
                <a:pathLst>
                  <a:path w="4177" h="2554" extrusionOk="0">
                    <a:moveTo>
                      <a:pt x="2090" y="0"/>
                    </a:moveTo>
                    <a:cubicBezTo>
                      <a:pt x="2084" y="0"/>
                      <a:pt x="2078" y="0"/>
                      <a:pt x="2072" y="0"/>
                    </a:cubicBezTo>
                    <a:cubicBezTo>
                      <a:pt x="1478" y="16"/>
                      <a:pt x="1204" y="756"/>
                      <a:pt x="1204" y="756"/>
                    </a:cubicBezTo>
                    <a:cubicBezTo>
                      <a:pt x="1204" y="756"/>
                      <a:pt x="965" y="336"/>
                      <a:pt x="352" y="255"/>
                    </a:cubicBezTo>
                    <a:lnTo>
                      <a:pt x="352" y="255"/>
                    </a:lnTo>
                    <a:cubicBezTo>
                      <a:pt x="1" y="1204"/>
                      <a:pt x="818" y="2538"/>
                      <a:pt x="2041" y="2554"/>
                    </a:cubicBezTo>
                    <a:cubicBezTo>
                      <a:pt x="2048" y="2554"/>
                      <a:pt x="2056" y="2554"/>
                      <a:pt x="2063" y="2554"/>
                    </a:cubicBezTo>
                    <a:cubicBezTo>
                      <a:pt x="3479" y="2554"/>
                      <a:pt x="4176" y="1042"/>
                      <a:pt x="3823" y="274"/>
                    </a:cubicBezTo>
                    <a:lnTo>
                      <a:pt x="3823" y="274"/>
                    </a:lnTo>
                    <a:cubicBezTo>
                      <a:pt x="3437" y="320"/>
                      <a:pt x="2924" y="756"/>
                      <a:pt x="2924" y="756"/>
                    </a:cubicBezTo>
                    <a:cubicBezTo>
                      <a:pt x="2924" y="756"/>
                      <a:pt x="2671" y="0"/>
                      <a:pt x="209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3" name="Google Shape;2473;p44"/>
              <p:cNvSpPr/>
              <p:nvPr/>
            </p:nvSpPr>
            <p:spPr>
              <a:xfrm>
                <a:off x="6690328" y="1889720"/>
                <a:ext cx="122355" cy="58528"/>
              </a:xfrm>
              <a:custGeom>
                <a:avLst/>
                <a:gdLst/>
                <a:ahLst/>
                <a:cxnLst/>
                <a:rect l="l" t="t" r="r" b="b"/>
                <a:pathLst>
                  <a:path w="4340" h="2076" extrusionOk="0">
                    <a:moveTo>
                      <a:pt x="2183" y="0"/>
                    </a:moveTo>
                    <a:cubicBezTo>
                      <a:pt x="2178" y="0"/>
                      <a:pt x="2173" y="0"/>
                      <a:pt x="2168" y="0"/>
                    </a:cubicBezTo>
                    <a:cubicBezTo>
                      <a:pt x="1508" y="0"/>
                      <a:pt x="1219" y="949"/>
                      <a:pt x="1219" y="949"/>
                    </a:cubicBezTo>
                    <a:cubicBezTo>
                      <a:pt x="1219" y="949"/>
                      <a:pt x="913" y="418"/>
                      <a:pt x="339" y="418"/>
                    </a:cubicBezTo>
                    <a:cubicBezTo>
                      <a:pt x="243" y="418"/>
                      <a:pt x="141" y="433"/>
                      <a:pt x="31" y="467"/>
                    </a:cubicBezTo>
                    <a:cubicBezTo>
                      <a:pt x="0" y="1528"/>
                      <a:pt x="787" y="2060"/>
                      <a:pt x="2137" y="2075"/>
                    </a:cubicBezTo>
                    <a:cubicBezTo>
                      <a:pt x="2163" y="2076"/>
                      <a:pt x="2189" y="2076"/>
                      <a:pt x="2214" y="2076"/>
                    </a:cubicBezTo>
                    <a:cubicBezTo>
                      <a:pt x="3731" y="2076"/>
                      <a:pt x="4340" y="1620"/>
                      <a:pt x="4340" y="451"/>
                    </a:cubicBezTo>
                    <a:cubicBezTo>
                      <a:pt x="4234" y="432"/>
                      <a:pt x="4137" y="423"/>
                      <a:pt x="4047" y="423"/>
                    </a:cubicBezTo>
                    <a:cubicBezTo>
                      <a:pt x="3330" y="423"/>
                      <a:pt x="3101" y="984"/>
                      <a:pt x="3101" y="984"/>
                    </a:cubicBezTo>
                    <a:cubicBezTo>
                      <a:pt x="3101" y="984"/>
                      <a:pt x="2817" y="0"/>
                      <a:pt x="218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4" name="Google Shape;2474;p44"/>
              <p:cNvSpPr/>
              <p:nvPr/>
            </p:nvSpPr>
            <p:spPr>
              <a:xfrm>
                <a:off x="6683900" y="1929528"/>
                <a:ext cx="128783" cy="42740"/>
              </a:xfrm>
              <a:custGeom>
                <a:avLst/>
                <a:gdLst/>
                <a:ahLst/>
                <a:cxnLst/>
                <a:rect l="l" t="t" r="r" b="b"/>
                <a:pathLst>
                  <a:path w="4568" h="1516" extrusionOk="0">
                    <a:moveTo>
                      <a:pt x="2108" y="1"/>
                    </a:moveTo>
                    <a:cubicBezTo>
                      <a:pt x="247" y="1"/>
                      <a:pt x="1" y="1516"/>
                      <a:pt x="1" y="1516"/>
                    </a:cubicBezTo>
                    <a:lnTo>
                      <a:pt x="4568" y="1516"/>
                    </a:lnTo>
                    <a:cubicBezTo>
                      <a:pt x="4568" y="1516"/>
                      <a:pt x="4244" y="85"/>
                      <a:pt x="2253" y="4"/>
                    </a:cubicBezTo>
                    <a:cubicBezTo>
                      <a:pt x="2204" y="2"/>
                      <a:pt x="2156" y="1"/>
                      <a:pt x="21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5" name="Google Shape;2475;p44"/>
              <p:cNvSpPr/>
              <p:nvPr/>
            </p:nvSpPr>
            <p:spPr>
              <a:xfrm>
                <a:off x="6769606" y="1953210"/>
                <a:ext cx="20355" cy="16352"/>
              </a:xfrm>
              <a:custGeom>
                <a:avLst/>
                <a:gdLst/>
                <a:ahLst/>
                <a:cxnLst/>
                <a:rect l="l" t="t" r="r" b="b"/>
                <a:pathLst>
                  <a:path w="722" h="580" extrusionOk="0">
                    <a:moveTo>
                      <a:pt x="0" y="1"/>
                    </a:moveTo>
                    <a:lnTo>
                      <a:pt x="0" y="579"/>
                    </a:lnTo>
                    <a:lnTo>
                      <a:pt x="721" y="579"/>
                    </a:lnTo>
                    <a:lnTo>
                      <a:pt x="7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6" name="Google Shape;2476;p44"/>
              <p:cNvSpPr/>
              <p:nvPr/>
            </p:nvSpPr>
            <p:spPr>
              <a:xfrm>
                <a:off x="6749702" y="1972240"/>
                <a:ext cx="451" cy="28"/>
              </a:xfrm>
              <a:custGeom>
                <a:avLst/>
                <a:gdLst/>
                <a:ahLst/>
                <a:cxnLst/>
                <a:rect l="l" t="t" r="r" b="b"/>
                <a:pathLst>
                  <a:path w="16" h="1" extrusionOk="0">
                    <a:moveTo>
                      <a:pt x="16" y="1"/>
                    </a:moveTo>
                    <a:lnTo>
                      <a:pt x="0" y="1"/>
                    </a:lnTo>
                    <a:lnTo>
                      <a:pt x="16" y="1"/>
                    </a:lnTo>
                    <a:close/>
                  </a:path>
                </a:pathLst>
              </a:custGeom>
              <a:solidFill>
                <a:srgbClr val="D0D6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7" name="Google Shape;2477;p44"/>
              <p:cNvSpPr/>
              <p:nvPr/>
            </p:nvSpPr>
            <p:spPr>
              <a:xfrm>
                <a:off x="6734252" y="1946359"/>
                <a:ext cx="31773" cy="25909"/>
              </a:xfrm>
              <a:custGeom>
                <a:avLst/>
                <a:gdLst/>
                <a:ahLst/>
                <a:cxnLst/>
                <a:rect l="l" t="t" r="r" b="b"/>
                <a:pathLst>
                  <a:path w="1127" h="919" extrusionOk="0">
                    <a:moveTo>
                      <a:pt x="564" y="1"/>
                    </a:moveTo>
                    <a:cubicBezTo>
                      <a:pt x="483" y="1"/>
                      <a:pt x="417" y="16"/>
                      <a:pt x="336" y="66"/>
                    </a:cubicBezTo>
                    <a:cubicBezTo>
                      <a:pt x="259" y="97"/>
                      <a:pt x="193" y="163"/>
                      <a:pt x="163" y="244"/>
                    </a:cubicBezTo>
                    <a:cubicBezTo>
                      <a:pt x="1" y="579"/>
                      <a:pt x="240" y="903"/>
                      <a:pt x="548" y="919"/>
                    </a:cubicBezTo>
                    <a:lnTo>
                      <a:pt x="564" y="919"/>
                    </a:lnTo>
                    <a:cubicBezTo>
                      <a:pt x="625" y="903"/>
                      <a:pt x="706" y="884"/>
                      <a:pt x="772" y="853"/>
                    </a:cubicBezTo>
                    <a:cubicBezTo>
                      <a:pt x="853" y="822"/>
                      <a:pt x="915" y="757"/>
                      <a:pt x="965" y="676"/>
                    </a:cubicBezTo>
                    <a:cubicBezTo>
                      <a:pt x="1127" y="340"/>
                      <a:pt x="868" y="1"/>
                      <a:pt x="5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8" name="Google Shape;2478;p44"/>
              <p:cNvSpPr/>
              <p:nvPr/>
            </p:nvSpPr>
            <p:spPr>
              <a:xfrm>
                <a:off x="6673046" y="1955494"/>
                <a:ext cx="150520" cy="133689"/>
              </a:xfrm>
              <a:custGeom>
                <a:avLst/>
                <a:gdLst/>
                <a:ahLst/>
                <a:cxnLst/>
                <a:rect l="l" t="t" r="r" b="b"/>
                <a:pathLst>
                  <a:path w="5339" h="4742" extrusionOk="0">
                    <a:moveTo>
                      <a:pt x="0" y="1"/>
                    </a:moveTo>
                    <a:lnTo>
                      <a:pt x="502" y="2361"/>
                    </a:lnTo>
                    <a:lnTo>
                      <a:pt x="0" y="4741"/>
                    </a:lnTo>
                    <a:lnTo>
                      <a:pt x="5049" y="4741"/>
                    </a:lnTo>
                    <a:lnTo>
                      <a:pt x="5145" y="3584"/>
                    </a:lnTo>
                    <a:lnTo>
                      <a:pt x="4470" y="3198"/>
                    </a:lnTo>
                    <a:lnTo>
                      <a:pt x="5338" y="1559"/>
                    </a:lnTo>
                    <a:lnTo>
                      <a:pt x="5095" y="305"/>
                    </a:lnTo>
                    <a:lnTo>
                      <a:pt x="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9" name="Google Shape;2479;p44"/>
              <p:cNvSpPr/>
              <p:nvPr/>
            </p:nvSpPr>
            <p:spPr>
              <a:xfrm>
                <a:off x="6678036" y="1978104"/>
                <a:ext cx="143669" cy="9501"/>
              </a:xfrm>
              <a:custGeom>
                <a:avLst/>
                <a:gdLst/>
                <a:ahLst/>
                <a:cxnLst/>
                <a:rect l="l" t="t" r="r" b="b"/>
                <a:pathLst>
                  <a:path w="5096" h="337" extrusionOk="0">
                    <a:moveTo>
                      <a:pt x="1" y="1"/>
                    </a:moveTo>
                    <a:lnTo>
                      <a:pt x="82" y="337"/>
                    </a:lnTo>
                    <a:lnTo>
                      <a:pt x="5096" y="337"/>
                    </a:lnTo>
                    <a:lnTo>
                      <a:pt x="503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0" name="Google Shape;2480;p44"/>
              <p:cNvSpPr/>
              <p:nvPr/>
            </p:nvSpPr>
            <p:spPr>
              <a:xfrm>
                <a:off x="6683900" y="2004436"/>
                <a:ext cx="137382" cy="9473"/>
              </a:xfrm>
              <a:custGeom>
                <a:avLst/>
                <a:gdLst/>
                <a:ahLst/>
                <a:cxnLst/>
                <a:rect l="l" t="t" r="r" b="b"/>
                <a:pathLst>
                  <a:path w="4873" h="336" extrusionOk="0">
                    <a:moveTo>
                      <a:pt x="1" y="0"/>
                    </a:moveTo>
                    <a:lnTo>
                      <a:pt x="66" y="336"/>
                    </a:lnTo>
                    <a:lnTo>
                      <a:pt x="4695" y="336"/>
                    </a:lnTo>
                    <a:lnTo>
                      <a:pt x="487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1" name="Google Shape;2481;p44"/>
              <p:cNvSpPr/>
              <p:nvPr/>
            </p:nvSpPr>
            <p:spPr>
              <a:xfrm>
                <a:off x="6683900" y="2030627"/>
                <a:ext cx="123793" cy="9614"/>
              </a:xfrm>
              <a:custGeom>
                <a:avLst/>
                <a:gdLst/>
                <a:ahLst/>
                <a:cxnLst/>
                <a:rect l="l" t="t" r="r" b="b"/>
                <a:pathLst>
                  <a:path w="4391" h="341" extrusionOk="0">
                    <a:moveTo>
                      <a:pt x="66" y="1"/>
                    </a:moveTo>
                    <a:lnTo>
                      <a:pt x="1" y="340"/>
                    </a:lnTo>
                    <a:lnTo>
                      <a:pt x="4213" y="340"/>
                    </a:lnTo>
                    <a:lnTo>
                      <a:pt x="439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2" name="Google Shape;2482;p44"/>
              <p:cNvSpPr/>
              <p:nvPr/>
            </p:nvSpPr>
            <p:spPr>
              <a:xfrm>
                <a:off x="6678036" y="2056959"/>
                <a:ext cx="140089" cy="9473"/>
              </a:xfrm>
              <a:custGeom>
                <a:avLst/>
                <a:gdLst/>
                <a:ahLst/>
                <a:cxnLst/>
                <a:rect l="l" t="t" r="r" b="b"/>
                <a:pathLst>
                  <a:path w="4969" h="336" extrusionOk="0">
                    <a:moveTo>
                      <a:pt x="82" y="0"/>
                    </a:moveTo>
                    <a:lnTo>
                      <a:pt x="1" y="336"/>
                    </a:lnTo>
                    <a:lnTo>
                      <a:pt x="4953" y="336"/>
                    </a:lnTo>
                    <a:lnTo>
                      <a:pt x="496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3" name="Google Shape;2483;p44"/>
              <p:cNvSpPr/>
              <p:nvPr/>
            </p:nvSpPr>
            <p:spPr>
              <a:xfrm>
                <a:off x="6673046" y="1983546"/>
                <a:ext cx="150520" cy="105637"/>
              </a:xfrm>
              <a:custGeom>
                <a:avLst/>
                <a:gdLst/>
                <a:ahLst/>
                <a:cxnLst/>
                <a:rect l="l" t="t" r="r" b="b"/>
                <a:pathLst>
                  <a:path w="5339" h="3747" extrusionOk="0">
                    <a:moveTo>
                      <a:pt x="5226" y="1"/>
                    </a:moveTo>
                    <a:cubicBezTo>
                      <a:pt x="4677" y="580"/>
                      <a:pt x="3197" y="2674"/>
                      <a:pt x="441" y="2674"/>
                    </a:cubicBezTo>
                    <a:cubicBezTo>
                      <a:pt x="371" y="2674"/>
                      <a:pt x="300" y="2673"/>
                      <a:pt x="228" y="2670"/>
                    </a:cubicBezTo>
                    <a:lnTo>
                      <a:pt x="0" y="3746"/>
                    </a:lnTo>
                    <a:lnTo>
                      <a:pt x="5049" y="3746"/>
                    </a:lnTo>
                    <a:lnTo>
                      <a:pt x="5145" y="2589"/>
                    </a:lnTo>
                    <a:lnTo>
                      <a:pt x="4470" y="2203"/>
                    </a:lnTo>
                    <a:lnTo>
                      <a:pt x="5338" y="564"/>
                    </a:lnTo>
                    <a:lnTo>
                      <a:pt x="522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84" name="Google Shape;2484;p44"/>
            <p:cNvGrpSpPr/>
            <p:nvPr/>
          </p:nvGrpSpPr>
          <p:grpSpPr>
            <a:xfrm>
              <a:off x="7596043" y="3289611"/>
              <a:ext cx="977376" cy="664846"/>
              <a:chOff x="6358218" y="3496678"/>
              <a:chExt cx="513840" cy="349532"/>
            </a:xfrm>
          </p:grpSpPr>
          <p:sp>
            <p:nvSpPr>
              <p:cNvPr id="2485" name="Google Shape;2485;p44"/>
              <p:cNvSpPr/>
              <p:nvPr/>
            </p:nvSpPr>
            <p:spPr>
              <a:xfrm>
                <a:off x="6527064" y="3505784"/>
                <a:ext cx="171016" cy="265179"/>
              </a:xfrm>
              <a:custGeom>
                <a:avLst/>
                <a:gdLst/>
                <a:ahLst/>
                <a:cxnLst/>
                <a:rect l="l" t="t" r="r" b="b"/>
                <a:pathLst>
                  <a:path w="6066" h="9406" extrusionOk="0">
                    <a:moveTo>
                      <a:pt x="2730" y="1"/>
                    </a:moveTo>
                    <a:cubicBezTo>
                      <a:pt x="1" y="1"/>
                      <a:pt x="1001" y="8364"/>
                      <a:pt x="1001" y="8364"/>
                    </a:cubicBezTo>
                    <a:lnTo>
                      <a:pt x="2320" y="8634"/>
                    </a:lnTo>
                    <a:lnTo>
                      <a:pt x="6015" y="9405"/>
                    </a:lnTo>
                    <a:cubicBezTo>
                      <a:pt x="6015" y="9405"/>
                      <a:pt x="6031" y="9182"/>
                      <a:pt x="6031" y="8811"/>
                    </a:cubicBezTo>
                    <a:cubicBezTo>
                      <a:pt x="6065" y="7060"/>
                      <a:pt x="5969" y="1919"/>
                      <a:pt x="3863" y="407"/>
                    </a:cubicBezTo>
                    <a:cubicBezTo>
                      <a:pt x="3655" y="264"/>
                      <a:pt x="3427" y="148"/>
                      <a:pt x="3188" y="71"/>
                    </a:cubicBezTo>
                    <a:cubicBezTo>
                      <a:pt x="3025" y="23"/>
                      <a:pt x="2873" y="1"/>
                      <a:pt x="273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6" name="Google Shape;2486;p44"/>
              <p:cNvSpPr/>
              <p:nvPr/>
            </p:nvSpPr>
            <p:spPr>
              <a:xfrm>
                <a:off x="6527064" y="3505784"/>
                <a:ext cx="89878" cy="243414"/>
              </a:xfrm>
              <a:custGeom>
                <a:avLst/>
                <a:gdLst/>
                <a:ahLst/>
                <a:cxnLst/>
                <a:rect l="l" t="t" r="r" b="b"/>
                <a:pathLst>
                  <a:path w="3188" h="8634" extrusionOk="0">
                    <a:moveTo>
                      <a:pt x="2730" y="1"/>
                    </a:moveTo>
                    <a:cubicBezTo>
                      <a:pt x="1" y="1"/>
                      <a:pt x="1001" y="8364"/>
                      <a:pt x="1001" y="8364"/>
                    </a:cubicBezTo>
                    <a:lnTo>
                      <a:pt x="2320" y="8634"/>
                    </a:lnTo>
                    <a:cubicBezTo>
                      <a:pt x="1691" y="569"/>
                      <a:pt x="3188" y="71"/>
                      <a:pt x="3188" y="71"/>
                    </a:cubicBezTo>
                    <a:cubicBezTo>
                      <a:pt x="3025" y="23"/>
                      <a:pt x="2873" y="1"/>
                      <a:pt x="273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7" name="Google Shape;2487;p44"/>
              <p:cNvSpPr/>
              <p:nvPr/>
            </p:nvSpPr>
            <p:spPr>
              <a:xfrm>
                <a:off x="6578854" y="3507786"/>
                <a:ext cx="82040" cy="212064"/>
              </a:xfrm>
              <a:custGeom>
                <a:avLst/>
                <a:gdLst/>
                <a:ahLst/>
                <a:cxnLst/>
                <a:rect l="l" t="t" r="r" b="b"/>
                <a:pathLst>
                  <a:path w="2910" h="7522" extrusionOk="0">
                    <a:moveTo>
                      <a:pt x="1351" y="0"/>
                    </a:moveTo>
                    <a:cubicBezTo>
                      <a:pt x="1335" y="16"/>
                      <a:pt x="1" y="498"/>
                      <a:pt x="417" y="7521"/>
                    </a:cubicBezTo>
                    <a:lnTo>
                      <a:pt x="2057" y="7521"/>
                    </a:lnTo>
                    <a:cubicBezTo>
                      <a:pt x="2203" y="7020"/>
                      <a:pt x="2508" y="6171"/>
                      <a:pt x="2909" y="5269"/>
                    </a:cubicBezTo>
                    <a:cubicBezTo>
                      <a:pt x="2377" y="3340"/>
                      <a:pt x="1864" y="1157"/>
                      <a:pt x="2026" y="336"/>
                    </a:cubicBezTo>
                    <a:cubicBezTo>
                      <a:pt x="1818" y="193"/>
                      <a:pt x="1590" y="77"/>
                      <a:pt x="13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8" name="Google Shape;2488;p44"/>
              <p:cNvSpPr/>
              <p:nvPr/>
            </p:nvSpPr>
            <p:spPr>
              <a:xfrm>
                <a:off x="6548519" y="3505925"/>
                <a:ext cx="68423" cy="213925"/>
              </a:xfrm>
              <a:custGeom>
                <a:avLst/>
                <a:gdLst/>
                <a:ahLst/>
                <a:cxnLst/>
                <a:rect l="l" t="t" r="r" b="b"/>
                <a:pathLst>
                  <a:path w="2427" h="7588" extrusionOk="0">
                    <a:moveTo>
                      <a:pt x="1976" y="1"/>
                    </a:moveTo>
                    <a:cubicBezTo>
                      <a:pt x="174" y="1"/>
                      <a:pt x="1" y="3615"/>
                      <a:pt x="78" y="6091"/>
                    </a:cubicBezTo>
                    <a:cubicBezTo>
                      <a:pt x="97" y="6669"/>
                      <a:pt x="143" y="7202"/>
                      <a:pt x="174" y="7587"/>
                    </a:cubicBezTo>
                    <a:lnTo>
                      <a:pt x="1493" y="7587"/>
                    </a:lnTo>
                    <a:cubicBezTo>
                      <a:pt x="1077" y="564"/>
                      <a:pt x="2411" y="82"/>
                      <a:pt x="2427" y="66"/>
                    </a:cubicBezTo>
                    <a:cubicBezTo>
                      <a:pt x="2265" y="16"/>
                      <a:pt x="2103" y="1"/>
                      <a:pt x="1976" y="1"/>
                    </a:cubicBezTo>
                    <a:close/>
                  </a:path>
                </a:pathLst>
              </a:custGeom>
              <a:solidFill>
                <a:srgbClr val="86AC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9" name="Google Shape;2489;p44"/>
              <p:cNvSpPr/>
              <p:nvPr/>
            </p:nvSpPr>
            <p:spPr>
              <a:xfrm>
                <a:off x="6631377" y="3517230"/>
                <a:ext cx="53960" cy="139102"/>
              </a:xfrm>
              <a:custGeom>
                <a:avLst/>
                <a:gdLst/>
                <a:ahLst/>
                <a:cxnLst/>
                <a:rect l="l" t="t" r="r" b="b"/>
                <a:pathLst>
                  <a:path w="1914" h="4934" extrusionOk="0">
                    <a:moveTo>
                      <a:pt x="163" y="1"/>
                    </a:moveTo>
                    <a:lnTo>
                      <a:pt x="163" y="1"/>
                    </a:lnTo>
                    <a:cubicBezTo>
                      <a:pt x="1" y="822"/>
                      <a:pt x="514" y="3005"/>
                      <a:pt x="1046" y="4934"/>
                    </a:cubicBezTo>
                    <a:cubicBezTo>
                      <a:pt x="1305" y="4406"/>
                      <a:pt x="1575" y="3858"/>
                      <a:pt x="1914" y="3360"/>
                    </a:cubicBezTo>
                    <a:cubicBezTo>
                      <a:pt x="1594" y="1945"/>
                      <a:pt x="1062" y="645"/>
                      <a:pt x="163" y="1"/>
                    </a:cubicBezTo>
                    <a:close/>
                  </a:path>
                </a:pathLst>
              </a:custGeom>
              <a:solidFill>
                <a:srgbClr val="4976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0" name="Google Shape;2490;p44"/>
              <p:cNvSpPr/>
              <p:nvPr/>
            </p:nvSpPr>
            <p:spPr>
              <a:xfrm>
                <a:off x="6652691" y="3537134"/>
                <a:ext cx="11784" cy="8176"/>
              </a:xfrm>
              <a:custGeom>
                <a:avLst/>
                <a:gdLst/>
                <a:ahLst/>
                <a:cxnLst/>
                <a:rect l="l" t="t" r="r" b="b"/>
                <a:pathLst>
                  <a:path w="418" h="290" extrusionOk="0">
                    <a:moveTo>
                      <a:pt x="356" y="1"/>
                    </a:moveTo>
                    <a:lnTo>
                      <a:pt x="16" y="213"/>
                    </a:lnTo>
                    <a:cubicBezTo>
                      <a:pt x="1" y="228"/>
                      <a:pt x="1" y="244"/>
                      <a:pt x="16" y="259"/>
                    </a:cubicBezTo>
                    <a:cubicBezTo>
                      <a:pt x="16" y="274"/>
                      <a:pt x="32" y="290"/>
                      <a:pt x="47" y="290"/>
                    </a:cubicBezTo>
                    <a:lnTo>
                      <a:pt x="66" y="274"/>
                    </a:lnTo>
                    <a:lnTo>
                      <a:pt x="387" y="66"/>
                    </a:lnTo>
                    <a:cubicBezTo>
                      <a:pt x="417" y="66"/>
                      <a:pt x="417" y="35"/>
                      <a:pt x="402" y="20"/>
                    </a:cubicBezTo>
                    <a:cubicBezTo>
                      <a:pt x="387" y="1"/>
                      <a:pt x="371" y="1"/>
                      <a:pt x="35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1" name="Google Shape;2491;p44"/>
              <p:cNvSpPr/>
              <p:nvPr/>
            </p:nvSpPr>
            <p:spPr>
              <a:xfrm>
                <a:off x="6663150" y="3561944"/>
                <a:ext cx="19904" cy="3383"/>
              </a:xfrm>
              <a:custGeom>
                <a:avLst/>
                <a:gdLst/>
                <a:ahLst/>
                <a:cxnLst/>
                <a:rect l="l" t="t" r="r" b="b"/>
                <a:pathLst>
                  <a:path w="706" h="120" extrusionOk="0">
                    <a:moveTo>
                      <a:pt x="18" y="0"/>
                    </a:moveTo>
                    <a:cubicBezTo>
                      <a:pt x="8" y="0"/>
                      <a:pt x="0" y="16"/>
                      <a:pt x="0" y="39"/>
                    </a:cubicBezTo>
                    <a:cubicBezTo>
                      <a:pt x="0" y="54"/>
                      <a:pt x="16" y="69"/>
                      <a:pt x="31" y="69"/>
                    </a:cubicBezTo>
                    <a:lnTo>
                      <a:pt x="660" y="120"/>
                    </a:lnTo>
                    <a:lnTo>
                      <a:pt x="675" y="120"/>
                    </a:lnTo>
                    <a:cubicBezTo>
                      <a:pt x="691" y="120"/>
                      <a:pt x="706" y="104"/>
                      <a:pt x="706" y="69"/>
                    </a:cubicBezTo>
                    <a:cubicBezTo>
                      <a:pt x="706" y="54"/>
                      <a:pt x="691" y="39"/>
                      <a:pt x="675" y="39"/>
                    </a:cubicBezTo>
                    <a:lnTo>
                      <a:pt x="31" y="8"/>
                    </a:lnTo>
                    <a:cubicBezTo>
                      <a:pt x="27" y="2"/>
                      <a:pt x="22" y="0"/>
                      <a:pt x="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2" name="Google Shape;2492;p44"/>
              <p:cNvSpPr/>
              <p:nvPr/>
            </p:nvSpPr>
            <p:spPr>
              <a:xfrm>
                <a:off x="6672595" y="3600202"/>
                <a:ext cx="18184" cy="4060"/>
              </a:xfrm>
              <a:custGeom>
                <a:avLst/>
                <a:gdLst/>
                <a:ahLst/>
                <a:cxnLst/>
                <a:rect l="l" t="t" r="r" b="b"/>
                <a:pathLst>
                  <a:path w="645" h="144" extrusionOk="0">
                    <a:moveTo>
                      <a:pt x="595" y="1"/>
                    </a:moveTo>
                    <a:lnTo>
                      <a:pt x="35" y="62"/>
                    </a:lnTo>
                    <a:cubicBezTo>
                      <a:pt x="16" y="78"/>
                      <a:pt x="1" y="97"/>
                      <a:pt x="1" y="113"/>
                    </a:cubicBezTo>
                    <a:cubicBezTo>
                      <a:pt x="1" y="128"/>
                      <a:pt x="16" y="143"/>
                      <a:pt x="35" y="143"/>
                    </a:cubicBezTo>
                    <a:lnTo>
                      <a:pt x="51" y="143"/>
                    </a:lnTo>
                    <a:lnTo>
                      <a:pt x="614" y="78"/>
                    </a:lnTo>
                    <a:cubicBezTo>
                      <a:pt x="629" y="78"/>
                      <a:pt x="645" y="62"/>
                      <a:pt x="645" y="32"/>
                    </a:cubicBezTo>
                    <a:cubicBezTo>
                      <a:pt x="645" y="16"/>
                      <a:pt x="629" y="1"/>
                      <a:pt x="59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3" name="Google Shape;2493;p44"/>
              <p:cNvSpPr/>
              <p:nvPr/>
            </p:nvSpPr>
            <p:spPr>
              <a:xfrm>
                <a:off x="6681194" y="3654360"/>
                <a:ext cx="20468" cy="8401"/>
              </a:xfrm>
              <a:custGeom>
                <a:avLst/>
                <a:gdLst/>
                <a:ahLst/>
                <a:cxnLst/>
                <a:rect l="l" t="t" r="r" b="b"/>
                <a:pathLst>
                  <a:path w="726" h="298" extrusionOk="0">
                    <a:moveTo>
                      <a:pt x="692" y="0"/>
                    </a:moveTo>
                    <a:cubicBezTo>
                      <a:pt x="687" y="0"/>
                      <a:pt x="681" y="2"/>
                      <a:pt x="675" y="8"/>
                    </a:cubicBezTo>
                    <a:lnTo>
                      <a:pt x="35" y="217"/>
                    </a:lnTo>
                    <a:cubicBezTo>
                      <a:pt x="20" y="232"/>
                      <a:pt x="0" y="247"/>
                      <a:pt x="20" y="263"/>
                    </a:cubicBezTo>
                    <a:cubicBezTo>
                      <a:pt x="20" y="278"/>
                      <a:pt x="35" y="298"/>
                      <a:pt x="51" y="298"/>
                    </a:cubicBezTo>
                    <a:lnTo>
                      <a:pt x="66" y="298"/>
                    </a:lnTo>
                    <a:lnTo>
                      <a:pt x="695" y="70"/>
                    </a:lnTo>
                    <a:cubicBezTo>
                      <a:pt x="710" y="70"/>
                      <a:pt x="726" y="55"/>
                      <a:pt x="726" y="24"/>
                    </a:cubicBezTo>
                    <a:cubicBezTo>
                      <a:pt x="715" y="13"/>
                      <a:pt x="704" y="0"/>
                      <a:pt x="6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4" name="Google Shape;2494;p44"/>
              <p:cNvSpPr/>
              <p:nvPr/>
            </p:nvSpPr>
            <p:spPr>
              <a:xfrm>
                <a:off x="6688918" y="3694647"/>
                <a:ext cx="16775" cy="7048"/>
              </a:xfrm>
              <a:custGeom>
                <a:avLst/>
                <a:gdLst/>
                <a:ahLst/>
                <a:cxnLst/>
                <a:rect l="l" t="t" r="r" b="b"/>
                <a:pathLst>
                  <a:path w="595" h="250" extrusionOk="0">
                    <a:moveTo>
                      <a:pt x="36" y="0"/>
                    </a:moveTo>
                    <a:cubicBezTo>
                      <a:pt x="24" y="0"/>
                      <a:pt x="11" y="12"/>
                      <a:pt x="0" y="26"/>
                    </a:cubicBezTo>
                    <a:cubicBezTo>
                      <a:pt x="0" y="56"/>
                      <a:pt x="16" y="72"/>
                      <a:pt x="35" y="72"/>
                    </a:cubicBezTo>
                    <a:lnTo>
                      <a:pt x="548" y="249"/>
                    </a:lnTo>
                    <a:lnTo>
                      <a:pt x="563" y="249"/>
                    </a:lnTo>
                    <a:cubicBezTo>
                      <a:pt x="579" y="249"/>
                      <a:pt x="594" y="234"/>
                      <a:pt x="594" y="218"/>
                    </a:cubicBezTo>
                    <a:cubicBezTo>
                      <a:pt x="594" y="199"/>
                      <a:pt x="594" y="184"/>
                      <a:pt x="563" y="168"/>
                    </a:cubicBezTo>
                    <a:lnTo>
                      <a:pt x="50" y="6"/>
                    </a:lnTo>
                    <a:cubicBezTo>
                      <a:pt x="46" y="2"/>
                      <a:pt x="41" y="0"/>
                      <a:pt x="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5" name="Google Shape;2495;p44"/>
              <p:cNvSpPr/>
              <p:nvPr/>
            </p:nvSpPr>
            <p:spPr>
              <a:xfrm>
                <a:off x="6616491" y="3656756"/>
                <a:ext cx="10347" cy="14604"/>
              </a:xfrm>
              <a:custGeom>
                <a:avLst/>
                <a:gdLst/>
                <a:ahLst/>
                <a:cxnLst/>
                <a:rect l="l" t="t" r="r" b="b"/>
                <a:pathLst>
                  <a:path w="367" h="518" extrusionOk="0">
                    <a:moveTo>
                      <a:pt x="31" y="0"/>
                    </a:moveTo>
                    <a:cubicBezTo>
                      <a:pt x="16" y="20"/>
                      <a:pt x="0" y="35"/>
                      <a:pt x="16" y="66"/>
                    </a:cubicBezTo>
                    <a:lnTo>
                      <a:pt x="305" y="502"/>
                    </a:lnTo>
                    <a:cubicBezTo>
                      <a:pt x="305" y="517"/>
                      <a:pt x="321" y="517"/>
                      <a:pt x="336" y="517"/>
                    </a:cubicBezTo>
                    <a:lnTo>
                      <a:pt x="351" y="517"/>
                    </a:lnTo>
                    <a:cubicBezTo>
                      <a:pt x="367" y="502"/>
                      <a:pt x="367" y="482"/>
                      <a:pt x="351" y="467"/>
                    </a:cubicBezTo>
                    <a:lnTo>
                      <a:pt x="78" y="20"/>
                    </a:lnTo>
                    <a:cubicBezTo>
                      <a:pt x="62" y="0"/>
                      <a:pt x="47" y="0"/>
                      <a:pt x="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6" name="Google Shape;2496;p44"/>
              <p:cNvSpPr/>
              <p:nvPr/>
            </p:nvSpPr>
            <p:spPr>
              <a:xfrm>
                <a:off x="6580179" y="3596339"/>
                <a:ext cx="15027" cy="6061"/>
              </a:xfrm>
              <a:custGeom>
                <a:avLst/>
                <a:gdLst/>
                <a:ahLst/>
                <a:cxnLst/>
                <a:rect l="l" t="t" r="r" b="b"/>
                <a:pathLst>
                  <a:path w="533" h="215" extrusionOk="0">
                    <a:moveTo>
                      <a:pt x="36" y="0"/>
                    </a:moveTo>
                    <a:cubicBezTo>
                      <a:pt x="24" y="0"/>
                      <a:pt x="11" y="11"/>
                      <a:pt x="0" y="22"/>
                    </a:cubicBezTo>
                    <a:cubicBezTo>
                      <a:pt x="0" y="57"/>
                      <a:pt x="16" y="72"/>
                      <a:pt x="35" y="72"/>
                    </a:cubicBezTo>
                    <a:lnTo>
                      <a:pt x="467" y="215"/>
                    </a:lnTo>
                    <a:lnTo>
                      <a:pt x="482" y="215"/>
                    </a:lnTo>
                    <a:cubicBezTo>
                      <a:pt x="498" y="215"/>
                      <a:pt x="517" y="215"/>
                      <a:pt x="517" y="199"/>
                    </a:cubicBezTo>
                    <a:cubicBezTo>
                      <a:pt x="532" y="169"/>
                      <a:pt x="517" y="153"/>
                      <a:pt x="498" y="153"/>
                    </a:cubicBezTo>
                    <a:lnTo>
                      <a:pt x="50" y="7"/>
                    </a:lnTo>
                    <a:cubicBezTo>
                      <a:pt x="46" y="2"/>
                      <a:pt x="41" y="0"/>
                      <a:pt x="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7" name="Google Shape;2497;p44"/>
              <p:cNvSpPr/>
              <p:nvPr/>
            </p:nvSpPr>
            <p:spPr>
              <a:xfrm>
                <a:off x="6546686" y="3694816"/>
                <a:ext cx="14491" cy="6428"/>
              </a:xfrm>
              <a:custGeom>
                <a:avLst/>
                <a:gdLst/>
                <a:ahLst/>
                <a:cxnLst/>
                <a:rect l="l" t="t" r="r" b="b"/>
                <a:pathLst>
                  <a:path w="514" h="228" extrusionOk="0">
                    <a:moveTo>
                      <a:pt x="46" y="0"/>
                    </a:moveTo>
                    <a:cubicBezTo>
                      <a:pt x="31" y="0"/>
                      <a:pt x="16" y="20"/>
                      <a:pt x="0" y="35"/>
                    </a:cubicBezTo>
                    <a:cubicBezTo>
                      <a:pt x="0" y="50"/>
                      <a:pt x="16" y="66"/>
                      <a:pt x="31" y="81"/>
                    </a:cubicBezTo>
                    <a:lnTo>
                      <a:pt x="467" y="228"/>
                    </a:lnTo>
                    <a:lnTo>
                      <a:pt x="482" y="228"/>
                    </a:lnTo>
                    <a:cubicBezTo>
                      <a:pt x="498" y="228"/>
                      <a:pt x="513" y="212"/>
                      <a:pt x="513" y="193"/>
                    </a:cubicBezTo>
                    <a:cubicBezTo>
                      <a:pt x="513" y="178"/>
                      <a:pt x="513" y="162"/>
                      <a:pt x="498" y="147"/>
                    </a:cubicBezTo>
                    <a:lnTo>
                      <a:pt x="4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8" name="Google Shape;2498;p44"/>
              <p:cNvSpPr/>
              <p:nvPr/>
            </p:nvSpPr>
            <p:spPr>
              <a:xfrm>
                <a:off x="6578431" y="3614664"/>
                <a:ext cx="18522" cy="2312"/>
              </a:xfrm>
              <a:custGeom>
                <a:avLst/>
                <a:gdLst/>
                <a:ahLst/>
                <a:cxnLst/>
                <a:rect l="l" t="t" r="r" b="b"/>
                <a:pathLst>
                  <a:path w="657" h="82" extrusionOk="0">
                    <a:moveTo>
                      <a:pt x="31" y="1"/>
                    </a:moveTo>
                    <a:cubicBezTo>
                      <a:pt x="16" y="1"/>
                      <a:pt x="0" y="16"/>
                      <a:pt x="0" y="47"/>
                    </a:cubicBezTo>
                    <a:cubicBezTo>
                      <a:pt x="0" y="66"/>
                      <a:pt x="16" y="82"/>
                      <a:pt x="31" y="82"/>
                    </a:cubicBezTo>
                    <a:lnTo>
                      <a:pt x="625" y="66"/>
                    </a:lnTo>
                    <a:cubicBezTo>
                      <a:pt x="641" y="66"/>
                      <a:pt x="656" y="47"/>
                      <a:pt x="656" y="32"/>
                    </a:cubicBezTo>
                    <a:cubicBezTo>
                      <a:pt x="656" y="16"/>
                      <a:pt x="641" y="1"/>
                      <a:pt x="62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9" name="Google Shape;2499;p44"/>
              <p:cNvSpPr/>
              <p:nvPr/>
            </p:nvSpPr>
            <p:spPr>
              <a:xfrm>
                <a:off x="6557991" y="3670345"/>
                <a:ext cx="19058" cy="2735"/>
              </a:xfrm>
              <a:custGeom>
                <a:avLst/>
                <a:gdLst/>
                <a:ahLst/>
                <a:cxnLst/>
                <a:rect l="l" t="t" r="r" b="b"/>
                <a:pathLst>
                  <a:path w="676" h="97" extrusionOk="0">
                    <a:moveTo>
                      <a:pt x="629" y="0"/>
                    </a:moveTo>
                    <a:lnTo>
                      <a:pt x="50" y="20"/>
                    </a:lnTo>
                    <a:cubicBezTo>
                      <a:pt x="16" y="20"/>
                      <a:pt x="0" y="35"/>
                      <a:pt x="0" y="51"/>
                    </a:cubicBezTo>
                    <a:cubicBezTo>
                      <a:pt x="0" y="81"/>
                      <a:pt x="16" y="97"/>
                      <a:pt x="50" y="97"/>
                    </a:cubicBezTo>
                    <a:lnTo>
                      <a:pt x="644" y="81"/>
                    </a:lnTo>
                    <a:cubicBezTo>
                      <a:pt x="660" y="81"/>
                      <a:pt x="675" y="66"/>
                      <a:pt x="675" y="51"/>
                    </a:cubicBezTo>
                    <a:cubicBezTo>
                      <a:pt x="675" y="20"/>
                      <a:pt x="660" y="0"/>
                      <a:pt x="6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0" name="Google Shape;2500;p44"/>
              <p:cNvSpPr/>
              <p:nvPr/>
            </p:nvSpPr>
            <p:spPr>
              <a:xfrm>
                <a:off x="6582463" y="3568034"/>
                <a:ext cx="19058" cy="2735"/>
              </a:xfrm>
              <a:custGeom>
                <a:avLst/>
                <a:gdLst/>
                <a:ahLst/>
                <a:cxnLst/>
                <a:rect l="l" t="t" r="r" b="b"/>
                <a:pathLst>
                  <a:path w="676" h="97" extrusionOk="0">
                    <a:moveTo>
                      <a:pt x="629" y="0"/>
                    </a:moveTo>
                    <a:lnTo>
                      <a:pt x="31" y="15"/>
                    </a:lnTo>
                    <a:cubicBezTo>
                      <a:pt x="16" y="15"/>
                      <a:pt x="0" y="31"/>
                      <a:pt x="0" y="46"/>
                    </a:cubicBezTo>
                    <a:cubicBezTo>
                      <a:pt x="0" y="81"/>
                      <a:pt x="16" y="96"/>
                      <a:pt x="50" y="96"/>
                    </a:cubicBezTo>
                    <a:lnTo>
                      <a:pt x="629" y="81"/>
                    </a:lnTo>
                    <a:cubicBezTo>
                      <a:pt x="660" y="81"/>
                      <a:pt x="675" y="62"/>
                      <a:pt x="675" y="31"/>
                    </a:cubicBezTo>
                    <a:cubicBezTo>
                      <a:pt x="675" y="15"/>
                      <a:pt x="660" y="0"/>
                      <a:pt x="6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1" name="Google Shape;2501;p44"/>
              <p:cNvSpPr/>
              <p:nvPr/>
            </p:nvSpPr>
            <p:spPr>
              <a:xfrm>
                <a:off x="6608344" y="3634568"/>
                <a:ext cx="17197" cy="2312"/>
              </a:xfrm>
              <a:custGeom>
                <a:avLst/>
                <a:gdLst/>
                <a:ahLst/>
                <a:cxnLst/>
                <a:rect l="l" t="t" r="r" b="b"/>
                <a:pathLst>
                  <a:path w="610" h="82" extrusionOk="0">
                    <a:moveTo>
                      <a:pt x="579" y="1"/>
                    </a:moveTo>
                    <a:lnTo>
                      <a:pt x="46" y="16"/>
                    </a:lnTo>
                    <a:cubicBezTo>
                      <a:pt x="16" y="16"/>
                      <a:pt x="0" y="35"/>
                      <a:pt x="0" y="51"/>
                    </a:cubicBezTo>
                    <a:cubicBezTo>
                      <a:pt x="0" y="66"/>
                      <a:pt x="16" y="82"/>
                      <a:pt x="46" y="82"/>
                    </a:cubicBezTo>
                    <a:lnTo>
                      <a:pt x="579" y="66"/>
                    </a:lnTo>
                    <a:cubicBezTo>
                      <a:pt x="594" y="66"/>
                      <a:pt x="610" y="51"/>
                      <a:pt x="610" y="35"/>
                    </a:cubicBezTo>
                    <a:cubicBezTo>
                      <a:pt x="610" y="16"/>
                      <a:pt x="594" y="1"/>
                      <a:pt x="57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2" name="Google Shape;2502;p44"/>
              <p:cNvSpPr/>
              <p:nvPr/>
            </p:nvSpPr>
            <p:spPr>
              <a:xfrm>
                <a:off x="6545812" y="3633694"/>
                <a:ext cx="16775" cy="4060"/>
              </a:xfrm>
              <a:custGeom>
                <a:avLst/>
                <a:gdLst/>
                <a:ahLst/>
                <a:cxnLst/>
                <a:rect l="l" t="t" r="r" b="b"/>
                <a:pathLst>
                  <a:path w="595" h="144" extrusionOk="0">
                    <a:moveTo>
                      <a:pt x="31" y="1"/>
                    </a:moveTo>
                    <a:cubicBezTo>
                      <a:pt x="16" y="1"/>
                      <a:pt x="0" y="1"/>
                      <a:pt x="0" y="32"/>
                    </a:cubicBezTo>
                    <a:cubicBezTo>
                      <a:pt x="0" y="47"/>
                      <a:pt x="16" y="66"/>
                      <a:pt x="31" y="66"/>
                    </a:cubicBezTo>
                    <a:lnTo>
                      <a:pt x="544" y="143"/>
                    </a:lnTo>
                    <a:cubicBezTo>
                      <a:pt x="579" y="143"/>
                      <a:pt x="594" y="128"/>
                      <a:pt x="594" y="113"/>
                    </a:cubicBezTo>
                    <a:cubicBezTo>
                      <a:pt x="594" y="97"/>
                      <a:pt x="579" y="82"/>
                      <a:pt x="560" y="82"/>
                    </a:cubicBezTo>
                    <a:lnTo>
                      <a:pt x="3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3" name="Google Shape;2503;p44"/>
              <p:cNvSpPr/>
              <p:nvPr/>
            </p:nvSpPr>
            <p:spPr>
              <a:xfrm>
                <a:off x="6549393" y="3550300"/>
                <a:ext cx="15478" cy="2735"/>
              </a:xfrm>
              <a:custGeom>
                <a:avLst/>
                <a:gdLst/>
                <a:ahLst/>
                <a:cxnLst/>
                <a:rect l="l" t="t" r="r" b="b"/>
                <a:pathLst>
                  <a:path w="549" h="97" extrusionOk="0">
                    <a:moveTo>
                      <a:pt x="47" y="0"/>
                    </a:moveTo>
                    <a:cubicBezTo>
                      <a:pt x="16" y="0"/>
                      <a:pt x="1" y="16"/>
                      <a:pt x="1" y="35"/>
                    </a:cubicBezTo>
                    <a:cubicBezTo>
                      <a:pt x="1" y="50"/>
                      <a:pt x="16" y="66"/>
                      <a:pt x="47" y="66"/>
                    </a:cubicBezTo>
                    <a:lnTo>
                      <a:pt x="514" y="97"/>
                    </a:lnTo>
                    <a:cubicBezTo>
                      <a:pt x="529" y="97"/>
                      <a:pt x="548" y="81"/>
                      <a:pt x="548" y="66"/>
                    </a:cubicBezTo>
                    <a:cubicBezTo>
                      <a:pt x="548" y="35"/>
                      <a:pt x="529" y="16"/>
                      <a:pt x="514" y="16"/>
                    </a:cubicBezTo>
                    <a:lnTo>
                      <a:pt x="4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4" name="Google Shape;2504;p44"/>
              <p:cNvSpPr/>
              <p:nvPr/>
            </p:nvSpPr>
            <p:spPr>
              <a:xfrm>
                <a:off x="6558865" y="3523123"/>
                <a:ext cx="17310" cy="9585"/>
              </a:xfrm>
              <a:custGeom>
                <a:avLst/>
                <a:gdLst/>
                <a:ahLst/>
                <a:cxnLst/>
                <a:rect l="l" t="t" r="r" b="b"/>
                <a:pathLst>
                  <a:path w="614" h="340" extrusionOk="0">
                    <a:moveTo>
                      <a:pt x="66" y="0"/>
                    </a:moveTo>
                    <a:cubicBezTo>
                      <a:pt x="50" y="0"/>
                      <a:pt x="19" y="0"/>
                      <a:pt x="19" y="35"/>
                    </a:cubicBezTo>
                    <a:cubicBezTo>
                      <a:pt x="0" y="50"/>
                      <a:pt x="19" y="66"/>
                      <a:pt x="35" y="81"/>
                    </a:cubicBezTo>
                    <a:lnTo>
                      <a:pt x="548" y="324"/>
                    </a:lnTo>
                    <a:lnTo>
                      <a:pt x="563" y="339"/>
                    </a:lnTo>
                    <a:cubicBezTo>
                      <a:pt x="579" y="339"/>
                      <a:pt x="598" y="324"/>
                      <a:pt x="598" y="305"/>
                    </a:cubicBezTo>
                    <a:cubicBezTo>
                      <a:pt x="613" y="289"/>
                      <a:pt x="598" y="274"/>
                      <a:pt x="579" y="258"/>
                    </a:cubicBezTo>
                    <a:lnTo>
                      <a:pt x="6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5" name="Google Shape;2505;p44"/>
              <p:cNvSpPr/>
              <p:nvPr/>
            </p:nvSpPr>
            <p:spPr>
              <a:xfrm>
                <a:off x="6542119" y="3588783"/>
                <a:ext cx="17310" cy="9614"/>
              </a:xfrm>
              <a:custGeom>
                <a:avLst/>
                <a:gdLst/>
                <a:ahLst/>
                <a:cxnLst/>
                <a:rect l="l" t="t" r="r" b="b"/>
                <a:pathLst>
                  <a:path w="614" h="341" extrusionOk="0">
                    <a:moveTo>
                      <a:pt x="50" y="1"/>
                    </a:moveTo>
                    <a:cubicBezTo>
                      <a:pt x="35" y="1"/>
                      <a:pt x="16" y="1"/>
                      <a:pt x="0" y="35"/>
                    </a:cubicBezTo>
                    <a:cubicBezTo>
                      <a:pt x="0" y="51"/>
                      <a:pt x="0" y="66"/>
                      <a:pt x="16" y="82"/>
                    </a:cubicBezTo>
                    <a:lnTo>
                      <a:pt x="548" y="325"/>
                    </a:lnTo>
                    <a:lnTo>
                      <a:pt x="563" y="340"/>
                    </a:lnTo>
                    <a:cubicBezTo>
                      <a:pt x="579" y="340"/>
                      <a:pt x="594" y="325"/>
                      <a:pt x="594" y="309"/>
                    </a:cubicBezTo>
                    <a:cubicBezTo>
                      <a:pt x="613" y="290"/>
                      <a:pt x="594" y="275"/>
                      <a:pt x="579" y="259"/>
                    </a:cubicBezTo>
                    <a:lnTo>
                      <a:pt x="5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6" name="Google Shape;2506;p44"/>
              <p:cNvSpPr/>
              <p:nvPr/>
            </p:nvSpPr>
            <p:spPr>
              <a:xfrm>
                <a:off x="6614631" y="3540179"/>
                <a:ext cx="6343" cy="14716"/>
              </a:xfrm>
              <a:custGeom>
                <a:avLst/>
                <a:gdLst/>
                <a:ahLst/>
                <a:cxnLst/>
                <a:rect l="l" t="t" r="r" b="b"/>
                <a:pathLst>
                  <a:path w="225" h="522" extrusionOk="0">
                    <a:moveTo>
                      <a:pt x="180" y="0"/>
                    </a:moveTo>
                    <a:cubicBezTo>
                      <a:pt x="169" y="0"/>
                      <a:pt x="157" y="13"/>
                      <a:pt x="144" y="24"/>
                    </a:cubicBezTo>
                    <a:lnTo>
                      <a:pt x="1" y="471"/>
                    </a:lnTo>
                    <a:cubicBezTo>
                      <a:pt x="1" y="506"/>
                      <a:pt x="1" y="521"/>
                      <a:pt x="32" y="521"/>
                    </a:cubicBezTo>
                    <a:cubicBezTo>
                      <a:pt x="47" y="521"/>
                      <a:pt x="66" y="521"/>
                      <a:pt x="82" y="506"/>
                    </a:cubicBezTo>
                    <a:lnTo>
                      <a:pt x="225" y="55"/>
                    </a:lnTo>
                    <a:cubicBezTo>
                      <a:pt x="225" y="24"/>
                      <a:pt x="225" y="8"/>
                      <a:pt x="194" y="8"/>
                    </a:cubicBezTo>
                    <a:cubicBezTo>
                      <a:pt x="189" y="3"/>
                      <a:pt x="184" y="0"/>
                      <a:pt x="18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7" name="Google Shape;2507;p44"/>
              <p:cNvSpPr/>
              <p:nvPr/>
            </p:nvSpPr>
            <p:spPr>
              <a:xfrm>
                <a:off x="6622806" y="3503754"/>
                <a:ext cx="10882" cy="14914"/>
              </a:xfrm>
              <a:custGeom>
                <a:avLst/>
                <a:gdLst/>
                <a:ahLst/>
                <a:cxnLst/>
                <a:rect l="l" t="t" r="r" b="b"/>
                <a:pathLst>
                  <a:path w="386" h="529" extrusionOk="0">
                    <a:moveTo>
                      <a:pt x="345" y="0"/>
                    </a:moveTo>
                    <a:cubicBezTo>
                      <a:pt x="337" y="0"/>
                      <a:pt x="328" y="4"/>
                      <a:pt x="320" y="12"/>
                    </a:cubicBezTo>
                    <a:lnTo>
                      <a:pt x="0" y="463"/>
                    </a:lnTo>
                    <a:cubicBezTo>
                      <a:pt x="0" y="479"/>
                      <a:pt x="0" y="494"/>
                      <a:pt x="16" y="510"/>
                    </a:cubicBezTo>
                    <a:lnTo>
                      <a:pt x="31" y="529"/>
                    </a:lnTo>
                    <a:cubicBezTo>
                      <a:pt x="46" y="529"/>
                      <a:pt x="66" y="510"/>
                      <a:pt x="66" y="510"/>
                    </a:cubicBezTo>
                    <a:lnTo>
                      <a:pt x="386" y="62"/>
                    </a:lnTo>
                    <a:cubicBezTo>
                      <a:pt x="386" y="47"/>
                      <a:pt x="386" y="27"/>
                      <a:pt x="370" y="12"/>
                    </a:cubicBezTo>
                    <a:cubicBezTo>
                      <a:pt x="363" y="4"/>
                      <a:pt x="354" y="0"/>
                      <a:pt x="3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8" name="Google Shape;2508;p44"/>
              <p:cNvSpPr/>
              <p:nvPr/>
            </p:nvSpPr>
            <p:spPr>
              <a:xfrm>
                <a:off x="6592471" y="3496678"/>
                <a:ext cx="7189" cy="16577"/>
              </a:xfrm>
              <a:custGeom>
                <a:avLst/>
                <a:gdLst/>
                <a:ahLst/>
                <a:cxnLst/>
                <a:rect l="l" t="t" r="r" b="b"/>
                <a:pathLst>
                  <a:path w="255" h="588" extrusionOk="0">
                    <a:moveTo>
                      <a:pt x="39" y="0"/>
                    </a:moveTo>
                    <a:cubicBezTo>
                      <a:pt x="33" y="0"/>
                      <a:pt x="25" y="3"/>
                      <a:pt x="15" y="8"/>
                    </a:cubicBezTo>
                    <a:cubicBezTo>
                      <a:pt x="0" y="8"/>
                      <a:pt x="0" y="24"/>
                      <a:pt x="0" y="55"/>
                    </a:cubicBezTo>
                    <a:lnTo>
                      <a:pt x="177" y="552"/>
                    </a:lnTo>
                    <a:cubicBezTo>
                      <a:pt x="177" y="568"/>
                      <a:pt x="193" y="587"/>
                      <a:pt x="208" y="587"/>
                    </a:cubicBezTo>
                    <a:lnTo>
                      <a:pt x="224" y="587"/>
                    </a:lnTo>
                    <a:cubicBezTo>
                      <a:pt x="239" y="568"/>
                      <a:pt x="255" y="552"/>
                      <a:pt x="239" y="537"/>
                    </a:cubicBezTo>
                    <a:lnTo>
                      <a:pt x="62" y="24"/>
                    </a:lnTo>
                    <a:cubicBezTo>
                      <a:pt x="62" y="13"/>
                      <a:pt x="54" y="0"/>
                      <a:pt x="3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9" name="Google Shape;2509;p44"/>
              <p:cNvSpPr/>
              <p:nvPr/>
            </p:nvSpPr>
            <p:spPr>
              <a:xfrm>
                <a:off x="6632787" y="3557546"/>
                <a:ext cx="204790" cy="187198"/>
              </a:xfrm>
              <a:custGeom>
                <a:avLst/>
                <a:gdLst/>
                <a:ahLst/>
                <a:cxnLst/>
                <a:rect l="l" t="t" r="r" b="b"/>
                <a:pathLst>
                  <a:path w="7264" h="6640" extrusionOk="0">
                    <a:moveTo>
                      <a:pt x="4430" y="1"/>
                    </a:moveTo>
                    <a:cubicBezTo>
                      <a:pt x="1696" y="1"/>
                      <a:pt x="1" y="6219"/>
                      <a:pt x="1" y="6219"/>
                    </a:cubicBezTo>
                    <a:lnTo>
                      <a:pt x="3006" y="6528"/>
                    </a:lnTo>
                    <a:lnTo>
                      <a:pt x="4097" y="6640"/>
                    </a:lnTo>
                    <a:cubicBezTo>
                      <a:pt x="4097" y="6640"/>
                      <a:pt x="7264" y="83"/>
                      <a:pt x="4483" y="2"/>
                    </a:cubicBezTo>
                    <a:cubicBezTo>
                      <a:pt x="4465" y="1"/>
                      <a:pt x="4448" y="1"/>
                      <a:pt x="443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0" name="Google Shape;2510;p44"/>
              <p:cNvSpPr/>
              <p:nvPr/>
            </p:nvSpPr>
            <p:spPr>
              <a:xfrm>
                <a:off x="6717506" y="3557574"/>
                <a:ext cx="120072" cy="187170"/>
              </a:xfrm>
              <a:custGeom>
                <a:avLst/>
                <a:gdLst/>
                <a:ahLst/>
                <a:cxnLst/>
                <a:rect l="l" t="t" r="r" b="b"/>
                <a:pathLst>
                  <a:path w="4259" h="6639" extrusionOk="0">
                    <a:moveTo>
                      <a:pt x="1478" y="1"/>
                    </a:moveTo>
                    <a:cubicBezTo>
                      <a:pt x="1478" y="1"/>
                      <a:pt x="2508" y="722"/>
                      <a:pt x="1" y="6527"/>
                    </a:cubicBezTo>
                    <a:lnTo>
                      <a:pt x="1092" y="6639"/>
                    </a:lnTo>
                    <a:cubicBezTo>
                      <a:pt x="1092" y="6639"/>
                      <a:pt x="4259" y="82"/>
                      <a:pt x="147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1" name="Google Shape;2511;p44"/>
              <p:cNvSpPr/>
              <p:nvPr/>
            </p:nvSpPr>
            <p:spPr>
              <a:xfrm>
                <a:off x="6710655" y="3571727"/>
                <a:ext cx="8176" cy="8937"/>
              </a:xfrm>
              <a:custGeom>
                <a:avLst/>
                <a:gdLst/>
                <a:ahLst/>
                <a:cxnLst/>
                <a:rect l="l" t="t" r="r" b="b"/>
                <a:pathLst>
                  <a:path w="290" h="317" extrusionOk="0">
                    <a:moveTo>
                      <a:pt x="50" y="0"/>
                    </a:moveTo>
                    <a:cubicBezTo>
                      <a:pt x="38" y="0"/>
                      <a:pt x="26" y="4"/>
                      <a:pt x="16" y="12"/>
                    </a:cubicBezTo>
                    <a:cubicBezTo>
                      <a:pt x="1" y="27"/>
                      <a:pt x="1" y="62"/>
                      <a:pt x="16" y="62"/>
                    </a:cubicBezTo>
                    <a:lnTo>
                      <a:pt x="228" y="301"/>
                    </a:lnTo>
                    <a:lnTo>
                      <a:pt x="244" y="316"/>
                    </a:lnTo>
                    <a:cubicBezTo>
                      <a:pt x="259" y="316"/>
                      <a:pt x="259" y="316"/>
                      <a:pt x="274" y="301"/>
                    </a:cubicBezTo>
                    <a:cubicBezTo>
                      <a:pt x="290" y="286"/>
                      <a:pt x="290" y="270"/>
                      <a:pt x="274" y="255"/>
                    </a:cubicBezTo>
                    <a:lnTo>
                      <a:pt x="82" y="12"/>
                    </a:lnTo>
                    <a:cubicBezTo>
                      <a:pt x="74" y="4"/>
                      <a:pt x="62" y="0"/>
                      <a:pt x="5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2" name="Google Shape;2512;p44"/>
              <p:cNvSpPr/>
              <p:nvPr/>
            </p:nvSpPr>
            <p:spPr>
              <a:xfrm>
                <a:off x="6694360" y="3582299"/>
                <a:ext cx="16323" cy="5639"/>
              </a:xfrm>
              <a:custGeom>
                <a:avLst/>
                <a:gdLst/>
                <a:ahLst/>
                <a:cxnLst/>
                <a:rect l="l" t="t" r="r" b="b"/>
                <a:pathLst>
                  <a:path w="579" h="200" extrusionOk="0">
                    <a:moveTo>
                      <a:pt x="36" y="1"/>
                    </a:moveTo>
                    <a:cubicBezTo>
                      <a:pt x="24" y="1"/>
                      <a:pt x="11" y="12"/>
                      <a:pt x="0" y="22"/>
                    </a:cubicBezTo>
                    <a:cubicBezTo>
                      <a:pt x="0" y="57"/>
                      <a:pt x="16" y="73"/>
                      <a:pt x="35" y="73"/>
                    </a:cubicBezTo>
                    <a:lnTo>
                      <a:pt x="532" y="200"/>
                    </a:lnTo>
                    <a:cubicBezTo>
                      <a:pt x="548" y="200"/>
                      <a:pt x="563" y="184"/>
                      <a:pt x="579" y="169"/>
                    </a:cubicBezTo>
                    <a:cubicBezTo>
                      <a:pt x="579" y="154"/>
                      <a:pt x="563" y="134"/>
                      <a:pt x="548" y="119"/>
                    </a:cubicBezTo>
                    <a:lnTo>
                      <a:pt x="50" y="7"/>
                    </a:lnTo>
                    <a:cubicBezTo>
                      <a:pt x="46" y="2"/>
                      <a:pt x="41" y="1"/>
                      <a:pt x="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3" name="Google Shape;2513;p44"/>
              <p:cNvSpPr/>
              <p:nvPr/>
            </p:nvSpPr>
            <p:spPr>
              <a:xfrm>
                <a:off x="6670311" y="3619232"/>
                <a:ext cx="14181" cy="7217"/>
              </a:xfrm>
              <a:custGeom>
                <a:avLst/>
                <a:gdLst/>
                <a:ahLst/>
                <a:cxnLst/>
                <a:rect l="l" t="t" r="r" b="b"/>
                <a:pathLst>
                  <a:path w="503" h="256" extrusionOk="0">
                    <a:moveTo>
                      <a:pt x="66" y="1"/>
                    </a:moveTo>
                    <a:cubicBezTo>
                      <a:pt x="35" y="1"/>
                      <a:pt x="20" y="1"/>
                      <a:pt x="20" y="32"/>
                    </a:cubicBezTo>
                    <a:cubicBezTo>
                      <a:pt x="1" y="47"/>
                      <a:pt x="20" y="62"/>
                      <a:pt x="35" y="78"/>
                    </a:cubicBezTo>
                    <a:lnTo>
                      <a:pt x="452" y="255"/>
                    </a:lnTo>
                    <a:lnTo>
                      <a:pt x="467" y="255"/>
                    </a:lnTo>
                    <a:cubicBezTo>
                      <a:pt x="483" y="255"/>
                      <a:pt x="483" y="255"/>
                      <a:pt x="502" y="240"/>
                    </a:cubicBezTo>
                    <a:cubicBezTo>
                      <a:pt x="502" y="224"/>
                      <a:pt x="502" y="194"/>
                      <a:pt x="483" y="194"/>
                    </a:cubicBezTo>
                    <a:lnTo>
                      <a:pt x="6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4" name="Google Shape;2514;p44"/>
              <p:cNvSpPr/>
              <p:nvPr/>
            </p:nvSpPr>
            <p:spPr>
              <a:xfrm>
                <a:off x="6657258" y="3645451"/>
                <a:ext cx="14491" cy="10882"/>
              </a:xfrm>
              <a:custGeom>
                <a:avLst/>
                <a:gdLst/>
                <a:ahLst/>
                <a:cxnLst/>
                <a:rect l="l" t="t" r="r" b="b"/>
                <a:pathLst>
                  <a:path w="514" h="386" extrusionOk="0">
                    <a:moveTo>
                      <a:pt x="63" y="0"/>
                    </a:moveTo>
                    <a:cubicBezTo>
                      <a:pt x="47" y="0"/>
                      <a:pt x="32" y="0"/>
                      <a:pt x="16" y="16"/>
                    </a:cubicBezTo>
                    <a:cubicBezTo>
                      <a:pt x="1" y="35"/>
                      <a:pt x="16" y="50"/>
                      <a:pt x="32" y="66"/>
                    </a:cubicBezTo>
                    <a:lnTo>
                      <a:pt x="448" y="371"/>
                    </a:lnTo>
                    <a:cubicBezTo>
                      <a:pt x="464" y="386"/>
                      <a:pt x="464" y="386"/>
                      <a:pt x="483" y="386"/>
                    </a:cubicBezTo>
                    <a:cubicBezTo>
                      <a:pt x="498" y="386"/>
                      <a:pt x="498" y="371"/>
                      <a:pt x="514" y="371"/>
                    </a:cubicBezTo>
                    <a:cubicBezTo>
                      <a:pt x="514" y="355"/>
                      <a:pt x="514" y="324"/>
                      <a:pt x="498" y="324"/>
                    </a:cubicBezTo>
                    <a:lnTo>
                      <a:pt x="6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5" name="Google Shape;2515;p44"/>
              <p:cNvSpPr/>
              <p:nvPr/>
            </p:nvSpPr>
            <p:spPr>
              <a:xfrm>
                <a:off x="6643133" y="3677619"/>
                <a:ext cx="14153" cy="2312"/>
              </a:xfrm>
              <a:custGeom>
                <a:avLst/>
                <a:gdLst/>
                <a:ahLst/>
                <a:cxnLst/>
                <a:rect l="l" t="t" r="r" b="b"/>
                <a:pathLst>
                  <a:path w="502" h="82" extrusionOk="0">
                    <a:moveTo>
                      <a:pt x="35" y="1"/>
                    </a:moveTo>
                    <a:cubicBezTo>
                      <a:pt x="20" y="1"/>
                      <a:pt x="0" y="16"/>
                      <a:pt x="0" y="32"/>
                    </a:cubicBezTo>
                    <a:cubicBezTo>
                      <a:pt x="0" y="66"/>
                      <a:pt x="20" y="82"/>
                      <a:pt x="35" y="82"/>
                    </a:cubicBezTo>
                    <a:lnTo>
                      <a:pt x="467" y="82"/>
                    </a:lnTo>
                    <a:cubicBezTo>
                      <a:pt x="483" y="82"/>
                      <a:pt x="502" y="66"/>
                      <a:pt x="502" y="32"/>
                    </a:cubicBezTo>
                    <a:cubicBezTo>
                      <a:pt x="502" y="16"/>
                      <a:pt x="483" y="1"/>
                      <a:pt x="46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6" name="Google Shape;2516;p44"/>
              <p:cNvSpPr/>
              <p:nvPr/>
            </p:nvSpPr>
            <p:spPr>
              <a:xfrm>
                <a:off x="6710655" y="3667018"/>
                <a:ext cx="11897" cy="9332"/>
              </a:xfrm>
              <a:custGeom>
                <a:avLst/>
                <a:gdLst/>
                <a:ahLst/>
                <a:cxnLst/>
                <a:rect l="l" t="t" r="r" b="b"/>
                <a:pathLst>
                  <a:path w="422" h="331" extrusionOk="0">
                    <a:moveTo>
                      <a:pt x="369" y="0"/>
                    </a:moveTo>
                    <a:cubicBezTo>
                      <a:pt x="365" y="0"/>
                      <a:pt x="360" y="2"/>
                      <a:pt x="355" y="7"/>
                    </a:cubicBezTo>
                    <a:lnTo>
                      <a:pt x="16" y="265"/>
                    </a:lnTo>
                    <a:cubicBezTo>
                      <a:pt x="1" y="280"/>
                      <a:pt x="1" y="311"/>
                      <a:pt x="16" y="331"/>
                    </a:cubicBezTo>
                    <a:lnTo>
                      <a:pt x="66" y="331"/>
                    </a:lnTo>
                    <a:lnTo>
                      <a:pt x="402" y="72"/>
                    </a:lnTo>
                    <a:cubicBezTo>
                      <a:pt x="421" y="57"/>
                      <a:pt x="421" y="41"/>
                      <a:pt x="402" y="22"/>
                    </a:cubicBezTo>
                    <a:cubicBezTo>
                      <a:pt x="391" y="11"/>
                      <a:pt x="380" y="0"/>
                      <a:pt x="36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7" name="Google Shape;2517;p44"/>
              <p:cNvSpPr/>
              <p:nvPr/>
            </p:nvSpPr>
            <p:spPr>
              <a:xfrm>
                <a:off x="6756440" y="3607814"/>
                <a:ext cx="12320" cy="2312"/>
              </a:xfrm>
              <a:custGeom>
                <a:avLst/>
                <a:gdLst/>
                <a:ahLst/>
                <a:cxnLst/>
                <a:rect l="l" t="t" r="r" b="b"/>
                <a:pathLst>
                  <a:path w="437" h="82" extrusionOk="0">
                    <a:moveTo>
                      <a:pt x="31" y="1"/>
                    </a:moveTo>
                    <a:cubicBezTo>
                      <a:pt x="16" y="1"/>
                      <a:pt x="0" y="20"/>
                      <a:pt x="0" y="51"/>
                    </a:cubicBezTo>
                    <a:cubicBezTo>
                      <a:pt x="0" y="66"/>
                      <a:pt x="16" y="82"/>
                      <a:pt x="31" y="82"/>
                    </a:cubicBezTo>
                    <a:lnTo>
                      <a:pt x="402" y="82"/>
                    </a:lnTo>
                    <a:cubicBezTo>
                      <a:pt x="417" y="82"/>
                      <a:pt x="436" y="66"/>
                      <a:pt x="436" y="51"/>
                    </a:cubicBezTo>
                    <a:cubicBezTo>
                      <a:pt x="436" y="20"/>
                      <a:pt x="417" y="1"/>
                      <a:pt x="40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8" name="Google Shape;2518;p44"/>
              <p:cNvSpPr/>
              <p:nvPr/>
            </p:nvSpPr>
            <p:spPr>
              <a:xfrm>
                <a:off x="6747418" y="3640996"/>
                <a:ext cx="14914" cy="6315"/>
              </a:xfrm>
              <a:custGeom>
                <a:avLst/>
                <a:gdLst/>
                <a:ahLst/>
                <a:cxnLst/>
                <a:rect l="l" t="t" r="r" b="b"/>
                <a:pathLst>
                  <a:path w="529" h="224" extrusionOk="0">
                    <a:moveTo>
                      <a:pt x="47" y="0"/>
                    </a:moveTo>
                    <a:cubicBezTo>
                      <a:pt x="31" y="0"/>
                      <a:pt x="16" y="16"/>
                      <a:pt x="0" y="31"/>
                    </a:cubicBezTo>
                    <a:cubicBezTo>
                      <a:pt x="0" y="46"/>
                      <a:pt x="16" y="62"/>
                      <a:pt x="31" y="77"/>
                    </a:cubicBezTo>
                    <a:lnTo>
                      <a:pt x="482" y="224"/>
                    </a:lnTo>
                    <a:cubicBezTo>
                      <a:pt x="498" y="224"/>
                      <a:pt x="513" y="224"/>
                      <a:pt x="529" y="208"/>
                    </a:cubicBezTo>
                    <a:cubicBezTo>
                      <a:pt x="529" y="193"/>
                      <a:pt x="513" y="158"/>
                      <a:pt x="498" y="158"/>
                    </a:cubicBezTo>
                    <a:lnTo>
                      <a:pt x="4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9" name="Google Shape;2519;p44"/>
              <p:cNvSpPr/>
              <p:nvPr/>
            </p:nvSpPr>
            <p:spPr>
              <a:xfrm>
                <a:off x="6732420" y="3687458"/>
                <a:ext cx="14040" cy="6090"/>
              </a:xfrm>
              <a:custGeom>
                <a:avLst/>
                <a:gdLst/>
                <a:ahLst/>
                <a:cxnLst/>
                <a:rect l="l" t="t" r="r" b="b"/>
                <a:pathLst>
                  <a:path w="498" h="216" extrusionOk="0">
                    <a:moveTo>
                      <a:pt x="48" y="0"/>
                    </a:moveTo>
                    <a:cubicBezTo>
                      <a:pt x="33" y="0"/>
                      <a:pt x="15" y="11"/>
                      <a:pt x="15" y="22"/>
                    </a:cubicBezTo>
                    <a:cubicBezTo>
                      <a:pt x="0" y="38"/>
                      <a:pt x="15" y="68"/>
                      <a:pt x="35" y="68"/>
                    </a:cubicBezTo>
                    <a:lnTo>
                      <a:pt x="436" y="215"/>
                    </a:lnTo>
                    <a:lnTo>
                      <a:pt x="451" y="215"/>
                    </a:lnTo>
                    <a:cubicBezTo>
                      <a:pt x="467" y="215"/>
                      <a:pt x="482" y="200"/>
                      <a:pt x="482" y="184"/>
                    </a:cubicBezTo>
                    <a:cubicBezTo>
                      <a:pt x="498" y="165"/>
                      <a:pt x="482" y="149"/>
                      <a:pt x="467" y="134"/>
                    </a:cubicBezTo>
                    <a:lnTo>
                      <a:pt x="66" y="7"/>
                    </a:lnTo>
                    <a:cubicBezTo>
                      <a:pt x="61" y="2"/>
                      <a:pt x="55" y="0"/>
                      <a:pt x="4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0" name="Google Shape;2520;p44"/>
              <p:cNvSpPr/>
              <p:nvPr/>
            </p:nvSpPr>
            <p:spPr>
              <a:xfrm>
                <a:off x="6772764" y="3663156"/>
                <a:ext cx="14040" cy="4060"/>
              </a:xfrm>
              <a:custGeom>
                <a:avLst/>
                <a:gdLst/>
                <a:ahLst/>
                <a:cxnLst/>
                <a:rect l="l" t="t" r="r" b="b"/>
                <a:pathLst>
                  <a:path w="498" h="144" extrusionOk="0">
                    <a:moveTo>
                      <a:pt x="50" y="1"/>
                    </a:moveTo>
                    <a:cubicBezTo>
                      <a:pt x="31" y="1"/>
                      <a:pt x="0" y="16"/>
                      <a:pt x="0" y="32"/>
                    </a:cubicBezTo>
                    <a:cubicBezTo>
                      <a:pt x="0" y="47"/>
                      <a:pt x="15" y="63"/>
                      <a:pt x="31" y="82"/>
                    </a:cubicBezTo>
                    <a:lnTo>
                      <a:pt x="451" y="144"/>
                    </a:lnTo>
                    <a:cubicBezTo>
                      <a:pt x="482" y="144"/>
                      <a:pt x="498" y="128"/>
                      <a:pt x="498" y="113"/>
                    </a:cubicBezTo>
                    <a:cubicBezTo>
                      <a:pt x="498" y="97"/>
                      <a:pt x="482" y="63"/>
                      <a:pt x="467" y="63"/>
                    </a:cubicBezTo>
                    <a:lnTo>
                      <a:pt x="5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1" name="Google Shape;2521;p44"/>
              <p:cNvSpPr/>
              <p:nvPr/>
            </p:nvSpPr>
            <p:spPr>
              <a:xfrm>
                <a:off x="6784492" y="3627182"/>
                <a:ext cx="12743" cy="3834"/>
              </a:xfrm>
              <a:custGeom>
                <a:avLst/>
                <a:gdLst/>
                <a:ahLst/>
                <a:cxnLst/>
                <a:rect l="l" t="t" r="r" b="b"/>
                <a:pathLst>
                  <a:path w="452" h="136" extrusionOk="0">
                    <a:moveTo>
                      <a:pt x="421" y="0"/>
                    </a:moveTo>
                    <a:cubicBezTo>
                      <a:pt x="415" y="0"/>
                      <a:pt x="410" y="3"/>
                      <a:pt x="406" y="8"/>
                    </a:cubicBezTo>
                    <a:lnTo>
                      <a:pt x="35" y="54"/>
                    </a:lnTo>
                    <a:cubicBezTo>
                      <a:pt x="20" y="70"/>
                      <a:pt x="1" y="85"/>
                      <a:pt x="1" y="104"/>
                    </a:cubicBezTo>
                    <a:cubicBezTo>
                      <a:pt x="1" y="120"/>
                      <a:pt x="20" y="135"/>
                      <a:pt x="35" y="135"/>
                    </a:cubicBezTo>
                    <a:lnTo>
                      <a:pt x="51" y="135"/>
                    </a:lnTo>
                    <a:lnTo>
                      <a:pt x="421" y="70"/>
                    </a:lnTo>
                    <a:cubicBezTo>
                      <a:pt x="436" y="70"/>
                      <a:pt x="452" y="54"/>
                      <a:pt x="452" y="39"/>
                    </a:cubicBezTo>
                    <a:cubicBezTo>
                      <a:pt x="452" y="17"/>
                      <a:pt x="436" y="0"/>
                      <a:pt x="42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2" name="Google Shape;2522;p44"/>
              <p:cNvSpPr/>
              <p:nvPr/>
            </p:nvSpPr>
            <p:spPr>
              <a:xfrm>
                <a:off x="6784492" y="3582468"/>
                <a:ext cx="15478" cy="3637"/>
              </a:xfrm>
              <a:custGeom>
                <a:avLst/>
                <a:gdLst/>
                <a:ahLst/>
                <a:cxnLst/>
                <a:rect l="l" t="t" r="r" b="b"/>
                <a:pathLst>
                  <a:path w="549" h="129" extrusionOk="0">
                    <a:moveTo>
                      <a:pt x="502" y="1"/>
                    </a:moveTo>
                    <a:lnTo>
                      <a:pt x="35" y="67"/>
                    </a:lnTo>
                    <a:cubicBezTo>
                      <a:pt x="20" y="67"/>
                      <a:pt x="1" y="82"/>
                      <a:pt x="1" y="97"/>
                    </a:cubicBezTo>
                    <a:cubicBezTo>
                      <a:pt x="1" y="113"/>
                      <a:pt x="20" y="128"/>
                      <a:pt x="35" y="128"/>
                    </a:cubicBezTo>
                    <a:lnTo>
                      <a:pt x="51" y="128"/>
                    </a:lnTo>
                    <a:lnTo>
                      <a:pt x="517" y="67"/>
                    </a:lnTo>
                    <a:cubicBezTo>
                      <a:pt x="533" y="67"/>
                      <a:pt x="548" y="51"/>
                      <a:pt x="548" y="32"/>
                    </a:cubicBezTo>
                    <a:cubicBezTo>
                      <a:pt x="533" y="1"/>
                      <a:pt x="517" y="1"/>
                      <a:pt x="50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3" name="Google Shape;2523;p44"/>
              <p:cNvSpPr/>
              <p:nvPr/>
            </p:nvSpPr>
            <p:spPr>
              <a:xfrm>
                <a:off x="6732843" y="3600202"/>
                <a:ext cx="1889" cy="12658"/>
              </a:xfrm>
              <a:custGeom>
                <a:avLst/>
                <a:gdLst/>
                <a:ahLst/>
                <a:cxnLst/>
                <a:rect l="l" t="t" r="r" b="b"/>
                <a:pathLst>
                  <a:path w="67" h="449" extrusionOk="0">
                    <a:moveTo>
                      <a:pt x="35" y="1"/>
                    </a:moveTo>
                    <a:cubicBezTo>
                      <a:pt x="20" y="1"/>
                      <a:pt x="0" y="16"/>
                      <a:pt x="0" y="32"/>
                    </a:cubicBezTo>
                    <a:lnTo>
                      <a:pt x="0" y="402"/>
                    </a:lnTo>
                    <a:cubicBezTo>
                      <a:pt x="0" y="433"/>
                      <a:pt x="20" y="448"/>
                      <a:pt x="35" y="448"/>
                    </a:cubicBezTo>
                    <a:cubicBezTo>
                      <a:pt x="51" y="448"/>
                      <a:pt x="66" y="433"/>
                      <a:pt x="66" y="402"/>
                    </a:cubicBezTo>
                    <a:lnTo>
                      <a:pt x="66" y="32"/>
                    </a:lnTo>
                    <a:cubicBezTo>
                      <a:pt x="66" y="16"/>
                      <a:pt x="51" y="1"/>
                      <a:pt x="3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4" name="Google Shape;2524;p44"/>
              <p:cNvSpPr/>
              <p:nvPr/>
            </p:nvSpPr>
            <p:spPr>
              <a:xfrm>
                <a:off x="6746967" y="3550554"/>
                <a:ext cx="5920" cy="13363"/>
              </a:xfrm>
              <a:custGeom>
                <a:avLst/>
                <a:gdLst/>
                <a:ahLst/>
                <a:cxnLst/>
                <a:rect l="l" t="t" r="r" b="b"/>
                <a:pathLst>
                  <a:path w="210" h="474" extrusionOk="0">
                    <a:moveTo>
                      <a:pt x="45" y="0"/>
                    </a:moveTo>
                    <a:cubicBezTo>
                      <a:pt x="41" y="0"/>
                      <a:pt x="36" y="2"/>
                      <a:pt x="32" y="7"/>
                    </a:cubicBezTo>
                    <a:cubicBezTo>
                      <a:pt x="16" y="7"/>
                      <a:pt x="1" y="26"/>
                      <a:pt x="1" y="57"/>
                    </a:cubicBezTo>
                    <a:lnTo>
                      <a:pt x="128" y="458"/>
                    </a:lnTo>
                    <a:cubicBezTo>
                      <a:pt x="144" y="473"/>
                      <a:pt x="159" y="473"/>
                      <a:pt x="159" y="473"/>
                    </a:cubicBezTo>
                    <a:lnTo>
                      <a:pt x="174" y="473"/>
                    </a:lnTo>
                    <a:cubicBezTo>
                      <a:pt x="194" y="473"/>
                      <a:pt x="209" y="443"/>
                      <a:pt x="209" y="427"/>
                    </a:cubicBezTo>
                    <a:lnTo>
                      <a:pt x="78" y="26"/>
                    </a:lnTo>
                    <a:cubicBezTo>
                      <a:pt x="67" y="12"/>
                      <a:pt x="56" y="0"/>
                      <a:pt x="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5" name="Google Shape;2525;p44"/>
              <p:cNvSpPr/>
              <p:nvPr/>
            </p:nvSpPr>
            <p:spPr>
              <a:xfrm>
                <a:off x="6658132" y="3608349"/>
                <a:ext cx="69297" cy="111501"/>
              </a:xfrm>
              <a:custGeom>
                <a:avLst/>
                <a:gdLst/>
                <a:ahLst/>
                <a:cxnLst/>
                <a:rect l="l" t="t" r="r" b="b"/>
                <a:pathLst>
                  <a:path w="2458" h="3955" extrusionOk="0">
                    <a:moveTo>
                      <a:pt x="1995" y="1"/>
                    </a:moveTo>
                    <a:cubicBezTo>
                      <a:pt x="1528" y="1"/>
                      <a:pt x="275" y="3214"/>
                      <a:pt x="1" y="3954"/>
                    </a:cubicBezTo>
                    <a:lnTo>
                      <a:pt x="1046" y="3954"/>
                    </a:lnTo>
                    <a:cubicBezTo>
                      <a:pt x="1320" y="3229"/>
                      <a:pt x="2458" y="97"/>
                      <a:pt x="20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6" name="Google Shape;2526;p44"/>
              <p:cNvSpPr/>
              <p:nvPr/>
            </p:nvSpPr>
            <p:spPr>
              <a:xfrm>
                <a:off x="6396278" y="3631947"/>
                <a:ext cx="127797" cy="100957"/>
              </a:xfrm>
              <a:custGeom>
                <a:avLst/>
                <a:gdLst/>
                <a:ahLst/>
                <a:cxnLst/>
                <a:rect l="l" t="t" r="r" b="b"/>
                <a:pathLst>
                  <a:path w="4533" h="3581" extrusionOk="0">
                    <a:moveTo>
                      <a:pt x="2242" y="0"/>
                    </a:moveTo>
                    <a:cubicBezTo>
                      <a:pt x="1117" y="0"/>
                      <a:pt x="1" y="422"/>
                      <a:pt x="1" y="1266"/>
                    </a:cubicBezTo>
                    <a:cubicBezTo>
                      <a:pt x="1" y="2986"/>
                      <a:pt x="1366" y="3580"/>
                      <a:pt x="1366" y="3580"/>
                    </a:cubicBezTo>
                    <a:lnTo>
                      <a:pt x="3279" y="3580"/>
                    </a:lnTo>
                    <a:cubicBezTo>
                      <a:pt x="3279" y="3580"/>
                      <a:pt x="4533" y="3021"/>
                      <a:pt x="4533" y="1301"/>
                    </a:cubicBezTo>
                    <a:cubicBezTo>
                      <a:pt x="4533" y="434"/>
                      <a:pt x="3383" y="0"/>
                      <a:pt x="224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7" name="Google Shape;2527;p44"/>
              <p:cNvSpPr/>
              <p:nvPr/>
            </p:nvSpPr>
            <p:spPr>
              <a:xfrm>
                <a:off x="6403890" y="3631862"/>
                <a:ext cx="108344" cy="105609"/>
              </a:xfrm>
              <a:custGeom>
                <a:avLst/>
                <a:gdLst/>
                <a:ahLst/>
                <a:cxnLst/>
                <a:rect l="l" t="t" r="r" b="b"/>
                <a:pathLst>
                  <a:path w="3843" h="3746" extrusionOk="0">
                    <a:moveTo>
                      <a:pt x="1995" y="0"/>
                    </a:moveTo>
                    <a:cubicBezTo>
                      <a:pt x="1995" y="0"/>
                      <a:pt x="1" y="756"/>
                      <a:pt x="1675" y="3745"/>
                    </a:cubicBezTo>
                    <a:lnTo>
                      <a:pt x="2446" y="3745"/>
                    </a:lnTo>
                    <a:cubicBezTo>
                      <a:pt x="2446" y="3745"/>
                      <a:pt x="3843" y="883"/>
                      <a:pt x="199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8" name="Google Shape;2528;p44"/>
              <p:cNvSpPr/>
              <p:nvPr/>
            </p:nvSpPr>
            <p:spPr>
              <a:xfrm>
                <a:off x="6420213" y="3594873"/>
                <a:ext cx="52664" cy="44149"/>
              </a:xfrm>
              <a:custGeom>
                <a:avLst/>
                <a:gdLst/>
                <a:ahLst/>
                <a:cxnLst/>
                <a:rect l="l" t="t" r="r" b="b"/>
                <a:pathLst>
                  <a:path w="1868" h="1566" extrusionOk="0">
                    <a:moveTo>
                      <a:pt x="984" y="0"/>
                    </a:moveTo>
                    <a:cubicBezTo>
                      <a:pt x="894" y="0"/>
                      <a:pt x="802" y="14"/>
                      <a:pt x="710" y="43"/>
                    </a:cubicBezTo>
                    <a:cubicBezTo>
                      <a:pt x="259" y="170"/>
                      <a:pt x="0" y="606"/>
                      <a:pt x="116" y="1023"/>
                    </a:cubicBezTo>
                    <a:cubicBezTo>
                      <a:pt x="217" y="1356"/>
                      <a:pt x="531" y="1565"/>
                      <a:pt x="879" y="1565"/>
                    </a:cubicBezTo>
                    <a:cubicBezTo>
                      <a:pt x="971" y="1565"/>
                      <a:pt x="1064" y="1551"/>
                      <a:pt x="1158" y="1520"/>
                    </a:cubicBezTo>
                    <a:cubicBezTo>
                      <a:pt x="1609" y="1393"/>
                      <a:pt x="1867" y="961"/>
                      <a:pt x="1755" y="541"/>
                    </a:cubicBezTo>
                    <a:cubicBezTo>
                      <a:pt x="1651" y="209"/>
                      <a:pt x="1335" y="0"/>
                      <a:pt x="98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9" name="Google Shape;2529;p44"/>
              <p:cNvSpPr/>
              <p:nvPr/>
            </p:nvSpPr>
            <p:spPr>
              <a:xfrm>
                <a:off x="6413786" y="3599666"/>
                <a:ext cx="68113" cy="46771"/>
              </a:xfrm>
              <a:custGeom>
                <a:avLst/>
                <a:gdLst/>
                <a:ahLst/>
                <a:cxnLst/>
                <a:rect l="l" t="t" r="r" b="b"/>
                <a:pathLst>
                  <a:path w="2416" h="1659" extrusionOk="0">
                    <a:moveTo>
                      <a:pt x="1081" y="0"/>
                    </a:moveTo>
                    <a:cubicBezTo>
                      <a:pt x="730" y="193"/>
                      <a:pt x="664" y="695"/>
                      <a:pt x="664" y="695"/>
                    </a:cubicBezTo>
                    <a:cubicBezTo>
                      <a:pt x="664" y="695"/>
                      <a:pt x="364" y="545"/>
                      <a:pt x="142" y="545"/>
                    </a:cubicBezTo>
                    <a:cubicBezTo>
                      <a:pt x="122" y="545"/>
                      <a:pt x="104" y="546"/>
                      <a:pt x="86" y="548"/>
                    </a:cubicBezTo>
                    <a:cubicBezTo>
                      <a:pt x="0" y="990"/>
                      <a:pt x="470" y="1659"/>
                      <a:pt x="1151" y="1659"/>
                    </a:cubicBezTo>
                    <a:cubicBezTo>
                      <a:pt x="1238" y="1659"/>
                      <a:pt x="1328" y="1648"/>
                      <a:pt x="1420" y="1624"/>
                    </a:cubicBezTo>
                    <a:cubicBezTo>
                      <a:pt x="2126" y="1447"/>
                      <a:pt x="2415" y="564"/>
                      <a:pt x="2095" y="66"/>
                    </a:cubicBezTo>
                    <a:lnTo>
                      <a:pt x="2095" y="66"/>
                    </a:lnTo>
                    <a:cubicBezTo>
                      <a:pt x="1740" y="193"/>
                      <a:pt x="1659" y="467"/>
                      <a:pt x="1659" y="467"/>
                    </a:cubicBezTo>
                    <a:cubicBezTo>
                      <a:pt x="1659" y="467"/>
                      <a:pt x="1563" y="132"/>
                      <a:pt x="108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0" name="Google Shape;2530;p44"/>
              <p:cNvSpPr/>
              <p:nvPr/>
            </p:nvSpPr>
            <p:spPr>
              <a:xfrm>
                <a:off x="6394868" y="3647537"/>
                <a:ext cx="14068" cy="6090"/>
              </a:xfrm>
              <a:custGeom>
                <a:avLst/>
                <a:gdLst/>
                <a:ahLst/>
                <a:cxnLst/>
                <a:rect l="l" t="t" r="r" b="b"/>
                <a:pathLst>
                  <a:path w="499" h="216" extrusionOk="0">
                    <a:moveTo>
                      <a:pt x="41" y="1"/>
                    </a:moveTo>
                    <a:cubicBezTo>
                      <a:pt x="24" y="1"/>
                      <a:pt x="16" y="12"/>
                      <a:pt x="16" y="23"/>
                    </a:cubicBezTo>
                    <a:cubicBezTo>
                      <a:pt x="1" y="57"/>
                      <a:pt x="16" y="73"/>
                      <a:pt x="32" y="73"/>
                    </a:cubicBezTo>
                    <a:lnTo>
                      <a:pt x="437" y="200"/>
                    </a:lnTo>
                    <a:lnTo>
                      <a:pt x="452" y="216"/>
                    </a:lnTo>
                    <a:cubicBezTo>
                      <a:pt x="467" y="216"/>
                      <a:pt x="483" y="200"/>
                      <a:pt x="483" y="185"/>
                    </a:cubicBezTo>
                    <a:cubicBezTo>
                      <a:pt x="498" y="169"/>
                      <a:pt x="483" y="135"/>
                      <a:pt x="467" y="135"/>
                    </a:cubicBezTo>
                    <a:lnTo>
                      <a:pt x="66" y="7"/>
                    </a:lnTo>
                    <a:cubicBezTo>
                      <a:pt x="56" y="3"/>
                      <a:pt x="48" y="1"/>
                      <a:pt x="4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1" name="Google Shape;2531;p44"/>
              <p:cNvSpPr/>
              <p:nvPr/>
            </p:nvSpPr>
            <p:spPr>
              <a:xfrm>
                <a:off x="6389427" y="3667187"/>
                <a:ext cx="13645" cy="1889"/>
              </a:xfrm>
              <a:custGeom>
                <a:avLst/>
                <a:gdLst/>
                <a:ahLst/>
                <a:cxnLst/>
                <a:rect l="l" t="t" r="r" b="b"/>
                <a:pathLst>
                  <a:path w="484" h="67" extrusionOk="0">
                    <a:moveTo>
                      <a:pt x="32" y="1"/>
                    </a:moveTo>
                    <a:cubicBezTo>
                      <a:pt x="16" y="1"/>
                      <a:pt x="1" y="16"/>
                      <a:pt x="1" y="35"/>
                    </a:cubicBezTo>
                    <a:cubicBezTo>
                      <a:pt x="1" y="51"/>
                      <a:pt x="16" y="66"/>
                      <a:pt x="32" y="66"/>
                    </a:cubicBezTo>
                    <a:lnTo>
                      <a:pt x="452" y="66"/>
                    </a:lnTo>
                    <a:cubicBezTo>
                      <a:pt x="468" y="66"/>
                      <a:pt x="483" y="51"/>
                      <a:pt x="483" y="35"/>
                    </a:cubicBezTo>
                    <a:cubicBezTo>
                      <a:pt x="483" y="16"/>
                      <a:pt x="468" y="1"/>
                      <a:pt x="45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2" name="Google Shape;2532;p44"/>
              <p:cNvSpPr/>
              <p:nvPr/>
            </p:nvSpPr>
            <p:spPr>
              <a:xfrm>
                <a:off x="6393036" y="3683511"/>
                <a:ext cx="15901" cy="5892"/>
              </a:xfrm>
              <a:custGeom>
                <a:avLst/>
                <a:gdLst/>
                <a:ahLst/>
                <a:cxnLst/>
                <a:rect l="l" t="t" r="r" b="b"/>
                <a:pathLst>
                  <a:path w="564" h="209" extrusionOk="0">
                    <a:moveTo>
                      <a:pt x="502" y="0"/>
                    </a:moveTo>
                    <a:lnTo>
                      <a:pt x="35" y="147"/>
                    </a:lnTo>
                    <a:cubicBezTo>
                      <a:pt x="19" y="147"/>
                      <a:pt x="0" y="162"/>
                      <a:pt x="19" y="193"/>
                    </a:cubicBezTo>
                    <a:cubicBezTo>
                      <a:pt x="19" y="208"/>
                      <a:pt x="35" y="208"/>
                      <a:pt x="50" y="208"/>
                    </a:cubicBezTo>
                    <a:lnTo>
                      <a:pt x="66" y="208"/>
                    </a:lnTo>
                    <a:lnTo>
                      <a:pt x="532" y="81"/>
                    </a:lnTo>
                    <a:cubicBezTo>
                      <a:pt x="548" y="66"/>
                      <a:pt x="563" y="50"/>
                      <a:pt x="548" y="35"/>
                    </a:cubicBezTo>
                    <a:cubicBezTo>
                      <a:pt x="548" y="16"/>
                      <a:pt x="532" y="0"/>
                      <a:pt x="50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3" name="Google Shape;2533;p44"/>
              <p:cNvSpPr/>
              <p:nvPr/>
            </p:nvSpPr>
            <p:spPr>
              <a:xfrm>
                <a:off x="6417056" y="3694196"/>
                <a:ext cx="10037" cy="7499"/>
              </a:xfrm>
              <a:custGeom>
                <a:avLst/>
                <a:gdLst/>
                <a:ahLst/>
                <a:cxnLst/>
                <a:rect l="l" t="t" r="r" b="b"/>
                <a:pathLst>
                  <a:path w="356" h="266" extrusionOk="0">
                    <a:moveTo>
                      <a:pt x="307" y="1"/>
                    </a:moveTo>
                    <a:cubicBezTo>
                      <a:pt x="301" y="1"/>
                      <a:pt x="294" y="2"/>
                      <a:pt x="290" y="7"/>
                    </a:cubicBezTo>
                    <a:lnTo>
                      <a:pt x="16" y="200"/>
                    </a:lnTo>
                    <a:cubicBezTo>
                      <a:pt x="1" y="215"/>
                      <a:pt x="1" y="234"/>
                      <a:pt x="1" y="250"/>
                    </a:cubicBezTo>
                    <a:cubicBezTo>
                      <a:pt x="16" y="265"/>
                      <a:pt x="16" y="265"/>
                      <a:pt x="35" y="265"/>
                    </a:cubicBezTo>
                    <a:lnTo>
                      <a:pt x="66" y="265"/>
                    </a:lnTo>
                    <a:lnTo>
                      <a:pt x="340" y="72"/>
                    </a:lnTo>
                    <a:cubicBezTo>
                      <a:pt x="355" y="57"/>
                      <a:pt x="355" y="42"/>
                      <a:pt x="355" y="22"/>
                    </a:cubicBezTo>
                    <a:cubicBezTo>
                      <a:pt x="345" y="11"/>
                      <a:pt x="324" y="1"/>
                      <a:pt x="30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4" name="Google Shape;2534;p44"/>
              <p:cNvSpPr/>
              <p:nvPr/>
            </p:nvSpPr>
            <p:spPr>
              <a:xfrm>
                <a:off x="6427938" y="3659773"/>
                <a:ext cx="11333" cy="5695"/>
              </a:xfrm>
              <a:custGeom>
                <a:avLst/>
                <a:gdLst/>
                <a:ahLst/>
                <a:cxnLst/>
                <a:rect l="l" t="t" r="r" b="b"/>
                <a:pathLst>
                  <a:path w="402" h="202" extrusionOk="0">
                    <a:moveTo>
                      <a:pt x="42" y="1"/>
                    </a:moveTo>
                    <a:cubicBezTo>
                      <a:pt x="25" y="1"/>
                      <a:pt x="16" y="14"/>
                      <a:pt x="16" y="25"/>
                    </a:cubicBezTo>
                    <a:cubicBezTo>
                      <a:pt x="0" y="40"/>
                      <a:pt x="16" y="71"/>
                      <a:pt x="35" y="71"/>
                    </a:cubicBezTo>
                    <a:lnTo>
                      <a:pt x="355" y="183"/>
                    </a:lnTo>
                    <a:lnTo>
                      <a:pt x="355" y="202"/>
                    </a:lnTo>
                    <a:cubicBezTo>
                      <a:pt x="371" y="202"/>
                      <a:pt x="386" y="183"/>
                      <a:pt x="401" y="167"/>
                    </a:cubicBezTo>
                    <a:cubicBezTo>
                      <a:pt x="401" y="152"/>
                      <a:pt x="386" y="136"/>
                      <a:pt x="371" y="121"/>
                    </a:cubicBezTo>
                    <a:lnTo>
                      <a:pt x="66" y="9"/>
                    </a:lnTo>
                    <a:cubicBezTo>
                      <a:pt x="57" y="3"/>
                      <a:pt x="48" y="1"/>
                      <a:pt x="4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5" name="Google Shape;2535;p44"/>
              <p:cNvSpPr/>
              <p:nvPr/>
            </p:nvSpPr>
            <p:spPr>
              <a:xfrm>
                <a:off x="6480997" y="3657574"/>
                <a:ext cx="13194" cy="4201"/>
              </a:xfrm>
              <a:custGeom>
                <a:avLst/>
                <a:gdLst/>
                <a:ahLst/>
                <a:cxnLst/>
                <a:rect l="l" t="t" r="r" b="b"/>
                <a:pathLst>
                  <a:path w="468" h="149" extrusionOk="0">
                    <a:moveTo>
                      <a:pt x="430" y="0"/>
                    </a:moveTo>
                    <a:cubicBezTo>
                      <a:pt x="425" y="0"/>
                      <a:pt x="421" y="2"/>
                      <a:pt x="417" y="6"/>
                    </a:cubicBezTo>
                    <a:lnTo>
                      <a:pt x="31" y="87"/>
                    </a:lnTo>
                    <a:cubicBezTo>
                      <a:pt x="16" y="87"/>
                      <a:pt x="1" y="103"/>
                      <a:pt x="1" y="133"/>
                    </a:cubicBezTo>
                    <a:cubicBezTo>
                      <a:pt x="1" y="149"/>
                      <a:pt x="16" y="149"/>
                      <a:pt x="31" y="149"/>
                    </a:cubicBezTo>
                    <a:lnTo>
                      <a:pt x="47" y="149"/>
                    </a:lnTo>
                    <a:lnTo>
                      <a:pt x="433" y="68"/>
                    </a:lnTo>
                    <a:cubicBezTo>
                      <a:pt x="448" y="68"/>
                      <a:pt x="467" y="52"/>
                      <a:pt x="467" y="37"/>
                    </a:cubicBezTo>
                    <a:cubicBezTo>
                      <a:pt x="453" y="14"/>
                      <a:pt x="441" y="0"/>
                      <a:pt x="43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6" name="Google Shape;2536;p44"/>
              <p:cNvSpPr/>
              <p:nvPr/>
            </p:nvSpPr>
            <p:spPr>
              <a:xfrm>
                <a:off x="6480997" y="3691236"/>
                <a:ext cx="11333" cy="5018"/>
              </a:xfrm>
              <a:custGeom>
                <a:avLst/>
                <a:gdLst/>
                <a:ahLst/>
                <a:cxnLst/>
                <a:rect l="l" t="t" r="r" b="b"/>
                <a:pathLst>
                  <a:path w="402" h="178" extrusionOk="0">
                    <a:moveTo>
                      <a:pt x="47" y="0"/>
                    </a:moveTo>
                    <a:cubicBezTo>
                      <a:pt x="31" y="0"/>
                      <a:pt x="16" y="15"/>
                      <a:pt x="1" y="31"/>
                    </a:cubicBezTo>
                    <a:cubicBezTo>
                      <a:pt x="1" y="50"/>
                      <a:pt x="16" y="66"/>
                      <a:pt x="31" y="81"/>
                    </a:cubicBezTo>
                    <a:lnTo>
                      <a:pt x="352" y="177"/>
                    </a:lnTo>
                    <a:lnTo>
                      <a:pt x="371" y="177"/>
                    </a:lnTo>
                    <a:cubicBezTo>
                      <a:pt x="386" y="177"/>
                      <a:pt x="402" y="177"/>
                      <a:pt x="402" y="162"/>
                    </a:cubicBezTo>
                    <a:cubicBezTo>
                      <a:pt x="402" y="147"/>
                      <a:pt x="402" y="112"/>
                      <a:pt x="371" y="112"/>
                    </a:cubicBezTo>
                    <a:lnTo>
                      <a:pt x="4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7" name="Google Shape;2537;p44"/>
              <p:cNvSpPr/>
              <p:nvPr/>
            </p:nvSpPr>
            <p:spPr>
              <a:xfrm>
                <a:off x="6482294" y="3674489"/>
                <a:ext cx="10037" cy="1861"/>
              </a:xfrm>
              <a:custGeom>
                <a:avLst/>
                <a:gdLst/>
                <a:ahLst/>
                <a:cxnLst/>
                <a:rect l="l" t="t" r="r" b="b"/>
                <a:pathLst>
                  <a:path w="356" h="66" extrusionOk="0">
                    <a:moveTo>
                      <a:pt x="36" y="0"/>
                    </a:moveTo>
                    <a:cubicBezTo>
                      <a:pt x="16" y="0"/>
                      <a:pt x="1" y="15"/>
                      <a:pt x="1" y="31"/>
                    </a:cubicBezTo>
                    <a:cubicBezTo>
                      <a:pt x="1" y="46"/>
                      <a:pt x="16" y="66"/>
                      <a:pt x="36" y="66"/>
                    </a:cubicBezTo>
                    <a:lnTo>
                      <a:pt x="325" y="66"/>
                    </a:lnTo>
                    <a:cubicBezTo>
                      <a:pt x="340" y="66"/>
                      <a:pt x="356" y="46"/>
                      <a:pt x="356" y="31"/>
                    </a:cubicBezTo>
                    <a:cubicBezTo>
                      <a:pt x="356" y="15"/>
                      <a:pt x="340" y="0"/>
                      <a:pt x="3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8" name="Google Shape;2538;p44"/>
              <p:cNvSpPr/>
              <p:nvPr/>
            </p:nvSpPr>
            <p:spPr>
              <a:xfrm>
                <a:off x="6516774" y="3659040"/>
                <a:ext cx="13194" cy="4595"/>
              </a:xfrm>
              <a:custGeom>
                <a:avLst/>
                <a:gdLst/>
                <a:ahLst/>
                <a:cxnLst/>
                <a:rect l="l" t="t" r="r" b="b"/>
                <a:pathLst>
                  <a:path w="468" h="163" extrusionOk="0">
                    <a:moveTo>
                      <a:pt x="417" y="0"/>
                    </a:moveTo>
                    <a:lnTo>
                      <a:pt x="31" y="81"/>
                    </a:lnTo>
                    <a:cubicBezTo>
                      <a:pt x="16" y="97"/>
                      <a:pt x="1" y="112"/>
                      <a:pt x="1" y="132"/>
                    </a:cubicBezTo>
                    <a:cubicBezTo>
                      <a:pt x="1" y="147"/>
                      <a:pt x="16" y="162"/>
                      <a:pt x="31" y="162"/>
                    </a:cubicBezTo>
                    <a:lnTo>
                      <a:pt x="47" y="162"/>
                    </a:lnTo>
                    <a:lnTo>
                      <a:pt x="433" y="81"/>
                    </a:lnTo>
                    <a:cubicBezTo>
                      <a:pt x="467" y="81"/>
                      <a:pt x="467" y="66"/>
                      <a:pt x="467" y="35"/>
                    </a:cubicBezTo>
                    <a:cubicBezTo>
                      <a:pt x="467" y="16"/>
                      <a:pt x="452" y="0"/>
                      <a:pt x="41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9" name="Google Shape;2539;p44"/>
              <p:cNvSpPr/>
              <p:nvPr/>
            </p:nvSpPr>
            <p:spPr>
              <a:xfrm>
                <a:off x="6518070" y="3685344"/>
                <a:ext cx="10910" cy="2312"/>
              </a:xfrm>
              <a:custGeom>
                <a:avLst/>
                <a:gdLst/>
                <a:ahLst/>
                <a:cxnLst/>
                <a:rect l="l" t="t" r="r" b="b"/>
                <a:pathLst>
                  <a:path w="387" h="82" extrusionOk="0">
                    <a:moveTo>
                      <a:pt x="36" y="1"/>
                    </a:moveTo>
                    <a:cubicBezTo>
                      <a:pt x="20" y="1"/>
                      <a:pt x="1" y="16"/>
                      <a:pt x="1" y="32"/>
                    </a:cubicBezTo>
                    <a:cubicBezTo>
                      <a:pt x="1" y="47"/>
                      <a:pt x="20" y="66"/>
                      <a:pt x="36" y="66"/>
                    </a:cubicBezTo>
                    <a:lnTo>
                      <a:pt x="340" y="82"/>
                    </a:lnTo>
                    <a:cubicBezTo>
                      <a:pt x="356" y="82"/>
                      <a:pt x="371" y="66"/>
                      <a:pt x="387" y="47"/>
                    </a:cubicBezTo>
                    <a:cubicBezTo>
                      <a:pt x="387" y="16"/>
                      <a:pt x="371" y="1"/>
                      <a:pt x="3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0" name="Google Shape;2540;p44"/>
              <p:cNvSpPr/>
              <p:nvPr/>
            </p:nvSpPr>
            <p:spPr>
              <a:xfrm>
                <a:off x="6358218" y="3719823"/>
                <a:ext cx="487533" cy="126387"/>
              </a:xfrm>
              <a:custGeom>
                <a:avLst/>
                <a:gdLst/>
                <a:ahLst/>
                <a:cxnLst/>
                <a:rect l="l" t="t" r="r" b="b"/>
                <a:pathLst>
                  <a:path w="17293" h="4483" extrusionOk="0">
                    <a:moveTo>
                      <a:pt x="321" y="0"/>
                    </a:moveTo>
                    <a:cubicBezTo>
                      <a:pt x="144" y="0"/>
                      <a:pt x="16" y="128"/>
                      <a:pt x="16" y="305"/>
                    </a:cubicBezTo>
                    <a:lnTo>
                      <a:pt x="1" y="3919"/>
                    </a:lnTo>
                    <a:cubicBezTo>
                      <a:pt x="1" y="4224"/>
                      <a:pt x="240" y="4482"/>
                      <a:pt x="545" y="4482"/>
                    </a:cubicBezTo>
                    <a:lnTo>
                      <a:pt x="5979" y="4467"/>
                    </a:lnTo>
                    <a:cubicBezTo>
                      <a:pt x="6076" y="4467"/>
                      <a:pt x="6138" y="4401"/>
                      <a:pt x="6138" y="4305"/>
                    </a:cubicBezTo>
                    <a:cubicBezTo>
                      <a:pt x="6138" y="4112"/>
                      <a:pt x="6284" y="3919"/>
                      <a:pt x="6492" y="3888"/>
                    </a:cubicBezTo>
                    <a:cubicBezTo>
                      <a:pt x="6522" y="3882"/>
                      <a:pt x="6551" y="3879"/>
                      <a:pt x="6580" y="3879"/>
                    </a:cubicBezTo>
                    <a:cubicBezTo>
                      <a:pt x="6688" y="3879"/>
                      <a:pt x="6786" y="3924"/>
                      <a:pt x="6863" y="4000"/>
                    </a:cubicBezTo>
                    <a:cubicBezTo>
                      <a:pt x="6924" y="4081"/>
                      <a:pt x="6974" y="4178"/>
                      <a:pt x="6974" y="4305"/>
                    </a:cubicBezTo>
                    <a:cubicBezTo>
                      <a:pt x="6974" y="4401"/>
                      <a:pt x="7055" y="4467"/>
                      <a:pt x="7136" y="4467"/>
                    </a:cubicBezTo>
                    <a:lnTo>
                      <a:pt x="7310" y="4467"/>
                    </a:lnTo>
                    <a:cubicBezTo>
                      <a:pt x="7391" y="4467"/>
                      <a:pt x="7472" y="4401"/>
                      <a:pt x="7472" y="4320"/>
                    </a:cubicBezTo>
                    <a:cubicBezTo>
                      <a:pt x="7472" y="4097"/>
                      <a:pt x="7634" y="3904"/>
                      <a:pt x="7858" y="3888"/>
                    </a:cubicBezTo>
                    <a:cubicBezTo>
                      <a:pt x="7874" y="3886"/>
                      <a:pt x="7890" y="3885"/>
                      <a:pt x="7906" y="3885"/>
                    </a:cubicBezTo>
                    <a:cubicBezTo>
                      <a:pt x="8014" y="3885"/>
                      <a:pt x="8111" y="3930"/>
                      <a:pt x="8178" y="4000"/>
                    </a:cubicBezTo>
                    <a:cubicBezTo>
                      <a:pt x="8259" y="4081"/>
                      <a:pt x="8309" y="4178"/>
                      <a:pt x="8309" y="4305"/>
                    </a:cubicBezTo>
                    <a:cubicBezTo>
                      <a:pt x="8309" y="4401"/>
                      <a:pt x="8371" y="4467"/>
                      <a:pt x="8467" y="4467"/>
                    </a:cubicBezTo>
                    <a:lnTo>
                      <a:pt x="8645" y="4467"/>
                    </a:lnTo>
                    <a:cubicBezTo>
                      <a:pt x="8726" y="4467"/>
                      <a:pt x="8791" y="4401"/>
                      <a:pt x="8791" y="4320"/>
                    </a:cubicBezTo>
                    <a:cubicBezTo>
                      <a:pt x="8791" y="4112"/>
                      <a:pt x="8934" y="3919"/>
                      <a:pt x="9142" y="3888"/>
                    </a:cubicBezTo>
                    <a:cubicBezTo>
                      <a:pt x="9161" y="3886"/>
                      <a:pt x="9180" y="3885"/>
                      <a:pt x="9198" y="3885"/>
                    </a:cubicBezTo>
                    <a:cubicBezTo>
                      <a:pt x="9321" y="3885"/>
                      <a:pt x="9426" y="3930"/>
                      <a:pt x="9497" y="4000"/>
                    </a:cubicBezTo>
                    <a:cubicBezTo>
                      <a:pt x="9578" y="4081"/>
                      <a:pt x="9624" y="4178"/>
                      <a:pt x="9624" y="4305"/>
                    </a:cubicBezTo>
                    <a:cubicBezTo>
                      <a:pt x="9624" y="4386"/>
                      <a:pt x="9690" y="4467"/>
                      <a:pt x="9786" y="4467"/>
                    </a:cubicBezTo>
                    <a:lnTo>
                      <a:pt x="10045" y="4451"/>
                    </a:lnTo>
                    <a:lnTo>
                      <a:pt x="15283" y="4436"/>
                    </a:lnTo>
                    <a:cubicBezTo>
                      <a:pt x="15587" y="4436"/>
                      <a:pt x="15830" y="4178"/>
                      <a:pt x="15830" y="3873"/>
                    </a:cubicBezTo>
                    <a:lnTo>
                      <a:pt x="15830" y="3294"/>
                    </a:lnTo>
                    <a:cubicBezTo>
                      <a:pt x="16023" y="3036"/>
                      <a:pt x="16602" y="2604"/>
                      <a:pt x="17292" y="2604"/>
                    </a:cubicBezTo>
                    <a:lnTo>
                      <a:pt x="17292" y="899"/>
                    </a:lnTo>
                    <a:cubicBezTo>
                      <a:pt x="17292" y="899"/>
                      <a:pt x="17121" y="930"/>
                      <a:pt x="16894" y="930"/>
                    </a:cubicBezTo>
                    <a:cubicBezTo>
                      <a:pt x="16534" y="930"/>
                      <a:pt x="16032" y="852"/>
                      <a:pt x="15846" y="448"/>
                    </a:cubicBezTo>
                    <a:lnTo>
                      <a:pt x="15846" y="290"/>
                    </a:lnTo>
                    <a:cubicBezTo>
                      <a:pt x="15846" y="128"/>
                      <a:pt x="15718" y="0"/>
                      <a:pt x="155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1" name="Google Shape;2541;p44"/>
              <p:cNvSpPr/>
              <p:nvPr/>
            </p:nvSpPr>
            <p:spPr>
              <a:xfrm>
                <a:off x="6837128" y="3737444"/>
                <a:ext cx="34931" cy="64392"/>
              </a:xfrm>
              <a:custGeom>
                <a:avLst/>
                <a:gdLst/>
                <a:ahLst/>
                <a:cxnLst/>
                <a:rect l="l" t="t" r="r" b="b"/>
                <a:pathLst>
                  <a:path w="1239" h="2284" extrusionOk="0">
                    <a:moveTo>
                      <a:pt x="128" y="0"/>
                    </a:moveTo>
                    <a:cubicBezTo>
                      <a:pt x="62" y="0"/>
                      <a:pt x="0" y="50"/>
                      <a:pt x="0" y="112"/>
                    </a:cubicBezTo>
                    <a:lnTo>
                      <a:pt x="0" y="2153"/>
                    </a:lnTo>
                    <a:cubicBezTo>
                      <a:pt x="0" y="2218"/>
                      <a:pt x="62" y="2284"/>
                      <a:pt x="128" y="2284"/>
                    </a:cubicBezTo>
                    <a:lnTo>
                      <a:pt x="1107" y="2284"/>
                    </a:lnTo>
                    <a:cubicBezTo>
                      <a:pt x="1188" y="2284"/>
                      <a:pt x="1238" y="2218"/>
                      <a:pt x="1238" y="2153"/>
                    </a:cubicBezTo>
                    <a:lnTo>
                      <a:pt x="1238" y="112"/>
                    </a:lnTo>
                    <a:cubicBezTo>
                      <a:pt x="1238" y="50"/>
                      <a:pt x="1188" y="0"/>
                      <a:pt x="110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2" name="Google Shape;2542;p44"/>
              <p:cNvSpPr/>
              <p:nvPr/>
            </p:nvSpPr>
            <p:spPr>
              <a:xfrm>
                <a:off x="6837128" y="3747875"/>
                <a:ext cx="34931" cy="10037"/>
              </a:xfrm>
              <a:custGeom>
                <a:avLst/>
                <a:gdLst/>
                <a:ahLst/>
                <a:cxnLst/>
                <a:rect l="l" t="t" r="r" b="b"/>
                <a:pathLst>
                  <a:path w="1239" h="356" extrusionOk="0">
                    <a:moveTo>
                      <a:pt x="0" y="1"/>
                    </a:moveTo>
                    <a:lnTo>
                      <a:pt x="0" y="355"/>
                    </a:lnTo>
                    <a:lnTo>
                      <a:pt x="1238" y="355"/>
                    </a:lnTo>
                    <a:lnTo>
                      <a:pt x="123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3" name="Google Shape;2543;p44"/>
              <p:cNvSpPr/>
              <p:nvPr/>
            </p:nvSpPr>
            <p:spPr>
              <a:xfrm>
                <a:off x="6837128" y="3764622"/>
                <a:ext cx="34931" cy="10037"/>
              </a:xfrm>
              <a:custGeom>
                <a:avLst/>
                <a:gdLst/>
                <a:ahLst/>
                <a:cxnLst/>
                <a:rect l="l" t="t" r="r" b="b"/>
                <a:pathLst>
                  <a:path w="1239" h="356" extrusionOk="0">
                    <a:moveTo>
                      <a:pt x="0" y="1"/>
                    </a:moveTo>
                    <a:lnTo>
                      <a:pt x="0" y="355"/>
                    </a:lnTo>
                    <a:lnTo>
                      <a:pt x="1238" y="355"/>
                    </a:lnTo>
                    <a:lnTo>
                      <a:pt x="123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4" name="Google Shape;2544;p44"/>
              <p:cNvSpPr/>
              <p:nvPr/>
            </p:nvSpPr>
            <p:spPr>
              <a:xfrm>
                <a:off x="6837128" y="3781368"/>
                <a:ext cx="34931" cy="10037"/>
              </a:xfrm>
              <a:custGeom>
                <a:avLst/>
                <a:gdLst/>
                <a:ahLst/>
                <a:cxnLst/>
                <a:rect l="l" t="t" r="r" b="b"/>
                <a:pathLst>
                  <a:path w="1239" h="356" extrusionOk="0">
                    <a:moveTo>
                      <a:pt x="0" y="1"/>
                    </a:moveTo>
                    <a:lnTo>
                      <a:pt x="0" y="355"/>
                    </a:lnTo>
                    <a:lnTo>
                      <a:pt x="1238" y="355"/>
                    </a:lnTo>
                    <a:lnTo>
                      <a:pt x="123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5" name="Google Shape;2545;p44"/>
              <p:cNvSpPr/>
              <p:nvPr/>
            </p:nvSpPr>
            <p:spPr>
              <a:xfrm>
                <a:off x="6384014" y="3719823"/>
                <a:ext cx="392891" cy="95178"/>
              </a:xfrm>
              <a:custGeom>
                <a:avLst/>
                <a:gdLst/>
                <a:ahLst/>
                <a:cxnLst/>
                <a:rect l="l" t="t" r="r" b="b"/>
                <a:pathLst>
                  <a:path w="13936" h="3376" extrusionOk="0">
                    <a:moveTo>
                      <a:pt x="0" y="0"/>
                    </a:moveTo>
                    <a:lnTo>
                      <a:pt x="0" y="2330"/>
                    </a:lnTo>
                    <a:cubicBezTo>
                      <a:pt x="0" y="2909"/>
                      <a:pt x="482" y="3375"/>
                      <a:pt x="1061" y="3375"/>
                    </a:cubicBezTo>
                    <a:lnTo>
                      <a:pt x="12875" y="3375"/>
                    </a:lnTo>
                    <a:cubicBezTo>
                      <a:pt x="13453" y="3375"/>
                      <a:pt x="13936" y="2909"/>
                      <a:pt x="13936" y="2330"/>
                    </a:cubicBezTo>
                    <a:lnTo>
                      <a:pt x="1393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6" name="Google Shape;2546;p44"/>
              <p:cNvSpPr/>
              <p:nvPr/>
            </p:nvSpPr>
            <p:spPr>
              <a:xfrm>
                <a:off x="6374964" y="3735583"/>
                <a:ext cx="156722" cy="15027"/>
              </a:xfrm>
              <a:custGeom>
                <a:avLst/>
                <a:gdLst/>
                <a:ahLst/>
                <a:cxnLst/>
                <a:rect l="l" t="t" r="r" b="b"/>
                <a:pathLst>
                  <a:path w="5559" h="533" extrusionOk="0">
                    <a:moveTo>
                      <a:pt x="256" y="1"/>
                    </a:moveTo>
                    <a:cubicBezTo>
                      <a:pt x="113" y="1"/>
                      <a:pt x="1" y="132"/>
                      <a:pt x="1" y="275"/>
                    </a:cubicBezTo>
                    <a:cubicBezTo>
                      <a:pt x="1" y="421"/>
                      <a:pt x="113" y="533"/>
                      <a:pt x="256" y="533"/>
                    </a:cubicBezTo>
                    <a:lnTo>
                      <a:pt x="5304" y="533"/>
                    </a:lnTo>
                    <a:cubicBezTo>
                      <a:pt x="5447" y="533"/>
                      <a:pt x="5559" y="421"/>
                      <a:pt x="5559" y="275"/>
                    </a:cubicBezTo>
                    <a:cubicBezTo>
                      <a:pt x="5559" y="132"/>
                      <a:pt x="5447" y="1"/>
                      <a:pt x="530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7" name="Google Shape;2547;p44"/>
              <p:cNvSpPr/>
              <p:nvPr/>
            </p:nvSpPr>
            <p:spPr>
              <a:xfrm>
                <a:off x="6384014" y="3771472"/>
                <a:ext cx="392891" cy="43529"/>
              </a:xfrm>
              <a:custGeom>
                <a:avLst/>
                <a:gdLst/>
                <a:ahLst/>
                <a:cxnLst/>
                <a:rect l="l" t="t" r="r" b="b"/>
                <a:pathLst>
                  <a:path w="13936" h="1544" extrusionOk="0">
                    <a:moveTo>
                      <a:pt x="0" y="1"/>
                    </a:moveTo>
                    <a:lnTo>
                      <a:pt x="0" y="498"/>
                    </a:lnTo>
                    <a:cubicBezTo>
                      <a:pt x="0" y="1077"/>
                      <a:pt x="482" y="1543"/>
                      <a:pt x="1061" y="1543"/>
                    </a:cubicBezTo>
                    <a:lnTo>
                      <a:pt x="12875" y="1543"/>
                    </a:lnTo>
                    <a:cubicBezTo>
                      <a:pt x="13453" y="1543"/>
                      <a:pt x="13936" y="1077"/>
                      <a:pt x="13936" y="498"/>
                    </a:cubicBezTo>
                    <a:lnTo>
                      <a:pt x="13936" y="305"/>
                    </a:lnTo>
                    <a:cubicBezTo>
                      <a:pt x="13018" y="463"/>
                      <a:pt x="12084" y="579"/>
                      <a:pt x="11155" y="656"/>
                    </a:cubicBezTo>
                    <a:cubicBezTo>
                      <a:pt x="11139" y="849"/>
                      <a:pt x="10977" y="1011"/>
                      <a:pt x="10784" y="1011"/>
                    </a:cubicBezTo>
                    <a:cubicBezTo>
                      <a:pt x="10719" y="1011"/>
                      <a:pt x="10657" y="996"/>
                      <a:pt x="10576" y="965"/>
                    </a:cubicBezTo>
                    <a:cubicBezTo>
                      <a:pt x="10526" y="930"/>
                      <a:pt x="10495" y="899"/>
                      <a:pt x="10464" y="834"/>
                    </a:cubicBezTo>
                    <a:cubicBezTo>
                      <a:pt x="10430" y="787"/>
                      <a:pt x="10414" y="737"/>
                      <a:pt x="10414" y="706"/>
                    </a:cubicBezTo>
                    <a:cubicBezTo>
                      <a:pt x="9755" y="737"/>
                      <a:pt x="9114" y="753"/>
                      <a:pt x="8470" y="753"/>
                    </a:cubicBezTo>
                    <a:cubicBezTo>
                      <a:pt x="7537" y="753"/>
                      <a:pt x="6623" y="722"/>
                      <a:pt x="5770" y="656"/>
                    </a:cubicBezTo>
                    <a:cubicBezTo>
                      <a:pt x="5739" y="868"/>
                      <a:pt x="5577" y="1011"/>
                      <a:pt x="5369" y="1011"/>
                    </a:cubicBezTo>
                    <a:cubicBezTo>
                      <a:pt x="5304" y="1011"/>
                      <a:pt x="5238" y="996"/>
                      <a:pt x="5161" y="965"/>
                    </a:cubicBezTo>
                    <a:cubicBezTo>
                      <a:pt x="5111" y="930"/>
                      <a:pt x="5064" y="884"/>
                      <a:pt x="5030" y="834"/>
                    </a:cubicBezTo>
                    <a:cubicBezTo>
                      <a:pt x="4983" y="753"/>
                      <a:pt x="4968" y="676"/>
                      <a:pt x="4968" y="610"/>
                    </a:cubicBezTo>
                    <a:cubicBezTo>
                      <a:pt x="4258" y="560"/>
                      <a:pt x="3599" y="498"/>
                      <a:pt x="2989" y="417"/>
                    </a:cubicBezTo>
                    <a:cubicBezTo>
                      <a:pt x="2974" y="691"/>
                      <a:pt x="2750" y="899"/>
                      <a:pt x="2476" y="899"/>
                    </a:cubicBezTo>
                    <a:cubicBezTo>
                      <a:pt x="2395" y="899"/>
                      <a:pt x="2314" y="884"/>
                      <a:pt x="2218" y="834"/>
                    </a:cubicBezTo>
                    <a:cubicBezTo>
                      <a:pt x="2137" y="787"/>
                      <a:pt x="2056" y="722"/>
                      <a:pt x="2025" y="625"/>
                    </a:cubicBezTo>
                    <a:cubicBezTo>
                      <a:pt x="1959" y="514"/>
                      <a:pt x="1944" y="402"/>
                      <a:pt x="1959" y="290"/>
                    </a:cubicBezTo>
                    <a:cubicBezTo>
                      <a:pt x="1061" y="174"/>
                      <a:pt x="386" y="62"/>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8" name="Google Shape;2548;p44"/>
              <p:cNvSpPr/>
              <p:nvPr/>
            </p:nvSpPr>
            <p:spPr>
              <a:xfrm>
                <a:off x="6439244" y="3767328"/>
                <a:ext cx="29489" cy="15929"/>
              </a:xfrm>
              <a:custGeom>
                <a:avLst/>
                <a:gdLst/>
                <a:ahLst/>
                <a:cxnLst/>
                <a:rect l="l" t="t" r="r" b="b"/>
                <a:pathLst>
                  <a:path w="1046" h="565" extrusionOk="0">
                    <a:moveTo>
                      <a:pt x="517" y="1"/>
                    </a:moveTo>
                    <a:cubicBezTo>
                      <a:pt x="259" y="1"/>
                      <a:pt x="51" y="194"/>
                      <a:pt x="0" y="437"/>
                    </a:cubicBezTo>
                    <a:cubicBezTo>
                      <a:pt x="324" y="483"/>
                      <a:pt x="660" y="533"/>
                      <a:pt x="1030" y="564"/>
                    </a:cubicBezTo>
                    <a:cubicBezTo>
                      <a:pt x="1046" y="468"/>
                      <a:pt x="1030" y="371"/>
                      <a:pt x="984" y="275"/>
                    </a:cubicBezTo>
                    <a:cubicBezTo>
                      <a:pt x="934" y="178"/>
                      <a:pt x="853" y="113"/>
                      <a:pt x="772" y="67"/>
                    </a:cubicBezTo>
                    <a:cubicBezTo>
                      <a:pt x="675" y="16"/>
                      <a:pt x="598" y="1"/>
                      <a:pt x="5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9" name="Google Shape;2549;p44"/>
              <p:cNvSpPr/>
              <p:nvPr/>
            </p:nvSpPr>
            <p:spPr>
              <a:xfrm>
                <a:off x="6438821" y="3779620"/>
                <a:ext cx="29489" cy="17226"/>
              </a:xfrm>
              <a:custGeom>
                <a:avLst/>
                <a:gdLst/>
                <a:ahLst/>
                <a:cxnLst/>
                <a:rect l="l" t="t" r="r" b="b"/>
                <a:pathLst>
                  <a:path w="1046" h="611" extrusionOk="0">
                    <a:moveTo>
                      <a:pt x="15" y="1"/>
                    </a:moveTo>
                    <a:lnTo>
                      <a:pt x="15" y="1"/>
                    </a:lnTo>
                    <a:cubicBezTo>
                      <a:pt x="0" y="113"/>
                      <a:pt x="15" y="225"/>
                      <a:pt x="81" y="336"/>
                    </a:cubicBezTo>
                    <a:cubicBezTo>
                      <a:pt x="112" y="433"/>
                      <a:pt x="193" y="498"/>
                      <a:pt x="274" y="545"/>
                    </a:cubicBezTo>
                    <a:cubicBezTo>
                      <a:pt x="370" y="595"/>
                      <a:pt x="451" y="610"/>
                      <a:pt x="532" y="610"/>
                    </a:cubicBezTo>
                    <a:cubicBezTo>
                      <a:pt x="806" y="610"/>
                      <a:pt x="1030" y="402"/>
                      <a:pt x="1045" y="128"/>
                    </a:cubicBezTo>
                    <a:cubicBezTo>
                      <a:pt x="675" y="97"/>
                      <a:pt x="339" y="47"/>
                      <a:pt x="15" y="1"/>
                    </a:cubicBezTo>
                    <a:close/>
                  </a:path>
                </a:pathLst>
              </a:custGeom>
              <a:solidFill>
                <a:srgbClr val="0C22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0" name="Google Shape;2550;p44"/>
              <p:cNvSpPr/>
              <p:nvPr/>
            </p:nvSpPr>
            <p:spPr>
              <a:xfrm>
                <a:off x="6494586" y="3766031"/>
                <a:ext cx="14491" cy="11784"/>
              </a:xfrm>
              <a:custGeom>
                <a:avLst/>
                <a:gdLst/>
                <a:ahLst/>
                <a:cxnLst/>
                <a:rect l="l" t="t" r="r" b="b"/>
                <a:pathLst>
                  <a:path w="514" h="418" extrusionOk="0">
                    <a:moveTo>
                      <a:pt x="255" y="1"/>
                    </a:moveTo>
                    <a:cubicBezTo>
                      <a:pt x="113" y="1"/>
                      <a:pt x="1" y="159"/>
                      <a:pt x="82" y="305"/>
                    </a:cubicBezTo>
                    <a:cubicBezTo>
                      <a:pt x="97" y="336"/>
                      <a:pt x="128" y="367"/>
                      <a:pt x="159" y="386"/>
                    </a:cubicBezTo>
                    <a:cubicBezTo>
                      <a:pt x="194" y="402"/>
                      <a:pt x="224" y="417"/>
                      <a:pt x="255" y="417"/>
                    </a:cubicBezTo>
                    <a:cubicBezTo>
                      <a:pt x="402" y="417"/>
                      <a:pt x="514" y="255"/>
                      <a:pt x="433" y="113"/>
                    </a:cubicBezTo>
                    <a:cubicBezTo>
                      <a:pt x="417" y="78"/>
                      <a:pt x="402" y="47"/>
                      <a:pt x="371" y="32"/>
                    </a:cubicBezTo>
                    <a:cubicBezTo>
                      <a:pt x="321" y="16"/>
                      <a:pt x="290" y="1"/>
                      <a:pt x="2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1" name="Google Shape;2551;p44"/>
              <p:cNvSpPr/>
              <p:nvPr/>
            </p:nvSpPr>
            <p:spPr>
              <a:xfrm>
                <a:off x="6524047" y="3777788"/>
                <a:ext cx="23090" cy="12207"/>
              </a:xfrm>
              <a:custGeom>
                <a:avLst/>
                <a:gdLst/>
                <a:ahLst/>
                <a:cxnLst/>
                <a:rect l="l" t="t" r="r" b="b"/>
                <a:pathLst>
                  <a:path w="819" h="433" extrusionOk="0">
                    <a:moveTo>
                      <a:pt x="402" y="0"/>
                    </a:moveTo>
                    <a:cubicBezTo>
                      <a:pt x="194" y="0"/>
                      <a:pt x="16" y="162"/>
                      <a:pt x="1" y="386"/>
                    </a:cubicBezTo>
                    <a:cubicBezTo>
                      <a:pt x="271" y="401"/>
                      <a:pt x="529" y="417"/>
                      <a:pt x="803" y="432"/>
                    </a:cubicBezTo>
                    <a:cubicBezTo>
                      <a:pt x="819" y="355"/>
                      <a:pt x="803" y="274"/>
                      <a:pt x="753" y="178"/>
                    </a:cubicBezTo>
                    <a:cubicBezTo>
                      <a:pt x="722" y="128"/>
                      <a:pt x="676" y="81"/>
                      <a:pt x="626" y="47"/>
                    </a:cubicBezTo>
                    <a:cubicBezTo>
                      <a:pt x="545" y="16"/>
                      <a:pt x="483" y="0"/>
                      <a:pt x="4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2" name="Google Shape;2552;p44"/>
              <p:cNvSpPr/>
              <p:nvPr/>
            </p:nvSpPr>
            <p:spPr>
              <a:xfrm>
                <a:off x="6524047" y="3788642"/>
                <a:ext cx="22667" cy="11362"/>
              </a:xfrm>
              <a:custGeom>
                <a:avLst/>
                <a:gdLst/>
                <a:ahLst/>
                <a:cxnLst/>
                <a:rect l="l" t="t" r="r" b="b"/>
                <a:pathLst>
                  <a:path w="804" h="403" extrusionOk="0">
                    <a:moveTo>
                      <a:pt x="1" y="1"/>
                    </a:moveTo>
                    <a:cubicBezTo>
                      <a:pt x="1" y="67"/>
                      <a:pt x="16" y="144"/>
                      <a:pt x="63" y="225"/>
                    </a:cubicBezTo>
                    <a:cubicBezTo>
                      <a:pt x="97" y="275"/>
                      <a:pt x="144" y="321"/>
                      <a:pt x="194" y="356"/>
                    </a:cubicBezTo>
                    <a:cubicBezTo>
                      <a:pt x="271" y="387"/>
                      <a:pt x="337" y="402"/>
                      <a:pt x="402" y="402"/>
                    </a:cubicBezTo>
                    <a:cubicBezTo>
                      <a:pt x="610" y="402"/>
                      <a:pt x="772" y="259"/>
                      <a:pt x="803" y="47"/>
                    </a:cubicBezTo>
                    <a:cubicBezTo>
                      <a:pt x="529" y="32"/>
                      <a:pt x="271" y="16"/>
                      <a:pt x="1" y="1"/>
                    </a:cubicBezTo>
                    <a:close/>
                  </a:path>
                </a:pathLst>
              </a:custGeom>
              <a:solidFill>
                <a:srgbClr val="0C22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3" name="Google Shape;2553;p44"/>
              <p:cNvSpPr/>
              <p:nvPr/>
            </p:nvSpPr>
            <p:spPr>
              <a:xfrm>
                <a:off x="6703494" y="3747452"/>
                <a:ext cx="31237" cy="25345"/>
              </a:xfrm>
              <a:custGeom>
                <a:avLst/>
                <a:gdLst/>
                <a:ahLst/>
                <a:cxnLst/>
                <a:rect l="l" t="t" r="r" b="b"/>
                <a:pathLst>
                  <a:path w="1108" h="899" extrusionOk="0">
                    <a:moveTo>
                      <a:pt x="544" y="0"/>
                    </a:moveTo>
                    <a:cubicBezTo>
                      <a:pt x="239" y="0"/>
                      <a:pt x="0" y="336"/>
                      <a:pt x="158" y="675"/>
                    </a:cubicBezTo>
                    <a:cubicBezTo>
                      <a:pt x="193" y="756"/>
                      <a:pt x="255" y="818"/>
                      <a:pt x="336" y="853"/>
                    </a:cubicBezTo>
                    <a:cubicBezTo>
                      <a:pt x="417" y="883"/>
                      <a:pt x="482" y="899"/>
                      <a:pt x="544" y="899"/>
                    </a:cubicBezTo>
                    <a:cubicBezTo>
                      <a:pt x="868" y="899"/>
                      <a:pt x="1107" y="579"/>
                      <a:pt x="945" y="239"/>
                    </a:cubicBezTo>
                    <a:cubicBezTo>
                      <a:pt x="914" y="158"/>
                      <a:pt x="849" y="97"/>
                      <a:pt x="771" y="62"/>
                    </a:cubicBezTo>
                    <a:cubicBezTo>
                      <a:pt x="690" y="16"/>
                      <a:pt x="625" y="0"/>
                      <a:pt x="5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4" name="Google Shape;2554;p44"/>
              <p:cNvSpPr/>
              <p:nvPr/>
            </p:nvSpPr>
            <p:spPr>
              <a:xfrm>
                <a:off x="6676739" y="3779084"/>
                <a:ext cx="21765" cy="12320"/>
              </a:xfrm>
              <a:custGeom>
                <a:avLst/>
                <a:gdLst/>
                <a:ahLst/>
                <a:cxnLst/>
                <a:rect l="l" t="t" r="r" b="b"/>
                <a:pathLst>
                  <a:path w="772" h="437" extrusionOk="0">
                    <a:moveTo>
                      <a:pt x="401" y="1"/>
                    </a:moveTo>
                    <a:cubicBezTo>
                      <a:pt x="178" y="1"/>
                      <a:pt x="0" y="193"/>
                      <a:pt x="31" y="436"/>
                    </a:cubicBezTo>
                    <a:cubicBezTo>
                      <a:pt x="274" y="421"/>
                      <a:pt x="513" y="406"/>
                      <a:pt x="772" y="386"/>
                    </a:cubicBezTo>
                    <a:cubicBezTo>
                      <a:pt x="772" y="325"/>
                      <a:pt x="756" y="244"/>
                      <a:pt x="706" y="178"/>
                    </a:cubicBezTo>
                    <a:cubicBezTo>
                      <a:pt x="691" y="132"/>
                      <a:pt x="641" y="82"/>
                      <a:pt x="594" y="51"/>
                    </a:cubicBezTo>
                    <a:cubicBezTo>
                      <a:pt x="529" y="20"/>
                      <a:pt x="467" y="1"/>
                      <a:pt x="4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5" name="Google Shape;2555;p44"/>
              <p:cNvSpPr/>
              <p:nvPr/>
            </p:nvSpPr>
            <p:spPr>
              <a:xfrm>
                <a:off x="6677613" y="3789967"/>
                <a:ext cx="20891" cy="10037"/>
              </a:xfrm>
              <a:custGeom>
                <a:avLst/>
                <a:gdLst/>
                <a:ahLst/>
                <a:cxnLst/>
                <a:rect l="l" t="t" r="r" b="b"/>
                <a:pathLst>
                  <a:path w="741" h="356" extrusionOk="0">
                    <a:moveTo>
                      <a:pt x="741" y="0"/>
                    </a:moveTo>
                    <a:lnTo>
                      <a:pt x="741" y="0"/>
                    </a:lnTo>
                    <a:cubicBezTo>
                      <a:pt x="482" y="20"/>
                      <a:pt x="243" y="35"/>
                      <a:pt x="0" y="50"/>
                    </a:cubicBezTo>
                    <a:cubicBezTo>
                      <a:pt x="0" y="81"/>
                      <a:pt x="16" y="131"/>
                      <a:pt x="50" y="178"/>
                    </a:cubicBezTo>
                    <a:cubicBezTo>
                      <a:pt x="81" y="243"/>
                      <a:pt x="112" y="274"/>
                      <a:pt x="162" y="309"/>
                    </a:cubicBezTo>
                    <a:cubicBezTo>
                      <a:pt x="243" y="340"/>
                      <a:pt x="305" y="355"/>
                      <a:pt x="370" y="355"/>
                    </a:cubicBezTo>
                    <a:cubicBezTo>
                      <a:pt x="563" y="355"/>
                      <a:pt x="725" y="193"/>
                      <a:pt x="741" y="0"/>
                    </a:cubicBezTo>
                    <a:close/>
                  </a:path>
                </a:pathLst>
              </a:custGeom>
              <a:solidFill>
                <a:srgbClr val="0C22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6" name="Google Shape;2556;p44"/>
              <p:cNvSpPr/>
              <p:nvPr/>
            </p:nvSpPr>
            <p:spPr>
              <a:xfrm>
                <a:off x="6756863" y="3521967"/>
                <a:ext cx="53538" cy="44741"/>
              </a:xfrm>
              <a:custGeom>
                <a:avLst/>
                <a:gdLst/>
                <a:ahLst/>
                <a:cxnLst/>
                <a:rect l="l" t="t" r="r" b="b"/>
                <a:pathLst>
                  <a:path w="1899" h="1587" extrusionOk="0">
                    <a:moveTo>
                      <a:pt x="888" y="0"/>
                    </a:moveTo>
                    <a:cubicBezTo>
                      <a:pt x="608" y="0"/>
                      <a:pt x="348" y="138"/>
                      <a:pt x="209" y="380"/>
                    </a:cubicBezTo>
                    <a:cubicBezTo>
                      <a:pt x="1" y="751"/>
                      <a:pt x="163" y="1233"/>
                      <a:pt x="564" y="1472"/>
                    </a:cubicBezTo>
                    <a:cubicBezTo>
                      <a:pt x="709" y="1550"/>
                      <a:pt x="863" y="1587"/>
                      <a:pt x="1013" y="1587"/>
                    </a:cubicBezTo>
                    <a:cubicBezTo>
                      <a:pt x="1293" y="1587"/>
                      <a:pt x="1554" y="1455"/>
                      <a:pt x="1690" y="1214"/>
                    </a:cubicBezTo>
                    <a:cubicBezTo>
                      <a:pt x="1899" y="847"/>
                      <a:pt x="1737" y="346"/>
                      <a:pt x="1335" y="122"/>
                    </a:cubicBezTo>
                    <a:cubicBezTo>
                      <a:pt x="1191" y="39"/>
                      <a:pt x="1037" y="0"/>
                      <a:pt x="88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7" name="Google Shape;2557;p44"/>
              <p:cNvSpPr/>
              <p:nvPr/>
            </p:nvSpPr>
            <p:spPr>
              <a:xfrm>
                <a:off x="6747841" y="3521375"/>
                <a:ext cx="65266" cy="52466"/>
              </a:xfrm>
              <a:custGeom>
                <a:avLst/>
                <a:gdLst/>
                <a:ahLst/>
                <a:cxnLst/>
                <a:rect l="l" t="t" r="r" b="b"/>
                <a:pathLst>
                  <a:path w="2315" h="1861" extrusionOk="0">
                    <a:moveTo>
                      <a:pt x="564" y="0"/>
                    </a:moveTo>
                    <a:cubicBezTo>
                      <a:pt x="143" y="270"/>
                      <a:pt x="1" y="1254"/>
                      <a:pt x="722" y="1701"/>
                    </a:cubicBezTo>
                    <a:cubicBezTo>
                      <a:pt x="895" y="1812"/>
                      <a:pt x="1085" y="1860"/>
                      <a:pt x="1270" y="1860"/>
                    </a:cubicBezTo>
                    <a:cubicBezTo>
                      <a:pt x="1758" y="1860"/>
                      <a:pt x="2223" y="1526"/>
                      <a:pt x="2315" y="1107"/>
                    </a:cubicBezTo>
                    <a:cubicBezTo>
                      <a:pt x="2185" y="1045"/>
                      <a:pt x="2068" y="1026"/>
                      <a:pt x="1973" y="1026"/>
                    </a:cubicBezTo>
                    <a:cubicBezTo>
                      <a:pt x="1818" y="1026"/>
                      <a:pt x="1721" y="1076"/>
                      <a:pt x="1721" y="1076"/>
                    </a:cubicBezTo>
                    <a:cubicBezTo>
                      <a:pt x="1721" y="1076"/>
                      <a:pt x="1898" y="772"/>
                      <a:pt x="1671" y="336"/>
                    </a:cubicBezTo>
                    <a:cubicBezTo>
                      <a:pt x="1609" y="319"/>
                      <a:pt x="1546" y="311"/>
                      <a:pt x="1486" y="311"/>
                    </a:cubicBezTo>
                    <a:cubicBezTo>
                      <a:pt x="1155" y="311"/>
                      <a:pt x="869" y="529"/>
                      <a:pt x="869" y="529"/>
                    </a:cubicBezTo>
                    <a:cubicBezTo>
                      <a:pt x="869" y="529"/>
                      <a:pt x="757" y="143"/>
                      <a:pt x="56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58" name="Google Shape;2558;p44"/>
            <p:cNvGrpSpPr/>
            <p:nvPr/>
          </p:nvGrpSpPr>
          <p:grpSpPr>
            <a:xfrm>
              <a:off x="6963370" y="3088355"/>
              <a:ext cx="483644" cy="870447"/>
              <a:chOff x="6025600" y="3390870"/>
              <a:chExt cx="254269" cy="457624"/>
            </a:xfrm>
          </p:grpSpPr>
          <p:sp>
            <p:nvSpPr>
              <p:cNvPr id="2559" name="Google Shape;2559;p44"/>
              <p:cNvSpPr/>
              <p:nvPr/>
            </p:nvSpPr>
            <p:spPr>
              <a:xfrm>
                <a:off x="6025600" y="3690362"/>
                <a:ext cx="102903" cy="104199"/>
              </a:xfrm>
              <a:custGeom>
                <a:avLst/>
                <a:gdLst/>
                <a:ahLst/>
                <a:cxnLst/>
                <a:rect l="l" t="t" r="r" b="b"/>
                <a:pathLst>
                  <a:path w="3650" h="3696" extrusionOk="0">
                    <a:moveTo>
                      <a:pt x="1867" y="0"/>
                    </a:moveTo>
                    <a:cubicBezTo>
                      <a:pt x="837" y="0"/>
                      <a:pt x="0" y="818"/>
                      <a:pt x="0" y="1848"/>
                    </a:cubicBezTo>
                    <a:cubicBezTo>
                      <a:pt x="0" y="2858"/>
                      <a:pt x="837" y="3695"/>
                      <a:pt x="1867" y="3695"/>
                    </a:cubicBezTo>
                    <a:cubicBezTo>
                      <a:pt x="2716" y="3695"/>
                      <a:pt x="3441" y="3101"/>
                      <a:pt x="3649" y="2314"/>
                    </a:cubicBezTo>
                    <a:lnTo>
                      <a:pt x="2862" y="2314"/>
                    </a:lnTo>
                    <a:cubicBezTo>
                      <a:pt x="2685" y="2685"/>
                      <a:pt x="2299" y="2955"/>
                      <a:pt x="1867" y="2955"/>
                    </a:cubicBezTo>
                    <a:cubicBezTo>
                      <a:pt x="1254" y="2955"/>
                      <a:pt x="756" y="2457"/>
                      <a:pt x="756" y="1848"/>
                    </a:cubicBezTo>
                    <a:cubicBezTo>
                      <a:pt x="756" y="1238"/>
                      <a:pt x="1254" y="737"/>
                      <a:pt x="1867" y="737"/>
                    </a:cubicBezTo>
                    <a:cubicBezTo>
                      <a:pt x="2218" y="737"/>
                      <a:pt x="2542" y="914"/>
                      <a:pt x="2750" y="1188"/>
                    </a:cubicBezTo>
                    <a:lnTo>
                      <a:pt x="3583" y="1188"/>
                    </a:lnTo>
                    <a:cubicBezTo>
                      <a:pt x="3329" y="498"/>
                      <a:pt x="2654" y="0"/>
                      <a:pt x="186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0" name="Google Shape;2560;p44"/>
              <p:cNvSpPr/>
              <p:nvPr/>
            </p:nvSpPr>
            <p:spPr>
              <a:xfrm>
                <a:off x="6036905" y="3702541"/>
                <a:ext cx="48519" cy="79841"/>
              </a:xfrm>
              <a:custGeom>
                <a:avLst/>
                <a:gdLst/>
                <a:ahLst/>
                <a:cxnLst/>
                <a:rect l="l" t="t" r="r" b="b"/>
                <a:pathLst>
                  <a:path w="1721" h="2832" extrusionOk="0">
                    <a:moveTo>
                      <a:pt x="1431" y="0"/>
                    </a:moveTo>
                    <a:cubicBezTo>
                      <a:pt x="645" y="0"/>
                      <a:pt x="0" y="629"/>
                      <a:pt x="0" y="1416"/>
                    </a:cubicBezTo>
                    <a:cubicBezTo>
                      <a:pt x="0" y="2203"/>
                      <a:pt x="645" y="2831"/>
                      <a:pt x="1431" y="2831"/>
                    </a:cubicBezTo>
                    <a:cubicBezTo>
                      <a:pt x="1528" y="2831"/>
                      <a:pt x="1624" y="2831"/>
                      <a:pt x="1721" y="2797"/>
                    </a:cubicBezTo>
                    <a:cubicBezTo>
                      <a:pt x="1705" y="2700"/>
                      <a:pt x="1674" y="2604"/>
                      <a:pt x="1659" y="2507"/>
                    </a:cubicBezTo>
                    <a:cubicBezTo>
                      <a:pt x="1593" y="2507"/>
                      <a:pt x="1528" y="2523"/>
                      <a:pt x="1466" y="2523"/>
                    </a:cubicBezTo>
                    <a:cubicBezTo>
                      <a:pt x="853" y="2523"/>
                      <a:pt x="355" y="2025"/>
                      <a:pt x="355" y="1416"/>
                    </a:cubicBezTo>
                    <a:cubicBezTo>
                      <a:pt x="355" y="806"/>
                      <a:pt x="853" y="305"/>
                      <a:pt x="1466" y="305"/>
                    </a:cubicBezTo>
                    <a:cubicBezTo>
                      <a:pt x="1512" y="305"/>
                      <a:pt x="1563" y="305"/>
                      <a:pt x="1593" y="324"/>
                    </a:cubicBezTo>
                    <a:lnTo>
                      <a:pt x="1593" y="0"/>
                    </a:lnTo>
                    <a:close/>
                  </a:path>
                </a:pathLst>
              </a:custGeom>
              <a:solidFill>
                <a:srgbClr val="2E44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1" name="Google Shape;2561;p44"/>
              <p:cNvSpPr/>
              <p:nvPr/>
            </p:nvSpPr>
            <p:spPr>
              <a:xfrm>
                <a:off x="6170116" y="3431665"/>
                <a:ext cx="101155" cy="122778"/>
              </a:xfrm>
              <a:custGeom>
                <a:avLst/>
                <a:gdLst/>
                <a:ahLst/>
                <a:cxnLst/>
                <a:rect l="l" t="t" r="r" b="b"/>
                <a:pathLst>
                  <a:path w="3588" h="4355" extrusionOk="0">
                    <a:moveTo>
                      <a:pt x="2831" y="0"/>
                    </a:moveTo>
                    <a:cubicBezTo>
                      <a:pt x="2430" y="0"/>
                      <a:pt x="2091" y="336"/>
                      <a:pt x="2091" y="752"/>
                    </a:cubicBezTo>
                    <a:lnTo>
                      <a:pt x="2091" y="2665"/>
                    </a:lnTo>
                    <a:cubicBezTo>
                      <a:pt x="2091" y="2777"/>
                      <a:pt x="1994" y="2858"/>
                      <a:pt x="1883" y="2858"/>
                    </a:cubicBezTo>
                    <a:lnTo>
                      <a:pt x="756" y="2858"/>
                    </a:lnTo>
                    <a:cubicBezTo>
                      <a:pt x="340" y="2858"/>
                      <a:pt x="0" y="3198"/>
                      <a:pt x="0" y="3614"/>
                    </a:cubicBezTo>
                    <a:cubicBezTo>
                      <a:pt x="0" y="4031"/>
                      <a:pt x="340" y="4355"/>
                      <a:pt x="756" y="4355"/>
                    </a:cubicBezTo>
                    <a:lnTo>
                      <a:pt x="1883" y="4355"/>
                    </a:lnTo>
                    <a:cubicBezTo>
                      <a:pt x="2816" y="4355"/>
                      <a:pt x="3587" y="3599"/>
                      <a:pt x="3587" y="2665"/>
                    </a:cubicBezTo>
                    <a:lnTo>
                      <a:pt x="3587" y="752"/>
                    </a:lnTo>
                    <a:cubicBezTo>
                      <a:pt x="3587" y="336"/>
                      <a:pt x="3248" y="0"/>
                      <a:pt x="283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2" name="Google Shape;2562;p44"/>
              <p:cNvSpPr/>
              <p:nvPr/>
            </p:nvSpPr>
            <p:spPr>
              <a:xfrm>
                <a:off x="6087680" y="3488756"/>
                <a:ext cx="114631" cy="112347"/>
              </a:xfrm>
              <a:custGeom>
                <a:avLst/>
                <a:gdLst/>
                <a:ahLst/>
                <a:cxnLst/>
                <a:rect l="l" t="t" r="r" b="b"/>
                <a:pathLst>
                  <a:path w="4066" h="3985" extrusionOk="0">
                    <a:moveTo>
                      <a:pt x="757" y="0"/>
                    </a:moveTo>
                    <a:cubicBezTo>
                      <a:pt x="340" y="0"/>
                      <a:pt x="1" y="336"/>
                      <a:pt x="1" y="752"/>
                    </a:cubicBezTo>
                    <a:lnTo>
                      <a:pt x="1" y="2233"/>
                    </a:lnTo>
                    <a:cubicBezTo>
                      <a:pt x="1" y="3198"/>
                      <a:pt x="787" y="3985"/>
                      <a:pt x="1767" y="3985"/>
                    </a:cubicBezTo>
                    <a:lnTo>
                      <a:pt x="3329" y="3985"/>
                    </a:lnTo>
                    <a:cubicBezTo>
                      <a:pt x="3730" y="3985"/>
                      <a:pt x="4066" y="3664"/>
                      <a:pt x="4066" y="3244"/>
                    </a:cubicBezTo>
                    <a:cubicBezTo>
                      <a:pt x="4066" y="2827"/>
                      <a:pt x="3730" y="2488"/>
                      <a:pt x="3329" y="2488"/>
                    </a:cubicBezTo>
                    <a:lnTo>
                      <a:pt x="1767" y="2488"/>
                    </a:lnTo>
                    <a:cubicBezTo>
                      <a:pt x="1624" y="2488"/>
                      <a:pt x="1497" y="2376"/>
                      <a:pt x="1497" y="2233"/>
                    </a:cubicBezTo>
                    <a:lnTo>
                      <a:pt x="1497" y="752"/>
                    </a:lnTo>
                    <a:cubicBezTo>
                      <a:pt x="1497" y="336"/>
                      <a:pt x="1158" y="0"/>
                      <a:pt x="75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3" name="Google Shape;2563;p44"/>
              <p:cNvSpPr/>
              <p:nvPr/>
            </p:nvSpPr>
            <p:spPr>
              <a:xfrm>
                <a:off x="6151621" y="3432088"/>
                <a:ext cx="59824" cy="209780"/>
              </a:xfrm>
              <a:custGeom>
                <a:avLst/>
                <a:gdLst/>
                <a:ahLst/>
                <a:cxnLst/>
                <a:rect l="l" t="t" r="r" b="b"/>
                <a:pathLst>
                  <a:path w="2122" h="7441" extrusionOk="0">
                    <a:moveTo>
                      <a:pt x="1061" y="1"/>
                    </a:moveTo>
                    <a:cubicBezTo>
                      <a:pt x="915" y="1"/>
                      <a:pt x="787" y="32"/>
                      <a:pt x="656" y="82"/>
                    </a:cubicBezTo>
                    <a:cubicBezTo>
                      <a:pt x="271" y="240"/>
                      <a:pt x="1" y="610"/>
                      <a:pt x="1" y="1061"/>
                    </a:cubicBezTo>
                    <a:lnTo>
                      <a:pt x="1" y="7294"/>
                    </a:lnTo>
                    <a:cubicBezTo>
                      <a:pt x="1" y="7375"/>
                      <a:pt x="62" y="7441"/>
                      <a:pt x="143" y="7441"/>
                    </a:cubicBezTo>
                    <a:lnTo>
                      <a:pt x="1975" y="7441"/>
                    </a:lnTo>
                    <a:cubicBezTo>
                      <a:pt x="2056" y="7441"/>
                      <a:pt x="2122" y="7375"/>
                      <a:pt x="2122" y="7294"/>
                    </a:cubicBezTo>
                    <a:lnTo>
                      <a:pt x="2122" y="1061"/>
                    </a:lnTo>
                    <a:cubicBezTo>
                      <a:pt x="2122" y="772"/>
                      <a:pt x="1991" y="498"/>
                      <a:pt x="1798" y="305"/>
                    </a:cubicBezTo>
                    <a:cubicBezTo>
                      <a:pt x="1605" y="113"/>
                      <a:pt x="1351" y="1"/>
                      <a:pt x="106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4" name="Google Shape;2564;p44"/>
              <p:cNvSpPr/>
              <p:nvPr/>
            </p:nvSpPr>
            <p:spPr>
              <a:xfrm>
                <a:off x="6151621" y="3434372"/>
                <a:ext cx="18522" cy="207497"/>
              </a:xfrm>
              <a:custGeom>
                <a:avLst/>
                <a:gdLst/>
                <a:ahLst/>
                <a:cxnLst/>
                <a:rect l="l" t="t" r="r" b="b"/>
                <a:pathLst>
                  <a:path w="657" h="7360" extrusionOk="0">
                    <a:moveTo>
                      <a:pt x="656" y="1"/>
                    </a:moveTo>
                    <a:cubicBezTo>
                      <a:pt x="271" y="159"/>
                      <a:pt x="1" y="529"/>
                      <a:pt x="1" y="980"/>
                    </a:cubicBezTo>
                    <a:lnTo>
                      <a:pt x="1" y="7213"/>
                    </a:lnTo>
                    <a:cubicBezTo>
                      <a:pt x="1" y="7294"/>
                      <a:pt x="62" y="7360"/>
                      <a:pt x="143" y="7360"/>
                    </a:cubicBezTo>
                    <a:lnTo>
                      <a:pt x="656" y="7360"/>
                    </a:lnTo>
                    <a:lnTo>
                      <a:pt x="6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5" name="Google Shape;2565;p44"/>
              <p:cNvSpPr/>
              <p:nvPr/>
            </p:nvSpPr>
            <p:spPr>
              <a:xfrm>
                <a:off x="6088131" y="3626844"/>
                <a:ext cx="184886" cy="97039"/>
              </a:xfrm>
              <a:custGeom>
                <a:avLst/>
                <a:gdLst/>
                <a:ahLst/>
                <a:cxnLst/>
                <a:rect l="l" t="t" r="r" b="b"/>
                <a:pathLst>
                  <a:path w="6558" h="3442" extrusionOk="0">
                    <a:moveTo>
                      <a:pt x="3375" y="1"/>
                    </a:moveTo>
                    <a:cubicBezTo>
                      <a:pt x="2299" y="1"/>
                      <a:pt x="1481" y="386"/>
                      <a:pt x="903" y="772"/>
                    </a:cubicBezTo>
                    <a:cubicBezTo>
                      <a:pt x="305" y="1193"/>
                      <a:pt x="0" y="1624"/>
                      <a:pt x="0" y="1624"/>
                    </a:cubicBezTo>
                    <a:lnTo>
                      <a:pt x="3954" y="3441"/>
                    </a:lnTo>
                    <a:lnTo>
                      <a:pt x="6557" y="1624"/>
                    </a:lnTo>
                    <a:cubicBezTo>
                      <a:pt x="6557" y="1624"/>
                      <a:pt x="6364" y="1289"/>
                      <a:pt x="5932" y="919"/>
                    </a:cubicBezTo>
                    <a:cubicBezTo>
                      <a:pt x="5415" y="483"/>
                      <a:pt x="4582" y="1"/>
                      <a:pt x="33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6" name="Google Shape;2566;p44"/>
              <p:cNvSpPr/>
              <p:nvPr/>
            </p:nvSpPr>
            <p:spPr>
              <a:xfrm>
                <a:off x="6093995" y="3648608"/>
                <a:ext cx="174004" cy="39921"/>
              </a:xfrm>
              <a:custGeom>
                <a:avLst/>
                <a:gdLst/>
                <a:ahLst/>
                <a:cxnLst/>
                <a:rect l="l" t="t" r="r" b="b"/>
                <a:pathLst>
                  <a:path w="6172" h="1416" extrusionOk="0">
                    <a:moveTo>
                      <a:pt x="695" y="0"/>
                    </a:moveTo>
                    <a:cubicBezTo>
                      <a:pt x="386" y="228"/>
                      <a:pt x="147" y="451"/>
                      <a:pt x="0" y="613"/>
                    </a:cubicBezTo>
                    <a:lnTo>
                      <a:pt x="1304" y="613"/>
                    </a:lnTo>
                    <a:lnTo>
                      <a:pt x="2669" y="1126"/>
                    </a:lnTo>
                    <a:lnTo>
                      <a:pt x="3587" y="868"/>
                    </a:lnTo>
                    <a:lnTo>
                      <a:pt x="4694" y="1416"/>
                    </a:lnTo>
                    <a:lnTo>
                      <a:pt x="5902" y="613"/>
                    </a:lnTo>
                    <a:lnTo>
                      <a:pt x="6172" y="613"/>
                    </a:lnTo>
                    <a:cubicBezTo>
                      <a:pt x="6075" y="482"/>
                      <a:pt x="5917" y="309"/>
                      <a:pt x="5724" y="147"/>
                    </a:cubicBezTo>
                    <a:cubicBezTo>
                      <a:pt x="4918" y="355"/>
                      <a:pt x="4166" y="436"/>
                      <a:pt x="3491" y="436"/>
                    </a:cubicBezTo>
                    <a:cubicBezTo>
                      <a:pt x="2237" y="436"/>
                      <a:pt x="1223" y="178"/>
                      <a:pt x="6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7" name="Google Shape;2567;p44"/>
              <p:cNvSpPr/>
              <p:nvPr/>
            </p:nvSpPr>
            <p:spPr>
              <a:xfrm>
                <a:off x="6081816" y="3665891"/>
                <a:ext cx="198052" cy="182603"/>
              </a:xfrm>
              <a:custGeom>
                <a:avLst/>
                <a:gdLst/>
                <a:ahLst/>
                <a:cxnLst/>
                <a:rect l="l" t="t" r="r" b="b"/>
                <a:pathLst>
                  <a:path w="7025" h="6477" extrusionOk="0">
                    <a:moveTo>
                      <a:pt x="0" y="0"/>
                    </a:moveTo>
                    <a:lnTo>
                      <a:pt x="0" y="3198"/>
                    </a:lnTo>
                    <a:cubicBezTo>
                      <a:pt x="0" y="3807"/>
                      <a:pt x="178" y="4386"/>
                      <a:pt x="467" y="4868"/>
                    </a:cubicBezTo>
                    <a:cubicBezTo>
                      <a:pt x="1046" y="5832"/>
                      <a:pt x="2091" y="6476"/>
                      <a:pt x="3294" y="6476"/>
                    </a:cubicBezTo>
                    <a:lnTo>
                      <a:pt x="3746" y="6476"/>
                    </a:lnTo>
                    <a:cubicBezTo>
                      <a:pt x="5080" y="6476"/>
                      <a:pt x="6218" y="5690"/>
                      <a:pt x="6735" y="4563"/>
                    </a:cubicBezTo>
                    <a:cubicBezTo>
                      <a:pt x="6928" y="4147"/>
                      <a:pt x="7024" y="3680"/>
                      <a:pt x="7024" y="3198"/>
                    </a:cubicBezTo>
                    <a:lnTo>
                      <a:pt x="7024" y="0"/>
                    </a:lnTo>
                    <a:lnTo>
                      <a:pt x="6334" y="0"/>
                    </a:lnTo>
                    <a:lnTo>
                      <a:pt x="5126" y="803"/>
                    </a:lnTo>
                    <a:lnTo>
                      <a:pt x="4019" y="255"/>
                    </a:lnTo>
                    <a:lnTo>
                      <a:pt x="3101" y="513"/>
                    </a:lnTo>
                    <a:lnTo>
                      <a:pt x="173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8" name="Google Shape;2568;p44"/>
              <p:cNvSpPr/>
              <p:nvPr/>
            </p:nvSpPr>
            <p:spPr>
              <a:xfrm>
                <a:off x="6094982" y="3794534"/>
                <a:ext cx="176711" cy="53960"/>
              </a:xfrm>
              <a:custGeom>
                <a:avLst/>
                <a:gdLst/>
                <a:ahLst/>
                <a:cxnLst/>
                <a:rect l="l" t="t" r="r" b="b"/>
                <a:pathLst>
                  <a:path w="6268" h="1914" extrusionOk="0">
                    <a:moveTo>
                      <a:pt x="6268" y="0"/>
                    </a:moveTo>
                    <a:lnTo>
                      <a:pt x="6268" y="0"/>
                    </a:lnTo>
                    <a:cubicBezTo>
                      <a:pt x="4146" y="112"/>
                      <a:pt x="1527" y="243"/>
                      <a:pt x="0" y="305"/>
                    </a:cubicBezTo>
                    <a:cubicBezTo>
                      <a:pt x="579" y="1269"/>
                      <a:pt x="1624" y="1913"/>
                      <a:pt x="2827" y="1913"/>
                    </a:cubicBezTo>
                    <a:lnTo>
                      <a:pt x="3279" y="1913"/>
                    </a:lnTo>
                    <a:cubicBezTo>
                      <a:pt x="4613" y="1913"/>
                      <a:pt x="5751" y="1127"/>
                      <a:pt x="6268" y="0"/>
                    </a:cubicBezTo>
                    <a:close/>
                  </a:path>
                </a:pathLst>
              </a:custGeom>
              <a:solidFill>
                <a:srgbClr val="B2C5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9" name="Google Shape;2569;p44"/>
              <p:cNvSpPr/>
              <p:nvPr/>
            </p:nvSpPr>
            <p:spPr>
              <a:xfrm>
                <a:off x="6174683" y="3710266"/>
                <a:ext cx="55793" cy="68846"/>
              </a:xfrm>
              <a:custGeom>
                <a:avLst/>
                <a:gdLst/>
                <a:ahLst/>
                <a:cxnLst/>
                <a:rect l="l" t="t" r="r" b="b"/>
                <a:pathLst>
                  <a:path w="1979" h="2442" extrusionOk="0">
                    <a:moveTo>
                      <a:pt x="980" y="0"/>
                    </a:moveTo>
                    <a:cubicBezTo>
                      <a:pt x="436" y="0"/>
                      <a:pt x="0" y="548"/>
                      <a:pt x="0" y="1223"/>
                    </a:cubicBezTo>
                    <a:cubicBezTo>
                      <a:pt x="0" y="1898"/>
                      <a:pt x="436" y="2442"/>
                      <a:pt x="980" y="2442"/>
                    </a:cubicBezTo>
                    <a:cubicBezTo>
                      <a:pt x="1528" y="2442"/>
                      <a:pt x="1979" y="1898"/>
                      <a:pt x="1979" y="1223"/>
                    </a:cubicBezTo>
                    <a:cubicBezTo>
                      <a:pt x="1979" y="548"/>
                      <a:pt x="1528" y="0"/>
                      <a:pt x="9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0" name="Google Shape;2570;p44"/>
              <p:cNvSpPr/>
              <p:nvPr/>
            </p:nvSpPr>
            <p:spPr>
              <a:xfrm>
                <a:off x="6182831" y="3720697"/>
                <a:ext cx="38962" cy="48096"/>
              </a:xfrm>
              <a:custGeom>
                <a:avLst/>
                <a:gdLst/>
                <a:ahLst/>
                <a:cxnLst/>
                <a:rect l="l" t="t" r="r" b="b"/>
                <a:pathLst>
                  <a:path w="1382" h="1706" extrusionOk="0">
                    <a:moveTo>
                      <a:pt x="691" y="0"/>
                    </a:moveTo>
                    <a:cubicBezTo>
                      <a:pt x="321" y="0"/>
                      <a:pt x="1" y="386"/>
                      <a:pt x="1" y="853"/>
                    </a:cubicBezTo>
                    <a:cubicBezTo>
                      <a:pt x="1" y="1335"/>
                      <a:pt x="321" y="1705"/>
                      <a:pt x="691" y="1705"/>
                    </a:cubicBezTo>
                    <a:cubicBezTo>
                      <a:pt x="1077" y="1705"/>
                      <a:pt x="1381" y="1335"/>
                      <a:pt x="1381" y="853"/>
                    </a:cubicBezTo>
                    <a:cubicBezTo>
                      <a:pt x="1381" y="386"/>
                      <a:pt x="1077" y="0"/>
                      <a:pt x="69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1" name="Google Shape;2571;p44"/>
              <p:cNvSpPr/>
              <p:nvPr/>
            </p:nvSpPr>
            <p:spPr>
              <a:xfrm>
                <a:off x="6163801" y="3390870"/>
                <a:ext cx="48096" cy="43980"/>
              </a:xfrm>
              <a:custGeom>
                <a:avLst/>
                <a:gdLst/>
                <a:ahLst/>
                <a:cxnLst/>
                <a:rect l="l" t="t" r="r" b="b"/>
                <a:pathLst>
                  <a:path w="1706" h="1560" extrusionOk="0">
                    <a:moveTo>
                      <a:pt x="853" y="1"/>
                    </a:moveTo>
                    <a:cubicBezTo>
                      <a:pt x="371" y="1"/>
                      <a:pt x="1" y="352"/>
                      <a:pt x="1" y="772"/>
                    </a:cubicBezTo>
                    <a:cubicBezTo>
                      <a:pt x="1" y="1204"/>
                      <a:pt x="371" y="1559"/>
                      <a:pt x="853" y="1559"/>
                    </a:cubicBezTo>
                    <a:cubicBezTo>
                      <a:pt x="1320" y="1559"/>
                      <a:pt x="1705" y="1204"/>
                      <a:pt x="1705" y="772"/>
                    </a:cubicBezTo>
                    <a:cubicBezTo>
                      <a:pt x="1705" y="352"/>
                      <a:pt x="1320" y="1"/>
                      <a:pt x="85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2" name="Google Shape;2572;p44"/>
              <p:cNvSpPr/>
              <p:nvPr/>
            </p:nvSpPr>
            <p:spPr>
              <a:xfrm>
                <a:off x="6152495" y="3395325"/>
                <a:ext cx="69748" cy="47251"/>
              </a:xfrm>
              <a:custGeom>
                <a:avLst/>
                <a:gdLst/>
                <a:ahLst/>
                <a:cxnLst/>
                <a:rect l="l" t="t" r="r" b="b"/>
                <a:pathLst>
                  <a:path w="2474" h="1676" extrusionOk="0">
                    <a:moveTo>
                      <a:pt x="1350" y="1"/>
                    </a:moveTo>
                    <a:cubicBezTo>
                      <a:pt x="949" y="97"/>
                      <a:pt x="756" y="564"/>
                      <a:pt x="756" y="564"/>
                    </a:cubicBezTo>
                    <a:cubicBezTo>
                      <a:pt x="756" y="564"/>
                      <a:pt x="467" y="290"/>
                      <a:pt x="224" y="259"/>
                    </a:cubicBezTo>
                    <a:lnTo>
                      <a:pt x="224" y="259"/>
                    </a:lnTo>
                    <a:cubicBezTo>
                      <a:pt x="0" y="691"/>
                      <a:pt x="371" y="1625"/>
                      <a:pt x="1223" y="1675"/>
                    </a:cubicBezTo>
                    <a:cubicBezTo>
                      <a:pt x="1237" y="1676"/>
                      <a:pt x="1251" y="1676"/>
                      <a:pt x="1265" y="1676"/>
                    </a:cubicBezTo>
                    <a:cubicBezTo>
                      <a:pt x="1965" y="1676"/>
                      <a:pt x="2473" y="923"/>
                      <a:pt x="2299" y="356"/>
                    </a:cubicBezTo>
                    <a:lnTo>
                      <a:pt x="2299" y="356"/>
                    </a:lnTo>
                    <a:cubicBezTo>
                      <a:pt x="1929" y="387"/>
                      <a:pt x="1767" y="630"/>
                      <a:pt x="1767" y="630"/>
                    </a:cubicBezTo>
                    <a:cubicBezTo>
                      <a:pt x="1767" y="630"/>
                      <a:pt x="1767" y="275"/>
                      <a:pt x="135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3" name="Google Shape;2573;p44"/>
              <p:cNvSpPr/>
              <p:nvPr/>
            </p:nvSpPr>
            <p:spPr>
              <a:xfrm>
                <a:off x="6082690" y="3514524"/>
                <a:ext cx="10882" cy="2312"/>
              </a:xfrm>
              <a:custGeom>
                <a:avLst/>
                <a:gdLst/>
                <a:ahLst/>
                <a:cxnLst/>
                <a:rect l="l" t="t" r="r" b="b"/>
                <a:pathLst>
                  <a:path w="386" h="82" extrusionOk="0">
                    <a:moveTo>
                      <a:pt x="35" y="0"/>
                    </a:moveTo>
                    <a:cubicBezTo>
                      <a:pt x="16" y="0"/>
                      <a:pt x="0" y="16"/>
                      <a:pt x="0" y="31"/>
                    </a:cubicBezTo>
                    <a:cubicBezTo>
                      <a:pt x="0" y="66"/>
                      <a:pt x="16" y="81"/>
                      <a:pt x="35" y="81"/>
                    </a:cubicBezTo>
                    <a:lnTo>
                      <a:pt x="355" y="81"/>
                    </a:lnTo>
                    <a:cubicBezTo>
                      <a:pt x="370" y="81"/>
                      <a:pt x="386" y="66"/>
                      <a:pt x="386" y="31"/>
                    </a:cubicBezTo>
                    <a:cubicBezTo>
                      <a:pt x="386" y="16"/>
                      <a:pt x="370" y="0"/>
                      <a:pt x="35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4" name="Google Shape;2574;p44"/>
              <p:cNvSpPr/>
              <p:nvPr/>
            </p:nvSpPr>
            <p:spPr>
              <a:xfrm>
                <a:off x="6121709" y="3504092"/>
                <a:ext cx="10910" cy="1861"/>
              </a:xfrm>
              <a:custGeom>
                <a:avLst/>
                <a:gdLst/>
                <a:ahLst/>
                <a:cxnLst/>
                <a:rect l="l" t="t" r="r" b="b"/>
                <a:pathLst>
                  <a:path w="387" h="66" extrusionOk="0">
                    <a:moveTo>
                      <a:pt x="32" y="0"/>
                    </a:moveTo>
                    <a:cubicBezTo>
                      <a:pt x="16" y="0"/>
                      <a:pt x="1" y="15"/>
                      <a:pt x="1" y="35"/>
                    </a:cubicBezTo>
                    <a:cubicBezTo>
                      <a:pt x="1" y="50"/>
                      <a:pt x="16" y="66"/>
                      <a:pt x="32" y="66"/>
                    </a:cubicBezTo>
                    <a:lnTo>
                      <a:pt x="336" y="66"/>
                    </a:lnTo>
                    <a:cubicBezTo>
                      <a:pt x="367" y="66"/>
                      <a:pt x="387" y="50"/>
                      <a:pt x="387" y="35"/>
                    </a:cubicBezTo>
                    <a:cubicBezTo>
                      <a:pt x="387" y="15"/>
                      <a:pt x="367" y="0"/>
                      <a:pt x="3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5" name="Google Shape;2575;p44"/>
              <p:cNvSpPr/>
              <p:nvPr/>
            </p:nvSpPr>
            <p:spPr>
              <a:xfrm>
                <a:off x="6082690" y="3538121"/>
                <a:ext cx="10882" cy="4060"/>
              </a:xfrm>
              <a:custGeom>
                <a:avLst/>
                <a:gdLst/>
                <a:ahLst/>
                <a:cxnLst/>
                <a:rect l="l" t="t" r="r" b="b"/>
                <a:pathLst>
                  <a:path w="386" h="144" extrusionOk="0">
                    <a:moveTo>
                      <a:pt x="50" y="0"/>
                    </a:moveTo>
                    <a:cubicBezTo>
                      <a:pt x="35" y="0"/>
                      <a:pt x="16" y="0"/>
                      <a:pt x="16" y="31"/>
                    </a:cubicBezTo>
                    <a:cubicBezTo>
                      <a:pt x="0" y="47"/>
                      <a:pt x="16" y="62"/>
                      <a:pt x="35" y="62"/>
                    </a:cubicBezTo>
                    <a:lnTo>
                      <a:pt x="340" y="143"/>
                    </a:lnTo>
                    <a:cubicBezTo>
                      <a:pt x="355" y="143"/>
                      <a:pt x="370" y="143"/>
                      <a:pt x="386" y="128"/>
                    </a:cubicBezTo>
                    <a:cubicBezTo>
                      <a:pt x="386" y="97"/>
                      <a:pt x="370" y="81"/>
                      <a:pt x="355" y="81"/>
                    </a:cubicBezTo>
                    <a:lnTo>
                      <a:pt x="5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6" name="Google Shape;2576;p44"/>
              <p:cNvSpPr/>
              <p:nvPr/>
            </p:nvSpPr>
            <p:spPr>
              <a:xfrm>
                <a:off x="6112151" y="3531270"/>
                <a:ext cx="10037" cy="6879"/>
              </a:xfrm>
              <a:custGeom>
                <a:avLst/>
                <a:gdLst/>
                <a:ahLst/>
                <a:cxnLst/>
                <a:rect l="l" t="t" r="r" b="b"/>
                <a:pathLst>
                  <a:path w="356" h="244" extrusionOk="0">
                    <a:moveTo>
                      <a:pt x="66" y="0"/>
                    </a:moveTo>
                    <a:cubicBezTo>
                      <a:pt x="51" y="0"/>
                      <a:pt x="31" y="0"/>
                      <a:pt x="16" y="16"/>
                    </a:cubicBezTo>
                    <a:cubicBezTo>
                      <a:pt x="0" y="35"/>
                      <a:pt x="0" y="66"/>
                      <a:pt x="31" y="66"/>
                    </a:cubicBezTo>
                    <a:lnTo>
                      <a:pt x="290" y="228"/>
                    </a:lnTo>
                    <a:cubicBezTo>
                      <a:pt x="290" y="243"/>
                      <a:pt x="305" y="243"/>
                      <a:pt x="305" y="243"/>
                    </a:cubicBezTo>
                    <a:cubicBezTo>
                      <a:pt x="321" y="243"/>
                      <a:pt x="340" y="228"/>
                      <a:pt x="340" y="228"/>
                    </a:cubicBezTo>
                    <a:cubicBezTo>
                      <a:pt x="355" y="209"/>
                      <a:pt x="355" y="178"/>
                      <a:pt x="321" y="178"/>
                    </a:cubicBezTo>
                    <a:lnTo>
                      <a:pt x="6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7" name="Google Shape;2577;p44"/>
              <p:cNvSpPr/>
              <p:nvPr/>
            </p:nvSpPr>
            <p:spPr>
              <a:xfrm>
                <a:off x="6109868" y="3568175"/>
                <a:ext cx="7302" cy="9332"/>
              </a:xfrm>
              <a:custGeom>
                <a:avLst/>
                <a:gdLst/>
                <a:ahLst/>
                <a:cxnLst/>
                <a:rect l="l" t="t" r="r" b="b"/>
                <a:pathLst>
                  <a:path w="259" h="331" extrusionOk="0">
                    <a:moveTo>
                      <a:pt x="206" y="0"/>
                    </a:moveTo>
                    <a:cubicBezTo>
                      <a:pt x="196" y="0"/>
                      <a:pt x="187" y="8"/>
                      <a:pt x="178" y="26"/>
                    </a:cubicBezTo>
                    <a:lnTo>
                      <a:pt x="16" y="284"/>
                    </a:lnTo>
                    <a:cubicBezTo>
                      <a:pt x="0" y="300"/>
                      <a:pt x="0" y="315"/>
                      <a:pt x="16" y="331"/>
                    </a:cubicBezTo>
                    <a:lnTo>
                      <a:pt x="35" y="331"/>
                    </a:lnTo>
                    <a:cubicBezTo>
                      <a:pt x="51" y="331"/>
                      <a:pt x="66" y="331"/>
                      <a:pt x="66" y="315"/>
                    </a:cubicBezTo>
                    <a:lnTo>
                      <a:pt x="243" y="57"/>
                    </a:lnTo>
                    <a:cubicBezTo>
                      <a:pt x="259" y="41"/>
                      <a:pt x="243" y="26"/>
                      <a:pt x="228" y="10"/>
                    </a:cubicBezTo>
                    <a:cubicBezTo>
                      <a:pt x="220" y="4"/>
                      <a:pt x="213" y="0"/>
                      <a:pt x="20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8" name="Google Shape;2578;p44"/>
              <p:cNvSpPr/>
              <p:nvPr/>
            </p:nvSpPr>
            <p:spPr>
              <a:xfrm>
                <a:off x="6127601" y="3520388"/>
                <a:ext cx="10882" cy="1889"/>
              </a:xfrm>
              <a:custGeom>
                <a:avLst/>
                <a:gdLst/>
                <a:ahLst/>
                <a:cxnLst/>
                <a:rect l="l" t="t" r="r" b="b"/>
                <a:pathLst>
                  <a:path w="386" h="67" extrusionOk="0">
                    <a:moveTo>
                      <a:pt x="31" y="1"/>
                    </a:moveTo>
                    <a:cubicBezTo>
                      <a:pt x="16" y="1"/>
                      <a:pt x="0" y="16"/>
                      <a:pt x="0" y="35"/>
                    </a:cubicBezTo>
                    <a:cubicBezTo>
                      <a:pt x="0" y="51"/>
                      <a:pt x="16" y="66"/>
                      <a:pt x="31" y="66"/>
                    </a:cubicBezTo>
                    <a:lnTo>
                      <a:pt x="336" y="66"/>
                    </a:lnTo>
                    <a:cubicBezTo>
                      <a:pt x="370" y="66"/>
                      <a:pt x="386" y="51"/>
                      <a:pt x="386" y="35"/>
                    </a:cubicBezTo>
                    <a:cubicBezTo>
                      <a:pt x="386" y="16"/>
                      <a:pt x="370" y="1"/>
                      <a:pt x="3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9" name="Google Shape;2579;p44"/>
              <p:cNvSpPr/>
              <p:nvPr/>
            </p:nvSpPr>
            <p:spPr>
              <a:xfrm>
                <a:off x="6082690" y="3562141"/>
                <a:ext cx="10882" cy="5469"/>
              </a:xfrm>
              <a:custGeom>
                <a:avLst/>
                <a:gdLst/>
                <a:ahLst/>
                <a:cxnLst/>
                <a:rect l="l" t="t" r="r" b="b"/>
                <a:pathLst>
                  <a:path w="386" h="194" extrusionOk="0">
                    <a:moveTo>
                      <a:pt x="324" y="1"/>
                    </a:moveTo>
                    <a:lnTo>
                      <a:pt x="35" y="113"/>
                    </a:lnTo>
                    <a:cubicBezTo>
                      <a:pt x="16" y="128"/>
                      <a:pt x="0" y="143"/>
                      <a:pt x="16" y="159"/>
                    </a:cubicBezTo>
                    <a:cubicBezTo>
                      <a:pt x="16" y="174"/>
                      <a:pt x="35" y="194"/>
                      <a:pt x="50" y="194"/>
                    </a:cubicBezTo>
                    <a:lnTo>
                      <a:pt x="66" y="174"/>
                    </a:lnTo>
                    <a:lnTo>
                      <a:pt x="355" y="62"/>
                    </a:lnTo>
                    <a:cubicBezTo>
                      <a:pt x="370" y="62"/>
                      <a:pt x="386" y="32"/>
                      <a:pt x="370" y="16"/>
                    </a:cubicBezTo>
                    <a:cubicBezTo>
                      <a:pt x="370" y="1"/>
                      <a:pt x="340" y="1"/>
                      <a:pt x="32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0" name="Google Shape;2580;p44"/>
              <p:cNvSpPr/>
              <p:nvPr/>
            </p:nvSpPr>
            <p:spPr>
              <a:xfrm>
                <a:off x="6105836" y="3592477"/>
                <a:ext cx="10488" cy="5469"/>
              </a:xfrm>
              <a:custGeom>
                <a:avLst/>
                <a:gdLst/>
                <a:ahLst/>
                <a:cxnLst/>
                <a:rect l="l" t="t" r="r" b="b"/>
                <a:pathLst>
                  <a:path w="372" h="194" extrusionOk="0">
                    <a:moveTo>
                      <a:pt x="321" y="1"/>
                    </a:moveTo>
                    <a:lnTo>
                      <a:pt x="32" y="113"/>
                    </a:lnTo>
                    <a:cubicBezTo>
                      <a:pt x="1" y="128"/>
                      <a:pt x="1" y="144"/>
                      <a:pt x="1" y="159"/>
                    </a:cubicBezTo>
                    <a:cubicBezTo>
                      <a:pt x="16" y="178"/>
                      <a:pt x="32" y="194"/>
                      <a:pt x="47" y="194"/>
                    </a:cubicBezTo>
                    <a:lnTo>
                      <a:pt x="336" y="82"/>
                    </a:lnTo>
                    <a:cubicBezTo>
                      <a:pt x="371" y="63"/>
                      <a:pt x="371" y="47"/>
                      <a:pt x="371" y="32"/>
                    </a:cubicBezTo>
                    <a:cubicBezTo>
                      <a:pt x="352" y="1"/>
                      <a:pt x="336" y="1"/>
                      <a:pt x="32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1" name="Google Shape;2581;p44"/>
              <p:cNvSpPr/>
              <p:nvPr/>
            </p:nvSpPr>
            <p:spPr>
              <a:xfrm>
                <a:off x="6112574" y="3481905"/>
                <a:ext cx="3750" cy="10882"/>
              </a:xfrm>
              <a:custGeom>
                <a:avLst/>
                <a:gdLst/>
                <a:ahLst/>
                <a:cxnLst/>
                <a:rect l="l" t="t" r="r" b="b"/>
                <a:pathLst>
                  <a:path w="133" h="386" extrusionOk="0">
                    <a:moveTo>
                      <a:pt x="97" y="0"/>
                    </a:moveTo>
                    <a:cubicBezTo>
                      <a:pt x="82" y="0"/>
                      <a:pt x="66" y="16"/>
                      <a:pt x="51" y="31"/>
                    </a:cubicBezTo>
                    <a:lnTo>
                      <a:pt x="1" y="340"/>
                    </a:lnTo>
                    <a:cubicBezTo>
                      <a:pt x="1" y="355"/>
                      <a:pt x="16" y="370"/>
                      <a:pt x="36" y="386"/>
                    </a:cubicBezTo>
                    <a:cubicBezTo>
                      <a:pt x="66" y="386"/>
                      <a:pt x="82" y="370"/>
                      <a:pt x="82" y="355"/>
                    </a:cubicBezTo>
                    <a:lnTo>
                      <a:pt x="132" y="50"/>
                    </a:lnTo>
                    <a:cubicBezTo>
                      <a:pt x="132" y="16"/>
                      <a:pt x="113" y="0"/>
                      <a:pt x="9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2" name="Google Shape;2582;p44"/>
              <p:cNvSpPr/>
              <p:nvPr/>
            </p:nvSpPr>
            <p:spPr>
              <a:xfrm>
                <a:off x="6135326" y="3554868"/>
                <a:ext cx="3609" cy="10882"/>
              </a:xfrm>
              <a:custGeom>
                <a:avLst/>
                <a:gdLst/>
                <a:ahLst/>
                <a:cxnLst/>
                <a:rect l="l" t="t" r="r" b="b"/>
                <a:pathLst>
                  <a:path w="128" h="386" extrusionOk="0">
                    <a:moveTo>
                      <a:pt x="96" y="0"/>
                    </a:moveTo>
                    <a:cubicBezTo>
                      <a:pt x="77" y="0"/>
                      <a:pt x="62" y="16"/>
                      <a:pt x="62" y="31"/>
                    </a:cubicBezTo>
                    <a:lnTo>
                      <a:pt x="0" y="336"/>
                    </a:lnTo>
                    <a:cubicBezTo>
                      <a:pt x="0" y="371"/>
                      <a:pt x="15" y="386"/>
                      <a:pt x="31" y="386"/>
                    </a:cubicBezTo>
                    <a:lnTo>
                      <a:pt x="46" y="386"/>
                    </a:lnTo>
                    <a:cubicBezTo>
                      <a:pt x="62" y="386"/>
                      <a:pt x="77" y="371"/>
                      <a:pt x="77" y="355"/>
                    </a:cubicBezTo>
                    <a:lnTo>
                      <a:pt x="127" y="47"/>
                    </a:lnTo>
                    <a:cubicBezTo>
                      <a:pt x="127" y="31"/>
                      <a:pt x="127" y="16"/>
                      <a:pt x="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3" name="Google Shape;2583;p44"/>
              <p:cNvSpPr/>
              <p:nvPr/>
            </p:nvSpPr>
            <p:spPr>
              <a:xfrm>
                <a:off x="6094531" y="3491998"/>
                <a:ext cx="8176" cy="8965"/>
              </a:xfrm>
              <a:custGeom>
                <a:avLst/>
                <a:gdLst/>
                <a:ahLst/>
                <a:cxnLst/>
                <a:rect l="l" t="t" r="r" b="b"/>
                <a:pathLst>
                  <a:path w="290" h="318" extrusionOk="0">
                    <a:moveTo>
                      <a:pt x="39" y="1"/>
                    </a:moveTo>
                    <a:cubicBezTo>
                      <a:pt x="31" y="1"/>
                      <a:pt x="24" y="5"/>
                      <a:pt x="16" y="12"/>
                    </a:cubicBezTo>
                    <a:cubicBezTo>
                      <a:pt x="1" y="28"/>
                      <a:pt x="1" y="43"/>
                      <a:pt x="16" y="59"/>
                    </a:cubicBezTo>
                    <a:lnTo>
                      <a:pt x="224" y="302"/>
                    </a:lnTo>
                    <a:cubicBezTo>
                      <a:pt x="224" y="302"/>
                      <a:pt x="240" y="317"/>
                      <a:pt x="255" y="317"/>
                    </a:cubicBezTo>
                    <a:lnTo>
                      <a:pt x="271" y="302"/>
                    </a:lnTo>
                    <a:cubicBezTo>
                      <a:pt x="290" y="286"/>
                      <a:pt x="290" y="271"/>
                      <a:pt x="271" y="252"/>
                    </a:cubicBezTo>
                    <a:lnTo>
                      <a:pt x="62" y="12"/>
                    </a:lnTo>
                    <a:cubicBezTo>
                      <a:pt x="55" y="5"/>
                      <a:pt x="47" y="1"/>
                      <a:pt x="3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4" name="Google Shape;2584;p44"/>
              <p:cNvSpPr/>
              <p:nvPr/>
            </p:nvSpPr>
            <p:spPr>
              <a:xfrm>
                <a:off x="6265802" y="3457856"/>
                <a:ext cx="10910" cy="1889"/>
              </a:xfrm>
              <a:custGeom>
                <a:avLst/>
                <a:gdLst/>
                <a:ahLst/>
                <a:cxnLst/>
                <a:rect l="l" t="t" r="r" b="b"/>
                <a:pathLst>
                  <a:path w="387" h="67" extrusionOk="0">
                    <a:moveTo>
                      <a:pt x="31" y="1"/>
                    </a:moveTo>
                    <a:cubicBezTo>
                      <a:pt x="16" y="1"/>
                      <a:pt x="0" y="16"/>
                      <a:pt x="0" y="36"/>
                    </a:cubicBezTo>
                    <a:cubicBezTo>
                      <a:pt x="0" y="51"/>
                      <a:pt x="16" y="66"/>
                      <a:pt x="31" y="66"/>
                    </a:cubicBezTo>
                    <a:lnTo>
                      <a:pt x="351" y="66"/>
                    </a:lnTo>
                    <a:cubicBezTo>
                      <a:pt x="367" y="66"/>
                      <a:pt x="386" y="51"/>
                      <a:pt x="386" y="36"/>
                    </a:cubicBezTo>
                    <a:cubicBezTo>
                      <a:pt x="386" y="16"/>
                      <a:pt x="367" y="1"/>
                      <a:pt x="35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5" name="Google Shape;2585;p44"/>
              <p:cNvSpPr/>
              <p:nvPr/>
            </p:nvSpPr>
            <p:spPr>
              <a:xfrm>
                <a:off x="6226755" y="3447002"/>
                <a:ext cx="10910" cy="2312"/>
              </a:xfrm>
              <a:custGeom>
                <a:avLst/>
                <a:gdLst/>
                <a:ahLst/>
                <a:cxnLst/>
                <a:rect l="l" t="t" r="r" b="b"/>
                <a:pathLst>
                  <a:path w="387" h="82" extrusionOk="0">
                    <a:moveTo>
                      <a:pt x="51" y="0"/>
                    </a:moveTo>
                    <a:cubicBezTo>
                      <a:pt x="16" y="0"/>
                      <a:pt x="1" y="16"/>
                      <a:pt x="1" y="50"/>
                    </a:cubicBezTo>
                    <a:cubicBezTo>
                      <a:pt x="1" y="66"/>
                      <a:pt x="16" y="81"/>
                      <a:pt x="51" y="81"/>
                    </a:cubicBezTo>
                    <a:lnTo>
                      <a:pt x="356" y="81"/>
                    </a:lnTo>
                    <a:cubicBezTo>
                      <a:pt x="371" y="81"/>
                      <a:pt x="387" y="66"/>
                      <a:pt x="387" y="50"/>
                    </a:cubicBezTo>
                    <a:cubicBezTo>
                      <a:pt x="387" y="16"/>
                      <a:pt x="371" y="0"/>
                      <a:pt x="35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6" name="Google Shape;2586;p44"/>
              <p:cNvSpPr/>
              <p:nvPr/>
            </p:nvSpPr>
            <p:spPr>
              <a:xfrm>
                <a:off x="6265802" y="3481285"/>
                <a:ext cx="10910" cy="4229"/>
              </a:xfrm>
              <a:custGeom>
                <a:avLst/>
                <a:gdLst/>
                <a:ahLst/>
                <a:cxnLst/>
                <a:rect l="l" t="t" r="r" b="b"/>
                <a:pathLst>
                  <a:path w="387" h="150" extrusionOk="0">
                    <a:moveTo>
                      <a:pt x="350" y="0"/>
                    </a:moveTo>
                    <a:cubicBezTo>
                      <a:pt x="345" y="0"/>
                      <a:pt x="341" y="2"/>
                      <a:pt x="336" y="7"/>
                    </a:cubicBezTo>
                    <a:lnTo>
                      <a:pt x="31" y="88"/>
                    </a:lnTo>
                    <a:cubicBezTo>
                      <a:pt x="16" y="88"/>
                      <a:pt x="0" y="103"/>
                      <a:pt x="0" y="119"/>
                    </a:cubicBezTo>
                    <a:cubicBezTo>
                      <a:pt x="16" y="134"/>
                      <a:pt x="31" y="149"/>
                      <a:pt x="47" y="149"/>
                    </a:cubicBezTo>
                    <a:lnTo>
                      <a:pt x="351" y="72"/>
                    </a:lnTo>
                    <a:cubicBezTo>
                      <a:pt x="367" y="72"/>
                      <a:pt x="386" y="38"/>
                      <a:pt x="386" y="22"/>
                    </a:cubicBezTo>
                    <a:cubicBezTo>
                      <a:pt x="373" y="11"/>
                      <a:pt x="361" y="0"/>
                      <a:pt x="35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7" name="Google Shape;2587;p44"/>
              <p:cNvSpPr/>
              <p:nvPr/>
            </p:nvSpPr>
            <p:spPr>
              <a:xfrm>
                <a:off x="6237214" y="3474434"/>
                <a:ext cx="10008" cy="7048"/>
              </a:xfrm>
              <a:custGeom>
                <a:avLst/>
                <a:gdLst/>
                <a:ahLst/>
                <a:cxnLst/>
                <a:rect l="l" t="t" r="r" b="b"/>
                <a:pathLst>
                  <a:path w="355" h="250" extrusionOk="0">
                    <a:moveTo>
                      <a:pt x="306" y="0"/>
                    </a:moveTo>
                    <a:cubicBezTo>
                      <a:pt x="300" y="0"/>
                      <a:pt x="294" y="2"/>
                      <a:pt x="289" y="7"/>
                    </a:cubicBezTo>
                    <a:lnTo>
                      <a:pt x="31" y="169"/>
                    </a:lnTo>
                    <a:cubicBezTo>
                      <a:pt x="16" y="184"/>
                      <a:pt x="0" y="200"/>
                      <a:pt x="16" y="219"/>
                    </a:cubicBezTo>
                    <a:cubicBezTo>
                      <a:pt x="16" y="234"/>
                      <a:pt x="31" y="250"/>
                      <a:pt x="50" y="250"/>
                    </a:cubicBezTo>
                    <a:lnTo>
                      <a:pt x="66" y="234"/>
                    </a:lnTo>
                    <a:lnTo>
                      <a:pt x="339" y="72"/>
                    </a:lnTo>
                    <a:cubicBezTo>
                      <a:pt x="355" y="57"/>
                      <a:pt x="355" y="42"/>
                      <a:pt x="339" y="26"/>
                    </a:cubicBezTo>
                    <a:cubicBezTo>
                      <a:pt x="339" y="12"/>
                      <a:pt x="322" y="0"/>
                      <a:pt x="30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8" name="Google Shape;2588;p44"/>
              <p:cNvSpPr/>
              <p:nvPr/>
            </p:nvSpPr>
            <p:spPr>
              <a:xfrm>
                <a:off x="6242205" y="3511479"/>
                <a:ext cx="7302" cy="9388"/>
              </a:xfrm>
              <a:custGeom>
                <a:avLst/>
                <a:gdLst/>
                <a:ahLst/>
                <a:cxnLst/>
                <a:rect l="l" t="t" r="r" b="b"/>
                <a:pathLst>
                  <a:path w="259" h="333" extrusionOk="0">
                    <a:moveTo>
                      <a:pt x="56" y="0"/>
                    </a:moveTo>
                    <a:cubicBezTo>
                      <a:pt x="48" y="0"/>
                      <a:pt x="39" y="4"/>
                      <a:pt x="31" y="12"/>
                    </a:cubicBezTo>
                    <a:cubicBezTo>
                      <a:pt x="16" y="12"/>
                      <a:pt x="0" y="43"/>
                      <a:pt x="16" y="62"/>
                    </a:cubicBezTo>
                    <a:lnTo>
                      <a:pt x="193" y="317"/>
                    </a:lnTo>
                    <a:cubicBezTo>
                      <a:pt x="193" y="332"/>
                      <a:pt x="209" y="332"/>
                      <a:pt x="224" y="332"/>
                    </a:cubicBezTo>
                    <a:lnTo>
                      <a:pt x="240" y="332"/>
                    </a:lnTo>
                    <a:cubicBezTo>
                      <a:pt x="259" y="317"/>
                      <a:pt x="259" y="286"/>
                      <a:pt x="259" y="270"/>
                    </a:cubicBezTo>
                    <a:lnTo>
                      <a:pt x="81" y="12"/>
                    </a:lnTo>
                    <a:cubicBezTo>
                      <a:pt x="74" y="4"/>
                      <a:pt x="65" y="0"/>
                      <a:pt x="5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9" name="Google Shape;2589;p44"/>
              <p:cNvSpPr/>
              <p:nvPr/>
            </p:nvSpPr>
            <p:spPr>
              <a:xfrm>
                <a:off x="6220891" y="3463749"/>
                <a:ext cx="10910" cy="1861"/>
              </a:xfrm>
              <a:custGeom>
                <a:avLst/>
                <a:gdLst/>
                <a:ahLst/>
                <a:cxnLst/>
                <a:rect l="l" t="t" r="r" b="b"/>
                <a:pathLst>
                  <a:path w="387" h="66" extrusionOk="0">
                    <a:moveTo>
                      <a:pt x="51" y="0"/>
                    </a:moveTo>
                    <a:cubicBezTo>
                      <a:pt x="16" y="0"/>
                      <a:pt x="1" y="19"/>
                      <a:pt x="1" y="35"/>
                    </a:cubicBezTo>
                    <a:cubicBezTo>
                      <a:pt x="1" y="50"/>
                      <a:pt x="16" y="66"/>
                      <a:pt x="51" y="66"/>
                    </a:cubicBezTo>
                    <a:lnTo>
                      <a:pt x="355" y="66"/>
                    </a:lnTo>
                    <a:cubicBezTo>
                      <a:pt x="371" y="66"/>
                      <a:pt x="386" y="50"/>
                      <a:pt x="386" y="35"/>
                    </a:cubicBezTo>
                    <a:cubicBezTo>
                      <a:pt x="386" y="19"/>
                      <a:pt x="371" y="0"/>
                      <a:pt x="35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0" name="Google Shape;2590;p44"/>
              <p:cNvSpPr/>
              <p:nvPr/>
            </p:nvSpPr>
            <p:spPr>
              <a:xfrm>
                <a:off x="6149789" y="3470148"/>
                <a:ext cx="10882" cy="2312"/>
              </a:xfrm>
              <a:custGeom>
                <a:avLst/>
                <a:gdLst/>
                <a:ahLst/>
                <a:cxnLst/>
                <a:rect l="l" t="t" r="r" b="b"/>
                <a:pathLst>
                  <a:path w="386" h="82" extrusionOk="0">
                    <a:moveTo>
                      <a:pt x="31" y="1"/>
                    </a:moveTo>
                    <a:cubicBezTo>
                      <a:pt x="15" y="1"/>
                      <a:pt x="0" y="16"/>
                      <a:pt x="0" y="32"/>
                    </a:cubicBezTo>
                    <a:cubicBezTo>
                      <a:pt x="0" y="62"/>
                      <a:pt x="15" y="82"/>
                      <a:pt x="31" y="82"/>
                    </a:cubicBezTo>
                    <a:lnTo>
                      <a:pt x="336" y="82"/>
                    </a:lnTo>
                    <a:cubicBezTo>
                      <a:pt x="370" y="82"/>
                      <a:pt x="386" y="62"/>
                      <a:pt x="386" y="32"/>
                    </a:cubicBezTo>
                    <a:cubicBezTo>
                      <a:pt x="386" y="16"/>
                      <a:pt x="370" y="1"/>
                      <a:pt x="3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1" name="Google Shape;2591;p44"/>
              <p:cNvSpPr/>
              <p:nvPr/>
            </p:nvSpPr>
            <p:spPr>
              <a:xfrm>
                <a:off x="6165210" y="3493013"/>
                <a:ext cx="9924" cy="6625"/>
              </a:xfrm>
              <a:custGeom>
                <a:avLst/>
                <a:gdLst/>
                <a:ahLst/>
                <a:cxnLst/>
                <a:rect l="l" t="t" r="r" b="b"/>
                <a:pathLst>
                  <a:path w="352" h="235" extrusionOk="0">
                    <a:moveTo>
                      <a:pt x="306" y="1"/>
                    </a:moveTo>
                    <a:cubicBezTo>
                      <a:pt x="300" y="1"/>
                      <a:pt x="295" y="3"/>
                      <a:pt x="290" y="7"/>
                    </a:cubicBezTo>
                    <a:lnTo>
                      <a:pt x="32" y="169"/>
                    </a:lnTo>
                    <a:cubicBezTo>
                      <a:pt x="16" y="185"/>
                      <a:pt x="1" y="200"/>
                      <a:pt x="16" y="216"/>
                    </a:cubicBezTo>
                    <a:cubicBezTo>
                      <a:pt x="32" y="235"/>
                      <a:pt x="32" y="235"/>
                      <a:pt x="47" y="235"/>
                    </a:cubicBezTo>
                    <a:lnTo>
                      <a:pt x="62" y="235"/>
                    </a:lnTo>
                    <a:lnTo>
                      <a:pt x="336" y="73"/>
                    </a:lnTo>
                    <a:cubicBezTo>
                      <a:pt x="352" y="57"/>
                      <a:pt x="352" y="42"/>
                      <a:pt x="336" y="23"/>
                    </a:cubicBezTo>
                    <a:cubicBezTo>
                      <a:pt x="336" y="12"/>
                      <a:pt x="321" y="1"/>
                      <a:pt x="30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2" name="Google Shape;2592;p44"/>
              <p:cNvSpPr/>
              <p:nvPr/>
            </p:nvSpPr>
            <p:spPr>
              <a:xfrm>
                <a:off x="6185537" y="3565835"/>
                <a:ext cx="10037" cy="6682"/>
              </a:xfrm>
              <a:custGeom>
                <a:avLst/>
                <a:gdLst/>
                <a:ahLst/>
                <a:cxnLst/>
                <a:rect l="l" t="t" r="r" b="b"/>
                <a:pathLst>
                  <a:path w="356" h="237" extrusionOk="0">
                    <a:moveTo>
                      <a:pt x="321" y="1"/>
                    </a:moveTo>
                    <a:cubicBezTo>
                      <a:pt x="311" y="1"/>
                      <a:pt x="298" y="5"/>
                      <a:pt x="290" y="12"/>
                    </a:cubicBezTo>
                    <a:lnTo>
                      <a:pt x="32" y="174"/>
                    </a:lnTo>
                    <a:cubicBezTo>
                      <a:pt x="16" y="190"/>
                      <a:pt x="1" y="205"/>
                      <a:pt x="16" y="221"/>
                    </a:cubicBezTo>
                    <a:cubicBezTo>
                      <a:pt x="16" y="236"/>
                      <a:pt x="32" y="236"/>
                      <a:pt x="51" y="236"/>
                    </a:cubicBezTo>
                    <a:lnTo>
                      <a:pt x="67" y="236"/>
                    </a:lnTo>
                    <a:lnTo>
                      <a:pt x="340" y="78"/>
                    </a:lnTo>
                    <a:cubicBezTo>
                      <a:pt x="356" y="63"/>
                      <a:pt x="356" y="43"/>
                      <a:pt x="340" y="12"/>
                    </a:cubicBezTo>
                    <a:cubicBezTo>
                      <a:pt x="340" y="5"/>
                      <a:pt x="332" y="1"/>
                      <a:pt x="32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3" name="Google Shape;2593;p44"/>
              <p:cNvSpPr/>
              <p:nvPr/>
            </p:nvSpPr>
            <p:spPr>
              <a:xfrm>
                <a:off x="6164675" y="3540405"/>
                <a:ext cx="10910" cy="1776"/>
              </a:xfrm>
              <a:custGeom>
                <a:avLst/>
                <a:gdLst/>
                <a:ahLst/>
                <a:cxnLst/>
                <a:rect l="l" t="t" r="r" b="b"/>
                <a:pathLst>
                  <a:path w="387" h="63" extrusionOk="0">
                    <a:moveTo>
                      <a:pt x="51" y="0"/>
                    </a:moveTo>
                    <a:cubicBezTo>
                      <a:pt x="20" y="0"/>
                      <a:pt x="0" y="16"/>
                      <a:pt x="0" y="31"/>
                    </a:cubicBezTo>
                    <a:cubicBezTo>
                      <a:pt x="0" y="47"/>
                      <a:pt x="20" y="62"/>
                      <a:pt x="51" y="62"/>
                    </a:cubicBezTo>
                    <a:lnTo>
                      <a:pt x="355" y="62"/>
                    </a:lnTo>
                    <a:cubicBezTo>
                      <a:pt x="371" y="62"/>
                      <a:pt x="386" y="47"/>
                      <a:pt x="386" y="31"/>
                    </a:cubicBezTo>
                    <a:cubicBezTo>
                      <a:pt x="386" y="16"/>
                      <a:pt x="371" y="0"/>
                      <a:pt x="35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4" name="Google Shape;2594;p44"/>
              <p:cNvSpPr/>
              <p:nvPr/>
            </p:nvSpPr>
            <p:spPr>
              <a:xfrm>
                <a:off x="6265802" y="3505305"/>
                <a:ext cx="10910" cy="5216"/>
              </a:xfrm>
              <a:custGeom>
                <a:avLst/>
                <a:gdLst/>
                <a:ahLst/>
                <a:cxnLst/>
                <a:rect l="l" t="t" r="r" b="b"/>
                <a:pathLst>
                  <a:path w="387" h="185" extrusionOk="0">
                    <a:moveTo>
                      <a:pt x="46" y="1"/>
                    </a:moveTo>
                    <a:cubicBezTo>
                      <a:pt x="31" y="1"/>
                      <a:pt x="16" y="12"/>
                      <a:pt x="16" y="23"/>
                    </a:cubicBezTo>
                    <a:cubicBezTo>
                      <a:pt x="0" y="38"/>
                      <a:pt x="16" y="69"/>
                      <a:pt x="31" y="69"/>
                    </a:cubicBezTo>
                    <a:lnTo>
                      <a:pt x="321" y="185"/>
                    </a:lnTo>
                    <a:lnTo>
                      <a:pt x="336" y="185"/>
                    </a:lnTo>
                    <a:cubicBezTo>
                      <a:pt x="351" y="185"/>
                      <a:pt x="367" y="185"/>
                      <a:pt x="367" y="165"/>
                    </a:cubicBezTo>
                    <a:cubicBezTo>
                      <a:pt x="386" y="150"/>
                      <a:pt x="367" y="119"/>
                      <a:pt x="351" y="119"/>
                    </a:cubicBezTo>
                    <a:lnTo>
                      <a:pt x="62" y="7"/>
                    </a:lnTo>
                    <a:cubicBezTo>
                      <a:pt x="58" y="3"/>
                      <a:pt x="52" y="1"/>
                      <a:pt x="4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5" name="Google Shape;2595;p44"/>
              <p:cNvSpPr/>
              <p:nvPr/>
            </p:nvSpPr>
            <p:spPr>
              <a:xfrm>
                <a:off x="6255371" y="3533977"/>
                <a:ext cx="10882" cy="5469"/>
              </a:xfrm>
              <a:custGeom>
                <a:avLst/>
                <a:gdLst/>
                <a:ahLst/>
                <a:cxnLst/>
                <a:rect l="l" t="t" r="r" b="b"/>
                <a:pathLst>
                  <a:path w="386" h="194" extrusionOk="0">
                    <a:moveTo>
                      <a:pt x="62" y="1"/>
                    </a:moveTo>
                    <a:cubicBezTo>
                      <a:pt x="46" y="1"/>
                      <a:pt x="16" y="16"/>
                      <a:pt x="16" y="35"/>
                    </a:cubicBezTo>
                    <a:cubicBezTo>
                      <a:pt x="0" y="51"/>
                      <a:pt x="16" y="66"/>
                      <a:pt x="31" y="82"/>
                    </a:cubicBezTo>
                    <a:lnTo>
                      <a:pt x="320" y="194"/>
                    </a:lnTo>
                    <a:lnTo>
                      <a:pt x="336" y="194"/>
                    </a:lnTo>
                    <a:cubicBezTo>
                      <a:pt x="351" y="194"/>
                      <a:pt x="370" y="194"/>
                      <a:pt x="370" y="178"/>
                    </a:cubicBezTo>
                    <a:cubicBezTo>
                      <a:pt x="386" y="147"/>
                      <a:pt x="370" y="132"/>
                      <a:pt x="351" y="132"/>
                    </a:cubicBezTo>
                    <a:lnTo>
                      <a:pt x="6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6" name="Google Shape;2596;p44"/>
              <p:cNvSpPr/>
              <p:nvPr/>
            </p:nvSpPr>
            <p:spPr>
              <a:xfrm>
                <a:off x="6206005" y="3604064"/>
                <a:ext cx="10347" cy="5187"/>
              </a:xfrm>
              <a:custGeom>
                <a:avLst/>
                <a:gdLst/>
                <a:ahLst/>
                <a:cxnLst/>
                <a:rect l="l" t="t" r="r" b="b"/>
                <a:pathLst>
                  <a:path w="367" h="184" extrusionOk="0">
                    <a:moveTo>
                      <a:pt x="33" y="0"/>
                    </a:moveTo>
                    <a:cubicBezTo>
                      <a:pt x="22" y="0"/>
                      <a:pt x="11" y="11"/>
                      <a:pt x="0" y="22"/>
                    </a:cubicBezTo>
                    <a:cubicBezTo>
                      <a:pt x="0" y="37"/>
                      <a:pt x="16" y="57"/>
                      <a:pt x="31" y="72"/>
                    </a:cubicBezTo>
                    <a:lnTo>
                      <a:pt x="320" y="184"/>
                    </a:lnTo>
                    <a:lnTo>
                      <a:pt x="336" y="184"/>
                    </a:lnTo>
                    <a:cubicBezTo>
                      <a:pt x="336" y="184"/>
                      <a:pt x="351" y="184"/>
                      <a:pt x="367" y="168"/>
                    </a:cubicBezTo>
                    <a:cubicBezTo>
                      <a:pt x="367" y="153"/>
                      <a:pt x="367" y="118"/>
                      <a:pt x="336" y="118"/>
                    </a:cubicBezTo>
                    <a:lnTo>
                      <a:pt x="46" y="6"/>
                    </a:lnTo>
                    <a:cubicBezTo>
                      <a:pt x="42" y="2"/>
                      <a:pt x="37" y="0"/>
                      <a:pt x="3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7" name="Google Shape;2597;p44"/>
              <p:cNvSpPr/>
              <p:nvPr/>
            </p:nvSpPr>
            <p:spPr>
              <a:xfrm>
                <a:off x="6231322" y="3546523"/>
                <a:ext cx="4595" cy="10657"/>
              </a:xfrm>
              <a:custGeom>
                <a:avLst/>
                <a:gdLst/>
                <a:ahLst/>
                <a:cxnLst/>
                <a:rect l="l" t="t" r="r" b="b"/>
                <a:pathLst>
                  <a:path w="163" h="378" extrusionOk="0">
                    <a:moveTo>
                      <a:pt x="46" y="1"/>
                    </a:moveTo>
                    <a:cubicBezTo>
                      <a:pt x="41" y="1"/>
                      <a:pt x="36" y="3"/>
                      <a:pt x="32" y="7"/>
                    </a:cubicBezTo>
                    <a:cubicBezTo>
                      <a:pt x="16" y="7"/>
                      <a:pt x="1" y="22"/>
                      <a:pt x="1" y="38"/>
                    </a:cubicBezTo>
                    <a:lnTo>
                      <a:pt x="82" y="343"/>
                    </a:lnTo>
                    <a:cubicBezTo>
                      <a:pt x="82" y="362"/>
                      <a:pt x="97" y="377"/>
                      <a:pt x="113" y="377"/>
                    </a:cubicBezTo>
                    <a:lnTo>
                      <a:pt x="128" y="377"/>
                    </a:lnTo>
                    <a:cubicBezTo>
                      <a:pt x="144" y="377"/>
                      <a:pt x="163" y="343"/>
                      <a:pt x="144" y="327"/>
                    </a:cubicBezTo>
                    <a:lnTo>
                      <a:pt x="82" y="22"/>
                    </a:lnTo>
                    <a:cubicBezTo>
                      <a:pt x="71" y="12"/>
                      <a:pt x="58" y="1"/>
                      <a:pt x="4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8" name="Google Shape;2598;p44"/>
              <p:cNvSpPr/>
              <p:nvPr/>
            </p:nvSpPr>
            <p:spPr>
              <a:xfrm>
                <a:off x="6243079" y="3425068"/>
                <a:ext cx="3721" cy="10629"/>
              </a:xfrm>
              <a:custGeom>
                <a:avLst/>
                <a:gdLst/>
                <a:ahLst/>
                <a:cxnLst/>
                <a:rect l="l" t="t" r="r" b="b"/>
                <a:pathLst>
                  <a:path w="132" h="377" extrusionOk="0">
                    <a:moveTo>
                      <a:pt x="50" y="1"/>
                    </a:moveTo>
                    <a:cubicBezTo>
                      <a:pt x="44" y="1"/>
                      <a:pt x="39" y="3"/>
                      <a:pt x="35" y="7"/>
                    </a:cubicBezTo>
                    <a:cubicBezTo>
                      <a:pt x="16" y="7"/>
                      <a:pt x="0" y="22"/>
                      <a:pt x="0" y="41"/>
                    </a:cubicBezTo>
                    <a:lnTo>
                      <a:pt x="50" y="346"/>
                    </a:lnTo>
                    <a:cubicBezTo>
                      <a:pt x="66" y="377"/>
                      <a:pt x="81" y="377"/>
                      <a:pt x="97" y="377"/>
                    </a:cubicBezTo>
                    <a:cubicBezTo>
                      <a:pt x="112" y="377"/>
                      <a:pt x="131" y="362"/>
                      <a:pt x="131" y="346"/>
                    </a:cubicBezTo>
                    <a:lnTo>
                      <a:pt x="81" y="41"/>
                    </a:lnTo>
                    <a:cubicBezTo>
                      <a:pt x="81" y="16"/>
                      <a:pt x="65" y="1"/>
                      <a:pt x="5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9" name="Google Shape;2599;p44"/>
              <p:cNvSpPr/>
              <p:nvPr/>
            </p:nvSpPr>
            <p:spPr>
              <a:xfrm>
                <a:off x="6219594" y="3507053"/>
                <a:ext cx="4032" cy="10657"/>
              </a:xfrm>
              <a:custGeom>
                <a:avLst/>
                <a:gdLst/>
                <a:ahLst/>
                <a:cxnLst/>
                <a:rect l="l" t="t" r="r" b="b"/>
                <a:pathLst>
                  <a:path w="143" h="378" extrusionOk="0">
                    <a:moveTo>
                      <a:pt x="58" y="1"/>
                    </a:moveTo>
                    <a:cubicBezTo>
                      <a:pt x="55" y="1"/>
                      <a:pt x="51" y="3"/>
                      <a:pt x="47" y="7"/>
                    </a:cubicBezTo>
                    <a:cubicBezTo>
                      <a:pt x="16" y="7"/>
                      <a:pt x="0" y="26"/>
                      <a:pt x="16" y="42"/>
                    </a:cubicBezTo>
                    <a:lnTo>
                      <a:pt x="62" y="346"/>
                    </a:lnTo>
                    <a:cubicBezTo>
                      <a:pt x="62" y="377"/>
                      <a:pt x="77" y="377"/>
                      <a:pt x="97" y="377"/>
                    </a:cubicBezTo>
                    <a:cubicBezTo>
                      <a:pt x="128" y="377"/>
                      <a:pt x="143" y="362"/>
                      <a:pt x="128" y="346"/>
                    </a:cubicBezTo>
                    <a:lnTo>
                      <a:pt x="77" y="42"/>
                    </a:lnTo>
                    <a:cubicBezTo>
                      <a:pt x="77" y="16"/>
                      <a:pt x="69" y="1"/>
                      <a:pt x="5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0" name="Google Shape;2600;p44"/>
              <p:cNvSpPr/>
              <p:nvPr/>
            </p:nvSpPr>
            <p:spPr>
              <a:xfrm>
                <a:off x="6256667" y="3435359"/>
                <a:ext cx="8176" cy="8514"/>
              </a:xfrm>
              <a:custGeom>
                <a:avLst/>
                <a:gdLst/>
                <a:ahLst/>
                <a:cxnLst/>
                <a:rect l="l" t="t" r="r" b="b"/>
                <a:pathLst>
                  <a:path w="290" h="302" extrusionOk="0">
                    <a:moveTo>
                      <a:pt x="251" y="0"/>
                    </a:moveTo>
                    <a:cubicBezTo>
                      <a:pt x="243" y="0"/>
                      <a:pt x="236" y="4"/>
                      <a:pt x="228" y="12"/>
                    </a:cubicBezTo>
                    <a:lnTo>
                      <a:pt x="16" y="236"/>
                    </a:lnTo>
                    <a:cubicBezTo>
                      <a:pt x="0" y="255"/>
                      <a:pt x="0" y="286"/>
                      <a:pt x="16" y="301"/>
                    </a:cubicBezTo>
                    <a:lnTo>
                      <a:pt x="35" y="301"/>
                    </a:lnTo>
                    <a:cubicBezTo>
                      <a:pt x="51" y="301"/>
                      <a:pt x="66" y="301"/>
                      <a:pt x="66" y="286"/>
                    </a:cubicBezTo>
                    <a:lnTo>
                      <a:pt x="274" y="62"/>
                    </a:lnTo>
                    <a:cubicBezTo>
                      <a:pt x="290" y="43"/>
                      <a:pt x="290" y="27"/>
                      <a:pt x="274" y="12"/>
                    </a:cubicBezTo>
                    <a:cubicBezTo>
                      <a:pt x="267" y="4"/>
                      <a:pt x="259" y="0"/>
                      <a:pt x="25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1" name="Google Shape;2601;p44"/>
              <p:cNvSpPr/>
              <p:nvPr/>
            </p:nvSpPr>
            <p:spPr>
              <a:xfrm>
                <a:off x="6192839" y="3480580"/>
                <a:ext cx="10910" cy="2227"/>
              </a:xfrm>
              <a:custGeom>
                <a:avLst/>
                <a:gdLst/>
                <a:ahLst/>
                <a:cxnLst/>
                <a:rect l="l" t="t" r="r" b="b"/>
                <a:pathLst>
                  <a:path w="387" h="79" extrusionOk="0">
                    <a:moveTo>
                      <a:pt x="31" y="1"/>
                    </a:moveTo>
                    <a:cubicBezTo>
                      <a:pt x="16" y="1"/>
                      <a:pt x="0" y="16"/>
                      <a:pt x="0" y="47"/>
                    </a:cubicBezTo>
                    <a:cubicBezTo>
                      <a:pt x="0" y="63"/>
                      <a:pt x="16" y="78"/>
                      <a:pt x="31" y="78"/>
                    </a:cubicBezTo>
                    <a:lnTo>
                      <a:pt x="336" y="78"/>
                    </a:lnTo>
                    <a:cubicBezTo>
                      <a:pt x="371" y="78"/>
                      <a:pt x="386" y="63"/>
                      <a:pt x="386" y="47"/>
                    </a:cubicBezTo>
                    <a:cubicBezTo>
                      <a:pt x="386" y="16"/>
                      <a:pt x="371" y="1"/>
                      <a:pt x="3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2" name="Google Shape;2602;p44"/>
              <p:cNvSpPr/>
              <p:nvPr/>
            </p:nvSpPr>
            <p:spPr>
              <a:xfrm>
                <a:off x="6206005" y="3582468"/>
                <a:ext cx="10882" cy="2312"/>
              </a:xfrm>
              <a:custGeom>
                <a:avLst/>
                <a:gdLst/>
                <a:ahLst/>
                <a:cxnLst/>
                <a:rect l="l" t="t" r="r" b="b"/>
                <a:pathLst>
                  <a:path w="386" h="82" extrusionOk="0">
                    <a:moveTo>
                      <a:pt x="31" y="1"/>
                    </a:moveTo>
                    <a:cubicBezTo>
                      <a:pt x="16" y="1"/>
                      <a:pt x="0" y="16"/>
                      <a:pt x="0" y="32"/>
                    </a:cubicBezTo>
                    <a:cubicBezTo>
                      <a:pt x="0" y="67"/>
                      <a:pt x="16" y="82"/>
                      <a:pt x="31" y="82"/>
                    </a:cubicBezTo>
                    <a:lnTo>
                      <a:pt x="336" y="82"/>
                    </a:lnTo>
                    <a:cubicBezTo>
                      <a:pt x="367" y="82"/>
                      <a:pt x="386" y="67"/>
                      <a:pt x="386" y="32"/>
                    </a:cubicBezTo>
                    <a:cubicBezTo>
                      <a:pt x="386" y="16"/>
                      <a:pt x="367" y="1"/>
                      <a:pt x="3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3" name="Google Shape;2603;p44"/>
              <p:cNvSpPr/>
              <p:nvPr/>
            </p:nvSpPr>
            <p:spPr>
              <a:xfrm>
                <a:off x="6182408" y="3517681"/>
                <a:ext cx="10882" cy="4144"/>
              </a:xfrm>
              <a:custGeom>
                <a:avLst/>
                <a:gdLst/>
                <a:ahLst/>
                <a:cxnLst/>
                <a:rect l="l" t="t" r="r" b="b"/>
                <a:pathLst>
                  <a:path w="386" h="147" extrusionOk="0">
                    <a:moveTo>
                      <a:pt x="320" y="0"/>
                    </a:moveTo>
                    <a:lnTo>
                      <a:pt x="31" y="81"/>
                    </a:lnTo>
                    <a:cubicBezTo>
                      <a:pt x="0" y="81"/>
                      <a:pt x="0" y="112"/>
                      <a:pt x="0" y="131"/>
                    </a:cubicBezTo>
                    <a:cubicBezTo>
                      <a:pt x="0" y="147"/>
                      <a:pt x="16" y="147"/>
                      <a:pt x="31" y="147"/>
                    </a:cubicBezTo>
                    <a:lnTo>
                      <a:pt x="46" y="147"/>
                    </a:lnTo>
                    <a:lnTo>
                      <a:pt x="355" y="66"/>
                    </a:lnTo>
                    <a:cubicBezTo>
                      <a:pt x="370" y="66"/>
                      <a:pt x="386" y="50"/>
                      <a:pt x="370" y="35"/>
                    </a:cubicBezTo>
                    <a:cubicBezTo>
                      <a:pt x="370" y="0"/>
                      <a:pt x="355" y="0"/>
                      <a:pt x="32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4" name="Google Shape;2604;p44"/>
              <p:cNvSpPr/>
              <p:nvPr/>
            </p:nvSpPr>
            <p:spPr>
              <a:xfrm>
                <a:off x="6183705" y="3458307"/>
                <a:ext cx="8176" cy="8711"/>
              </a:xfrm>
              <a:custGeom>
                <a:avLst/>
                <a:gdLst/>
                <a:ahLst/>
                <a:cxnLst/>
                <a:rect l="l" t="t" r="r" b="b"/>
                <a:pathLst>
                  <a:path w="290" h="309" extrusionOk="0">
                    <a:moveTo>
                      <a:pt x="274" y="0"/>
                    </a:moveTo>
                    <a:cubicBezTo>
                      <a:pt x="259" y="0"/>
                      <a:pt x="228" y="0"/>
                      <a:pt x="213" y="20"/>
                    </a:cubicBezTo>
                    <a:lnTo>
                      <a:pt x="0" y="243"/>
                    </a:lnTo>
                    <a:cubicBezTo>
                      <a:pt x="0" y="259"/>
                      <a:pt x="0" y="274"/>
                      <a:pt x="20" y="290"/>
                    </a:cubicBezTo>
                    <a:cubicBezTo>
                      <a:pt x="20" y="309"/>
                      <a:pt x="35" y="309"/>
                      <a:pt x="35" y="309"/>
                    </a:cubicBezTo>
                    <a:cubicBezTo>
                      <a:pt x="51" y="309"/>
                      <a:pt x="51" y="309"/>
                      <a:pt x="66" y="290"/>
                    </a:cubicBezTo>
                    <a:lnTo>
                      <a:pt x="274" y="66"/>
                    </a:lnTo>
                    <a:cubicBezTo>
                      <a:pt x="290" y="50"/>
                      <a:pt x="290" y="20"/>
                      <a:pt x="27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05" name="Google Shape;2605;p44"/>
            <p:cNvGrpSpPr/>
            <p:nvPr/>
          </p:nvGrpSpPr>
          <p:grpSpPr>
            <a:xfrm>
              <a:off x="6910818" y="3958825"/>
              <a:ext cx="1685754" cy="303464"/>
              <a:chOff x="5997971" y="2910579"/>
              <a:chExt cx="886259" cy="159542"/>
            </a:xfrm>
          </p:grpSpPr>
          <p:sp>
            <p:nvSpPr>
              <p:cNvPr id="2606" name="Google Shape;2606;p44"/>
              <p:cNvSpPr/>
              <p:nvPr/>
            </p:nvSpPr>
            <p:spPr>
              <a:xfrm>
                <a:off x="6024726" y="2966795"/>
                <a:ext cx="826886" cy="40259"/>
              </a:xfrm>
              <a:custGeom>
                <a:avLst/>
                <a:gdLst/>
                <a:ahLst/>
                <a:cxnLst/>
                <a:rect l="l" t="t" r="r" b="b"/>
                <a:pathLst>
                  <a:path w="29330" h="1428" extrusionOk="0">
                    <a:moveTo>
                      <a:pt x="0" y="0"/>
                    </a:moveTo>
                    <a:lnTo>
                      <a:pt x="0" y="579"/>
                    </a:lnTo>
                    <a:cubicBezTo>
                      <a:pt x="0" y="1042"/>
                      <a:pt x="386" y="1427"/>
                      <a:pt x="868" y="1427"/>
                    </a:cubicBezTo>
                    <a:lnTo>
                      <a:pt x="3198" y="1427"/>
                    </a:lnTo>
                    <a:lnTo>
                      <a:pt x="3198" y="0"/>
                    </a:lnTo>
                    <a:close/>
                    <a:moveTo>
                      <a:pt x="5674" y="0"/>
                    </a:moveTo>
                    <a:lnTo>
                      <a:pt x="5674" y="899"/>
                    </a:lnTo>
                    <a:lnTo>
                      <a:pt x="5674" y="1427"/>
                    </a:lnTo>
                    <a:lnTo>
                      <a:pt x="23864" y="1427"/>
                    </a:lnTo>
                    <a:lnTo>
                      <a:pt x="23864" y="0"/>
                    </a:lnTo>
                    <a:close/>
                    <a:moveTo>
                      <a:pt x="26325" y="0"/>
                    </a:moveTo>
                    <a:lnTo>
                      <a:pt x="26325" y="899"/>
                    </a:lnTo>
                    <a:lnTo>
                      <a:pt x="26325" y="1427"/>
                    </a:lnTo>
                    <a:lnTo>
                      <a:pt x="28477" y="1427"/>
                    </a:lnTo>
                    <a:cubicBezTo>
                      <a:pt x="28959" y="1427"/>
                      <a:pt x="29329" y="1042"/>
                      <a:pt x="29329" y="579"/>
                    </a:cubicBezTo>
                    <a:lnTo>
                      <a:pt x="29329" y="0"/>
                    </a:lnTo>
                    <a:close/>
                  </a:path>
                </a:pathLst>
              </a:custGeom>
              <a:solidFill>
                <a:schemeClr val="lt1">
                  <a:alpha val="344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7" name="Google Shape;2607;p44"/>
              <p:cNvSpPr/>
              <p:nvPr/>
            </p:nvSpPr>
            <p:spPr>
              <a:xfrm>
                <a:off x="6114858" y="2965386"/>
                <a:ext cx="69861" cy="104735"/>
              </a:xfrm>
              <a:custGeom>
                <a:avLst/>
                <a:gdLst/>
                <a:ahLst/>
                <a:cxnLst/>
                <a:rect l="l" t="t" r="r" b="b"/>
                <a:pathLst>
                  <a:path w="2478" h="3715" extrusionOk="0">
                    <a:moveTo>
                      <a:pt x="1" y="0"/>
                    </a:moveTo>
                    <a:lnTo>
                      <a:pt x="1" y="3086"/>
                    </a:lnTo>
                    <a:cubicBezTo>
                      <a:pt x="1" y="3441"/>
                      <a:pt x="275" y="3715"/>
                      <a:pt x="630" y="3715"/>
                    </a:cubicBezTo>
                    <a:lnTo>
                      <a:pt x="1833" y="3715"/>
                    </a:lnTo>
                    <a:cubicBezTo>
                      <a:pt x="2188" y="3715"/>
                      <a:pt x="2477" y="3441"/>
                      <a:pt x="2477" y="3086"/>
                    </a:cubicBezTo>
                    <a:lnTo>
                      <a:pt x="247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8" name="Google Shape;2608;p44"/>
              <p:cNvSpPr/>
              <p:nvPr/>
            </p:nvSpPr>
            <p:spPr>
              <a:xfrm>
                <a:off x="6114858" y="2966795"/>
                <a:ext cx="69861" cy="25373"/>
              </a:xfrm>
              <a:custGeom>
                <a:avLst/>
                <a:gdLst/>
                <a:ahLst/>
                <a:cxnLst/>
                <a:rect l="l" t="t" r="r" b="b"/>
                <a:pathLst>
                  <a:path w="2478" h="900" extrusionOk="0">
                    <a:moveTo>
                      <a:pt x="1" y="0"/>
                    </a:moveTo>
                    <a:lnTo>
                      <a:pt x="1" y="899"/>
                    </a:lnTo>
                    <a:lnTo>
                      <a:pt x="2477" y="899"/>
                    </a:lnTo>
                    <a:lnTo>
                      <a:pt x="247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9" name="Google Shape;2609;p44"/>
              <p:cNvSpPr/>
              <p:nvPr/>
            </p:nvSpPr>
            <p:spPr>
              <a:xfrm>
                <a:off x="6697489" y="2965386"/>
                <a:ext cx="69410" cy="104735"/>
              </a:xfrm>
              <a:custGeom>
                <a:avLst/>
                <a:gdLst/>
                <a:ahLst/>
                <a:cxnLst/>
                <a:rect l="l" t="t" r="r" b="b"/>
                <a:pathLst>
                  <a:path w="2462" h="3715" extrusionOk="0">
                    <a:moveTo>
                      <a:pt x="1" y="0"/>
                    </a:moveTo>
                    <a:lnTo>
                      <a:pt x="1" y="3086"/>
                    </a:lnTo>
                    <a:cubicBezTo>
                      <a:pt x="1" y="3441"/>
                      <a:pt x="275" y="3715"/>
                      <a:pt x="630" y="3715"/>
                    </a:cubicBezTo>
                    <a:lnTo>
                      <a:pt x="1833" y="3715"/>
                    </a:lnTo>
                    <a:cubicBezTo>
                      <a:pt x="2188" y="3715"/>
                      <a:pt x="2462" y="3441"/>
                      <a:pt x="2462" y="3086"/>
                    </a:cubicBezTo>
                    <a:lnTo>
                      <a:pt x="246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0" name="Google Shape;2610;p44"/>
              <p:cNvSpPr/>
              <p:nvPr/>
            </p:nvSpPr>
            <p:spPr>
              <a:xfrm>
                <a:off x="6697489" y="2966795"/>
                <a:ext cx="69410" cy="25373"/>
              </a:xfrm>
              <a:custGeom>
                <a:avLst/>
                <a:gdLst/>
                <a:ahLst/>
                <a:cxnLst/>
                <a:rect l="l" t="t" r="r" b="b"/>
                <a:pathLst>
                  <a:path w="2462" h="900" extrusionOk="0">
                    <a:moveTo>
                      <a:pt x="1" y="0"/>
                    </a:moveTo>
                    <a:lnTo>
                      <a:pt x="1" y="899"/>
                    </a:lnTo>
                    <a:lnTo>
                      <a:pt x="2462" y="899"/>
                    </a:lnTo>
                    <a:lnTo>
                      <a:pt x="246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1" name="Google Shape;2611;p44"/>
              <p:cNvSpPr/>
              <p:nvPr/>
            </p:nvSpPr>
            <p:spPr>
              <a:xfrm>
                <a:off x="5997971" y="2910579"/>
                <a:ext cx="886259" cy="56244"/>
              </a:xfrm>
              <a:custGeom>
                <a:avLst/>
                <a:gdLst/>
                <a:ahLst/>
                <a:cxnLst/>
                <a:rect l="l" t="t" r="r" b="b"/>
                <a:pathLst>
                  <a:path w="31436" h="1995" extrusionOk="0">
                    <a:moveTo>
                      <a:pt x="980" y="0"/>
                    </a:moveTo>
                    <a:cubicBezTo>
                      <a:pt x="706" y="0"/>
                      <a:pt x="467" y="112"/>
                      <a:pt x="290" y="290"/>
                    </a:cubicBezTo>
                    <a:cubicBezTo>
                      <a:pt x="112" y="467"/>
                      <a:pt x="1" y="722"/>
                      <a:pt x="1" y="995"/>
                    </a:cubicBezTo>
                    <a:lnTo>
                      <a:pt x="1" y="1142"/>
                    </a:lnTo>
                    <a:cubicBezTo>
                      <a:pt x="82" y="1624"/>
                      <a:pt x="483" y="1994"/>
                      <a:pt x="980" y="1994"/>
                    </a:cubicBezTo>
                    <a:lnTo>
                      <a:pt x="30440" y="1994"/>
                    </a:lnTo>
                    <a:cubicBezTo>
                      <a:pt x="30714" y="1994"/>
                      <a:pt x="30953" y="1879"/>
                      <a:pt x="31131" y="1705"/>
                    </a:cubicBezTo>
                    <a:cubicBezTo>
                      <a:pt x="31293" y="1558"/>
                      <a:pt x="31389" y="1366"/>
                      <a:pt x="31420" y="1142"/>
                    </a:cubicBezTo>
                    <a:cubicBezTo>
                      <a:pt x="31420" y="1092"/>
                      <a:pt x="31435" y="1046"/>
                      <a:pt x="31435" y="995"/>
                    </a:cubicBezTo>
                    <a:cubicBezTo>
                      <a:pt x="31435" y="452"/>
                      <a:pt x="30984" y="0"/>
                      <a:pt x="3044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2" name="Google Shape;2612;p44"/>
              <p:cNvSpPr/>
              <p:nvPr/>
            </p:nvSpPr>
            <p:spPr>
              <a:xfrm>
                <a:off x="5997971" y="2942747"/>
                <a:ext cx="885837" cy="24076"/>
              </a:xfrm>
              <a:custGeom>
                <a:avLst/>
                <a:gdLst/>
                <a:ahLst/>
                <a:cxnLst/>
                <a:rect l="l" t="t" r="r" b="b"/>
                <a:pathLst>
                  <a:path w="31421" h="854" extrusionOk="0">
                    <a:moveTo>
                      <a:pt x="1" y="1"/>
                    </a:moveTo>
                    <a:cubicBezTo>
                      <a:pt x="82" y="483"/>
                      <a:pt x="483" y="853"/>
                      <a:pt x="980" y="853"/>
                    </a:cubicBezTo>
                    <a:lnTo>
                      <a:pt x="30440" y="853"/>
                    </a:lnTo>
                    <a:cubicBezTo>
                      <a:pt x="30714" y="853"/>
                      <a:pt x="30953" y="738"/>
                      <a:pt x="31131" y="564"/>
                    </a:cubicBezTo>
                    <a:cubicBezTo>
                      <a:pt x="31293" y="417"/>
                      <a:pt x="31389" y="225"/>
                      <a:pt x="31420" y="1"/>
                    </a:cubicBezTo>
                    <a:close/>
                  </a:path>
                </a:pathLst>
              </a:custGeom>
              <a:solidFill>
                <a:srgbClr val="2E44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13" name="Google Shape;2613;p44"/>
            <p:cNvGrpSpPr/>
            <p:nvPr/>
          </p:nvGrpSpPr>
          <p:grpSpPr>
            <a:xfrm>
              <a:off x="7602049" y="2931470"/>
              <a:ext cx="1046223" cy="303464"/>
              <a:chOff x="6361375" y="2370463"/>
              <a:chExt cx="550036" cy="159542"/>
            </a:xfrm>
          </p:grpSpPr>
          <p:sp>
            <p:nvSpPr>
              <p:cNvPr id="2614" name="Google Shape;2614;p44"/>
              <p:cNvSpPr/>
              <p:nvPr/>
            </p:nvSpPr>
            <p:spPr>
              <a:xfrm>
                <a:off x="6388581" y="2426228"/>
                <a:ext cx="490662" cy="40823"/>
              </a:xfrm>
              <a:custGeom>
                <a:avLst/>
                <a:gdLst/>
                <a:ahLst/>
                <a:cxnLst/>
                <a:rect l="l" t="t" r="r" b="b"/>
                <a:pathLst>
                  <a:path w="17404" h="1448" extrusionOk="0">
                    <a:moveTo>
                      <a:pt x="0" y="1"/>
                    </a:moveTo>
                    <a:lnTo>
                      <a:pt x="0" y="579"/>
                    </a:lnTo>
                    <a:cubicBezTo>
                      <a:pt x="0" y="1062"/>
                      <a:pt x="370" y="1447"/>
                      <a:pt x="852" y="1447"/>
                    </a:cubicBezTo>
                    <a:lnTo>
                      <a:pt x="3182" y="1447"/>
                    </a:lnTo>
                    <a:lnTo>
                      <a:pt x="3182" y="1"/>
                    </a:lnTo>
                    <a:close/>
                    <a:moveTo>
                      <a:pt x="5654" y="1"/>
                    </a:moveTo>
                    <a:lnTo>
                      <a:pt x="5654" y="900"/>
                    </a:lnTo>
                    <a:lnTo>
                      <a:pt x="5654" y="1447"/>
                    </a:lnTo>
                    <a:lnTo>
                      <a:pt x="11922" y="1447"/>
                    </a:lnTo>
                    <a:lnTo>
                      <a:pt x="11922" y="1"/>
                    </a:lnTo>
                    <a:close/>
                    <a:moveTo>
                      <a:pt x="14398" y="1"/>
                    </a:moveTo>
                    <a:lnTo>
                      <a:pt x="14398" y="900"/>
                    </a:lnTo>
                    <a:lnTo>
                      <a:pt x="14398" y="1447"/>
                    </a:lnTo>
                    <a:lnTo>
                      <a:pt x="16551" y="1447"/>
                    </a:lnTo>
                    <a:cubicBezTo>
                      <a:pt x="17017" y="1447"/>
                      <a:pt x="17403" y="1062"/>
                      <a:pt x="17403" y="579"/>
                    </a:cubicBezTo>
                    <a:lnTo>
                      <a:pt x="17403" y="1"/>
                    </a:lnTo>
                    <a:close/>
                  </a:path>
                </a:pathLst>
              </a:custGeom>
              <a:solidFill>
                <a:schemeClr val="lt1">
                  <a:alpha val="344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5" name="Google Shape;2615;p44"/>
              <p:cNvSpPr/>
              <p:nvPr/>
            </p:nvSpPr>
            <p:spPr>
              <a:xfrm>
                <a:off x="6478291" y="2424818"/>
                <a:ext cx="69720" cy="105186"/>
              </a:xfrm>
              <a:custGeom>
                <a:avLst/>
                <a:gdLst/>
                <a:ahLst/>
                <a:cxnLst/>
                <a:rect l="l" t="t" r="r" b="b"/>
                <a:pathLst>
                  <a:path w="2473" h="3731" extrusionOk="0">
                    <a:moveTo>
                      <a:pt x="0" y="1"/>
                    </a:moveTo>
                    <a:lnTo>
                      <a:pt x="0" y="3086"/>
                    </a:lnTo>
                    <a:cubicBezTo>
                      <a:pt x="0" y="3441"/>
                      <a:pt x="274" y="3731"/>
                      <a:pt x="625" y="3731"/>
                    </a:cubicBezTo>
                    <a:lnTo>
                      <a:pt x="1832" y="3731"/>
                    </a:lnTo>
                    <a:cubicBezTo>
                      <a:pt x="2183" y="3731"/>
                      <a:pt x="2472" y="3441"/>
                      <a:pt x="2472" y="3086"/>
                    </a:cubicBezTo>
                    <a:lnTo>
                      <a:pt x="247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6" name="Google Shape;2616;p44"/>
              <p:cNvSpPr/>
              <p:nvPr/>
            </p:nvSpPr>
            <p:spPr>
              <a:xfrm>
                <a:off x="6478291" y="2426228"/>
                <a:ext cx="69720" cy="25373"/>
              </a:xfrm>
              <a:custGeom>
                <a:avLst/>
                <a:gdLst/>
                <a:ahLst/>
                <a:cxnLst/>
                <a:rect l="l" t="t" r="r" b="b"/>
                <a:pathLst>
                  <a:path w="2473" h="900" extrusionOk="0">
                    <a:moveTo>
                      <a:pt x="0" y="1"/>
                    </a:moveTo>
                    <a:lnTo>
                      <a:pt x="0" y="900"/>
                    </a:lnTo>
                    <a:lnTo>
                      <a:pt x="2472" y="900"/>
                    </a:lnTo>
                    <a:lnTo>
                      <a:pt x="247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7" name="Google Shape;2617;p44"/>
              <p:cNvSpPr/>
              <p:nvPr/>
            </p:nvSpPr>
            <p:spPr>
              <a:xfrm>
                <a:off x="6724695" y="2424818"/>
                <a:ext cx="69833" cy="105186"/>
              </a:xfrm>
              <a:custGeom>
                <a:avLst/>
                <a:gdLst/>
                <a:ahLst/>
                <a:cxnLst/>
                <a:rect l="l" t="t" r="r" b="b"/>
                <a:pathLst>
                  <a:path w="2477" h="3731" extrusionOk="0">
                    <a:moveTo>
                      <a:pt x="0" y="1"/>
                    </a:moveTo>
                    <a:lnTo>
                      <a:pt x="0" y="3086"/>
                    </a:lnTo>
                    <a:cubicBezTo>
                      <a:pt x="0" y="3441"/>
                      <a:pt x="289" y="3731"/>
                      <a:pt x="629" y="3731"/>
                    </a:cubicBezTo>
                    <a:lnTo>
                      <a:pt x="1852" y="3731"/>
                    </a:lnTo>
                    <a:cubicBezTo>
                      <a:pt x="2187" y="3731"/>
                      <a:pt x="2476" y="3441"/>
                      <a:pt x="2476" y="3086"/>
                    </a:cubicBezTo>
                    <a:lnTo>
                      <a:pt x="247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8" name="Google Shape;2618;p44"/>
              <p:cNvSpPr/>
              <p:nvPr/>
            </p:nvSpPr>
            <p:spPr>
              <a:xfrm>
                <a:off x="6724695" y="2426228"/>
                <a:ext cx="69833" cy="25373"/>
              </a:xfrm>
              <a:custGeom>
                <a:avLst/>
                <a:gdLst/>
                <a:ahLst/>
                <a:cxnLst/>
                <a:rect l="l" t="t" r="r" b="b"/>
                <a:pathLst>
                  <a:path w="2477" h="900" extrusionOk="0">
                    <a:moveTo>
                      <a:pt x="0" y="1"/>
                    </a:moveTo>
                    <a:lnTo>
                      <a:pt x="0" y="900"/>
                    </a:lnTo>
                    <a:lnTo>
                      <a:pt x="2476" y="900"/>
                    </a:lnTo>
                    <a:lnTo>
                      <a:pt x="247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9" name="Google Shape;2619;p44"/>
              <p:cNvSpPr/>
              <p:nvPr/>
            </p:nvSpPr>
            <p:spPr>
              <a:xfrm>
                <a:off x="6361375" y="2370463"/>
                <a:ext cx="550036" cy="55793"/>
              </a:xfrm>
              <a:custGeom>
                <a:avLst/>
                <a:gdLst/>
                <a:ahLst/>
                <a:cxnLst/>
                <a:rect l="l" t="t" r="r" b="b"/>
                <a:pathLst>
                  <a:path w="19510" h="1979" extrusionOk="0">
                    <a:moveTo>
                      <a:pt x="996" y="0"/>
                    </a:moveTo>
                    <a:cubicBezTo>
                      <a:pt x="722" y="0"/>
                      <a:pt x="468" y="112"/>
                      <a:pt x="290" y="290"/>
                    </a:cubicBezTo>
                    <a:cubicBezTo>
                      <a:pt x="113" y="467"/>
                      <a:pt x="1" y="725"/>
                      <a:pt x="1" y="999"/>
                    </a:cubicBezTo>
                    <a:lnTo>
                      <a:pt x="1" y="1142"/>
                    </a:lnTo>
                    <a:cubicBezTo>
                      <a:pt x="82" y="1624"/>
                      <a:pt x="498" y="1979"/>
                      <a:pt x="996" y="1979"/>
                    </a:cubicBezTo>
                    <a:lnTo>
                      <a:pt x="18515" y="1979"/>
                    </a:lnTo>
                    <a:cubicBezTo>
                      <a:pt x="18788" y="1979"/>
                      <a:pt x="19043" y="1882"/>
                      <a:pt x="19220" y="1690"/>
                    </a:cubicBezTo>
                    <a:cubicBezTo>
                      <a:pt x="19367" y="1543"/>
                      <a:pt x="19463" y="1350"/>
                      <a:pt x="19494" y="1142"/>
                    </a:cubicBezTo>
                    <a:cubicBezTo>
                      <a:pt x="19510" y="1096"/>
                      <a:pt x="19510" y="1046"/>
                      <a:pt x="19510" y="999"/>
                    </a:cubicBezTo>
                    <a:cubicBezTo>
                      <a:pt x="19510" y="436"/>
                      <a:pt x="19058" y="0"/>
                      <a:pt x="1851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0" name="Google Shape;2620;p44"/>
              <p:cNvSpPr/>
              <p:nvPr/>
            </p:nvSpPr>
            <p:spPr>
              <a:xfrm>
                <a:off x="6361375" y="2402631"/>
                <a:ext cx="549613" cy="23625"/>
              </a:xfrm>
              <a:custGeom>
                <a:avLst/>
                <a:gdLst/>
                <a:ahLst/>
                <a:cxnLst/>
                <a:rect l="l" t="t" r="r" b="b"/>
                <a:pathLst>
                  <a:path w="19495" h="838" extrusionOk="0">
                    <a:moveTo>
                      <a:pt x="1" y="1"/>
                    </a:moveTo>
                    <a:cubicBezTo>
                      <a:pt x="82" y="483"/>
                      <a:pt x="498" y="838"/>
                      <a:pt x="996" y="838"/>
                    </a:cubicBezTo>
                    <a:lnTo>
                      <a:pt x="18515" y="838"/>
                    </a:lnTo>
                    <a:cubicBezTo>
                      <a:pt x="18788" y="838"/>
                      <a:pt x="19043" y="741"/>
                      <a:pt x="19220" y="549"/>
                    </a:cubicBezTo>
                    <a:cubicBezTo>
                      <a:pt x="19367" y="402"/>
                      <a:pt x="19463" y="209"/>
                      <a:pt x="19494" y="1"/>
                    </a:cubicBezTo>
                    <a:close/>
                  </a:path>
                </a:pathLst>
              </a:custGeom>
              <a:solidFill>
                <a:srgbClr val="2E44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21" name="Google Shape;2621;p44"/>
            <p:cNvGrpSpPr/>
            <p:nvPr/>
          </p:nvGrpSpPr>
          <p:grpSpPr>
            <a:xfrm>
              <a:off x="7741690" y="2517738"/>
              <a:ext cx="237076" cy="413773"/>
              <a:chOff x="6434789" y="1871649"/>
              <a:chExt cx="124639" cy="217535"/>
            </a:xfrm>
          </p:grpSpPr>
          <p:sp>
            <p:nvSpPr>
              <p:cNvPr id="2622" name="Google Shape;2622;p44"/>
              <p:cNvSpPr/>
              <p:nvPr/>
            </p:nvSpPr>
            <p:spPr>
              <a:xfrm>
                <a:off x="6464702" y="1880980"/>
                <a:ext cx="67549" cy="75838"/>
              </a:xfrm>
              <a:custGeom>
                <a:avLst/>
                <a:gdLst/>
                <a:ahLst/>
                <a:cxnLst/>
                <a:rect l="l" t="t" r="r" b="b"/>
                <a:pathLst>
                  <a:path w="2396" h="2690" extrusionOk="0">
                    <a:moveTo>
                      <a:pt x="1182" y="1"/>
                    </a:moveTo>
                    <a:cubicBezTo>
                      <a:pt x="588" y="1"/>
                      <a:pt x="0" y="318"/>
                      <a:pt x="0" y="954"/>
                    </a:cubicBezTo>
                    <a:cubicBezTo>
                      <a:pt x="0" y="2239"/>
                      <a:pt x="721" y="2690"/>
                      <a:pt x="721" y="2690"/>
                    </a:cubicBezTo>
                    <a:lnTo>
                      <a:pt x="1720" y="2690"/>
                    </a:lnTo>
                    <a:cubicBezTo>
                      <a:pt x="1720" y="2690"/>
                      <a:pt x="2395" y="2273"/>
                      <a:pt x="2395" y="985"/>
                    </a:cubicBezTo>
                    <a:cubicBezTo>
                      <a:pt x="2395" y="329"/>
                      <a:pt x="1786" y="1"/>
                      <a:pt x="118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3" name="Google Shape;2623;p44"/>
              <p:cNvSpPr/>
              <p:nvPr/>
            </p:nvSpPr>
            <p:spPr>
              <a:xfrm>
                <a:off x="6468705" y="1881121"/>
                <a:ext cx="57118" cy="55821"/>
              </a:xfrm>
              <a:custGeom>
                <a:avLst/>
                <a:gdLst/>
                <a:ahLst/>
                <a:cxnLst/>
                <a:rect l="l" t="t" r="r" b="b"/>
                <a:pathLst>
                  <a:path w="2026" h="1980" extrusionOk="0">
                    <a:moveTo>
                      <a:pt x="1046" y="0"/>
                    </a:moveTo>
                    <a:cubicBezTo>
                      <a:pt x="1046" y="0"/>
                      <a:pt x="1" y="386"/>
                      <a:pt x="869" y="1979"/>
                    </a:cubicBezTo>
                    <a:lnTo>
                      <a:pt x="1289" y="1979"/>
                    </a:lnTo>
                    <a:cubicBezTo>
                      <a:pt x="1289" y="1979"/>
                      <a:pt x="2026" y="467"/>
                      <a:pt x="104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4" name="Google Shape;2624;p44"/>
              <p:cNvSpPr/>
              <p:nvPr/>
            </p:nvSpPr>
            <p:spPr>
              <a:xfrm>
                <a:off x="6514490" y="1871649"/>
                <a:ext cx="30814" cy="30814"/>
              </a:xfrm>
              <a:custGeom>
                <a:avLst/>
                <a:gdLst/>
                <a:ahLst/>
                <a:cxnLst/>
                <a:rect l="l" t="t" r="r" b="b"/>
                <a:pathLst>
                  <a:path w="1093" h="1093" extrusionOk="0">
                    <a:moveTo>
                      <a:pt x="548" y="1"/>
                    </a:moveTo>
                    <a:cubicBezTo>
                      <a:pt x="244" y="1"/>
                      <a:pt x="1" y="240"/>
                      <a:pt x="1" y="545"/>
                    </a:cubicBezTo>
                    <a:cubicBezTo>
                      <a:pt x="1" y="676"/>
                      <a:pt x="31" y="788"/>
                      <a:pt x="112" y="884"/>
                    </a:cubicBezTo>
                    <a:cubicBezTo>
                      <a:pt x="209" y="1011"/>
                      <a:pt x="371" y="1092"/>
                      <a:pt x="548" y="1092"/>
                    </a:cubicBezTo>
                    <a:cubicBezTo>
                      <a:pt x="838" y="1092"/>
                      <a:pt x="1092" y="853"/>
                      <a:pt x="1092" y="545"/>
                    </a:cubicBezTo>
                    <a:cubicBezTo>
                      <a:pt x="1092" y="433"/>
                      <a:pt x="1046" y="321"/>
                      <a:pt x="996" y="240"/>
                    </a:cubicBezTo>
                    <a:cubicBezTo>
                      <a:pt x="899" y="97"/>
                      <a:pt x="726" y="1"/>
                      <a:pt x="54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5" name="Google Shape;2625;p44"/>
              <p:cNvSpPr/>
              <p:nvPr/>
            </p:nvSpPr>
            <p:spPr>
              <a:xfrm>
                <a:off x="6456526" y="1903309"/>
                <a:ext cx="15901" cy="15478"/>
              </a:xfrm>
              <a:custGeom>
                <a:avLst/>
                <a:gdLst/>
                <a:ahLst/>
                <a:cxnLst/>
                <a:rect l="l" t="t" r="r" b="b"/>
                <a:pathLst>
                  <a:path w="564" h="549" extrusionOk="0">
                    <a:moveTo>
                      <a:pt x="290" y="0"/>
                    </a:moveTo>
                    <a:cubicBezTo>
                      <a:pt x="178" y="0"/>
                      <a:pt x="97" y="50"/>
                      <a:pt x="47" y="131"/>
                    </a:cubicBezTo>
                    <a:cubicBezTo>
                      <a:pt x="16" y="178"/>
                      <a:pt x="1" y="228"/>
                      <a:pt x="1" y="274"/>
                    </a:cubicBezTo>
                    <a:cubicBezTo>
                      <a:pt x="1" y="436"/>
                      <a:pt x="128" y="548"/>
                      <a:pt x="290" y="548"/>
                    </a:cubicBezTo>
                    <a:cubicBezTo>
                      <a:pt x="402" y="548"/>
                      <a:pt x="514" y="482"/>
                      <a:pt x="545" y="371"/>
                    </a:cubicBezTo>
                    <a:cubicBezTo>
                      <a:pt x="545" y="340"/>
                      <a:pt x="564" y="309"/>
                      <a:pt x="564" y="274"/>
                    </a:cubicBezTo>
                    <a:cubicBezTo>
                      <a:pt x="564" y="131"/>
                      <a:pt x="433" y="0"/>
                      <a:pt x="29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6" name="Google Shape;2626;p44"/>
              <p:cNvSpPr/>
              <p:nvPr/>
            </p:nvSpPr>
            <p:spPr>
              <a:xfrm>
                <a:off x="6456526" y="1907002"/>
                <a:ext cx="15365" cy="11784"/>
              </a:xfrm>
              <a:custGeom>
                <a:avLst/>
                <a:gdLst/>
                <a:ahLst/>
                <a:cxnLst/>
                <a:rect l="l" t="t" r="r" b="b"/>
                <a:pathLst>
                  <a:path w="545" h="418" extrusionOk="0">
                    <a:moveTo>
                      <a:pt x="47" y="0"/>
                    </a:moveTo>
                    <a:cubicBezTo>
                      <a:pt x="16" y="47"/>
                      <a:pt x="1" y="97"/>
                      <a:pt x="1" y="143"/>
                    </a:cubicBezTo>
                    <a:cubicBezTo>
                      <a:pt x="1" y="305"/>
                      <a:pt x="128" y="417"/>
                      <a:pt x="290" y="417"/>
                    </a:cubicBezTo>
                    <a:cubicBezTo>
                      <a:pt x="402" y="417"/>
                      <a:pt x="514" y="351"/>
                      <a:pt x="545" y="240"/>
                    </a:cubicBezTo>
                    <a:cubicBezTo>
                      <a:pt x="336" y="209"/>
                      <a:pt x="178" y="97"/>
                      <a:pt x="4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7" name="Google Shape;2627;p44"/>
              <p:cNvSpPr/>
              <p:nvPr/>
            </p:nvSpPr>
            <p:spPr>
              <a:xfrm>
                <a:off x="6517648" y="1878415"/>
                <a:ext cx="27657" cy="24048"/>
              </a:xfrm>
              <a:custGeom>
                <a:avLst/>
                <a:gdLst/>
                <a:ahLst/>
                <a:cxnLst/>
                <a:rect l="l" t="t" r="r" b="b"/>
                <a:pathLst>
                  <a:path w="981" h="853" extrusionOk="0">
                    <a:moveTo>
                      <a:pt x="884" y="0"/>
                    </a:moveTo>
                    <a:cubicBezTo>
                      <a:pt x="660" y="467"/>
                      <a:pt x="209" y="594"/>
                      <a:pt x="0" y="644"/>
                    </a:cubicBezTo>
                    <a:cubicBezTo>
                      <a:pt x="97" y="771"/>
                      <a:pt x="259" y="852"/>
                      <a:pt x="436" y="852"/>
                    </a:cubicBezTo>
                    <a:cubicBezTo>
                      <a:pt x="726" y="852"/>
                      <a:pt x="980" y="613"/>
                      <a:pt x="980" y="305"/>
                    </a:cubicBezTo>
                    <a:cubicBezTo>
                      <a:pt x="980" y="193"/>
                      <a:pt x="934" y="81"/>
                      <a:pt x="88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8" name="Google Shape;2628;p44"/>
              <p:cNvSpPr/>
              <p:nvPr/>
            </p:nvSpPr>
            <p:spPr>
              <a:xfrm>
                <a:off x="6446094" y="1925976"/>
                <a:ext cx="107357" cy="35410"/>
              </a:xfrm>
              <a:custGeom>
                <a:avLst/>
                <a:gdLst/>
                <a:ahLst/>
                <a:cxnLst/>
                <a:rect l="l" t="t" r="r" b="b"/>
                <a:pathLst>
                  <a:path w="3808" h="1256" extrusionOk="0">
                    <a:moveTo>
                      <a:pt x="2047" y="0"/>
                    </a:moveTo>
                    <a:cubicBezTo>
                      <a:pt x="2008" y="0"/>
                      <a:pt x="1969" y="1"/>
                      <a:pt x="1929" y="2"/>
                    </a:cubicBezTo>
                    <a:cubicBezTo>
                      <a:pt x="274" y="64"/>
                      <a:pt x="0" y="1256"/>
                      <a:pt x="0" y="1256"/>
                    </a:cubicBezTo>
                    <a:lnTo>
                      <a:pt x="3807" y="1256"/>
                    </a:lnTo>
                    <a:cubicBezTo>
                      <a:pt x="3807" y="1256"/>
                      <a:pt x="3594" y="0"/>
                      <a:pt x="20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9" name="Google Shape;2629;p44"/>
              <p:cNvSpPr/>
              <p:nvPr/>
            </p:nvSpPr>
            <p:spPr>
              <a:xfrm>
                <a:off x="6524047" y="1936915"/>
                <a:ext cx="8627" cy="6766"/>
              </a:xfrm>
              <a:custGeom>
                <a:avLst/>
                <a:gdLst/>
                <a:ahLst/>
                <a:cxnLst/>
                <a:rect l="l" t="t" r="r" b="b"/>
                <a:pathLst>
                  <a:path w="306" h="240" extrusionOk="0">
                    <a:moveTo>
                      <a:pt x="159" y="0"/>
                    </a:moveTo>
                    <a:cubicBezTo>
                      <a:pt x="63" y="0"/>
                      <a:pt x="1" y="97"/>
                      <a:pt x="47" y="193"/>
                    </a:cubicBezTo>
                    <a:cubicBezTo>
                      <a:pt x="63" y="193"/>
                      <a:pt x="78" y="208"/>
                      <a:pt x="78" y="224"/>
                    </a:cubicBezTo>
                    <a:cubicBezTo>
                      <a:pt x="113" y="224"/>
                      <a:pt x="128" y="239"/>
                      <a:pt x="159" y="239"/>
                    </a:cubicBezTo>
                    <a:cubicBezTo>
                      <a:pt x="240" y="239"/>
                      <a:pt x="306" y="143"/>
                      <a:pt x="256" y="46"/>
                    </a:cubicBezTo>
                    <a:cubicBezTo>
                      <a:pt x="256" y="31"/>
                      <a:pt x="240" y="16"/>
                      <a:pt x="225" y="16"/>
                    </a:cubicBezTo>
                    <a:cubicBezTo>
                      <a:pt x="209" y="0"/>
                      <a:pt x="175" y="0"/>
                      <a:pt x="15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0" name="Google Shape;2630;p44"/>
              <p:cNvSpPr/>
              <p:nvPr/>
            </p:nvSpPr>
            <p:spPr>
              <a:xfrm>
                <a:off x="6498166" y="1961358"/>
                <a:ext cx="28" cy="28"/>
              </a:xfrm>
              <a:custGeom>
                <a:avLst/>
                <a:gdLst/>
                <a:ahLst/>
                <a:cxnLst/>
                <a:rect l="l" t="t" r="r" b="b"/>
                <a:pathLst>
                  <a:path w="1" h="1" extrusionOk="0">
                    <a:moveTo>
                      <a:pt x="1" y="1"/>
                    </a:moveTo>
                    <a:lnTo>
                      <a:pt x="1" y="1"/>
                    </a:lnTo>
                    <a:lnTo>
                      <a:pt x="1" y="1"/>
                    </a:lnTo>
                    <a:close/>
                  </a:path>
                </a:pathLst>
              </a:custGeom>
              <a:solidFill>
                <a:srgbClr val="D0D6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1" name="Google Shape;2631;p44"/>
              <p:cNvSpPr/>
              <p:nvPr/>
            </p:nvSpPr>
            <p:spPr>
              <a:xfrm>
                <a:off x="6485029" y="1940072"/>
                <a:ext cx="26783" cy="21314"/>
              </a:xfrm>
              <a:custGeom>
                <a:avLst/>
                <a:gdLst/>
                <a:ahLst/>
                <a:cxnLst/>
                <a:rect l="l" t="t" r="r" b="b"/>
                <a:pathLst>
                  <a:path w="950" h="756" extrusionOk="0">
                    <a:moveTo>
                      <a:pt x="467" y="0"/>
                    </a:moveTo>
                    <a:cubicBezTo>
                      <a:pt x="193" y="0"/>
                      <a:pt x="0" y="289"/>
                      <a:pt x="147" y="579"/>
                    </a:cubicBezTo>
                    <a:cubicBezTo>
                      <a:pt x="178" y="625"/>
                      <a:pt x="209" y="675"/>
                      <a:pt x="274" y="706"/>
                    </a:cubicBezTo>
                    <a:cubicBezTo>
                      <a:pt x="340" y="741"/>
                      <a:pt x="401" y="756"/>
                      <a:pt x="467" y="756"/>
                    </a:cubicBezTo>
                    <a:cubicBezTo>
                      <a:pt x="741" y="756"/>
                      <a:pt x="949" y="467"/>
                      <a:pt x="787" y="177"/>
                    </a:cubicBezTo>
                    <a:cubicBezTo>
                      <a:pt x="756" y="127"/>
                      <a:pt x="725" y="81"/>
                      <a:pt x="660" y="46"/>
                    </a:cubicBezTo>
                    <a:cubicBezTo>
                      <a:pt x="594" y="15"/>
                      <a:pt x="533" y="0"/>
                      <a:pt x="4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2" name="Google Shape;2632;p44"/>
              <p:cNvSpPr/>
              <p:nvPr/>
            </p:nvSpPr>
            <p:spPr>
              <a:xfrm>
                <a:off x="6434789" y="1954535"/>
                <a:ext cx="124639" cy="134647"/>
              </a:xfrm>
              <a:custGeom>
                <a:avLst/>
                <a:gdLst/>
                <a:ahLst/>
                <a:cxnLst/>
                <a:rect l="l" t="t" r="r" b="b"/>
                <a:pathLst>
                  <a:path w="4421" h="4776" extrusionOk="0">
                    <a:moveTo>
                      <a:pt x="97" y="0"/>
                    </a:moveTo>
                    <a:lnTo>
                      <a:pt x="290" y="1416"/>
                    </a:lnTo>
                    <a:lnTo>
                      <a:pt x="660" y="2172"/>
                    </a:lnTo>
                    <a:lnTo>
                      <a:pt x="0" y="3151"/>
                    </a:lnTo>
                    <a:lnTo>
                      <a:pt x="97" y="4775"/>
                    </a:lnTo>
                    <a:lnTo>
                      <a:pt x="4420" y="4775"/>
                    </a:lnTo>
                    <a:lnTo>
                      <a:pt x="4289" y="710"/>
                    </a:lnTo>
                    <a:lnTo>
                      <a:pt x="442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3" name="Google Shape;2633;p44"/>
              <p:cNvSpPr/>
              <p:nvPr/>
            </p:nvSpPr>
            <p:spPr>
              <a:xfrm>
                <a:off x="6440653" y="1977681"/>
                <a:ext cx="115505" cy="9050"/>
              </a:xfrm>
              <a:custGeom>
                <a:avLst/>
                <a:gdLst/>
                <a:ahLst/>
                <a:cxnLst/>
                <a:rect l="l" t="t" r="r" b="b"/>
                <a:pathLst>
                  <a:path w="4097" h="321" extrusionOk="0">
                    <a:moveTo>
                      <a:pt x="1" y="1"/>
                    </a:moveTo>
                    <a:lnTo>
                      <a:pt x="47" y="321"/>
                    </a:lnTo>
                    <a:lnTo>
                      <a:pt x="4097" y="321"/>
                    </a:lnTo>
                    <a:lnTo>
                      <a:pt x="408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4" name="Google Shape;2634;p44"/>
              <p:cNvSpPr/>
              <p:nvPr/>
            </p:nvSpPr>
            <p:spPr>
              <a:xfrm>
                <a:off x="6447391" y="2003901"/>
                <a:ext cx="109331" cy="9585"/>
              </a:xfrm>
              <a:custGeom>
                <a:avLst/>
                <a:gdLst/>
                <a:ahLst/>
                <a:cxnLst/>
                <a:rect l="l" t="t" r="r" b="b"/>
                <a:pathLst>
                  <a:path w="3878" h="340" extrusionOk="0">
                    <a:moveTo>
                      <a:pt x="1" y="0"/>
                    </a:moveTo>
                    <a:lnTo>
                      <a:pt x="163" y="340"/>
                    </a:lnTo>
                    <a:lnTo>
                      <a:pt x="3877" y="340"/>
                    </a:lnTo>
                    <a:lnTo>
                      <a:pt x="387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5" name="Google Shape;2635;p44"/>
              <p:cNvSpPr/>
              <p:nvPr/>
            </p:nvSpPr>
            <p:spPr>
              <a:xfrm>
                <a:off x="6437073" y="2030205"/>
                <a:ext cx="120495" cy="9585"/>
              </a:xfrm>
              <a:custGeom>
                <a:avLst/>
                <a:gdLst/>
                <a:ahLst/>
                <a:cxnLst/>
                <a:rect l="l" t="t" r="r" b="b"/>
                <a:pathLst>
                  <a:path w="4274" h="340" extrusionOk="0">
                    <a:moveTo>
                      <a:pt x="224" y="1"/>
                    </a:moveTo>
                    <a:lnTo>
                      <a:pt x="0" y="340"/>
                    </a:lnTo>
                    <a:lnTo>
                      <a:pt x="4274" y="340"/>
                    </a:lnTo>
                    <a:lnTo>
                      <a:pt x="427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6" name="Google Shape;2636;p44"/>
              <p:cNvSpPr/>
              <p:nvPr/>
            </p:nvSpPr>
            <p:spPr>
              <a:xfrm>
                <a:off x="6435212" y="2056508"/>
                <a:ext cx="123229" cy="9501"/>
              </a:xfrm>
              <a:custGeom>
                <a:avLst/>
                <a:gdLst/>
                <a:ahLst/>
                <a:cxnLst/>
                <a:rect l="l" t="t" r="r" b="b"/>
                <a:pathLst>
                  <a:path w="4371" h="337" extrusionOk="0">
                    <a:moveTo>
                      <a:pt x="1" y="1"/>
                    </a:moveTo>
                    <a:lnTo>
                      <a:pt x="32" y="336"/>
                    </a:lnTo>
                    <a:lnTo>
                      <a:pt x="4371" y="336"/>
                    </a:lnTo>
                    <a:lnTo>
                      <a:pt x="435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7" name="Google Shape;2637;p44"/>
              <p:cNvSpPr/>
              <p:nvPr/>
            </p:nvSpPr>
            <p:spPr>
              <a:xfrm>
                <a:off x="6436537" y="2034349"/>
                <a:ext cx="122891" cy="54834"/>
              </a:xfrm>
              <a:custGeom>
                <a:avLst/>
                <a:gdLst/>
                <a:ahLst/>
                <a:cxnLst/>
                <a:rect l="l" t="t" r="r" b="b"/>
                <a:pathLst>
                  <a:path w="4359" h="1945" extrusionOk="0">
                    <a:moveTo>
                      <a:pt x="4293" y="0"/>
                    </a:moveTo>
                    <a:cubicBezTo>
                      <a:pt x="3314" y="1242"/>
                      <a:pt x="2075" y="1521"/>
                      <a:pt x="1075" y="1521"/>
                    </a:cubicBezTo>
                    <a:cubicBezTo>
                      <a:pt x="665" y="1521"/>
                      <a:pt x="295" y="1474"/>
                      <a:pt x="0" y="1427"/>
                    </a:cubicBezTo>
                    <a:lnTo>
                      <a:pt x="0" y="1427"/>
                    </a:lnTo>
                    <a:lnTo>
                      <a:pt x="35" y="1944"/>
                    </a:lnTo>
                    <a:lnTo>
                      <a:pt x="4358" y="1944"/>
                    </a:lnTo>
                    <a:lnTo>
                      <a:pt x="429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638" name="Google Shape;2638;p44"/>
          <p:cNvGrpSpPr/>
          <p:nvPr/>
        </p:nvGrpSpPr>
        <p:grpSpPr>
          <a:xfrm>
            <a:off x="443185" y="2571690"/>
            <a:ext cx="1454569" cy="1690506"/>
            <a:chOff x="443204" y="2473793"/>
            <a:chExt cx="1538901" cy="1788517"/>
          </a:xfrm>
        </p:grpSpPr>
        <p:grpSp>
          <p:nvGrpSpPr>
            <p:cNvPr id="2639" name="Google Shape;2639;p44"/>
            <p:cNvGrpSpPr/>
            <p:nvPr/>
          </p:nvGrpSpPr>
          <p:grpSpPr>
            <a:xfrm>
              <a:off x="503551" y="3426694"/>
              <a:ext cx="1436358" cy="562092"/>
              <a:chOff x="7655239" y="3053994"/>
              <a:chExt cx="1082655" cy="423677"/>
            </a:xfrm>
          </p:grpSpPr>
          <p:sp>
            <p:nvSpPr>
              <p:cNvPr id="2640" name="Google Shape;2640;p44"/>
              <p:cNvSpPr/>
              <p:nvPr/>
            </p:nvSpPr>
            <p:spPr>
              <a:xfrm>
                <a:off x="7681115" y="3226589"/>
                <a:ext cx="229621" cy="251081"/>
              </a:xfrm>
              <a:custGeom>
                <a:avLst/>
                <a:gdLst/>
                <a:ahLst/>
                <a:cxnLst/>
                <a:rect l="l" t="t" r="r" b="b"/>
                <a:pathLst>
                  <a:path w="2396" h="2620" extrusionOk="0">
                    <a:moveTo>
                      <a:pt x="0" y="1"/>
                    </a:moveTo>
                    <a:lnTo>
                      <a:pt x="50" y="757"/>
                    </a:lnTo>
                    <a:lnTo>
                      <a:pt x="147" y="2620"/>
                    </a:lnTo>
                    <a:lnTo>
                      <a:pt x="2237" y="2620"/>
                    </a:lnTo>
                    <a:lnTo>
                      <a:pt x="2349" y="757"/>
                    </a:lnTo>
                    <a:lnTo>
                      <a:pt x="239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1" name="Google Shape;2641;p44"/>
              <p:cNvSpPr/>
              <p:nvPr/>
            </p:nvSpPr>
            <p:spPr>
              <a:xfrm>
                <a:off x="7681115" y="3226589"/>
                <a:ext cx="229621" cy="72545"/>
              </a:xfrm>
              <a:custGeom>
                <a:avLst/>
                <a:gdLst/>
                <a:ahLst/>
                <a:cxnLst/>
                <a:rect l="l" t="t" r="r" b="b"/>
                <a:pathLst>
                  <a:path w="2396" h="757" extrusionOk="0">
                    <a:moveTo>
                      <a:pt x="0" y="1"/>
                    </a:moveTo>
                    <a:lnTo>
                      <a:pt x="50" y="757"/>
                    </a:lnTo>
                    <a:lnTo>
                      <a:pt x="2349" y="757"/>
                    </a:lnTo>
                    <a:lnTo>
                      <a:pt x="239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2" name="Google Shape;2642;p44"/>
              <p:cNvSpPr/>
              <p:nvPr/>
            </p:nvSpPr>
            <p:spPr>
              <a:xfrm>
                <a:off x="7655239" y="3200427"/>
                <a:ext cx="281755" cy="52516"/>
              </a:xfrm>
              <a:custGeom>
                <a:avLst/>
                <a:gdLst/>
                <a:ahLst/>
                <a:cxnLst/>
                <a:rect l="l" t="t" r="r" b="b"/>
                <a:pathLst>
                  <a:path w="2940" h="548" extrusionOk="0">
                    <a:moveTo>
                      <a:pt x="174" y="0"/>
                    </a:moveTo>
                    <a:cubicBezTo>
                      <a:pt x="77" y="0"/>
                      <a:pt x="0" y="81"/>
                      <a:pt x="0" y="177"/>
                    </a:cubicBezTo>
                    <a:lnTo>
                      <a:pt x="0" y="355"/>
                    </a:lnTo>
                    <a:cubicBezTo>
                      <a:pt x="0" y="467"/>
                      <a:pt x="77" y="548"/>
                      <a:pt x="174" y="548"/>
                    </a:cubicBezTo>
                    <a:lnTo>
                      <a:pt x="2746" y="548"/>
                    </a:lnTo>
                    <a:cubicBezTo>
                      <a:pt x="2858" y="548"/>
                      <a:pt x="2939" y="467"/>
                      <a:pt x="2939" y="355"/>
                    </a:cubicBezTo>
                    <a:lnTo>
                      <a:pt x="2939" y="177"/>
                    </a:lnTo>
                    <a:cubicBezTo>
                      <a:pt x="2939" y="81"/>
                      <a:pt x="2858" y="0"/>
                      <a:pt x="274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3" name="Google Shape;2643;p44"/>
              <p:cNvSpPr/>
              <p:nvPr/>
            </p:nvSpPr>
            <p:spPr>
              <a:xfrm>
                <a:off x="7713603" y="3342356"/>
                <a:ext cx="21563" cy="86153"/>
              </a:xfrm>
              <a:custGeom>
                <a:avLst/>
                <a:gdLst/>
                <a:ahLst/>
                <a:cxnLst/>
                <a:rect l="l" t="t" r="r" b="b"/>
                <a:pathLst>
                  <a:path w="225" h="899" extrusionOk="0">
                    <a:moveTo>
                      <a:pt x="112" y="0"/>
                    </a:moveTo>
                    <a:cubicBezTo>
                      <a:pt x="47" y="0"/>
                      <a:pt x="1" y="193"/>
                      <a:pt x="1" y="448"/>
                    </a:cubicBezTo>
                    <a:cubicBezTo>
                      <a:pt x="1" y="691"/>
                      <a:pt x="47" y="899"/>
                      <a:pt x="112" y="899"/>
                    </a:cubicBezTo>
                    <a:cubicBezTo>
                      <a:pt x="178" y="899"/>
                      <a:pt x="224" y="691"/>
                      <a:pt x="224" y="448"/>
                    </a:cubicBezTo>
                    <a:cubicBezTo>
                      <a:pt x="224" y="193"/>
                      <a:pt x="178" y="0"/>
                      <a:pt x="11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4" name="Google Shape;2644;p44"/>
              <p:cNvSpPr/>
              <p:nvPr/>
            </p:nvSpPr>
            <p:spPr>
              <a:xfrm>
                <a:off x="7761329" y="3342356"/>
                <a:ext cx="23384" cy="86153"/>
              </a:xfrm>
              <a:custGeom>
                <a:avLst/>
                <a:gdLst/>
                <a:ahLst/>
                <a:cxnLst/>
                <a:rect l="l" t="t" r="r" b="b"/>
                <a:pathLst>
                  <a:path w="244" h="899" extrusionOk="0">
                    <a:moveTo>
                      <a:pt x="127" y="0"/>
                    </a:moveTo>
                    <a:cubicBezTo>
                      <a:pt x="66" y="0"/>
                      <a:pt x="0" y="193"/>
                      <a:pt x="0" y="448"/>
                    </a:cubicBezTo>
                    <a:cubicBezTo>
                      <a:pt x="0" y="691"/>
                      <a:pt x="66" y="899"/>
                      <a:pt x="127" y="899"/>
                    </a:cubicBezTo>
                    <a:cubicBezTo>
                      <a:pt x="193" y="899"/>
                      <a:pt x="243" y="691"/>
                      <a:pt x="243" y="448"/>
                    </a:cubicBezTo>
                    <a:cubicBezTo>
                      <a:pt x="243" y="193"/>
                      <a:pt x="193" y="0"/>
                      <a:pt x="1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5" name="Google Shape;2645;p44"/>
              <p:cNvSpPr/>
              <p:nvPr/>
            </p:nvSpPr>
            <p:spPr>
              <a:xfrm>
                <a:off x="7810493" y="3342356"/>
                <a:ext cx="23384" cy="86153"/>
              </a:xfrm>
              <a:custGeom>
                <a:avLst/>
                <a:gdLst/>
                <a:ahLst/>
                <a:cxnLst/>
                <a:rect l="l" t="t" r="r" b="b"/>
                <a:pathLst>
                  <a:path w="244" h="899" extrusionOk="0">
                    <a:moveTo>
                      <a:pt x="116" y="0"/>
                    </a:moveTo>
                    <a:cubicBezTo>
                      <a:pt x="50" y="0"/>
                      <a:pt x="0" y="193"/>
                      <a:pt x="0" y="448"/>
                    </a:cubicBezTo>
                    <a:cubicBezTo>
                      <a:pt x="0" y="691"/>
                      <a:pt x="50" y="899"/>
                      <a:pt x="116" y="899"/>
                    </a:cubicBezTo>
                    <a:cubicBezTo>
                      <a:pt x="178" y="899"/>
                      <a:pt x="243" y="691"/>
                      <a:pt x="243" y="448"/>
                    </a:cubicBezTo>
                    <a:cubicBezTo>
                      <a:pt x="243" y="193"/>
                      <a:pt x="178" y="0"/>
                      <a:pt x="1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6" name="Google Shape;2646;p44"/>
              <p:cNvSpPr/>
              <p:nvPr/>
            </p:nvSpPr>
            <p:spPr>
              <a:xfrm>
                <a:off x="7859944" y="3342356"/>
                <a:ext cx="21563" cy="86153"/>
              </a:xfrm>
              <a:custGeom>
                <a:avLst/>
                <a:gdLst/>
                <a:ahLst/>
                <a:cxnLst/>
                <a:rect l="l" t="t" r="r" b="b"/>
                <a:pathLst>
                  <a:path w="225" h="899" extrusionOk="0">
                    <a:moveTo>
                      <a:pt x="113" y="0"/>
                    </a:moveTo>
                    <a:cubicBezTo>
                      <a:pt x="47" y="0"/>
                      <a:pt x="1" y="193"/>
                      <a:pt x="1" y="448"/>
                    </a:cubicBezTo>
                    <a:cubicBezTo>
                      <a:pt x="1" y="691"/>
                      <a:pt x="47" y="899"/>
                      <a:pt x="113" y="899"/>
                    </a:cubicBezTo>
                    <a:cubicBezTo>
                      <a:pt x="178" y="899"/>
                      <a:pt x="225" y="691"/>
                      <a:pt x="225" y="448"/>
                    </a:cubicBezTo>
                    <a:cubicBezTo>
                      <a:pt x="225" y="193"/>
                      <a:pt x="178" y="0"/>
                      <a:pt x="1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7" name="Google Shape;2647;p44"/>
              <p:cNvSpPr/>
              <p:nvPr/>
            </p:nvSpPr>
            <p:spPr>
              <a:xfrm>
                <a:off x="8366724" y="3316098"/>
                <a:ext cx="364940" cy="158603"/>
              </a:xfrm>
              <a:custGeom>
                <a:avLst/>
                <a:gdLst/>
                <a:ahLst/>
                <a:cxnLst/>
                <a:rect l="l" t="t" r="r" b="b"/>
                <a:pathLst>
                  <a:path w="3808" h="1655" extrusionOk="0">
                    <a:moveTo>
                      <a:pt x="1" y="0"/>
                    </a:moveTo>
                    <a:lnTo>
                      <a:pt x="1" y="1300"/>
                    </a:lnTo>
                    <a:cubicBezTo>
                      <a:pt x="1" y="1493"/>
                      <a:pt x="159" y="1655"/>
                      <a:pt x="352" y="1655"/>
                    </a:cubicBezTo>
                    <a:lnTo>
                      <a:pt x="3472" y="1655"/>
                    </a:lnTo>
                    <a:cubicBezTo>
                      <a:pt x="3665" y="1655"/>
                      <a:pt x="3808" y="1493"/>
                      <a:pt x="3808" y="1300"/>
                    </a:cubicBezTo>
                    <a:lnTo>
                      <a:pt x="380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8" name="Google Shape;2648;p44"/>
              <p:cNvSpPr/>
              <p:nvPr/>
            </p:nvSpPr>
            <p:spPr>
              <a:xfrm>
                <a:off x="8607080" y="3154140"/>
                <a:ext cx="36992" cy="212652"/>
              </a:xfrm>
              <a:custGeom>
                <a:avLst/>
                <a:gdLst/>
                <a:ahLst/>
                <a:cxnLst/>
                <a:rect l="l" t="t" r="r" b="b"/>
                <a:pathLst>
                  <a:path w="386" h="2219" extrusionOk="0">
                    <a:moveTo>
                      <a:pt x="305" y="1"/>
                    </a:moveTo>
                    <a:cubicBezTo>
                      <a:pt x="270" y="1"/>
                      <a:pt x="224" y="16"/>
                      <a:pt x="224" y="66"/>
                    </a:cubicBezTo>
                    <a:lnTo>
                      <a:pt x="0" y="2122"/>
                    </a:lnTo>
                    <a:cubicBezTo>
                      <a:pt x="0" y="2172"/>
                      <a:pt x="31" y="2203"/>
                      <a:pt x="62" y="2219"/>
                    </a:cubicBezTo>
                    <a:lnTo>
                      <a:pt x="77" y="2219"/>
                    </a:lnTo>
                    <a:cubicBezTo>
                      <a:pt x="112" y="2219"/>
                      <a:pt x="143" y="2188"/>
                      <a:pt x="158" y="2138"/>
                    </a:cubicBezTo>
                    <a:lnTo>
                      <a:pt x="366" y="82"/>
                    </a:lnTo>
                    <a:cubicBezTo>
                      <a:pt x="386" y="36"/>
                      <a:pt x="351" y="1"/>
                      <a:pt x="30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9" name="Google Shape;2649;p44"/>
              <p:cNvSpPr/>
              <p:nvPr/>
            </p:nvSpPr>
            <p:spPr>
              <a:xfrm>
                <a:off x="8546607" y="3232723"/>
                <a:ext cx="75710" cy="55966"/>
              </a:xfrm>
              <a:custGeom>
                <a:avLst/>
                <a:gdLst/>
                <a:ahLst/>
                <a:cxnLst/>
                <a:rect l="l" t="t" r="r" b="b"/>
                <a:pathLst>
                  <a:path w="790" h="584" extrusionOk="0">
                    <a:moveTo>
                      <a:pt x="150" y="0"/>
                    </a:moveTo>
                    <a:cubicBezTo>
                      <a:pt x="118" y="0"/>
                      <a:pt x="99" y="2"/>
                      <a:pt x="99" y="2"/>
                    </a:cubicBezTo>
                    <a:cubicBezTo>
                      <a:pt x="99" y="2"/>
                      <a:pt x="1" y="584"/>
                      <a:pt x="528" y="584"/>
                    </a:cubicBezTo>
                    <a:cubicBezTo>
                      <a:pt x="602" y="584"/>
                      <a:pt x="689" y="572"/>
                      <a:pt x="789" y="546"/>
                    </a:cubicBezTo>
                    <a:cubicBezTo>
                      <a:pt x="723" y="45"/>
                      <a:pt x="298" y="0"/>
                      <a:pt x="15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0" name="Google Shape;2650;p44"/>
              <p:cNvSpPr/>
              <p:nvPr/>
            </p:nvSpPr>
            <p:spPr>
              <a:xfrm>
                <a:off x="8465051" y="3200427"/>
                <a:ext cx="84814" cy="100241"/>
              </a:xfrm>
              <a:custGeom>
                <a:avLst/>
                <a:gdLst/>
                <a:ahLst/>
                <a:cxnLst/>
                <a:rect l="l" t="t" r="r" b="b"/>
                <a:pathLst>
                  <a:path w="885" h="1046" extrusionOk="0">
                    <a:moveTo>
                      <a:pt x="691" y="0"/>
                    </a:moveTo>
                    <a:cubicBezTo>
                      <a:pt x="691" y="0"/>
                      <a:pt x="1" y="208"/>
                      <a:pt x="132" y="1045"/>
                    </a:cubicBezTo>
                    <a:cubicBezTo>
                      <a:pt x="884" y="852"/>
                      <a:pt x="691" y="0"/>
                      <a:pt x="69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1" name="Google Shape;2651;p44"/>
              <p:cNvSpPr/>
              <p:nvPr/>
            </p:nvSpPr>
            <p:spPr>
              <a:xfrm>
                <a:off x="8622222" y="3273931"/>
                <a:ext cx="81747" cy="49737"/>
              </a:xfrm>
              <a:custGeom>
                <a:avLst/>
                <a:gdLst/>
                <a:ahLst/>
                <a:cxnLst/>
                <a:rect l="l" t="t" r="r" b="b"/>
                <a:pathLst>
                  <a:path w="853" h="519" extrusionOk="0">
                    <a:moveTo>
                      <a:pt x="452" y="0"/>
                    </a:moveTo>
                    <a:cubicBezTo>
                      <a:pt x="295" y="0"/>
                      <a:pt x="123" y="99"/>
                      <a:pt x="0" y="440"/>
                    </a:cubicBezTo>
                    <a:cubicBezTo>
                      <a:pt x="112" y="496"/>
                      <a:pt x="214" y="519"/>
                      <a:pt x="305" y="519"/>
                    </a:cubicBezTo>
                    <a:cubicBezTo>
                      <a:pt x="660" y="519"/>
                      <a:pt x="853" y="182"/>
                      <a:pt x="853" y="182"/>
                    </a:cubicBezTo>
                    <a:cubicBezTo>
                      <a:pt x="853" y="182"/>
                      <a:pt x="666" y="0"/>
                      <a:pt x="45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2" name="Google Shape;2652;p44"/>
              <p:cNvSpPr/>
              <p:nvPr/>
            </p:nvSpPr>
            <p:spPr>
              <a:xfrm>
                <a:off x="8540761" y="3057156"/>
                <a:ext cx="197133" cy="159849"/>
              </a:xfrm>
              <a:custGeom>
                <a:avLst/>
                <a:gdLst/>
                <a:ahLst/>
                <a:cxnLst/>
                <a:rect l="l" t="t" r="r" b="b"/>
                <a:pathLst>
                  <a:path w="2057" h="1668" extrusionOk="0">
                    <a:moveTo>
                      <a:pt x="1022" y="1"/>
                    </a:moveTo>
                    <a:cubicBezTo>
                      <a:pt x="440" y="1"/>
                      <a:pt x="0" y="610"/>
                      <a:pt x="287" y="1240"/>
                    </a:cubicBezTo>
                    <a:cubicBezTo>
                      <a:pt x="353" y="1383"/>
                      <a:pt x="480" y="1510"/>
                      <a:pt x="627" y="1576"/>
                    </a:cubicBezTo>
                    <a:cubicBezTo>
                      <a:pt x="761" y="1639"/>
                      <a:pt x="894" y="1668"/>
                      <a:pt x="1021" y="1668"/>
                    </a:cubicBezTo>
                    <a:cubicBezTo>
                      <a:pt x="1610" y="1668"/>
                      <a:pt x="2057" y="1056"/>
                      <a:pt x="1768" y="434"/>
                    </a:cubicBezTo>
                    <a:cubicBezTo>
                      <a:pt x="1703" y="292"/>
                      <a:pt x="1575" y="161"/>
                      <a:pt x="1429" y="99"/>
                    </a:cubicBezTo>
                    <a:cubicBezTo>
                      <a:pt x="1290" y="31"/>
                      <a:pt x="1153" y="1"/>
                      <a:pt x="102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3" name="Google Shape;2653;p44"/>
              <p:cNvSpPr/>
              <p:nvPr/>
            </p:nvSpPr>
            <p:spPr>
              <a:xfrm>
                <a:off x="8582929" y="3091944"/>
                <a:ext cx="112894" cy="90945"/>
              </a:xfrm>
              <a:custGeom>
                <a:avLst/>
                <a:gdLst/>
                <a:ahLst/>
                <a:cxnLst/>
                <a:rect l="l" t="t" r="r" b="b"/>
                <a:pathLst>
                  <a:path w="1178" h="949" extrusionOk="0">
                    <a:moveTo>
                      <a:pt x="580" y="1"/>
                    </a:moveTo>
                    <a:cubicBezTo>
                      <a:pt x="248" y="1"/>
                      <a:pt x="1" y="344"/>
                      <a:pt x="171" y="700"/>
                    </a:cubicBezTo>
                    <a:cubicBezTo>
                      <a:pt x="202" y="781"/>
                      <a:pt x="267" y="858"/>
                      <a:pt x="364" y="893"/>
                    </a:cubicBezTo>
                    <a:cubicBezTo>
                      <a:pt x="443" y="931"/>
                      <a:pt x="522" y="948"/>
                      <a:pt x="596" y="948"/>
                    </a:cubicBezTo>
                    <a:cubicBezTo>
                      <a:pt x="929" y="948"/>
                      <a:pt x="1178" y="605"/>
                      <a:pt x="1004" y="249"/>
                    </a:cubicBezTo>
                    <a:cubicBezTo>
                      <a:pt x="973" y="152"/>
                      <a:pt x="892" y="87"/>
                      <a:pt x="811" y="56"/>
                    </a:cubicBezTo>
                    <a:cubicBezTo>
                      <a:pt x="732" y="18"/>
                      <a:pt x="654" y="1"/>
                      <a:pt x="58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4" name="Google Shape;2654;p44"/>
              <p:cNvSpPr/>
              <p:nvPr/>
            </p:nvSpPr>
            <p:spPr>
              <a:xfrm>
                <a:off x="8613117" y="3116286"/>
                <a:ext cx="52230" cy="41879"/>
              </a:xfrm>
              <a:custGeom>
                <a:avLst/>
                <a:gdLst/>
                <a:ahLst/>
                <a:cxnLst/>
                <a:rect l="l" t="t" r="r" b="b"/>
                <a:pathLst>
                  <a:path w="545" h="437" extrusionOk="0">
                    <a:moveTo>
                      <a:pt x="274" y="0"/>
                    </a:moveTo>
                    <a:cubicBezTo>
                      <a:pt x="116" y="0"/>
                      <a:pt x="1" y="161"/>
                      <a:pt x="80" y="334"/>
                    </a:cubicBezTo>
                    <a:cubicBezTo>
                      <a:pt x="95" y="365"/>
                      <a:pt x="130" y="396"/>
                      <a:pt x="161" y="411"/>
                    </a:cubicBezTo>
                    <a:cubicBezTo>
                      <a:pt x="199" y="429"/>
                      <a:pt x="236" y="437"/>
                      <a:pt x="272" y="437"/>
                    </a:cubicBezTo>
                    <a:cubicBezTo>
                      <a:pt x="430" y="437"/>
                      <a:pt x="544" y="277"/>
                      <a:pt x="465" y="107"/>
                    </a:cubicBezTo>
                    <a:cubicBezTo>
                      <a:pt x="450" y="76"/>
                      <a:pt x="419" y="45"/>
                      <a:pt x="384" y="26"/>
                    </a:cubicBezTo>
                    <a:cubicBezTo>
                      <a:pt x="347" y="8"/>
                      <a:pt x="309" y="0"/>
                      <a:pt x="2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5" name="Google Shape;2655;p44"/>
              <p:cNvSpPr/>
              <p:nvPr/>
            </p:nvSpPr>
            <p:spPr>
              <a:xfrm>
                <a:off x="8437354" y="3205794"/>
                <a:ext cx="66318" cy="171732"/>
              </a:xfrm>
              <a:custGeom>
                <a:avLst/>
                <a:gdLst/>
                <a:ahLst/>
                <a:cxnLst/>
                <a:rect l="l" t="t" r="r" b="b"/>
                <a:pathLst>
                  <a:path w="692" h="1792" extrusionOk="0">
                    <a:moveTo>
                      <a:pt x="101" y="0"/>
                    </a:moveTo>
                    <a:cubicBezTo>
                      <a:pt x="85" y="0"/>
                      <a:pt x="68" y="4"/>
                      <a:pt x="51" y="10"/>
                    </a:cubicBezTo>
                    <a:cubicBezTo>
                      <a:pt x="16" y="25"/>
                      <a:pt x="1" y="75"/>
                      <a:pt x="35" y="106"/>
                    </a:cubicBezTo>
                    <a:cubicBezTo>
                      <a:pt x="35" y="121"/>
                      <a:pt x="467" y="877"/>
                      <a:pt x="548" y="1730"/>
                    </a:cubicBezTo>
                    <a:cubicBezTo>
                      <a:pt x="548" y="1761"/>
                      <a:pt x="579" y="1792"/>
                      <a:pt x="614" y="1792"/>
                    </a:cubicBezTo>
                    <a:lnTo>
                      <a:pt x="629" y="1792"/>
                    </a:lnTo>
                    <a:cubicBezTo>
                      <a:pt x="660" y="1792"/>
                      <a:pt x="691" y="1745"/>
                      <a:pt x="691" y="1714"/>
                    </a:cubicBezTo>
                    <a:cubicBezTo>
                      <a:pt x="614" y="827"/>
                      <a:pt x="178" y="75"/>
                      <a:pt x="163" y="40"/>
                    </a:cubicBezTo>
                    <a:cubicBezTo>
                      <a:pt x="153" y="11"/>
                      <a:pt x="129" y="0"/>
                      <a:pt x="1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6" name="Google Shape;2656;p44"/>
              <p:cNvSpPr/>
              <p:nvPr/>
            </p:nvSpPr>
            <p:spPr>
              <a:xfrm>
                <a:off x="8303568" y="3053994"/>
                <a:ext cx="234029" cy="166174"/>
              </a:xfrm>
              <a:custGeom>
                <a:avLst/>
                <a:gdLst/>
                <a:ahLst/>
                <a:cxnLst/>
                <a:rect l="l" t="t" r="r" b="b"/>
                <a:pathLst>
                  <a:path w="2442" h="1734" extrusionOk="0">
                    <a:moveTo>
                      <a:pt x="1879" y="1"/>
                    </a:moveTo>
                    <a:lnTo>
                      <a:pt x="1447" y="645"/>
                    </a:lnTo>
                    <a:lnTo>
                      <a:pt x="772" y="97"/>
                    </a:lnTo>
                    <a:lnTo>
                      <a:pt x="772" y="903"/>
                    </a:lnTo>
                    <a:lnTo>
                      <a:pt x="0" y="934"/>
                    </a:lnTo>
                    <a:cubicBezTo>
                      <a:pt x="0" y="934"/>
                      <a:pt x="422" y="1734"/>
                      <a:pt x="1102" y="1734"/>
                    </a:cubicBezTo>
                    <a:cubicBezTo>
                      <a:pt x="1229" y="1734"/>
                      <a:pt x="1365" y="1706"/>
                      <a:pt x="1509" y="1640"/>
                    </a:cubicBezTo>
                    <a:cubicBezTo>
                      <a:pt x="2442" y="1223"/>
                      <a:pt x="1879" y="1"/>
                      <a:pt x="187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7" name="Google Shape;2657;p44"/>
              <p:cNvSpPr/>
              <p:nvPr/>
            </p:nvSpPr>
            <p:spPr>
              <a:xfrm>
                <a:off x="8401895" y="3342356"/>
                <a:ext cx="295843" cy="106182"/>
              </a:xfrm>
              <a:custGeom>
                <a:avLst/>
                <a:gdLst/>
                <a:ahLst/>
                <a:cxnLst/>
                <a:rect l="l" t="t" r="r" b="b"/>
                <a:pathLst>
                  <a:path w="3087" h="1108" extrusionOk="0">
                    <a:moveTo>
                      <a:pt x="0" y="0"/>
                    </a:moveTo>
                    <a:lnTo>
                      <a:pt x="0" y="833"/>
                    </a:lnTo>
                    <a:cubicBezTo>
                      <a:pt x="0" y="980"/>
                      <a:pt x="116" y="1107"/>
                      <a:pt x="259" y="1107"/>
                    </a:cubicBezTo>
                    <a:lnTo>
                      <a:pt x="2816" y="1107"/>
                    </a:lnTo>
                    <a:cubicBezTo>
                      <a:pt x="2974" y="1107"/>
                      <a:pt x="3086" y="980"/>
                      <a:pt x="3086" y="833"/>
                    </a:cubicBezTo>
                    <a:lnTo>
                      <a:pt x="308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8" name="Google Shape;2658;p44"/>
              <p:cNvSpPr/>
              <p:nvPr/>
            </p:nvSpPr>
            <p:spPr>
              <a:xfrm>
                <a:off x="8401895" y="3380785"/>
                <a:ext cx="295843" cy="67754"/>
              </a:xfrm>
              <a:custGeom>
                <a:avLst/>
                <a:gdLst/>
                <a:ahLst/>
                <a:cxnLst/>
                <a:rect l="l" t="t" r="r" b="b"/>
                <a:pathLst>
                  <a:path w="3087" h="707" extrusionOk="0">
                    <a:moveTo>
                      <a:pt x="0" y="0"/>
                    </a:moveTo>
                    <a:lnTo>
                      <a:pt x="0" y="706"/>
                    </a:lnTo>
                    <a:lnTo>
                      <a:pt x="3086" y="706"/>
                    </a:lnTo>
                    <a:lnTo>
                      <a:pt x="308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9" name="Google Shape;2659;p44"/>
              <p:cNvSpPr/>
              <p:nvPr/>
            </p:nvSpPr>
            <p:spPr>
              <a:xfrm>
                <a:off x="8422212" y="3354527"/>
                <a:ext cx="27792" cy="72545"/>
              </a:xfrm>
              <a:custGeom>
                <a:avLst/>
                <a:gdLst/>
                <a:ahLst/>
                <a:cxnLst/>
                <a:rect l="l" t="t" r="r" b="b"/>
                <a:pathLst>
                  <a:path w="290" h="757" extrusionOk="0">
                    <a:moveTo>
                      <a:pt x="143" y="0"/>
                    </a:moveTo>
                    <a:cubicBezTo>
                      <a:pt x="62" y="0"/>
                      <a:pt x="1" y="66"/>
                      <a:pt x="1" y="162"/>
                    </a:cubicBezTo>
                    <a:lnTo>
                      <a:pt x="1" y="594"/>
                    </a:lnTo>
                    <a:cubicBezTo>
                      <a:pt x="1" y="691"/>
                      <a:pt x="62" y="756"/>
                      <a:pt x="143" y="756"/>
                    </a:cubicBezTo>
                    <a:cubicBezTo>
                      <a:pt x="224" y="756"/>
                      <a:pt x="290" y="691"/>
                      <a:pt x="290" y="594"/>
                    </a:cubicBezTo>
                    <a:lnTo>
                      <a:pt x="290" y="162"/>
                    </a:lnTo>
                    <a:cubicBezTo>
                      <a:pt x="290" y="66"/>
                      <a:pt x="224" y="0"/>
                      <a:pt x="1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0" name="Google Shape;2660;p44"/>
              <p:cNvSpPr/>
              <p:nvPr/>
            </p:nvSpPr>
            <p:spPr>
              <a:xfrm>
                <a:off x="8038486" y="3268373"/>
                <a:ext cx="166465" cy="209298"/>
              </a:xfrm>
              <a:custGeom>
                <a:avLst/>
                <a:gdLst/>
                <a:ahLst/>
                <a:cxnLst/>
                <a:rect l="l" t="t" r="r" b="b"/>
                <a:pathLst>
                  <a:path w="1737" h="2184" extrusionOk="0">
                    <a:moveTo>
                      <a:pt x="128" y="1"/>
                    </a:moveTo>
                    <a:cubicBezTo>
                      <a:pt x="67" y="1"/>
                      <a:pt x="1" y="47"/>
                      <a:pt x="1" y="128"/>
                    </a:cubicBezTo>
                    <a:lnTo>
                      <a:pt x="1" y="2057"/>
                    </a:lnTo>
                    <a:cubicBezTo>
                      <a:pt x="1" y="2122"/>
                      <a:pt x="67" y="2184"/>
                      <a:pt x="128" y="2184"/>
                    </a:cubicBezTo>
                    <a:lnTo>
                      <a:pt x="1609" y="2184"/>
                    </a:lnTo>
                    <a:cubicBezTo>
                      <a:pt x="1690" y="2184"/>
                      <a:pt x="1737" y="2122"/>
                      <a:pt x="1737" y="2057"/>
                    </a:cubicBezTo>
                    <a:lnTo>
                      <a:pt x="1737" y="128"/>
                    </a:lnTo>
                    <a:cubicBezTo>
                      <a:pt x="1737" y="47"/>
                      <a:pt x="1690" y="1"/>
                      <a:pt x="160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1" name="Google Shape;2661;p44"/>
              <p:cNvSpPr/>
              <p:nvPr/>
            </p:nvSpPr>
            <p:spPr>
              <a:xfrm>
                <a:off x="8112471" y="3197456"/>
                <a:ext cx="24821" cy="132441"/>
              </a:xfrm>
              <a:custGeom>
                <a:avLst/>
                <a:gdLst/>
                <a:ahLst/>
                <a:cxnLst/>
                <a:rect l="l" t="t" r="r" b="b"/>
                <a:pathLst>
                  <a:path w="259" h="1382" extrusionOk="0">
                    <a:moveTo>
                      <a:pt x="193" y="0"/>
                    </a:moveTo>
                    <a:cubicBezTo>
                      <a:pt x="162" y="0"/>
                      <a:pt x="112" y="16"/>
                      <a:pt x="112" y="66"/>
                    </a:cubicBezTo>
                    <a:cubicBezTo>
                      <a:pt x="97" y="81"/>
                      <a:pt x="0" y="610"/>
                      <a:pt x="16" y="1319"/>
                    </a:cubicBezTo>
                    <a:cubicBezTo>
                      <a:pt x="31" y="1350"/>
                      <a:pt x="66" y="1381"/>
                      <a:pt x="97" y="1381"/>
                    </a:cubicBezTo>
                    <a:cubicBezTo>
                      <a:pt x="147" y="1381"/>
                      <a:pt x="178" y="1350"/>
                      <a:pt x="178" y="1300"/>
                    </a:cubicBezTo>
                    <a:cubicBezTo>
                      <a:pt x="147" y="625"/>
                      <a:pt x="259" y="97"/>
                      <a:pt x="259" y="97"/>
                    </a:cubicBezTo>
                    <a:cubicBezTo>
                      <a:pt x="259" y="46"/>
                      <a:pt x="243" y="16"/>
                      <a:pt x="19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2" name="Google Shape;2662;p44"/>
              <p:cNvSpPr/>
              <p:nvPr/>
            </p:nvSpPr>
            <p:spPr>
              <a:xfrm>
                <a:off x="8043374" y="3141969"/>
                <a:ext cx="99860" cy="106182"/>
              </a:xfrm>
              <a:custGeom>
                <a:avLst/>
                <a:gdLst/>
                <a:ahLst/>
                <a:cxnLst/>
                <a:rect l="l" t="t" r="r" b="b"/>
                <a:pathLst>
                  <a:path w="1042" h="1108" extrusionOk="0">
                    <a:moveTo>
                      <a:pt x="255" y="1"/>
                    </a:moveTo>
                    <a:cubicBezTo>
                      <a:pt x="255" y="1"/>
                      <a:pt x="0" y="676"/>
                      <a:pt x="721" y="1108"/>
                    </a:cubicBezTo>
                    <a:cubicBezTo>
                      <a:pt x="1041" y="386"/>
                      <a:pt x="255" y="1"/>
                      <a:pt x="2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3" name="Google Shape;2663;p44"/>
              <p:cNvSpPr/>
              <p:nvPr/>
            </p:nvSpPr>
            <p:spPr>
              <a:xfrm>
                <a:off x="8126463" y="3190173"/>
                <a:ext cx="95547" cy="66604"/>
              </a:xfrm>
              <a:custGeom>
                <a:avLst/>
                <a:gdLst/>
                <a:ahLst/>
                <a:cxnLst/>
                <a:rect l="l" t="t" r="r" b="b"/>
                <a:pathLst>
                  <a:path w="997" h="695" extrusionOk="0">
                    <a:moveTo>
                      <a:pt x="871" y="1"/>
                    </a:moveTo>
                    <a:cubicBezTo>
                      <a:pt x="654" y="1"/>
                      <a:pt x="214" y="78"/>
                      <a:pt x="1" y="670"/>
                    </a:cubicBezTo>
                    <a:cubicBezTo>
                      <a:pt x="73" y="687"/>
                      <a:pt x="140" y="695"/>
                      <a:pt x="203" y="695"/>
                    </a:cubicBezTo>
                    <a:cubicBezTo>
                      <a:pt x="797" y="695"/>
                      <a:pt x="996" y="11"/>
                      <a:pt x="996" y="11"/>
                    </a:cubicBezTo>
                    <a:cubicBezTo>
                      <a:pt x="996" y="11"/>
                      <a:pt x="947" y="1"/>
                      <a:pt x="87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4" name="Google Shape;2664;p44"/>
              <p:cNvSpPr/>
              <p:nvPr/>
            </p:nvSpPr>
            <p:spPr>
              <a:xfrm>
                <a:off x="8058516" y="3288402"/>
                <a:ext cx="126502" cy="167899"/>
              </a:xfrm>
              <a:custGeom>
                <a:avLst/>
                <a:gdLst/>
                <a:ahLst/>
                <a:cxnLst/>
                <a:rect l="l" t="t" r="r" b="b"/>
                <a:pathLst>
                  <a:path w="1320" h="1752" extrusionOk="0">
                    <a:moveTo>
                      <a:pt x="147" y="0"/>
                    </a:moveTo>
                    <a:cubicBezTo>
                      <a:pt x="66" y="0"/>
                      <a:pt x="0" y="62"/>
                      <a:pt x="0" y="143"/>
                    </a:cubicBezTo>
                    <a:lnTo>
                      <a:pt x="0" y="1605"/>
                    </a:lnTo>
                    <a:cubicBezTo>
                      <a:pt x="0" y="1686"/>
                      <a:pt x="66" y="1751"/>
                      <a:pt x="147" y="1751"/>
                    </a:cubicBezTo>
                    <a:lnTo>
                      <a:pt x="1173" y="1751"/>
                    </a:lnTo>
                    <a:cubicBezTo>
                      <a:pt x="1254" y="1751"/>
                      <a:pt x="1319" y="1686"/>
                      <a:pt x="1319" y="1605"/>
                    </a:cubicBezTo>
                    <a:lnTo>
                      <a:pt x="1319" y="143"/>
                    </a:lnTo>
                    <a:cubicBezTo>
                      <a:pt x="1319" y="62"/>
                      <a:pt x="1254" y="0"/>
                      <a:pt x="117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5" name="Google Shape;2665;p44"/>
              <p:cNvSpPr/>
              <p:nvPr/>
            </p:nvSpPr>
            <p:spPr>
              <a:xfrm>
                <a:off x="8058516" y="3408481"/>
                <a:ext cx="126502" cy="47820"/>
              </a:xfrm>
              <a:custGeom>
                <a:avLst/>
                <a:gdLst/>
                <a:ahLst/>
                <a:cxnLst/>
                <a:rect l="l" t="t" r="r" b="b"/>
                <a:pathLst>
                  <a:path w="1320" h="499" extrusionOk="0">
                    <a:moveTo>
                      <a:pt x="0" y="1"/>
                    </a:moveTo>
                    <a:lnTo>
                      <a:pt x="0" y="352"/>
                    </a:lnTo>
                    <a:cubicBezTo>
                      <a:pt x="0" y="433"/>
                      <a:pt x="66" y="498"/>
                      <a:pt x="147" y="498"/>
                    </a:cubicBezTo>
                    <a:lnTo>
                      <a:pt x="1173" y="498"/>
                    </a:lnTo>
                    <a:cubicBezTo>
                      <a:pt x="1254" y="498"/>
                      <a:pt x="1319" y="433"/>
                      <a:pt x="1319" y="352"/>
                    </a:cubicBezTo>
                    <a:lnTo>
                      <a:pt x="1319" y="82"/>
                    </a:lnTo>
                    <a:cubicBezTo>
                      <a:pt x="1157" y="143"/>
                      <a:pt x="980" y="178"/>
                      <a:pt x="806" y="178"/>
                    </a:cubicBezTo>
                    <a:cubicBezTo>
                      <a:pt x="517" y="178"/>
                      <a:pt x="228" y="97"/>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6" name="Google Shape;2666;p44"/>
              <p:cNvSpPr/>
              <p:nvPr/>
            </p:nvSpPr>
            <p:spPr>
              <a:xfrm>
                <a:off x="8132405" y="3375993"/>
                <a:ext cx="32680" cy="26354"/>
              </a:xfrm>
              <a:custGeom>
                <a:avLst/>
                <a:gdLst/>
                <a:ahLst/>
                <a:cxnLst/>
                <a:rect l="l" t="t" r="r" b="b"/>
                <a:pathLst>
                  <a:path w="341" h="275" extrusionOk="0">
                    <a:moveTo>
                      <a:pt x="178" y="0"/>
                    </a:moveTo>
                    <a:cubicBezTo>
                      <a:pt x="82" y="0"/>
                      <a:pt x="1" y="112"/>
                      <a:pt x="51" y="208"/>
                    </a:cubicBezTo>
                    <a:cubicBezTo>
                      <a:pt x="66" y="228"/>
                      <a:pt x="82" y="259"/>
                      <a:pt x="112" y="274"/>
                    </a:cubicBezTo>
                    <a:lnTo>
                      <a:pt x="178" y="274"/>
                    </a:lnTo>
                    <a:cubicBezTo>
                      <a:pt x="259" y="274"/>
                      <a:pt x="340" y="178"/>
                      <a:pt x="290" y="81"/>
                    </a:cubicBezTo>
                    <a:cubicBezTo>
                      <a:pt x="274" y="50"/>
                      <a:pt x="259" y="35"/>
                      <a:pt x="228" y="16"/>
                    </a:cubicBezTo>
                    <a:cubicBezTo>
                      <a:pt x="209" y="16"/>
                      <a:pt x="193" y="0"/>
                      <a:pt x="1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7" name="Google Shape;2667;p44"/>
              <p:cNvSpPr/>
              <p:nvPr/>
            </p:nvSpPr>
            <p:spPr>
              <a:xfrm>
                <a:off x="8077012" y="3353089"/>
                <a:ext cx="40347" cy="32200"/>
              </a:xfrm>
              <a:custGeom>
                <a:avLst/>
                <a:gdLst/>
                <a:ahLst/>
                <a:cxnLst/>
                <a:rect l="l" t="t" r="r" b="b"/>
                <a:pathLst>
                  <a:path w="421" h="336" extrusionOk="0">
                    <a:moveTo>
                      <a:pt x="208" y="0"/>
                    </a:moveTo>
                    <a:cubicBezTo>
                      <a:pt x="97" y="0"/>
                      <a:pt x="0" y="143"/>
                      <a:pt x="81" y="255"/>
                    </a:cubicBezTo>
                    <a:cubicBezTo>
                      <a:pt x="81" y="289"/>
                      <a:pt x="97" y="305"/>
                      <a:pt x="112" y="305"/>
                    </a:cubicBezTo>
                    <a:cubicBezTo>
                      <a:pt x="147" y="320"/>
                      <a:pt x="177" y="336"/>
                      <a:pt x="208" y="336"/>
                    </a:cubicBezTo>
                    <a:cubicBezTo>
                      <a:pt x="339" y="336"/>
                      <a:pt x="420" y="208"/>
                      <a:pt x="355" y="81"/>
                    </a:cubicBezTo>
                    <a:cubicBezTo>
                      <a:pt x="339" y="62"/>
                      <a:pt x="324" y="46"/>
                      <a:pt x="305" y="31"/>
                    </a:cubicBezTo>
                    <a:cubicBezTo>
                      <a:pt x="274" y="15"/>
                      <a:pt x="243" y="0"/>
                      <a:pt x="20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8" name="Google Shape;2668;p44"/>
              <p:cNvSpPr/>
              <p:nvPr/>
            </p:nvSpPr>
            <p:spPr>
              <a:xfrm>
                <a:off x="8067716" y="3308335"/>
                <a:ext cx="27792" cy="95449"/>
              </a:xfrm>
              <a:custGeom>
                <a:avLst/>
                <a:gdLst/>
                <a:ahLst/>
                <a:cxnLst/>
                <a:rect l="l" t="t" r="r" b="b"/>
                <a:pathLst>
                  <a:path w="290" h="996" extrusionOk="0">
                    <a:moveTo>
                      <a:pt x="147" y="0"/>
                    </a:moveTo>
                    <a:cubicBezTo>
                      <a:pt x="66" y="0"/>
                      <a:pt x="1" y="66"/>
                      <a:pt x="1" y="162"/>
                    </a:cubicBezTo>
                    <a:lnTo>
                      <a:pt x="1" y="853"/>
                    </a:lnTo>
                    <a:cubicBezTo>
                      <a:pt x="1" y="934"/>
                      <a:pt x="66" y="995"/>
                      <a:pt x="147" y="995"/>
                    </a:cubicBezTo>
                    <a:cubicBezTo>
                      <a:pt x="228" y="995"/>
                      <a:pt x="290" y="934"/>
                      <a:pt x="290" y="853"/>
                    </a:cubicBezTo>
                    <a:lnTo>
                      <a:pt x="290" y="162"/>
                    </a:lnTo>
                    <a:cubicBezTo>
                      <a:pt x="290" y="66"/>
                      <a:pt x="228" y="0"/>
                      <a:pt x="1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9" name="Google Shape;2669;p44"/>
              <p:cNvSpPr/>
              <p:nvPr/>
            </p:nvSpPr>
            <p:spPr>
              <a:xfrm>
                <a:off x="8132405" y="3334593"/>
                <a:ext cx="26355" cy="18592"/>
              </a:xfrm>
              <a:custGeom>
                <a:avLst/>
                <a:gdLst/>
                <a:ahLst/>
                <a:cxnLst/>
                <a:rect l="l" t="t" r="r" b="b"/>
                <a:pathLst>
                  <a:path w="275" h="194" extrusionOk="0">
                    <a:moveTo>
                      <a:pt x="147" y="0"/>
                    </a:moveTo>
                    <a:cubicBezTo>
                      <a:pt x="66" y="0"/>
                      <a:pt x="1" y="81"/>
                      <a:pt x="51" y="158"/>
                    </a:cubicBezTo>
                    <a:cubicBezTo>
                      <a:pt x="66" y="158"/>
                      <a:pt x="66" y="178"/>
                      <a:pt x="82" y="178"/>
                    </a:cubicBezTo>
                    <a:cubicBezTo>
                      <a:pt x="97" y="193"/>
                      <a:pt x="112" y="193"/>
                      <a:pt x="147" y="193"/>
                    </a:cubicBezTo>
                    <a:cubicBezTo>
                      <a:pt x="209" y="193"/>
                      <a:pt x="274" y="112"/>
                      <a:pt x="228" y="31"/>
                    </a:cubicBezTo>
                    <a:cubicBezTo>
                      <a:pt x="228" y="31"/>
                      <a:pt x="209" y="16"/>
                      <a:pt x="193" y="16"/>
                    </a:cubicBezTo>
                    <a:cubicBezTo>
                      <a:pt x="178" y="0"/>
                      <a:pt x="163" y="0"/>
                      <a:pt x="1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70" name="Google Shape;2670;p44"/>
            <p:cNvGrpSpPr/>
            <p:nvPr/>
          </p:nvGrpSpPr>
          <p:grpSpPr>
            <a:xfrm>
              <a:off x="719107" y="2473793"/>
              <a:ext cx="1087346" cy="588664"/>
              <a:chOff x="7791997" y="2089174"/>
              <a:chExt cx="819587" cy="443706"/>
            </a:xfrm>
          </p:grpSpPr>
          <p:sp>
            <p:nvSpPr>
              <p:cNvPr id="2671" name="Google Shape;2671;p44"/>
              <p:cNvSpPr/>
              <p:nvPr/>
            </p:nvSpPr>
            <p:spPr>
              <a:xfrm>
                <a:off x="7844419" y="2135462"/>
                <a:ext cx="109539" cy="198565"/>
              </a:xfrm>
              <a:custGeom>
                <a:avLst/>
                <a:gdLst/>
                <a:ahLst/>
                <a:cxnLst/>
                <a:rect l="l" t="t" r="r" b="b"/>
                <a:pathLst>
                  <a:path w="1143" h="2072" extrusionOk="0">
                    <a:moveTo>
                      <a:pt x="1" y="0"/>
                    </a:moveTo>
                    <a:lnTo>
                      <a:pt x="1" y="0"/>
                    </a:lnTo>
                    <a:cubicBezTo>
                      <a:pt x="67" y="1508"/>
                      <a:pt x="1143" y="2071"/>
                      <a:pt x="1143" y="2071"/>
                    </a:cubicBezTo>
                    <a:cubicBezTo>
                      <a:pt x="1143" y="2071"/>
                      <a:pt x="1143" y="802"/>
                      <a:pt x="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2" name="Google Shape;2672;p44"/>
              <p:cNvSpPr/>
              <p:nvPr/>
            </p:nvSpPr>
            <p:spPr>
              <a:xfrm>
                <a:off x="7910641" y="2089174"/>
                <a:ext cx="123531" cy="226356"/>
              </a:xfrm>
              <a:custGeom>
                <a:avLst/>
                <a:gdLst/>
                <a:ahLst/>
                <a:cxnLst/>
                <a:rect l="l" t="t" r="r" b="b"/>
                <a:pathLst>
                  <a:path w="1289" h="2362" extrusionOk="0">
                    <a:moveTo>
                      <a:pt x="660" y="1"/>
                    </a:moveTo>
                    <a:lnTo>
                      <a:pt x="660" y="1"/>
                    </a:lnTo>
                    <a:cubicBezTo>
                      <a:pt x="0" y="1351"/>
                      <a:pt x="675" y="2361"/>
                      <a:pt x="675" y="2361"/>
                    </a:cubicBezTo>
                    <a:cubicBezTo>
                      <a:pt x="675" y="2361"/>
                      <a:pt x="1289" y="1235"/>
                      <a:pt x="66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3" name="Google Shape;2673;p44"/>
              <p:cNvSpPr/>
              <p:nvPr/>
            </p:nvSpPr>
            <p:spPr>
              <a:xfrm>
                <a:off x="8017115" y="2135462"/>
                <a:ext cx="109444" cy="198565"/>
              </a:xfrm>
              <a:custGeom>
                <a:avLst/>
                <a:gdLst/>
                <a:ahLst/>
                <a:cxnLst/>
                <a:rect l="l" t="t" r="r" b="b"/>
                <a:pathLst>
                  <a:path w="1142" h="2072" extrusionOk="0">
                    <a:moveTo>
                      <a:pt x="0" y="0"/>
                    </a:moveTo>
                    <a:lnTo>
                      <a:pt x="0" y="0"/>
                    </a:lnTo>
                    <a:cubicBezTo>
                      <a:pt x="62" y="1508"/>
                      <a:pt x="1142" y="2071"/>
                      <a:pt x="1142" y="2071"/>
                    </a:cubicBezTo>
                    <a:cubicBezTo>
                      <a:pt x="1142" y="2071"/>
                      <a:pt x="1142" y="802"/>
                      <a:pt x="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4" name="Google Shape;2674;p44"/>
              <p:cNvSpPr/>
              <p:nvPr/>
            </p:nvSpPr>
            <p:spPr>
              <a:xfrm>
                <a:off x="8083242" y="2089174"/>
                <a:ext cx="123244" cy="226356"/>
              </a:xfrm>
              <a:custGeom>
                <a:avLst/>
                <a:gdLst/>
                <a:ahLst/>
                <a:cxnLst/>
                <a:rect l="l" t="t" r="r" b="b"/>
                <a:pathLst>
                  <a:path w="1286" h="2362" extrusionOk="0">
                    <a:moveTo>
                      <a:pt x="645" y="1"/>
                    </a:moveTo>
                    <a:lnTo>
                      <a:pt x="645" y="1"/>
                    </a:lnTo>
                    <a:cubicBezTo>
                      <a:pt x="1" y="1351"/>
                      <a:pt x="676" y="2361"/>
                      <a:pt x="676" y="2361"/>
                    </a:cubicBezTo>
                    <a:cubicBezTo>
                      <a:pt x="676" y="2361"/>
                      <a:pt x="1285" y="1235"/>
                      <a:pt x="64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5" name="Google Shape;2675;p44"/>
              <p:cNvSpPr/>
              <p:nvPr/>
            </p:nvSpPr>
            <p:spPr>
              <a:xfrm>
                <a:off x="7986064" y="2110641"/>
                <a:ext cx="122094" cy="220415"/>
              </a:xfrm>
              <a:custGeom>
                <a:avLst/>
                <a:gdLst/>
                <a:ahLst/>
                <a:cxnLst/>
                <a:rect l="l" t="t" r="r" b="b"/>
                <a:pathLst>
                  <a:path w="1274" h="2300" extrusionOk="0">
                    <a:moveTo>
                      <a:pt x="965" y="1"/>
                    </a:moveTo>
                    <a:lnTo>
                      <a:pt x="965" y="1"/>
                    </a:lnTo>
                    <a:cubicBezTo>
                      <a:pt x="0" y="1158"/>
                      <a:pt x="405" y="2299"/>
                      <a:pt x="405" y="2299"/>
                    </a:cubicBezTo>
                    <a:cubicBezTo>
                      <a:pt x="405" y="2299"/>
                      <a:pt x="1273" y="1366"/>
                      <a:pt x="9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6" name="Google Shape;2676;p44"/>
              <p:cNvSpPr/>
              <p:nvPr/>
            </p:nvSpPr>
            <p:spPr>
              <a:xfrm>
                <a:off x="8133939" y="2135462"/>
                <a:ext cx="110977" cy="198565"/>
              </a:xfrm>
              <a:custGeom>
                <a:avLst/>
                <a:gdLst/>
                <a:ahLst/>
                <a:cxnLst/>
                <a:rect l="l" t="t" r="r" b="b"/>
                <a:pathLst>
                  <a:path w="1158" h="2072" extrusionOk="0">
                    <a:moveTo>
                      <a:pt x="0" y="0"/>
                    </a:moveTo>
                    <a:cubicBezTo>
                      <a:pt x="81" y="1508"/>
                      <a:pt x="1157" y="2071"/>
                      <a:pt x="1157" y="2071"/>
                    </a:cubicBezTo>
                    <a:cubicBezTo>
                      <a:pt x="1157" y="2071"/>
                      <a:pt x="1142" y="802"/>
                      <a:pt x="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7" name="Google Shape;2677;p44"/>
              <p:cNvSpPr/>
              <p:nvPr/>
            </p:nvSpPr>
            <p:spPr>
              <a:xfrm>
                <a:off x="8201886" y="2089174"/>
                <a:ext cx="121710" cy="226356"/>
              </a:xfrm>
              <a:custGeom>
                <a:avLst/>
                <a:gdLst/>
                <a:ahLst/>
                <a:cxnLst/>
                <a:rect l="l" t="t" r="r" b="b"/>
                <a:pathLst>
                  <a:path w="1270" h="2362" extrusionOk="0">
                    <a:moveTo>
                      <a:pt x="641" y="1"/>
                    </a:moveTo>
                    <a:lnTo>
                      <a:pt x="641" y="1"/>
                    </a:lnTo>
                    <a:cubicBezTo>
                      <a:pt x="1" y="1351"/>
                      <a:pt x="676" y="2361"/>
                      <a:pt x="676" y="2361"/>
                    </a:cubicBezTo>
                    <a:cubicBezTo>
                      <a:pt x="676" y="2361"/>
                      <a:pt x="1270" y="1235"/>
                      <a:pt x="64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8" name="Google Shape;2678;p44"/>
              <p:cNvSpPr/>
              <p:nvPr/>
            </p:nvSpPr>
            <p:spPr>
              <a:xfrm>
                <a:off x="8306539" y="2135462"/>
                <a:ext cx="109444" cy="198565"/>
              </a:xfrm>
              <a:custGeom>
                <a:avLst/>
                <a:gdLst/>
                <a:ahLst/>
                <a:cxnLst/>
                <a:rect l="l" t="t" r="r" b="b"/>
                <a:pathLst>
                  <a:path w="1142" h="2072" extrusionOk="0">
                    <a:moveTo>
                      <a:pt x="0" y="0"/>
                    </a:moveTo>
                    <a:cubicBezTo>
                      <a:pt x="81" y="1508"/>
                      <a:pt x="1142" y="2071"/>
                      <a:pt x="1142" y="2071"/>
                    </a:cubicBezTo>
                    <a:cubicBezTo>
                      <a:pt x="1142" y="2071"/>
                      <a:pt x="1142" y="802"/>
                      <a:pt x="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9" name="Google Shape;2679;p44"/>
              <p:cNvSpPr/>
              <p:nvPr/>
            </p:nvSpPr>
            <p:spPr>
              <a:xfrm>
                <a:off x="8372665" y="2135462"/>
                <a:ext cx="123531" cy="227698"/>
              </a:xfrm>
              <a:custGeom>
                <a:avLst/>
                <a:gdLst/>
                <a:ahLst/>
                <a:cxnLst/>
                <a:rect l="l" t="t" r="r" b="b"/>
                <a:pathLst>
                  <a:path w="1289" h="2376" extrusionOk="0">
                    <a:moveTo>
                      <a:pt x="660" y="0"/>
                    </a:moveTo>
                    <a:lnTo>
                      <a:pt x="660" y="0"/>
                    </a:lnTo>
                    <a:cubicBezTo>
                      <a:pt x="1" y="1365"/>
                      <a:pt x="676" y="2376"/>
                      <a:pt x="676" y="2376"/>
                    </a:cubicBezTo>
                    <a:cubicBezTo>
                      <a:pt x="676" y="2376"/>
                      <a:pt x="1289" y="1234"/>
                      <a:pt x="66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0" name="Google Shape;2680;p44"/>
              <p:cNvSpPr/>
              <p:nvPr/>
            </p:nvSpPr>
            <p:spPr>
              <a:xfrm>
                <a:off x="8275871" y="2110641"/>
                <a:ext cx="121710" cy="220415"/>
              </a:xfrm>
              <a:custGeom>
                <a:avLst/>
                <a:gdLst/>
                <a:ahLst/>
                <a:cxnLst/>
                <a:rect l="l" t="t" r="r" b="b"/>
                <a:pathLst>
                  <a:path w="1270" h="2300" extrusionOk="0">
                    <a:moveTo>
                      <a:pt x="980" y="1"/>
                    </a:moveTo>
                    <a:cubicBezTo>
                      <a:pt x="0" y="1158"/>
                      <a:pt x="401" y="2299"/>
                      <a:pt x="401" y="2299"/>
                    </a:cubicBezTo>
                    <a:cubicBezTo>
                      <a:pt x="401" y="2299"/>
                      <a:pt x="1269" y="1366"/>
                      <a:pt x="9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1" name="Google Shape;2681;p44"/>
              <p:cNvSpPr/>
              <p:nvPr/>
            </p:nvSpPr>
            <p:spPr>
              <a:xfrm>
                <a:off x="7791997" y="2287741"/>
                <a:ext cx="798114" cy="245140"/>
              </a:xfrm>
              <a:custGeom>
                <a:avLst/>
                <a:gdLst/>
                <a:ahLst/>
                <a:cxnLst/>
                <a:rect l="l" t="t" r="r" b="b"/>
                <a:pathLst>
                  <a:path w="8328" h="2558" extrusionOk="0">
                    <a:moveTo>
                      <a:pt x="0" y="0"/>
                    </a:moveTo>
                    <a:lnTo>
                      <a:pt x="0" y="1898"/>
                    </a:lnTo>
                    <a:cubicBezTo>
                      <a:pt x="0" y="2268"/>
                      <a:pt x="309" y="2557"/>
                      <a:pt x="660" y="2557"/>
                    </a:cubicBezTo>
                    <a:lnTo>
                      <a:pt x="1015" y="2557"/>
                    </a:lnTo>
                    <a:cubicBezTo>
                      <a:pt x="1127" y="2557"/>
                      <a:pt x="1208" y="2476"/>
                      <a:pt x="1208" y="2365"/>
                    </a:cubicBezTo>
                    <a:lnTo>
                      <a:pt x="1208" y="2203"/>
                    </a:lnTo>
                    <a:cubicBezTo>
                      <a:pt x="1208" y="2091"/>
                      <a:pt x="1304" y="1994"/>
                      <a:pt x="1431" y="1994"/>
                    </a:cubicBezTo>
                    <a:cubicBezTo>
                      <a:pt x="1543" y="1994"/>
                      <a:pt x="1640" y="2091"/>
                      <a:pt x="1640" y="2203"/>
                    </a:cubicBezTo>
                    <a:lnTo>
                      <a:pt x="1640" y="2380"/>
                    </a:lnTo>
                    <a:cubicBezTo>
                      <a:pt x="1640" y="2476"/>
                      <a:pt x="1721" y="2557"/>
                      <a:pt x="1832" y="2557"/>
                    </a:cubicBezTo>
                    <a:cubicBezTo>
                      <a:pt x="1929" y="2557"/>
                      <a:pt x="2010" y="2476"/>
                      <a:pt x="2010" y="2380"/>
                    </a:cubicBezTo>
                    <a:lnTo>
                      <a:pt x="2010" y="2218"/>
                    </a:lnTo>
                    <a:cubicBezTo>
                      <a:pt x="2010" y="2091"/>
                      <a:pt x="2106" y="1994"/>
                      <a:pt x="2218" y="1994"/>
                    </a:cubicBezTo>
                    <a:cubicBezTo>
                      <a:pt x="2227" y="1993"/>
                      <a:pt x="2236" y="1993"/>
                      <a:pt x="2245" y="1993"/>
                    </a:cubicBezTo>
                    <a:cubicBezTo>
                      <a:pt x="2362" y="1993"/>
                      <a:pt x="2446" y="2084"/>
                      <a:pt x="2446" y="2203"/>
                    </a:cubicBezTo>
                    <a:lnTo>
                      <a:pt x="2446" y="2380"/>
                    </a:lnTo>
                    <a:cubicBezTo>
                      <a:pt x="2446" y="2476"/>
                      <a:pt x="2527" y="2557"/>
                      <a:pt x="2623" y="2557"/>
                    </a:cubicBezTo>
                    <a:cubicBezTo>
                      <a:pt x="2735" y="2557"/>
                      <a:pt x="2816" y="2476"/>
                      <a:pt x="2816" y="2380"/>
                    </a:cubicBezTo>
                    <a:lnTo>
                      <a:pt x="2816" y="2218"/>
                    </a:lnTo>
                    <a:cubicBezTo>
                      <a:pt x="2816" y="2091"/>
                      <a:pt x="2893" y="1994"/>
                      <a:pt x="3024" y="1994"/>
                    </a:cubicBezTo>
                    <a:cubicBezTo>
                      <a:pt x="3032" y="1993"/>
                      <a:pt x="3040" y="1993"/>
                      <a:pt x="3048" y="1993"/>
                    </a:cubicBezTo>
                    <a:cubicBezTo>
                      <a:pt x="3151" y="1993"/>
                      <a:pt x="3248" y="2084"/>
                      <a:pt x="3248" y="2203"/>
                    </a:cubicBezTo>
                    <a:lnTo>
                      <a:pt x="3248" y="2365"/>
                    </a:lnTo>
                    <a:cubicBezTo>
                      <a:pt x="3248" y="2476"/>
                      <a:pt x="3329" y="2557"/>
                      <a:pt x="3441" y="2557"/>
                    </a:cubicBezTo>
                    <a:lnTo>
                      <a:pt x="6943" y="2557"/>
                    </a:lnTo>
                    <a:cubicBezTo>
                      <a:pt x="7313" y="2557"/>
                      <a:pt x="7603" y="2268"/>
                      <a:pt x="7603" y="1898"/>
                    </a:cubicBezTo>
                    <a:lnTo>
                      <a:pt x="7603" y="1366"/>
                    </a:lnTo>
                    <a:lnTo>
                      <a:pt x="8328" y="1366"/>
                    </a:lnTo>
                    <a:lnTo>
                      <a:pt x="8328" y="370"/>
                    </a:lnTo>
                    <a:lnTo>
                      <a:pt x="7603" y="370"/>
                    </a:lnTo>
                    <a:lnTo>
                      <a:pt x="760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2" name="Google Shape;2682;p44"/>
              <p:cNvSpPr/>
              <p:nvPr/>
            </p:nvSpPr>
            <p:spPr>
              <a:xfrm>
                <a:off x="7826018" y="2287741"/>
                <a:ext cx="662412" cy="166365"/>
              </a:xfrm>
              <a:custGeom>
                <a:avLst/>
                <a:gdLst/>
                <a:ahLst/>
                <a:cxnLst/>
                <a:rect l="l" t="t" r="r" b="b"/>
                <a:pathLst>
                  <a:path w="6912" h="1736" extrusionOk="0">
                    <a:moveTo>
                      <a:pt x="0" y="0"/>
                    </a:moveTo>
                    <a:lnTo>
                      <a:pt x="0" y="1076"/>
                    </a:lnTo>
                    <a:cubicBezTo>
                      <a:pt x="0" y="1447"/>
                      <a:pt x="289" y="1736"/>
                      <a:pt x="660" y="1736"/>
                    </a:cubicBezTo>
                    <a:lnTo>
                      <a:pt x="6252" y="1736"/>
                    </a:lnTo>
                    <a:cubicBezTo>
                      <a:pt x="6607" y="1736"/>
                      <a:pt x="6912" y="1447"/>
                      <a:pt x="6912" y="1076"/>
                    </a:cubicBezTo>
                    <a:lnTo>
                      <a:pt x="691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3" name="Google Shape;2683;p44"/>
              <p:cNvSpPr/>
              <p:nvPr/>
            </p:nvSpPr>
            <p:spPr>
              <a:xfrm>
                <a:off x="8566733" y="2313999"/>
                <a:ext cx="44851" cy="115382"/>
              </a:xfrm>
              <a:custGeom>
                <a:avLst/>
                <a:gdLst/>
                <a:ahLst/>
                <a:cxnLst/>
                <a:rect l="l" t="t" r="r" b="b"/>
                <a:pathLst>
                  <a:path w="468" h="1204" extrusionOk="0">
                    <a:moveTo>
                      <a:pt x="132" y="0"/>
                    </a:moveTo>
                    <a:cubicBezTo>
                      <a:pt x="66" y="0"/>
                      <a:pt x="1" y="46"/>
                      <a:pt x="1" y="112"/>
                    </a:cubicBezTo>
                    <a:lnTo>
                      <a:pt x="1" y="1076"/>
                    </a:lnTo>
                    <a:cubicBezTo>
                      <a:pt x="1" y="1142"/>
                      <a:pt x="66" y="1203"/>
                      <a:pt x="132" y="1203"/>
                    </a:cubicBezTo>
                    <a:lnTo>
                      <a:pt x="356" y="1203"/>
                    </a:lnTo>
                    <a:cubicBezTo>
                      <a:pt x="421" y="1203"/>
                      <a:pt x="467" y="1142"/>
                      <a:pt x="467" y="1076"/>
                    </a:cubicBezTo>
                    <a:lnTo>
                      <a:pt x="467" y="112"/>
                    </a:lnTo>
                    <a:cubicBezTo>
                      <a:pt x="467" y="46"/>
                      <a:pt x="421" y="0"/>
                      <a:pt x="35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4" name="Google Shape;2684;p44"/>
              <p:cNvSpPr/>
              <p:nvPr/>
            </p:nvSpPr>
            <p:spPr>
              <a:xfrm>
                <a:off x="7826018" y="2366419"/>
                <a:ext cx="662412" cy="87687"/>
              </a:xfrm>
              <a:custGeom>
                <a:avLst/>
                <a:gdLst/>
                <a:ahLst/>
                <a:cxnLst/>
                <a:rect l="l" t="t" r="r" b="b"/>
                <a:pathLst>
                  <a:path w="6912" h="915" extrusionOk="0">
                    <a:moveTo>
                      <a:pt x="5720" y="448"/>
                    </a:moveTo>
                    <a:cubicBezTo>
                      <a:pt x="5755" y="448"/>
                      <a:pt x="5770" y="448"/>
                      <a:pt x="5786" y="464"/>
                    </a:cubicBezTo>
                    <a:cubicBezTo>
                      <a:pt x="5801" y="464"/>
                      <a:pt x="5817" y="483"/>
                      <a:pt x="5817" y="498"/>
                    </a:cubicBezTo>
                    <a:cubicBezTo>
                      <a:pt x="5867" y="579"/>
                      <a:pt x="5817" y="656"/>
                      <a:pt x="5720" y="656"/>
                    </a:cubicBezTo>
                    <a:cubicBezTo>
                      <a:pt x="5705" y="656"/>
                      <a:pt x="5689" y="656"/>
                      <a:pt x="5674" y="641"/>
                    </a:cubicBezTo>
                    <a:cubicBezTo>
                      <a:pt x="5658" y="641"/>
                      <a:pt x="5643" y="626"/>
                      <a:pt x="5643" y="610"/>
                    </a:cubicBezTo>
                    <a:cubicBezTo>
                      <a:pt x="5593" y="529"/>
                      <a:pt x="5643" y="448"/>
                      <a:pt x="5720" y="448"/>
                    </a:cubicBezTo>
                    <a:close/>
                    <a:moveTo>
                      <a:pt x="6156" y="386"/>
                    </a:moveTo>
                    <a:cubicBezTo>
                      <a:pt x="6187" y="386"/>
                      <a:pt x="6222" y="402"/>
                      <a:pt x="6252" y="417"/>
                    </a:cubicBezTo>
                    <a:cubicBezTo>
                      <a:pt x="6268" y="433"/>
                      <a:pt x="6283" y="433"/>
                      <a:pt x="6299" y="464"/>
                    </a:cubicBezTo>
                    <a:cubicBezTo>
                      <a:pt x="6380" y="595"/>
                      <a:pt x="6283" y="722"/>
                      <a:pt x="6156" y="722"/>
                    </a:cubicBezTo>
                    <a:cubicBezTo>
                      <a:pt x="6141" y="722"/>
                      <a:pt x="6106" y="707"/>
                      <a:pt x="6075" y="691"/>
                    </a:cubicBezTo>
                    <a:cubicBezTo>
                      <a:pt x="6044" y="676"/>
                      <a:pt x="6044" y="656"/>
                      <a:pt x="6029" y="641"/>
                    </a:cubicBezTo>
                    <a:cubicBezTo>
                      <a:pt x="5948" y="514"/>
                      <a:pt x="6044" y="386"/>
                      <a:pt x="6156" y="386"/>
                    </a:cubicBezTo>
                    <a:close/>
                    <a:moveTo>
                      <a:pt x="0" y="1"/>
                    </a:moveTo>
                    <a:lnTo>
                      <a:pt x="0" y="255"/>
                    </a:lnTo>
                    <a:cubicBezTo>
                      <a:pt x="0" y="626"/>
                      <a:pt x="289" y="915"/>
                      <a:pt x="660" y="915"/>
                    </a:cubicBezTo>
                    <a:lnTo>
                      <a:pt x="6252" y="915"/>
                    </a:lnTo>
                    <a:cubicBezTo>
                      <a:pt x="6607" y="915"/>
                      <a:pt x="6912" y="626"/>
                      <a:pt x="6912" y="255"/>
                    </a:cubicBezTo>
                    <a:lnTo>
                      <a:pt x="6912" y="62"/>
                    </a:lnTo>
                    <a:cubicBezTo>
                      <a:pt x="5898" y="271"/>
                      <a:pt x="4852" y="336"/>
                      <a:pt x="3873" y="336"/>
                    </a:cubicBezTo>
                    <a:cubicBezTo>
                      <a:pt x="2268" y="336"/>
                      <a:pt x="837" y="143"/>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5" name="Google Shape;2685;p44"/>
              <p:cNvSpPr/>
              <p:nvPr/>
            </p:nvSpPr>
            <p:spPr>
              <a:xfrm>
                <a:off x="7930575" y="2343132"/>
                <a:ext cx="26355" cy="21562"/>
              </a:xfrm>
              <a:custGeom>
                <a:avLst/>
                <a:gdLst/>
                <a:ahLst/>
                <a:cxnLst/>
                <a:rect l="l" t="t" r="r" b="b"/>
                <a:pathLst>
                  <a:path w="275" h="225" extrusionOk="0">
                    <a:moveTo>
                      <a:pt x="132" y="1"/>
                    </a:moveTo>
                    <a:cubicBezTo>
                      <a:pt x="51" y="1"/>
                      <a:pt x="1" y="82"/>
                      <a:pt x="51" y="178"/>
                    </a:cubicBezTo>
                    <a:cubicBezTo>
                      <a:pt x="51" y="194"/>
                      <a:pt x="66" y="194"/>
                      <a:pt x="82" y="209"/>
                    </a:cubicBezTo>
                    <a:cubicBezTo>
                      <a:pt x="97" y="209"/>
                      <a:pt x="116" y="224"/>
                      <a:pt x="132" y="224"/>
                    </a:cubicBezTo>
                    <a:cubicBezTo>
                      <a:pt x="213" y="224"/>
                      <a:pt x="275" y="128"/>
                      <a:pt x="228" y="51"/>
                    </a:cubicBezTo>
                    <a:cubicBezTo>
                      <a:pt x="228" y="32"/>
                      <a:pt x="213" y="32"/>
                      <a:pt x="194" y="16"/>
                    </a:cubicBezTo>
                    <a:cubicBezTo>
                      <a:pt x="178" y="1"/>
                      <a:pt x="163" y="1"/>
                      <a:pt x="1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6" name="Google Shape;2686;p44"/>
              <p:cNvSpPr/>
              <p:nvPr/>
            </p:nvSpPr>
            <p:spPr>
              <a:xfrm>
                <a:off x="8326473" y="2349457"/>
                <a:ext cx="27792" cy="21466"/>
              </a:xfrm>
              <a:custGeom>
                <a:avLst/>
                <a:gdLst/>
                <a:ahLst/>
                <a:cxnLst/>
                <a:rect l="l" t="t" r="r" b="b"/>
                <a:pathLst>
                  <a:path w="290" h="224" extrusionOk="0">
                    <a:moveTo>
                      <a:pt x="147" y="0"/>
                    </a:moveTo>
                    <a:cubicBezTo>
                      <a:pt x="66" y="0"/>
                      <a:pt x="1" y="97"/>
                      <a:pt x="51" y="178"/>
                    </a:cubicBezTo>
                    <a:cubicBezTo>
                      <a:pt x="66" y="193"/>
                      <a:pt x="82" y="193"/>
                      <a:pt x="82" y="209"/>
                    </a:cubicBezTo>
                    <a:cubicBezTo>
                      <a:pt x="112" y="224"/>
                      <a:pt x="132" y="224"/>
                      <a:pt x="147" y="224"/>
                    </a:cubicBezTo>
                    <a:cubicBezTo>
                      <a:pt x="228" y="224"/>
                      <a:pt x="290" y="143"/>
                      <a:pt x="244" y="47"/>
                    </a:cubicBezTo>
                    <a:cubicBezTo>
                      <a:pt x="244" y="31"/>
                      <a:pt x="228" y="31"/>
                      <a:pt x="209" y="16"/>
                    </a:cubicBezTo>
                    <a:cubicBezTo>
                      <a:pt x="193" y="16"/>
                      <a:pt x="163" y="0"/>
                      <a:pt x="1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7" name="Google Shape;2687;p44"/>
              <p:cNvSpPr/>
              <p:nvPr/>
            </p:nvSpPr>
            <p:spPr>
              <a:xfrm>
                <a:off x="8394516" y="2320228"/>
                <a:ext cx="27792" cy="21562"/>
              </a:xfrm>
              <a:custGeom>
                <a:avLst/>
                <a:gdLst/>
                <a:ahLst/>
                <a:cxnLst/>
                <a:rect l="l" t="t" r="r" b="b"/>
                <a:pathLst>
                  <a:path w="290" h="225" extrusionOk="0">
                    <a:moveTo>
                      <a:pt x="143" y="1"/>
                    </a:moveTo>
                    <a:cubicBezTo>
                      <a:pt x="62" y="1"/>
                      <a:pt x="0" y="97"/>
                      <a:pt x="47" y="174"/>
                    </a:cubicBezTo>
                    <a:cubicBezTo>
                      <a:pt x="62" y="193"/>
                      <a:pt x="77" y="209"/>
                      <a:pt x="77" y="209"/>
                    </a:cubicBezTo>
                    <a:cubicBezTo>
                      <a:pt x="112" y="224"/>
                      <a:pt x="128" y="224"/>
                      <a:pt x="143" y="224"/>
                    </a:cubicBezTo>
                    <a:cubicBezTo>
                      <a:pt x="224" y="224"/>
                      <a:pt x="290" y="143"/>
                      <a:pt x="239" y="62"/>
                    </a:cubicBezTo>
                    <a:cubicBezTo>
                      <a:pt x="239" y="47"/>
                      <a:pt x="224" y="31"/>
                      <a:pt x="209" y="31"/>
                    </a:cubicBezTo>
                    <a:cubicBezTo>
                      <a:pt x="193" y="16"/>
                      <a:pt x="158" y="1"/>
                      <a:pt x="1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8" name="Google Shape;2688;p44"/>
              <p:cNvSpPr/>
              <p:nvPr/>
            </p:nvSpPr>
            <p:spPr>
              <a:xfrm>
                <a:off x="8361932" y="2409353"/>
                <a:ext cx="26355" cy="20029"/>
              </a:xfrm>
              <a:custGeom>
                <a:avLst/>
                <a:gdLst/>
                <a:ahLst/>
                <a:cxnLst/>
                <a:rect l="l" t="t" r="r" b="b"/>
                <a:pathLst>
                  <a:path w="275" h="209" extrusionOk="0">
                    <a:moveTo>
                      <a:pt x="128" y="0"/>
                    </a:moveTo>
                    <a:cubicBezTo>
                      <a:pt x="51" y="0"/>
                      <a:pt x="1" y="81"/>
                      <a:pt x="51" y="162"/>
                    </a:cubicBezTo>
                    <a:cubicBezTo>
                      <a:pt x="51" y="178"/>
                      <a:pt x="66" y="193"/>
                      <a:pt x="82" y="193"/>
                    </a:cubicBezTo>
                    <a:cubicBezTo>
                      <a:pt x="97" y="208"/>
                      <a:pt x="113" y="208"/>
                      <a:pt x="128" y="208"/>
                    </a:cubicBezTo>
                    <a:cubicBezTo>
                      <a:pt x="225" y="208"/>
                      <a:pt x="275" y="131"/>
                      <a:pt x="225" y="50"/>
                    </a:cubicBezTo>
                    <a:cubicBezTo>
                      <a:pt x="225" y="35"/>
                      <a:pt x="209" y="16"/>
                      <a:pt x="194" y="16"/>
                    </a:cubicBezTo>
                    <a:cubicBezTo>
                      <a:pt x="178" y="0"/>
                      <a:pt x="163" y="0"/>
                      <a:pt x="128" y="0"/>
                    </a:cubicBezTo>
                    <a:close/>
                  </a:path>
                </a:pathLst>
              </a:custGeom>
              <a:solidFill>
                <a:srgbClr val="0C22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9" name="Google Shape;2689;p44"/>
              <p:cNvSpPr/>
              <p:nvPr/>
            </p:nvSpPr>
            <p:spPr>
              <a:xfrm>
                <a:off x="7980122" y="2330961"/>
                <a:ext cx="41497" cy="32200"/>
              </a:xfrm>
              <a:custGeom>
                <a:avLst/>
                <a:gdLst/>
                <a:ahLst/>
                <a:cxnLst/>
                <a:rect l="l" t="t" r="r" b="b"/>
                <a:pathLst>
                  <a:path w="433" h="336" extrusionOk="0">
                    <a:moveTo>
                      <a:pt x="224" y="0"/>
                    </a:moveTo>
                    <a:cubicBezTo>
                      <a:pt x="97" y="0"/>
                      <a:pt x="1" y="128"/>
                      <a:pt x="82" y="255"/>
                    </a:cubicBezTo>
                    <a:cubicBezTo>
                      <a:pt x="97" y="274"/>
                      <a:pt x="112" y="290"/>
                      <a:pt x="128" y="305"/>
                    </a:cubicBezTo>
                    <a:cubicBezTo>
                      <a:pt x="159" y="321"/>
                      <a:pt x="193" y="336"/>
                      <a:pt x="224" y="336"/>
                    </a:cubicBezTo>
                    <a:cubicBezTo>
                      <a:pt x="336" y="336"/>
                      <a:pt x="433" y="209"/>
                      <a:pt x="352" y="81"/>
                    </a:cubicBezTo>
                    <a:cubicBezTo>
                      <a:pt x="336" y="62"/>
                      <a:pt x="336" y="47"/>
                      <a:pt x="305" y="31"/>
                    </a:cubicBezTo>
                    <a:cubicBezTo>
                      <a:pt x="274" y="16"/>
                      <a:pt x="240" y="0"/>
                      <a:pt x="2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0" name="Google Shape;2690;p44"/>
              <p:cNvSpPr/>
              <p:nvPr/>
            </p:nvSpPr>
            <p:spPr>
              <a:xfrm>
                <a:off x="8395953" y="2403411"/>
                <a:ext cx="41497" cy="32200"/>
              </a:xfrm>
              <a:custGeom>
                <a:avLst/>
                <a:gdLst/>
                <a:ahLst/>
                <a:cxnLst/>
                <a:rect l="l" t="t" r="r" b="b"/>
                <a:pathLst>
                  <a:path w="433" h="336" extrusionOk="0">
                    <a:moveTo>
                      <a:pt x="209" y="0"/>
                    </a:moveTo>
                    <a:cubicBezTo>
                      <a:pt x="97" y="0"/>
                      <a:pt x="1" y="128"/>
                      <a:pt x="82" y="255"/>
                    </a:cubicBezTo>
                    <a:cubicBezTo>
                      <a:pt x="97" y="270"/>
                      <a:pt x="97" y="290"/>
                      <a:pt x="128" y="305"/>
                    </a:cubicBezTo>
                    <a:cubicBezTo>
                      <a:pt x="159" y="321"/>
                      <a:pt x="194" y="336"/>
                      <a:pt x="209" y="336"/>
                    </a:cubicBezTo>
                    <a:cubicBezTo>
                      <a:pt x="336" y="336"/>
                      <a:pt x="433" y="209"/>
                      <a:pt x="352" y="78"/>
                    </a:cubicBezTo>
                    <a:cubicBezTo>
                      <a:pt x="336" y="47"/>
                      <a:pt x="321" y="47"/>
                      <a:pt x="305" y="31"/>
                    </a:cubicBezTo>
                    <a:cubicBezTo>
                      <a:pt x="275" y="16"/>
                      <a:pt x="240" y="0"/>
                      <a:pt x="209" y="0"/>
                    </a:cubicBezTo>
                    <a:close/>
                  </a:path>
                </a:pathLst>
              </a:custGeom>
              <a:solidFill>
                <a:srgbClr val="0C22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1" name="Google Shape;2691;p44"/>
              <p:cNvSpPr/>
              <p:nvPr/>
            </p:nvSpPr>
            <p:spPr>
              <a:xfrm>
                <a:off x="7862915" y="2315436"/>
                <a:ext cx="41880" cy="32583"/>
              </a:xfrm>
              <a:custGeom>
                <a:avLst/>
                <a:gdLst/>
                <a:ahLst/>
                <a:cxnLst/>
                <a:rect l="l" t="t" r="r" b="b"/>
                <a:pathLst>
                  <a:path w="437" h="340" extrusionOk="0">
                    <a:moveTo>
                      <a:pt x="209" y="0"/>
                    </a:moveTo>
                    <a:cubicBezTo>
                      <a:pt x="97" y="0"/>
                      <a:pt x="1" y="128"/>
                      <a:pt x="82" y="259"/>
                    </a:cubicBezTo>
                    <a:cubicBezTo>
                      <a:pt x="97" y="274"/>
                      <a:pt x="97" y="290"/>
                      <a:pt x="128" y="305"/>
                    </a:cubicBezTo>
                    <a:cubicBezTo>
                      <a:pt x="163" y="321"/>
                      <a:pt x="194" y="340"/>
                      <a:pt x="209" y="340"/>
                    </a:cubicBezTo>
                    <a:cubicBezTo>
                      <a:pt x="340" y="340"/>
                      <a:pt x="437" y="193"/>
                      <a:pt x="356" y="81"/>
                    </a:cubicBezTo>
                    <a:cubicBezTo>
                      <a:pt x="340" y="51"/>
                      <a:pt x="321" y="31"/>
                      <a:pt x="306" y="31"/>
                    </a:cubicBezTo>
                    <a:cubicBezTo>
                      <a:pt x="275" y="16"/>
                      <a:pt x="244" y="0"/>
                      <a:pt x="20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2" name="Google Shape;2692;p44"/>
              <p:cNvSpPr/>
              <p:nvPr/>
            </p:nvSpPr>
            <p:spPr>
              <a:xfrm>
                <a:off x="7840010" y="2357220"/>
                <a:ext cx="29326" cy="116916"/>
              </a:xfrm>
              <a:custGeom>
                <a:avLst/>
                <a:gdLst/>
                <a:ahLst/>
                <a:cxnLst/>
                <a:rect l="l" t="t" r="r" b="b"/>
                <a:pathLst>
                  <a:path w="306" h="1220" extrusionOk="0">
                    <a:moveTo>
                      <a:pt x="159" y="0"/>
                    </a:moveTo>
                    <a:cubicBezTo>
                      <a:pt x="62" y="0"/>
                      <a:pt x="1" y="62"/>
                      <a:pt x="1" y="143"/>
                    </a:cubicBezTo>
                    <a:lnTo>
                      <a:pt x="1" y="1076"/>
                    </a:lnTo>
                    <a:cubicBezTo>
                      <a:pt x="1" y="1157"/>
                      <a:pt x="62" y="1219"/>
                      <a:pt x="159" y="1219"/>
                    </a:cubicBezTo>
                    <a:cubicBezTo>
                      <a:pt x="240" y="1219"/>
                      <a:pt x="305" y="1157"/>
                      <a:pt x="305" y="1076"/>
                    </a:cubicBezTo>
                    <a:lnTo>
                      <a:pt x="305" y="143"/>
                    </a:lnTo>
                    <a:cubicBezTo>
                      <a:pt x="305" y="62"/>
                      <a:pt x="240" y="0"/>
                      <a:pt x="1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93" name="Google Shape;2693;p44"/>
            <p:cNvGrpSpPr/>
            <p:nvPr/>
          </p:nvGrpSpPr>
          <p:grpSpPr>
            <a:xfrm>
              <a:off x="443204" y="3024345"/>
              <a:ext cx="1538901" cy="277044"/>
              <a:chOff x="5997971" y="2910579"/>
              <a:chExt cx="886259" cy="159542"/>
            </a:xfrm>
          </p:grpSpPr>
          <p:sp>
            <p:nvSpPr>
              <p:cNvPr id="2694" name="Google Shape;2694;p44"/>
              <p:cNvSpPr/>
              <p:nvPr/>
            </p:nvSpPr>
            <p:spPr>
              <a:xfrm>
                <a:off x="6024726" y="2966795"/>
                <a:ext cx="826886" cy="40259"/>
              </a:xfrm>
              <a:custGeom>
                <a:avLst/>
                <a:gdLst/>
                <a:ahLst/>
                <a:cxnLst/>
                <a:rect l="l" t="t" r="r" b="b"/>
                <a:pathLst>
                  <a:path w="29330" h="1428" extrusionOk="0">
                    <a:moveTo>
                      <a:pt x="0" y="0"/>
                    </a:moveTo>
                    <a:lnTo>
                      <a:pt x="0" y="579"/>
                    </a:lnTo>
                    <a:cubicBezTo>
                      <a:pt x="0" y="1042"/>
                      <a:pt x="386" y="1427"/>
                      <a:pt x="868" y="1427"/>
                    </a:cubicBezTo>
                    <a:lnTo>
                      <a:pt x="3198" y="1427"/>
                    </a:lnTo>
                    <a:lnTo>
                      <a:pt x="3198" y="0"/>
                    </a:lnTo>
                    <a:close/>
                    <a:moveTo>
                      <a:pt x="5674" y="0"/>
                    </a:moveTo>
                    <a:lnTo>
                      <a:pt x="5674" y="899"/>
                    </a:lnTo>
                    <a:lnTo>
                      <a:pt x="5674" y="1427"/>
                    </a:lnTo>
                    <a:lnTo>
                      <a:pt x="23864" y="1427"/>
                    </a:lnTo>
                    <a:lnTo>
                      <a:pt x="23864" y="0"/>
                    </a:lnTo>
                    <a:close/>
                    <a:moveTo>
                      <a:pt x="26325" y="0"/>
                    </a:moveTo>
                    <a:lnTo>
                      <a:pt x="26325" y="899"/>
                    </a:lnTo>
                    <a:lnTo>
                      <a:pt x="26325" y="1427"/>
                    </a:lnTo>
                    <a:lnTo>
                      <a:pt x="28477" y="1427"/>
                    </a:lnTo>
                    <a:cubicBezTo>
                      <a:pt x="28959" y="1427"/>
                      <a:pt x="29329" y="1042"/>
                      <a:pt x="29329" y="579"/>
                    </a:cubicBezTo>
                    <a:lnTo>
                      <a:pt x="29329" y="0"/>
                    </a:lnTo>
                    <a:close/>
                  </a:path>
                </a:pathLst>
              </a:custGeom>
              <a:solidFill>
                <a:schemeClr val="lt1">
                  <a:alpha val="344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5" name="Google Shape;2695;p44"/>
              <p:cNvSpPr/>
              <p:nvPr/>
            </p:nvSpPr>
            <p:spPr>
              <a:xfrm>
                <a:off x="6114858" y="2965386"/>
                <a:ext cx="69861" cy="104735"/>
              </a:xfrm>
              <a:custGeom>
                <a:avLst/>
                <a:gdLst/>
                <a:ahLst/>
                <a:cxnLst/>
                <a:rect l="l" t="t" r="r" b="b"/>
                <a:pathLst>
                  <a:path w="2478" h="3715" extrusionOk="0">
                    <a:moveTo>
                      <a:pt x="1" y="0"/>
                    </a:moveTo>
                    <a:lnTo>
                      <a:pt x="1" y="3086"/>
                    </a:lnTo>
                    <a:cubicBezTo>
                      <a:pt x="1" y="3441"/>
                      <a:pt x="275" y="3715"/>
                      <a:pt x="630" y="3715"/>
                    </a:cubicBezTo>
                    <a:lnTo>
                      <a:pt x="1833" y="3715"/>
                    </a:lnTo>
                    <a:cubicBezTo>
                      <a:pt x="2188" y="3715"/>
                      <a:pt x="2477" y="3441"/>
                      <a:pt x="2477" y="3086"/>
                    </a:cubicBezTo>
                    <a:lnTo>
                      <a:pt x="247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6" name="Google Shape;2696;p44"/>
              <p:cNvSpPr/>
              <p:nvPr/>
            </p:nvSpPr>
            <p:spPr>
              <a:xfrm>
                <a:off x="6114858" y="2966795"/>
                <a:ext cx="69861" cy="25373"/>
              </a:xfrm>
              <a:custGeom>
                <a:avLst/>
                <a:gdLst/>
                <a:ahLst/>
                <a:cxnLst/>
                <a:rect l="l" t="t" r="r" b="b"/>
                <a:pathLst>
                  <a:path w="2478" h="900" extrusionOk="0">
                    <a:moveTo>
                      <a:pt x="1" y="0"/>
                    </a:moveTo>
                    <a:lnTo>
                      <a:pt x="1" y="899"/>
                    </a:lnTo>
                    <a:lnTo>
                      <a:pt x="2477" y="899"/>
                    </a:lnTo>
                    <a:lnTo>
                      <a:pt x="247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7" name="Google Shape;2697;p44"/>
              <p:cNvSpPr/>
              <p:nvPr/>
            </p:nvSpPr>
            <p:spPr>
              <a:xfrm>
                <a:off x="6697489" y="2965386"/>
                <a:ext cx="69410" cy="104735"/>
              </a:xfrm>
              <a:custGeom>
                <a:avLst/>
                <a:gdLst/>
                <a:ahLst/>
                <a:cxnLst/>
                <a:rect l="l" t="t" r="r" b="b"/>
                <a:pathLst>
                  <a:path w="2462" h="3715" extrusionOk="0">
                    <a:moveTo>
                      <a:pt x="1" y="0"/>
                    </a:moveTo>
                    <a:lnTo>
                      <a:pt x="1" y="3086"/>
                    </a:lnTo>
                    <a:cubicBezTo>
                      <a:pt x="1" y="3441"/>
                      <a:pt x="275" y="3715"/>
                      <a:pt x="630" y="3715"/>
                    </a:cubicBezTo>
                    <a:lnTo>
                      <a:pt x="1833" y="3715"/>
                    </a:lnTo>
                    <a:cubicBezTo>
                      <a:pt x="2188" y="3715"/>
                      <a:pt x="2462" y="3441"/>
                      <a:pt x="2462" y="3086"/>
                    </a:cubicBezTo>
                    <a:lnTo>
                      <a:pt x="246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8" name="Google Shape;2698;p44"/>
              <p:cNvSpPr/>
              <p:nvPr/>
            </p:nvSpPr>
            <p:spPr>
              <a:xfrm>
                <a:off x="6697489" y="2966795"/>
                <a:ext cx="69410" cy="25373"/>
              </a:xfrm>
              <a:custGeom>
                <a:avLst/>
                <a:gdLst/>
                <a:ahLst/>
                <a:cxnLst/>
                <a:rect l="l" t="t" r="r" b="b"/>
                <a:pathLst>
                  <a:path w="2462" h="900" extrusionOk="0">
                    <a:moveTo>
                      <a:pt x="1" y="0"/>
                    </a:moveTo>
                    <a:lnTo>
                      <a:pt x="1" y="899"/>
                    </a:lnTo>
                    <a:lnTo>
                      <a:pt x="2462" y="899"/>
                    </a:lnTo>
                    <a:lnTo>
                      <a:pt x="246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9" name="Google Shape;2699;p44"/>
              <p:cNvSpPr/>
              <p:nvPr/>
            </p:nvSpPr>
            <p:spPr>
              <a:xfrm>
                <a:off x="5997971" y="2910579"/>
                <a:ext cx="886259" cy="56244"/>
              </a:xfrm>
              <a:custGeom>
                <a:avLst/>
                <a:gdLst/>
                <a:ahLst/>
                <a:cxnLst/>
                <a:rect l="l" t="t" r="r" b="b"/>
                <a:pathLst>
                  <a:path w="31436" h="1995" extrusionOk="0">
                    <a:moveTo>
                      <a:pt x="980" y="0"/>
                    </a:moveTo>
                    <a:cubicBezTo>
                      <a:pt x="706" y="0"/>
                      <a:pt x="467" y="112"/>
                      <a:pt x="290" y="290"/>
                    </a:cubicBezTo>
                    <a:cubicBezTo>
                      <a:pt x="112" y="467"/>
                      <a:pt x="1" y="722"/>
                      <a:pt x="1" y="995"/>
                    </a:cubicBezTo>
                    <a:lnTo>
                      <a:pt x="1" y="1142"/>
                    </a:lnTo>
                    <a:cubicBezTo>
                      <a:pt x="82" y="1624"/>
                      <a:pt x="483" y="1994"/>
                      <a:pt x="980" y="1994"/>
                    </a:cubicBezTo>
                    <a:lnTo>
                      <a:pt x="30440" y="1994"/>
                    </a:lnTo>
                    <a:cubicBezTo>
                      <a:pt x="30714" y="1994"/>
                      <a:pt x="30953" y="1879"/>
                      <a:pt x="31131" y="1705"/>
                    </a:cubicBezTo>
                    <a:cubicBezTo>
                      <a:pt x="31293" y="1558"/>
                      <a:pt x="31389" y="1366"/>
                      <a:pt x="31420" y="1142"/>
                    </a:cubicBezTo>
                    <a:cubicBezTo>
                      <a:pt x="31420" y="1092"/>
                      <a:pt x="31435" y="1046"/>
                      <a:pt x="31435" y="995"/>
                    </a:cubicBezTo>
                    <a:cubicBezTo>
                      <a:pt x="31435" y="452"/>
                      <a:pt x="30984" y="0"/>
                      <a:pt x="3044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0" name="Google Shape;2700;p44"/>
              <p:cNvSpPr/>
              <p:nvPr/>
            </p:nvSpPr>
            <p:spPr>
              <a:xfrm>
                <a:off x="5997971" y="2942747"/>
                <a:ext cx="885837" cy="24076"/>
              </a:xfrm>
              <a:custGeom>
                <a:avLst/>
                <a:gdLst/>
                <a:ahLst/>
                <a:cxnLst/>
                <a:rect l="l" t="t" r="r" b="b"/>
                <a:pathLst>
                  <a:path w="31421" h="854" extrusionOk="0">
                    <a:moveTo>
                      <a:pt x="1" y="1"/>
                    </a:moveTo>
                    <a:cubicBezTo>
                      <a:pt x="82" y="483"/>
                      <a:pt x="483" y="853"/>
                      <a:pt x="980" y="853"/>
                    </a:cubicBezTo>
                    <a:lnTo>
                      <a:pt x="30440" y="853"/>
                    </a:lnTo>
                    <a:cubicBezTo>
                      <a:pt x="30714" y="853"/>
                      <a:pt x="30953" y="738"/>
                      <a:pt x="31131" y="564"/>
                    </a:cubicBezTo>
                    <a:cubicBezTo>
                      <a:pt x="31293" y="417"/>
                      <a:pt x="31389" y="225"/>
                      <a:pt x="31420" y="1"/>
                    </a:cubicBezTo>
                    <a:close/>
                  </a:path>
                </a:pathLst>
              </a:custGeom>
              <a:solidFill>
                <a:srgbClr val="2E44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01" name="Google Shape;2701;p44"/>
            <p:cNvGrpSpPr/>
            <p:nvPr/>
          </p:nvGrpSpPr>
          <p:grpSpPr>
            <a:xfrm>
              <a:off x="443204" y="3985266"/>
              <a:ext cx="1538901" cy="277044"/>
              <a:chOff x="5997971" y="2910579"/>
              <a:chExt cx="886259" cy="159542"/>
            </a:xfrm>
          </p:grpSpPr>
          <p:sp>
            <p:nvSpPr>
              <p:cNvPr id="2702" name="Google Shape;2702;p44"/>
              <p:cNvSpPr/>
              <p:nvPr/>
            </p:nvSpPr>
            <p:spPr>
              <a:xfrm>
                <a:off x="6024726" y="2966795"/>
                <a:ext cx="826886" cy="40259"/>
              </a:xfrm>
              <a:custGeom>
                <a:avLst/>
                <a:gdLst/>
                <a:ahLst/>
                <a:cxnLst/>
                <a:rect l="l" t="t" r="r" b="b"/>
                <a:pathLst>
                  <a:path w="29330" h="1428" extrusionOk="0">
                    <a:moveTo>
                      <a:pt x="0" y="0"/>
                    </a:moveTo>
                    <a:lnTo>
                      <a:pt x="0" y="579"/>
                    </a:lnTo>
                    <a:cubicBezTo>
                      <a:pt x="0" y="1042"/>
                      <a:pt x="386" y="1427"/>
                      <a:pt x="868" y="1427"/>
                    </a:cubicBezTo>
                    <a:lnTo>
                      <a:pt x="3198" y="1427"/>
                    </a:lnTo>
                    <a:lnTo>
                      <a:pt x="3198" y="0"/>
                    </a:lnTo>
                    <a:close/>
                    <a:moveTo>
                      <a:pt x="5674" y="0"/>
                    </a:moveTo>
                    <a:lnTo>
                      <a:pt x="5674" y="899"/>
                    </a:lnTo>
                    <a:lnTo>
                      <a:pt x="5674" y="1427"/>
                    </a:lnTo>
                    <a:lnTo>
                      <a:pt x="23864" y="1427"/>
                    </a:lnTo>
                    <a:lnTo>
                      <a:pt x="23864" y="0"/>
                    </a:lnTo>
                    <a:close/>
                    <a:moveTo>
                      <a:pt x="26325" y="0"/>
                    </a:moveTo>
                    <a:lnTo>
                      <a:pt x="26325" y="899"/>
                    </a:lnTo>
                    <a:lnTo>
                      <a:pt x="26325" y="1427"/>
                    </a:lnTo>
                    <a:lnTo>
                      <a:pt x="28477" y="1427"/>
                    </a:lnTo>
                    <a:cubicBezTo>
                      <a:pt x="28959" y="1427"/>
                      <a:pt x="29329" y="1042"/>
                      <a:pt x="29329" y="579"/>
                    </a:cubicBezTo>
                    <a:lnTo>
                      <a:pt x="29329" y="0"/>
                    </a:lnTo>
                    <a:close/>
                  </a:path>
                </a:pathLst>
              </a:custGeom>
              <a:solidFill>
                <a:schemeClr val="lt1">
                  <a:alpha val="344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3" name="Google Shape;2703;p44"/>
              <p:cNvSpPr/>
              <p:nvPr/>
            </p:nvSpPr>
            <p:spPr>
              <a:xfrm>
                <a:off x="6114858" y="2965386"/>
                <a:ext cx="69861" cy="104735"/>
              </a:xfrm>
              <a:custGeom>
                <a:avLst/>
                <a:gdLst/>
                <a:ahLst/>
                <a:cxnLst/>
                <a:rect l="l" t="t" r="r" b="b"/>
                <a:pathLst>
                  <a:path w="2478" h="3715" extrusionOk="0">
                    <a:moveTo>
                      <a:pt x="1" y="0"/>
                    </a:moveTo>
                    <a:lnTo>
                      <a:pt x="1" y="3086"/>
                    </a:lnTo>
                    <a:cubicBezTo>
                      <a:pt x="1" y="3441"/>
                      <a:pt x="275" y="3715"/>
                      <a:pt x="630" y="3715"/>
                    </a:cubicBezTo>
                    <a:lnTo>
                      <a:pt x="1833" y="3715"/>
                    </a:lnTo>
                    <a:cubicBezTo>
                      <a:pt x="2188" y="3715"/>
                      <a:pt x="2477" y="3441"/>
                      <a:pt x="2477" y="3086"/>
                    </a:cubicBezTo>
                    <a:lnTo>
                      <a:pt x="247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4" name="Google Shape;2704;p44"/>
              <p:cNvSpPr/>
              <p:nvPr/>
            </p:nvSpPr>
            <p:spPr>
              <a:xfrm>
                <a:off x="6114858" y="2966795"/>
                <a:ext cx="69861" cy="25373"/>
              </a:xfrm>
              <a:custGeom>
                <a:avLst/>
                <a:gdLst/>
                <a:ahLst/>
                <a:cxnLst/>
                <a:rect l="l" t="t" r="r" b="b"/>
                <a:pathLst>
                  <a:path w="2478" h="900" extrusionOk="0">
                    <a:moveTo>
                      <a:pt x="1" y="0"/>
                    </a:moveTo>
                    <a:lnTo>
                      <a:pt x="1" y="899"/>
                    </a:lnTo>
                    <a:lnTo>
                      <a:pt x="2477" y="899"/>
                    </a:lnTo>
                    <a:lnTo>
                      <a:pt x="247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5" name="Google Shape;2705;p44"/>
              <p:cNvSpPr/>
              <p:nvPr/>
            </p:nvSpPr>
            <p:spPr>
              <a:xfrm>
                <a:off x="6697489" y="2965386"/>
                <a:ext cx="69410" cy="104735"/>
              </a:xfrm>
              <a:custGeom>
                <a:avLst/>
                <a:gdLst/>
                <a:ahLst/>
                <a:cxnLst/>
                <a:rect l="l" t="t" r="r" b="b"/>
                <a:pathLst>
                  <a:path w="2462" h="3715" extrusionOk="0">
                    <a:moveTo>
                      <a:pt x="1" y="0"/>
                    </a:moveTo>
                    <a:lnTo>
                      <a:pt x="1" y="3086"/>
                    </a:lnTo>
                    <a:cubicBezTo>
                      <a:pt x="1" y="3441"/>
                      <a:pt x="275" y="3715"/>
                      <a:pt x="630" y="3715"/>
                    </a:cubicBezTo>
                    <a:lnTo>
                      <a:pt x="1833" y="3715"/>
                    </a:lnTo>
                    <a:cubicBezTo>
                      <a:pt x="2188" y="3715"/>
                      <a:pt x="2462" y="3441"/>
                      <a:pt x="2462" y="3086"/>
                    </a:cubicBezTo>
                    <a:lnTo>
                      <a:pt x="246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6" name="Google Shape;2706;p44"/>
              <p:cNvSpPr/>
              <p:nvPr/>
            </p:nvSpPr>
            <p:spPr>
              <a:xfrm>
                <a:off x="6697489" y="2966795"/>
                <a:ext cx="69410" cy="25373"/>
              </a:xfrm>
              <a:custGeom>
                <a:avLst/>
                <a:gdLst/>
                <a:ahLst/>
                <a:cxnLst/>
                <a:rect l="l" t="t" r="r" b="b"/>
                <a:pathLst>
                  <a:path w="2462" h="900" extrusionOk="0">
                    <a:moveTo>
                      <a:pt x="1" y="0"/>
                    </a:moveTo>
                    <a:lnTo>
                      <a:pt x="1" y="899"/>
                    </a:lnTo>
                    <a:lnTo>
                      <a:pt x="2462" y="899"/>
                    </a:lnTo>
                    <a:lnTo>
                      <a:pt x="246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7" name="Google Shape;2707;p44"/>
              <p:cNvSpPr/>
              <p:nvPr/>
            </p:nvSpPr>
            <p:spPr>
              <a:xfrm>
                <a:off x="5997971" y="2910579"/>
                <a:ext cx="886259" cy="56244"/>
              </a:xfrm>
              <a:custGeom>
                <a:avLst/>
                <a:gdLst/>
                <a:ahLst/>
                <a:cxnLst/>
                <a:rect l="l" t="t" r="r" b="b"/>
                <a:pathLst>
                  <a:path w="31436" h="1995" extrusionOk="0">
                    <a:moveTo>
                      <a:pt x="980" y="0"/>
                    </a:moveTo>
                    <a:cubicBezTo>
                      <a:pt x="706" y="0"/>
                      <a:pt x="467" y="112"/>
                      <a:pt x="290" y="290"/>
                    </a:cubicBezTo>
                    <a:cubicBezTo>
                      <a:pt x="112" y="467"/>
                      <a:pt x="1" y="722"/>
                      <a:pt x="1" y="995"/>
                    </a:cubicBezTo>
                    <a:lnTo>
                      <a:pt x="1" y="1142"/>
                    </a:lnTo>
                    <a:cubicBezTo>
                      <a:pt x="82" y="1624"/>
                      <a:pt x="483" y="1994"/>
                      <a:pt x="980" y="1994"/>
                    </a:cubicBezTo>
                    <a:lnTo>
                      <a:pt x="30440" y="1994"/>
                    </a:lnTo>
                    <a:cubicBezTo>
                      <a:pt x="30714" y="1994"/>
                      <a:pt x="30953" y="1879"/>
                      <a:pt x="31131" y="1705"/>
                    </a:cubicBezTo>
                    <a:cubicBezTo>
                      <a:pt x="31293" y="1558"/>
                      <a:pt x="31389" y="1366"/>
                      <a:pt x="31420" y="1142"/>
                    </a:cubicBezTo>
                    <a:cubicBezTo>
                      <a:pt x="31420" y="1092"/>
                      <a:pt x="31435" y="1046"/>
                      <a:pt x="31435" y="995"/>
                    </a:cubicBezTo>
                    <a:cubicBezTo>
                      <a:pt x="31435" y="452"/>
                      <a:pt x="30984" y="0"/>
                      <a:pt x="3044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8" name="Google Shape;2708;p44"/>
              <p:cNvSpPr/>
              <p:nvPr/>
            </p:nvSpPr>
            <p:spPr>
              <a:xfrm>
                <a:off x="5997971" y="2942747"/>
                <a:ext cx="885837" cy="24076"/>
              </a:xfrm>
              <a:custGeom>
                <a:avLst/>
                <a:gdLst/>
                <a:ahLst/>
                <a:cxnLst/>
                <a:rect l="l" t="t" r="r" b="b"/>
                <a:pathLst>
                  <a:path w="31421" h="854" extrusionOk="0">
                    <a:moveTo>
                      <a:pt x="1" y="1"/>
                    </a:moveTo>
                    <a:cubicBezTo>
                      <a:pt x="82" y="483"/>
                      <a:pt x="483" y="853"/>
                      <a:pt x="980" y="853"/>
                    </a:cubicBezTo>
                    <a:lnTo>
                      <a:pt x="30440" y="853"/>
                    </a:lnTo>
                    <a:cubicBezTo>
                      <a:pt x="30714" y="853"/>
                      <a:pt x="30953" y="738"/>
                      <a:pt x="31131" y="564"/>
                    </a:cubicBezTo>
                    <a:cubicBezTo>
                      <a:pt x="31293" y="417"/>
                      <a:pt x="31389" y="225"/>
                      <a:pt x="31420" y="1"/>
                    </a:cubicBezTo>
                    <a:close/>
                  </a:path>
                </a:pathLst>
              </a:custGeom>
              <a:solidFill>
                <a:srgbClr val="2E44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709" name="Google Shape;2709;p44"/>
          <p:cNvSpPr/>
          <p:nvPr/>
        </p:nvSpPr>
        <p:spPr>
          <a:xfrm>
            <a:off x="1273883" y="1082058"/>
            <a:ext cx="208785" cy="208785"/>
          </a:xfrm>
          <a:custGeom>
            <a:avLst/>
            <a:gdLst/>
            <a:ahLst/>
            <a:cxnLst/>
            <a:rect l="l" t="t" r="r" b="b"/>
            <a:pathLst>
              <a:path w="1706" h="1706" extrusionOk="0">
                <a:moveTo>
                  <a:pt x="853" y="1"/>
                </a:moveTo>
                <a:cubicBezTo>
                  <a:pt x="853" y="467"/>
                  <a:pt x="467" y="853"/>
                  <a:pt x="1" y="853"/>
                </a:cubicBezTo>
                <a:cubicBezTo>
                  <a:pt x="467" y="853"/>
                  <a:pt x="853" y="1239"/>
                  <a:pt x="853" y="1706"/>
                </a:cubicBezTo>
                <a:cubicBezTo>
                  <a:pt x="853" y="1239"/>
                  <a:pt x="1223" y="853"/>
                  <a:pt x="1705" y="853"/>
                </a:cubicBezTo>
                <a:cubicBezTo>
                  <a:pt x="1223" y="853"/>
                  <a:pt x="853" y="467"/>
                  <a:pt x="8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0" name="Google Shape;2710;p44"/>
          <p:cNvSpPr/>
          <p:nvPr/>
        </p:nvSpPr>
        <p:spPr>
          <a:xfrm>
            <a:off x="8232948" y="1257011"/>
            <a:ext cx="210743" cy="208295"/>
          </a:xfrm>
          <a:custGeom>
            <a:avLst/>
            <a:gdLst/>
            <a:ahLst/>
            <a:cxnLst/>
            <a:rect l="l" t="t" r="r" b="b"/>
            <a:pathLst>
              <a:path w="1722" h="1702" extrusionOk="0">
                <a:moveTo>
                  <a:pt x="869" y="0"/>
                </a:moveTo>
                <a:cubicBezTo>
                  <a:pt x="869" y="463"/>
                  <a:pt x="483" y="849"/>
                  <a:pt x="1" y="849"/>
                </a:cubicBezTo>
                <a:cubicBezTo>
                  <a:pt x="483" y="849"/>
                  <a:pt x="869" y="1234"/>
                  <a:pt x="869" y="1701"/>
                </a:cubicBezTo>
                <a:cubicBezTo>
                  <a:pt x="869" y="1234"/>
                  <a:pt x="1239" y="849"/>
                  <a:pt x="1721" y="849"/>
                </a:cubicBezTo>
                <a:cubicBezTo>
                  <a:pt x="1239" y="849"/>
                  <a:pt x="869" y="463"/>
                  <a:pt x="86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1" name="Google Shape;2711;p44"/>
          <p:cNvSpPr/>
          <p:nvPr/>
        </p:nvSpPr>
        <p:spPr>
          <a:xfrm>
            <a:off x="977087" y="1933059"/>
            <a:ext cx="149184" cy="151632"/>
          </a:xfrm>
          <a:custGeom>
            <a:avLst/>
            <a:gdLst/>
            <a:ahLst/>
            <a:cxnLst/>
            <a:rect l="l" t="t" r="r" b="b"/>
            <a:pathLst>
              <a:path w="1219" h="1239" extrusionOk="0">
                <a:moveTo>
                  <a:pt x="610" y="0"/>
                </a:moveTo>
                <a:cubicBezTo>
                  <a:pt x="610" y="336"/>
                  <a:pt x="336" y="609"/>
                  <a:pt x="0" y="609"/>
                </a:cubicBezTo>
                <a:cubicBezTo>
                  <a:pt x="336" y="609"/>
                  <a:pt x="610" y="883"/>
                  <a:pt x="610" y="1238"/>
                </a:cubicBezTo>
                <a:cubicBezTo>
                  <a:pt x="610" y="883"/>
                  <a:pt x="883" y="609"/>
                  <a:pt x="1219" y="609"/>
                </a:cubicBezTo>
                <a:cubicBezTo>
                  <a:pt x="883" y="609"/>
                  <a:pt x="610" y="336"/>
                  <a:pt x="61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2" name="Google Shape;2712;p44"/>
          <p:cNvSpPr/>
          <p:nvPr/>
        </p:nvSpPr>
        <p:spPr>
          <a:xfrm>
            <a:off x="713228" y="1187625"/>
            <a:ext cx="86892" cy="86524"/>
          </a:xfrm>
          <a:custGeom>
            <a:avLst/>
            <a:gdLst/>
            <a:ahLst/>
            <a:cxnLst/>
            <a:rect l="l" t="t" r="r" b="b"/>
            <a:pathLst>
              <a:path w="710" h="707" extrusionOk="0">
                <a:moveTo>
                  <a:pt x="355" y="1"/>
                </a:moveTo>
                <a:cubicBezTo>
                  <a:pt x="355" y="194"/>
                  <a:pt x="193" y="352"/>
                  <a:pt x="0" y="352"/>
                </a:cubicBezTo>
                <a:cubicBezTo>
                  <a:pt x="193" y="352"/>
                  <a:pt x="355" y="514"/>
                  <a:pt x="355" y="707"/>
                </a:cubicBezTo>
                <a:cubicBezTo>
                  <a:pt x="355" y="514"/>
                  <a:pt x="517" y="352"/>
                  <a:pt x="710" y="352"/>
                </a:cubicBezTo>
                <a:cubicBezTo>
                  <a:pt x="517" y="352"/>
                  <a:pt x="355" y="194"/>
                  <a:pt x="3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3" name="Google Shape;2713;p44"/>
          <p:cNvSpPr/>
          <p:nvPr/>
        </p:nvSpPr>
        <p:spPr>
          <a:xfrm>
            <a:off x="713228" y="2172807"/>
            <a:ext cx="86892" cy="88850"/>
          </a:xfrm>
          <a:custGeom>
            <a:avLst/>
            <a:gdLst/>
            <a:ahLst/>
            <a:cxnLst/>
            <a:rect l="l" t="t" r="r" b="b"/>
            <a:pathLst>
              <a:path w="710" h="726" extrusionOk="0">
                <a:moveTo>
                  <a:pt x="355" y="0"/>
                </a:moveTo>
                <a:cubicBezTo>
                  <a:pt x="355" y="209"/>
                  <a:pt x="193" y="371"/>
                  <a:pt x="0" y="371"/>
                </a:cubicBezTo>
                <a:cubicBezTo>
                  <a:pt x="193" y="371"/>
                  <a:pt x="355" y="533"/>
                  <a:pt x="355" y="726"/>
                </a:cubicBezTo>
                <a:cubicBezTo>
                  <a:pt x="355" y="533"/>
                  <a:pt x="517" y="371"/>
                  <a:pt x="710" y="371"/>
                </a:cubicBezTo>
                <a:cubicBezTo>
                  <a:pt x="517" y="371"/>
                  <a:pt x="355" y="209"/>
                  <a:pt x="3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4" name="Google Shape;2714;p44"/>
          <p:cNvSpPr/>
          <p:nvPr/>
        </p:nvSpPr>
        <p:spPr>
          <a:xfrm>
            <a:off x="8075314" y="1909300"/>
            <a:ext cx="74349" cy="74100"/>
          </a:xfrm>
          <a:custGeom>
            <a:avLst/>
            <a:gdLst/>
            <a:ahLst/>
            <a:cxnLst/>
            <a:rect l="l" t="t" r="r" b="b"/>
            <a:pathLst>
              <a:path w="1239" h="1235" extrusionOk="0">
                <a:moveTo>
                  <a:pt x="625" y="1"/>
                </a:moveTo>
                <a:cubicBezTo>
                  <a:pt x="625" y="336"/>
                  <a:pt x="336" y="610"/>
                  <a:pt x="1" y="610"/>
                </a:cubicBezTo>
                <a:cubicBezTo>
                  <a:pt x="336" y="610"/>
                  <a:pt x="625" y="884"/>
                  <a:pt x="625" y="1235"/>
                </a:cubicBezTo>
                <a:cubicBezTo>
                  <a:pt x="625" y="884"/>
                  <a:pt x="899" y="610"/>
                  <a:pt x="1239" y="610"/>
                </a:cubicBezTo>
                <a:cubicBezTo>
                  <a:pt x="899" y="610"/>
                  <a:pt x="625" y="336"/>
                  <a:pt x="6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15" name="Google Shape;2715;p44"/>
          <p:cNvGrpSpPr/>
          <p:nvPr/>
        </p:nvGrpSpPr>
        <p:grpSpPr>
          <a:xfrm rot="10800000">
            <a:off x="7035025" y="3299277"/>
            <a:ext cx="1270753" cy="649610"/>
            <a:chOff x="4381862" y="4069552"/>
            <a:chExt cx="1270753" cy="649610"/>
          </a:xfrm>
        </p:grpSpPr>
        <p:sp>
          <p:nvSpPr>
            <p:cNvPr id="2716" name="Google Shape;2716;p44"/>
            <p:cNvSpPr/>
            <p:nvPr/>
          </p:nvSpPr>
          <p:spPr>
            <a:xfrm>
              <a:off x="4668520" y="4497990"/>
              <a:ext cx="221164" cy="221172"/>
            </a:xfrm>
            <a:custGeom>
              <a:avLst/>
              <a:gdLst/>
              <a:ahLst/>
              <a:cxnLst/>
              <a:rect l="l" t="t" r="r" b="b"/>
              <a:pathLst>
                <a:path w="1752" h="1752" extrusionOk="0">
                  <a:moveTo>
                    <a:pt x="884" y="1"/>
                  </a:moveTo>
                  <a:cubicBezTo>
                    <a:pt x="884" y="483"/>
                    <a:pt x="483" y="884"/>
                    <a:pt x="0" y="884"/>
                  </a:cubicBezTo>
                  <a:cubicBezTo>
                    <a:pt x="483" y="884"/>
                    <a:pt x="884" y="1270"/>
                    <a:pt x="884" y="1752"/>
                  </a:cubicBezTo>
                  <a:cubicBezTo>
                    <a:pt x="884" y="1270"/>
                    <a:pt x="1269" y="884"/>
                    <a:pt x="1752" y="884"/>
                  </a:cubicBezTo>
                  <a:cubicBezTo>
                    <a:pt x="1269" y="884"/>
                    <a:pt x="884" y="483"/>
                    <a:pt x="88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7" name="Google Shape;2717;p44"/>
            <p:cNvSpPr/>
            <p:nvPr/>
          </p:nvSpPr>
          <p:spPr>
            <a:xfrm>
              <a:off x="5496210" y="4069552"/>
              <a:ext cx="156405" cy="156411"/>
            </a:xfrm>
            <a:custGeom>
              <a:avLst/>
              <a:gdLst/>
              <a:ahLst/>
              <a:cxnLst/>
              <a:rect l="l" t="t" r="r" b="b"/>
              <a:pathLst>
                <a:path w="1239" h="1239" extrusionOk="0">
                  <a:moveTo>
                    <a:pt x="626" y="0"/>
                  </a:moveTo>
                  <a:cubicBezTo>
                    <a:pt x="626" y="336"/>
                    <a:pt x="356" y="625"/>
                    <a:pt x="1" y="625"/>
                  </a:cubicBezTo>
                  <a:cubicBezTo>
                    <a:pt x="356" y="625"/>
                    <a:pt x="626" y="899"/>
                    <a:pt x="626" y="1238"/>
                  </a:cubicBezTo>
                  <a:cubicBezTo>
                    <a:pt x="626" y="899"/>
                    <a:pt x="899" y="625"/>
                    <a:pt x="1239" y="625"/>
                  </a:cubicBezTo>
                  <a:cubicBezTo>
                    <a:pt x="899" y="625"/>
                    <a:pt x="626" y="336"/>
                    <a:pt x="62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8" name="Google Shape;2718;p44"/>
            <p:cNvSpPr/>
            <p:nvPr/>
          </p:nvSpPr>
          <p:spPr>
            <a:xfrm>
              <a:off x="4381862" y="4147970"/>
              <a:ext cx="87355" cy="87232"/>
            </a:xfrm>
            <a:custGeom>
              <a:avLst/>
              <a:gdLst/>
              <a:ahLst/>
              <a:cxnLst/>
              <a:rect l="l" t="t" r="r" b="b"/>
              <a:pathLst>
                <a:path w="692" h="691" extrusionOk="0">
                  <a:moveTo>
                    <a:pt x="356" y="1"/>
                  </a:moveTo>
                  <a:cubicBezTo>
                    <a:pt x="356" y="193"/>
                    <a:pt x="194" y="340"/>
                    <a:pt x="1" y="340"/>
                  </a:cubicBezTo>
                  <a:cubicBezTo>
                    <a:pt x="194" y="340"/>
                    <a:pt x="356" y="498"/>
                    <a:pt x="356" y="691"/>
                  </a:cubicBezTo>
                  <a:cubicBezTo>
                    <a:pt x="356" y="498"/>
                    <a:pt x="498" y="340"/>
                    <a:pt x="691" y="340"/>
                  </a:cubicBezTo>
                  <a:cubicBezTo>
                    <a:pt x="498" y="340"/>
                    <a:pt x="356" y="193"/>
                    <a:pt x="35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 name="Google Shape;1440;p38">
            <a:extLst>
              <a:ext uri="{FF2B5EF4-FFF2-40B4-BE49-F238E27FC236}">
                <a16:creationId xmlns:a16="http://schemas.microsoft.com/office/drawing/2014/main" id="{91EC7E4A-C5CA-AEB2-A337-C0A5339A1C38}"/>
              </a:ext>
            </a:extLst>
          </p:cNvPr>
          <p:cNvSpPr/>
          <p:nvPr/>
        </p:nvSpPr>
        <p:spPr>
          <a:xfrm>
            <a:off x="4039804" y="706524"/>
            <a:ext cx="894000" cy="894000"/>
          </a:xfrm>
          <a:prstGeom prst="roundRect">
            <a:avLst>
              <a:gd name="adj" fmla="val 16667"/>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442;p38">
            <a:extLst>
              <a:ext uri="{FF2B5EF4-FFF2-40B4-BE49-F238E27FC236}">
                <a16:creationId xmlns:a16="http://schemas.microsoft.com/office/drawing/2014/main" id="{AA1CE7E8-9981-7894-7223-AA50C044131E}"/>
              </a:ext>
            </a:extLst>
          </p:cNvPr>
          <p:cNvSpPr txBox="1">
            <a:spLocks/>
          </p:cNvSpPr>
          <p:nvPr/>
        </p:nvSpPr>
        <p:spPr>
          <a:xfrm>
            <a:off x="3954851" y="731988"/>
            <a:ext cx="1041010" cy="8418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6000" b="1" dirty="0">
                <a:solidFill>
                  <a:schemeClr val="dk1"/>
                </a:solidFill>
                <a:latin typeface="Anek Devanagari"/>
                <a:cs typeface="Anek Devanagari"/>
                <a:sym typeface="Anek Devanagari"/>
              </a:rPr>
              <a:t>02</a:t>
            </a:r>
          </a:p>
        </p:txBody>
      </p:sp>
      <p:sp>
        <p:nvSpPr>
          <p:cNvPr id="8" name="Google Shape;1443;p38">
            <a:extLst>
              <a:ext uri="{FF2B5EF4-FFF2-40B4-BE49-F238E27FC236}">
                <a16:creationId xmlns:a16="http://schemas.microsoft.com/office/drawing/2014/main" id="{95156711-BE95-C08F-DED5-C9BD668CEEAD}"/>
              </a:ext>
            </a:extLst>
          </p:cNvPr>
          <p:cNvSpPr txBox="1">
            <a:spLocks/>
          </p:cNvSpPr>
          <p:nvPr/>
        </p:nvSpPr>
        <p:spPr>
          <a:xfrm>
            <a:off x="2833028" y="2620830"/>
            <a:ext cx="3310800" cy="4569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600" dirty="0"/>
              <a:t>Communication protocols</a:t>
            </a:r>
          </a:p>
        </p:txBody>
      </p:sp>
    </p:spTree>
    <p:extLst>
      <p:ext uri="{BB962C8B-B14F-4D97-AF65-F5344CB8AC3E}">
        <p14:creationId xmlns:p14="http://schemas.microsoft.com/office/powerpoint/2010/main" val="1230294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316"/>
        <p:cNvGrpSpPr/>
        <p:nvPr/>
      </p:nvGrpSpPr>
      <p:grpSpPr>
        <a:xfrm>
          <a:off x="0" y="0"/>
          <a:ext cx="0" cy="0"/>
          <a:chOff x="0" y="0"/>
          <a:chExt cx="0" cy="0"/>
        </a:xfrm>
      </p:grpSpPr>
      <p:sp>
        <p:nvSpPr>
          <p:cNvPr id="3317" name="Google Shape;3317;p51"/>
          <p:cNvSpPr/>
          <p:nvPr/>
        </p:nvSpPr>
        <p:spPr>
          <a:xfrm>
            <a:off x="7814900" y="4680075"/>
            <a:ext cx="1076400" cy="237600"/>
          </a:xfrm>
          <a:prstGeom prst="ellipse">
            <a:avLst/>
          </a:prstGeom>
          <a:solidFill>
            <a:schemeClr val="dk1">
              <a:alpha val="532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8" name="Google Shape;3318;p51"/>
          <p:cNvSpPr/>
          <p:nvPr/>
        </p:nvSpPr>
        <p:spPr>
          <a:xfrm>
            <a:off x="175025" y="4680075"/>
            <a:ext cx="1076400" cy="237600"/>
          </a:xfrm>
          <a:prstGeom prst="ellipse">
            <a:avLst/>
          </a:prstGeom>
          <a:solidFill>
            <a:schemeClr val="dk1">
              <a:alpha val="532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0" name="Google Shape;3320;p51"/>
          <p:cNvSpPr/>
          <p:nvPr/>
        </p:nvSpPr>
        <p:spPr>
          <a:xfrm>
            <a:off x="3268336" y="2309988"/>
            <a:ext cx="2624674" cy="1687742"/>
          </a:xfrm>
          <a:prstGeom prst="rect">
            <a:avLst/>
          </a:prstGeom>
          <a:noFill/>
          <a:ln>
            <a:noFill/>
          </a:ln>
        </p:spPr>
        <p:txBody>
          <a:bodyPr spcFirstLastPara="1" wrap="square" lIns="91425" tIns="91425" rIns="91425" bIns="91425" anchor="ctr" anchorCtr="0">
            <a:noAutofit/>
          </a:bodyPr>
          <a:lstStyle/>
          <a:p>
            <a:pPr algn="ctr"/>
            <a:r>
              <a:rPr lang="en-US" sz="1800" dirty="0">
                <a:solidFill>
                  <a:schemeClr val="dk1"/>
                </a:solidFill>
                <a:latin typeface="Catamaran"/>
                <a:cs typeface="Catamaran"/>
                <a:sym typeface="Catamaran"/>
              </a:rPr>
              <a:t>used for communication between the python script and Adafruit server to publish the sensor values to Adafruit platform.</a:t>
            </a:r>
            <a:endParaRPr sz="1800" dirty="0">
              <a:solidFill>
                <a:schemeClr val="dk1"/>
              </a:solidFill>
              <a:latin typeface="Catamaran"/>
              <a:cs typeface="Catamaran"/>
              <a:sym typeface="Catamaran"/>
            </a:endParaRPr>
          </a:p>
        </p:txBody>
      </p:sp>
      <p:sp>
        <p:nvSpPr>
          <p:cNvPr id="3321" name="Google Shape;3321;p51"/>
          <p:cNvSpPr/>
          <p:nvPr/>
        </p:nvSpPr>
        <p:spPr>
          <a:xfrm>
            <a:off x="642661" y="2274436"/>
            <a:ext cx="2451000" cy="1493331"/>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1800" dirty="0">
                <a:solidFill>
                  <a:schemeClr val="dk1"/>
                </a:solidFill>
                <a:latin typeface="Catamaran"/>
                <a:ea typeface="Catamaran"/>
                <a:cs typeface="Catamaran"/>
                <a:sym typeface="Catamaran"/>
              </a:rPr>
              <a:t>Used in sending a get request to the Blynk server to get the button values to the Blynk python script </a:t>
            </a:r>
            <a:endParaRPr sz="1800" dirty="0">
              <a:solidFill>
                <a:schemeClr val="dk1"/>
              </a:solidFill>
              <a:latin typeface="Catamaran"/>
              <a:ea typeface="Catamaran"/>
              <a:cs typeface="Catamaran"/>
              <a:sym typeface="Catamaran"/>
            </a:endParaRPr>
          </a:p>
        </p:txBody>
      </p:sp>
      <p:sp>
        <p:nvSpPr>
          <p:cNvPr id="3322" name="Google Shape;3322;p51"/>
          <p:cNvSpPr/>
          <p:nvPr/>
        </p:nvSpPr>
        <p:spPr>
          <a:xfrm>
            <a:off x="5895711" y="2274437"/>
            <a:ext cx="2451000" cy="1718722"/>
          </a:xfrm>
          <a:prstGeom prst="rect">
            <a:avLst/>
          </a:prstGeom>
          <a:noFill/>
          <a:ln>
            <a:noFill/>
          </a:ln>
        </p:spPr>
        <p:txBody>
          <a:bodyPr spcFirstLastPara="1" wrap="square" lIns="91425" tIns="91425" rIns="91425" bIns="91425" anchor="ctr" anchorCtr="0">
            <a:noAutofit/>
          </a:bodyPr>
          <a:lstStyle/>
          <a:p>
            <a:pPr algn="ctr"/>
            <a:r>
              <a:rPr lang="en-US" sz="1800" dirty="0">
                <a:solidFill>
                  <a:schemeClr val="dk1"/>
                </a:solidFill>
                <a:latin typeface="Catamaran"/>
                <a:cs typeface="Catamaran"/>
                <a:sym typeface="Catamaran"/>
              </a:rPr>
              <a:t>Used in sending the values of the buttons on received by the Blynk script to the python script of the hardware and Adafruit</a:t>
            </a:r>
            <a:endParaRPr sz="1800" dirty="0">
              <a:solidFill>
                <a:schemeClr val="dk1"/>
              </a:solidFill>
              <a:latin typeface="Catamaran"/>
              <a:cs typeface="Catamaran"/>
              <a:sym typeface="Catamaran"/>
            </a:endParaRPr>
          </a:p>
        </p:txBody>
      </p:sp>
      <p:cxnSp>
        <p:nvCxnSpPr>
          <p:cNvPr id="3323" name="Google Shape;3323;p51"/>
          <p:cNvCxnSpPr>
            <a:stCxn id="3324" idx="2"/>
            <a:endCxn id="3325" idx="0"/>
          </p:cNvCxnSpPr>
          <p:nvPr/>
        </p:nvCxnSpPr>
        <p:spPr>
          <a:xfrm rot="5400000">
            <a:off x="2821861" y="156184"/>
            <a:ext cx="719100" cy="2626500"/>
          </a:xfrm>
          <a:prstGeom prst="bentConnector3">
            <a:avLst>
              <a:gd name="adj1" fmla="val 49995"/>
            </a:avLst>
          </a:prstGeom>
          <a:noFill/>
          <a:ln w="9525" cap="flat" cmpd="sng">
            <a:solidFill>
              <a:schemeClr val="dk1"/>
            </a:solidFill>
            <a:prstDash val="solid"/>
            <a:round/>
            <a:headEnd type="none" w="med" len="med"/>
            <a:tailEnd type="triangle" w="med" len="med"/>
          </a:ln>
        </p:spPr>
      </p:cxnSp>
      <p:cxnSp>
        <p:nvCxnSpPr>
          <p:cNvPr id="3326" name="Google Shape;3326;p51"/>
          <p:cNvCxnSpPr>
            <a:stCxn id="3324" idx="2"/>
            <a:endCxn id="3327" idx="0"/>
          </p:cNvCxnSpPr>
          <p:nvPr/>
        </p:nvCxnSpPr>
        <p:spPr>
          <a:xfrm rot="-5400000" flipH="1">
            <a:off x="4135411" y="1469134"/>
            <a:ext cx="719100" cy="600"/>
          </a:xfrm>
          <a:prstGeom prst="bentConnector3">
            <a:avLst>
              <a:gd name="adj1" fmla="val 49995"/>
            </a:avLst>
          </a:prstGeom>
          <a:noFill/>
          <a:ln w="9525" cap="flat" cmpd="sng">
            <a:solidFill>
              <a:schemeClr val="dk1"/>
            </a:solidFill>
            <a:prstDash val="solid"/>
            <a:round/>
            <a:headEnd type="none" w="med" len="med"/>
            <a:tailEnd type="triangle" w="med" len="med"/>
          </a:ln>
        </p:spPr>
      </p:cxnSp>
      <p:cxnSp>
        <p:nvCxnSpPr>
          <p:cNvPr id="3328" name="Google Shape;3328;p51"/>
          <p:cNvCxnSpPr>
            <a:cxnSpLocks/>
            <a:stCxn id="3324" idx="2"/>
            <a:endCxn id="3329" idx="0"/>
          </p:cNvCxnSpPr>
          <p:nvPr/>
        </p:nvCxnSpPr>
        <p:spPr>
          <a:xfrm rot="16200000" flipH="1">
            <a:off x="5450884" y="153661"/>
            <a:ext cx="719025" cy="2631470"/>
          </a:xfrm>
          <a:prstGeom prst="bentConnector3">
            <a:avLst>
              <a:gd name="adj1" fmla="val 50000"/>
            </a:avLst>
          </a:prstGeom>
          <a:noFill/>
          <a:ln w="9525" cap="flat" cmpd="sng">
            <a:solidFill>
              <a:schemeClr val="dk1"/>
            </a:solidFill>
            <a:prstDash val="solid"/>
            <a:round/>
            <a:headEnd type="none" w="med" len="med"/>
            <a:tailEnd type="triangle" w="med" len="med"/>
          </a:ln>
        </p:spPr>
      </p:cxnSp>
      <p:grpSp>
        <p:nvGrpSpPr>
          <p:cNvPr id="3330" name="Google Shape;3330;p51"/>
          <p:cNvGrpSpPr/>
          <p:nvPr/>
        </p:nvGrpSpPr>
        <p:grpSpPr>
          <a:xfrm>
            <a:off x="235465" y="4331022"/>
            <a:ext cx="475011" cy="467433"/>
            <a:chOff x="5282797" y="1040148"/>
            <a:chExt cx="281755" cy="277244"/>
          </a:xfrm>
        </p:grpSpPr>
        <p:sp>
          <p:nvSpPr>
            <p:cNvPr id="3331" name="Google Shape;3331;p51"/>
            <p:cNvSpPr/>
            <p:nvPr/>
          </p:nvSpPr>
          <p:spPr>
            <a:xfrm>
              <a:off x="5308672" y="1066310"/>
              <a:ext cx="229621" cy="251081"/>
            </a:xfrm>
            <a:custGeom>
              <a:avLst/>
              <a:gdLst/>
              <a:ahLst/>
              <a:cxnLst/>
              <a:rect l="l" t="t" r="r" b="b"/>
              <a:pathLst>
                <a:path w="2396" h="2620" extrusionOk="0">
                  <a:moveTo>
                    <a:pt x="0" y="1"/>
                  </a:moveTo>
                  <a:lnTo>
                    <a:pt x="50" y="757"/>
                  </a:lnTo>
                  <a:lnTo>
                    <a:pt x="147" y="2620"/>
                  </a:lnTo>
                  <a:lnTo>
                    <a:pt x="2237" y="2620"/>
                  </a:lnTo>
                  <a:lnTo>
                    <a:pt x="2349" y="757"/>
                  </a:lnTo>
                  <a:lnTo>
                    <a:pt x="239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2" name="Google Shape;3332;p51"/>
            <p:cNvSpPr/>
            <p:nvPr/>
          </p:nvSpPr>
          <p:spPr>
            <a:xfrm>
              <a:off x="5308672" y="1066310"/>
              <a:ext cx="229621" cy="72545"/>
            </a:xfrm>
            <a:custGeom>
              <a:avLst/>
              <a:gdLst/>
              <a:ahLst/>
              <a:cxnLst/>
              <a:rect l="l" t="t" r="r" b="b"/>
              <a:pathLst>
                <a:path w="2396" h="757" extrusionOk="0">
                  <a:moveTo>
                    <a:pt x="0" y="1"/>
                  </a:moveTo>
                  <a:lnTo>
                    <a:pt x="50" y="757"/>
                  </a:lnTo>
                  <a:lnTo>
                    <a:pt x="2349" y="757"/>
                  </a:lnTo>
                  <a:lnTo>
                    <a:pt x="239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3" name="Google Shape;3333;p51"/>
            <p:cNvSpPr/>
            <p:nvPr/>
          </p:nvSpPr>
          <p:spPr>
            <a:xfrm>
              <a:off x="5282797" y="1040148"/>
              <a:ext cx="281755" cy="52516"/>
            </a:xfrm>
            <a:custGeom>
              <a:avLst/>
              <a:gdLst/>
              <a:ahLst/>
              <a:cxnLst/>
              <a:rect l="l" t="t" r="r" b="b"/>
              <a:pathLst>
                <a:path w="2940" h="548" extrusionOk="0">
                  <a:moveTo>
                    <a:pt x="174" y="0"/>
                  </a:moveTo>
                  <a:cubicBezTo>
                    <a:pt x="77" y="0"/>
                    <a:pt x="0" y="81"/>
                    <a:pt x="0" y="177"/>
                  </a:cubicBezTo>
                  <a:lnTo>
                    <a:pt x="0" y="355"/>
                  </a:lnTo>
                  <a:cubicBezTo>
                    <a:pt x="0" y="467"/>
                    <a:pt x="77" y="548"/>
                    <a:pt x="174" y="548"/>
                  </a:cubicBezTo>
                  <a:lnTo>
                    <a:pt x="2746" y="548"/>
                  </a:lnTo>
                  <a:cubicBezTo>
                    <a:pt x="2858" y="548"/>
                    <a:pt x="2939" y="467"/>
                    <a:pt x="2939" y="355"/>
                  </a:cubicBezTo>
                  <a:lnTo>
                    <a:pt x="2939" y="177"/>
                  </a:lnTo>
                  <a:cubicBezTo>
                    <a:pt x="2939" y="81"/>
                    <a:pt x="2858" y="0"/>
                    <a:pt x="274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4" name="Google Shape;3334;p51"/>
            <p:cNvSpPr/>
            <p:nvPr/>
          </p:nvSpPr>
          <p:spPr>
            <a:xfrm>
              <a:off x="5341161" y="1182076"/>
              <a:ext cx="21563" cy="86153"/>
            </a:xfrm>
            <a:custGeom>
              <a:avLst/>
              <a:gdLst/>
              <a:ahLst/>
              <a:cxnLst/>
              <a:rect l="l" t="t" r="r" b="b"/>
              <a:pathLst>
                <a:path w="225" h="899" extrusionOk="0">
                  <a:moveTo>
                    <a:pt x="112" y="0"/>
                  </a:moveTo>
                  <a:cubicBezTo>
                    <a:pt x="47" y="0"/>
                    <a:pt x="1" y="193"/>
                    <a:pt x="1" y="448"/>
                  </a:cubicBezTo>
                  <a:cubicBezTo>
                    <a:pt x="1" y="691"/>
                    <a:pt x="47" y="899"/>
                    <a:pt x="112" y="899"/>
                  </a:cubicBezTo>
                  <a:cubicBezTo>
                    <a:pt x="178" y="899"/>
                    <a:pt x="224" y="691"/>
                    <a:pt x="224" y="448"/>
                  </a:cubicBezTo>
                  <a:cubicBezTo>
                    <a:pt x="224" y="193"/>
                    <a:pt x="178" y="0"/>
                    <a:pt x="11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5" name="Google Shape;3335;p51"/>
            <p:cNvSpPr/>
            <p:nvPr/>
          </p:nvSpPr>
          <p:spPr>
            <a:xfrm>
              <a:off x="5388887" y="1182076"/>
              <a:ext cx="23384" cy="86153"/>
            </a:xfrm>
            <a:custGeom>
              <a:avLst/>
              <a:gdLst/>
              <a:ahLst/>
              <a:cxnLst/>
              <a:rect l="l" t="t" r="r" b="b"/>
              <a:pathLst>
                <a:path w="244" h="899" extrusionOk="0">
                  <a:moveTo>
                    <a:pt x="127" y="0"/>
                  </a:moveTo>
                  <a:cubicBezTo>
                    <a:pt x="66" y="0"/>
                    <a:pt x="0" y="193"/>
                    <a:pt x="0" y="448"/>
                  </a:cubicBezTo>
                  <a:cubicBezTo>
                    <a:pt x="0" y="691"/>
                    <a:pt x="66" y="899"/>
                    <a:pt x="127" y="899"/>
                  </a:cubicBezTo>
                  <a:cubicBezTo>
                    <a:pt x="193" y="899"/>
                    <a:pt x="243" y="691"/>
                    <a:pt x="243" y="448"/>
                  </a:cubicBezTo>
                  <a:cubicBezTo>
                    <a:pt x="243" y="193"/>
                    <a:pt x="193" y="0"/>
                    <a:pt x="1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6" name="Google Shape;3336;p51"/>
            <p:cNvSpPr/>
            <p:nvPr/>
          </p:nvSpPr>
          <p:spPr>
            <a:xfrm>
              <a:off x="5438051" y="1182076"/>
              <a:ext cx="23384" cy="86153"/>
            </a:xfrm>
            <a:custGeom>
              <a:avLst/>
              <a:gdLst/>
              <a:ahLst/>
              <a:cxnLst/>
              <a:rect l="l" t="t" r="r" b="b"/>
              <a:pathLst>
                <a:path w="244" h="899" extrusionOk="0">
                  <a:moveTo>
                    <a:pt x="116" y="0"/>
                  </a:moveTo>
                  <a:cubicBezTo>
                    <a:pt x="50" y="0"/>
                    <a:pt x="0" y="193"/>
                    <a:pt x="0" y="448"/>
                  </a:cubicBezTo>
                  <a:cubicBezTo>
                    <a:pt x="0" y="691"/>
                    <a:pt x="50" y="899"/>
                    <a:pt x="116" y="899"/>
                  </a:cubicBezTo>
                  <a:cubicBezTo>
                    <a:pt x="178" y="899"/>
                    <a:pt x="243" y="691"/>
                    <a:pt x="243" y="448"/>
                  </a:cubicBezTo>
                  <a:cubicBezTo>
                    <a:pt x="243" y="193"/>
                    <a:pt x="178" y="0"/>
                    <a:pt x="1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7" name="Google Shape;3337;p51"/>
            <p:cNvSpPr/>
            <p:nvPr/>
          </p:nvSpPr>
          <p:spPr>
            <a:xfrm>
              <a:off x="5487502" y="1182076"/>
              <a:ext cx="21563" cy="86153"/>
            </a:xfrm>
            <a:custGeom>
              <a:avLst/>
              <a:gdLst/>
              <a:ahLst/>
              <a:cxnLst/>
              <a:rect l="l" t="t" r="r" b="b"/>
              <a:pathLst>
                <a:path w="225" h="899" extrusionOk="0">
                  <a:moveTo>
                    <a:pt x="113" y="0"/>
                  </a:moveTo>
                  <a:cubicBezTo>
                    <a:pt x="47" y="0"/>
                    <a:pt x="1" y="193"/>
                    <a:pt x="1" y="448"/>
                  </a:cubicBezTo>
                  <a:cubicBezTo>
                    <a:pt x="1" y="691"/>
                    <a:pt x="47" y="899"/>
                    <a:pt x="113" y="899"/>
                  </a:cubicBezTo>
                  <a:cubicBezTo>
                    <a:pt x="178" y="899"/>
                    <a:pt x="225" y="691"/>
                    <a:pt x="225" y="448"/>
                  </a:cubicBezTo>
                  <a:cubicBezTo>
                    <a:pt x="225" y="193"/>
                    <a:pt x="178" y="0"/>
                    <a:pt x="1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38" name="Google Shape;3338;p51"/>
          <p:cNvGrpSpPr/>
          <p:nvPr/>
        </p:nvGrpSpPr>
        <p:grpSpPr>
          <a:xfrm>
            <a:off x="7936970" y="4089136"/>
            <a:ext cx="732230" cy="709311"/>
            <a:chOff x="5931125" y="893715"/>
            <a:chExt cx="434326" cy="420706"/>
          </a:xfrm>
        </p:grpSpPr>
        <p:sp>
          <p:nvSpPr>
            <p:cNvPr id="3339" name="Google Shape;3339;p51"/>
            <p:cNvSpPr/>
            <p:nvPr/>
          </p:nvSpPr>
          <p:spPr>
            <a:xfrm>
              <a:off x="5994281" y="1155818"/>
              <a:ext cx="364940" cy="158603"/>
            </a:xfrm>
            <a:custGeom>
              <a:avLst/>
              <a:gdLst/>
              <a:ahLst/>
              <a:cxnLst/>
              <a:rect l="l" t="t" r="r" b="b"/>
              <a:pathLst>
                <a:path w="3808" h="1655" extrusionOk="0">
                  <a:moveTo>
                    <a:pt x="1" y="0"/>
                  </a:moveTo>
                  <a:lnTo>
                    <a:pt x="1" y="1300"/>
                  </a:lnTo>
                  <a:cubicBezTo>
                    <a:pt x="1" y="1493"/>
                    <a:pt x="159" y="1655"/>
                    <a:pt x="352" y="1655"/>
                  </a:cubicBezTo>
                  <a:lnTo>
                    <a:pt x="3472" y="1655"/>
                  </a:lnTo>
                  <a:cubicBezTo>
                    <a:pt x="3665" y="1655"/>
                    <a:pt x="3808" y="1493"/>
                    <a:pt x="3808" y="1300"/>
                  </a:cubicBezTo>
                  <a:lnTo>
                    <a:pt x="380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0" name="Google Shape;3340;p51"/>
            <p:cNvSpPr/>
            <p:nvPr/>
          </p:nvSpPr>
          <p:spPr>
            <a:xfrm>
              <a:off x="6234637" y="993860"/>
              <a:ext cx="36992" cy="212652"/>
            </a:xfrm>
            <a:custGeom>
              <a:avLst/>
              <a:gdLst/>
              <a:ahLst/>
              <a:cxnLst/>
              <a:rect l="l" t="t" r="r" b="b"/>
              <a:pathLst>
                <a:path w="386" h="2219" extrusionOk="0">
                  <a:moveTo>
                    <a:pt x="305" y="1"/>
                  </a:moveTo>
                  <a:cubicBezTo>
                    <a:pt x="270" y="1"/>
                    <a:pt x="224" y="16"/>
                    <a:pt x="224" y="66"/>
                  </a:cubicBezTo>
                  <a:lnTo>
                    <a:pt x="0" y="2122"/>
                  </a:lnTo>
                  <a:cubicBezTo>
                    <a:pt x="0" y="2172"/>
                    <a:pt x="31" y="2203"/>
                    <a:pt x="62" y="2219"/>
                  </a:cubicBezTo>
                  <a:lnTo>
                    <a:pt x="77" y="2219"/>
                  </a:lnTo>
                  <a:cubicBezTo>
                    <a:pt x="112" y="2219"/>
                    <a:pt x="143" y="2188"/>
                    <a:pt x="158" y="2138"/>
                  </a:cubicBezTo>
                  <a:lnTo>
                    <a:pt x="366" y="82"/>
                  </a:lnTo>
                  <a:cubicBezTo>
                    <a:pt x="386" y="36"/>
                    <a:pt x="351" y="1"/>
                    <a:pt x="30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1" name="Google Shape;3341;p51"/>
            <p:cNvSpPr/>
            <p:nvPr/>
          </p:nvSpPr>
          <p:spPr>
            <a:xfrm>
              <a:off x="6174165" y="1072443"/>
              <a:ext cx="75710" cy="55966"/>
            </a:xfrm>
            <a:custGeom>
              <a:avLst/>
              <a:gdLst/>
              <a:ahLst/>
              <a:cxnLst/>
              <a:rect l="l" t="t" r="r" b="b"/>
              <a:pathLst>
                <a:path w="790" h="584" extrusionOk="0">
                  <a:moveTo>
                    <a:pt x="150" y="0"/>
                  </a:moveTo>
                  <a:cubicBezTo>
                    <a:pt x="118" y="0"/>
                    <a:pt x="99" y="2"/>
                    <a:pt x="99" y="2"/>
                  </a:cubicBezTo>
                  <a:cubicBezTo>
                    <a:pt x="99" y="2"/>
                    <a:pt x="1" y="584"/>
                    <a:pt x="528" y="584"/>
                  </a:cubicBezTo>
                  <a:cubicBezTo>
                    <a:pt x="602" y="584"/>
                    <a:pt x="689" y="572"/>
                    <a:pt x="789" y="546"/>
                  </a:cubicBezTo>
                  <a:cubicBezTo>
                    <a:pt x="723" y="45"/>
                    <a:pt x="298" y="0"/>
                    <a:pt x="15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2" name="Google Shape;3342;p51"/>
            <p:cNvSpPr/>
            <p:nvPr/>
          </p:nvSpPr>
          <p:spPr>
            <a:xfrm>
              <a:off x="6092609" y="1040148"/>
              <a:ext cx="84814" cy="100241"/>
            </a:xfrm>
            <a:custGeom>
              <a:avLst/>
              <a:gdLst/>
              <a:ahLst/>
              <a:cxnLst/>
              <a:rect l="l" t="t" r="r" b="b"/>
              <a:pathLst>
                <a:path w="885" h="1046" extrusionOk="0">
                  <a:moveTo>
                    <a:pt x="691" y="0"/>
                  </a:moveTo>
                  <a:cubicBezTo>
                    <a:pt x="691" y="0"/>
                    <a:pt x="1" y="208"/>
                    <a:pt x="132" y="1045"/>
                  </a:cubicBezTo>
                  <a:cubicBezTo>
                    <a:pt x="884" y="852"/>
                    <a:pt x="691" y="0"/>
                    <a:pt x="69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3" name="Google Shape;3343;p51"/>
            <p:cNvSpPr/>
            <p:nvPr/>
          </p:nvSpPr>
          <p:spPr>
            <a:xfrm>
              <a:off x="6249779" y="1113652"/>
              <a:ext cx="81747" cy="49737"/>
            </a:xfrm>
            <a:custGeom>
              <a:avLst/>
              <a:gdLst/>
              <a:ahLst/>
              <a:cxnLst/>
              <a:rect l="l" t="t" r="r" b="b"/>
              <a:pathLst>
                <a:path w="853" h="519" extrusionOk="0">
                  <a:moveTo>
                    <a:pt x="452" y="0"/>
                  </a:moveTo>
                  <a:cubicBezTo>
                    <a:pt x="295" y="0"/>
                    <a:pt x="123" y="99"/>
                    <a:pt x="0" y="440"/>
                  </a:cubicBezTo>
                  <a:cubicBezTo>
                    <a:pt x="112" y="496"/>
                    <a:pt x="214" y="519"/>
                    <a:pt x="305" y="519"/>
                  </a:cubicBezTo>
                  <a:cubicBezTo>
                    <a:pt x="660" y="519"/>
                    <a:pt x="853" y="182"/>
                    <a:pt x="853" y="182"/>
                  </a:cubicBezTo>
                  <a:cubicBezTo>
                    <a:pt x="853" y="182"/>
                    <a:pt x="666" y="0"/>
                    <a:pt x="45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4" name="Google Shape;3344;p51"/>
            <p:cNvSpPr/>
            <p:nvPr/>
          </p:nvSpPr>
          <p:spPr>
            <a:xfrm>
              <a:off x="6168319" y="896877"/>
              <a:ext cx="197133" cy="159849"/>
            </a:xfrm>
            <a:custGeom>
              <a:avLst/>
              <a:gdLst/>
              <a:ahLst/>
              <a:cxnLst/>
              <a:rect l="l" t="t" r="r" b="b"/>
              <a:pathLst>
                <a:path w="2057" h="1668" extrusionOk="0">
                  <a:moveTo>
                    <a:pt x="1022" y="1"/>
                  </a:moveTo>
                  <a:cubicBezTo>
                    <a:pt x="440" y="1"/>
                    <a:pt x="0" y="610"/>
                    <a:pt x="287" y="1240"/>
                  </a:cubicBezTo>
                  <a:cubicBezTo>
                    <a:pt x="353" y="1383"/>
                    <a:pt x="480" y="1510"/>
                    <a:pt x="627" y="1576"/>
                  </a:cubicBezTo>
                  <a:cubicBezTo>
                    <a:pt x="761" y="1639"/>
                    <a:pt x="894" y="1668"/>
                    <a:pt x="1021" y="1668"/>
                  </a:cubicBezTo>
                  <a:cubicBezTo>
                    <a:pt x="1610" y="1668"/>
                    <a:pt x="2057" y="1056"/>
                    <a:pt x="1768" y="434"/>
                  </a:cubicBezTo>
                  <a:cubicBezTo>
                    <a:pt x="1703" y="292"/>
                    <a:pt x="1575" y="161"/>
                    <a:pt x="1429" y="99"/>
                  </a:cubicBezTo>
                  <a:cubicBezTo>
                    <a:pt x="1290" y="31"/>
                    <a:pt x="1153" y="1"/>
                    <a:pt x="102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5" name="Google Shape;3345;p51"/>
            <p:cNvSpPr/>
            <p:nvPr/>
          </p:nvSpPr>
          <p:spPr>
            <a:xfrm>
              <a:off x="6210486" y="931665"/>
              <a:ext cx="112894" cy="90945"/>
            </a:xfrm>
            <a:custGeom>
              <a:avLst/>
              <a:gdLst/>
              <a:ahLst/>
              <a:cxnLst/>
              <a:rect l="l" t="t" r="r" b="b"/>
              <a:pathLst>
                <a:path w="1178" h="949" extrusionOk="0">
                  <a:moveTo>
                    <a:pt x="580" y="1"/>
                  </a:moveTo>
                  <a:cubicBezTo>
                    <a:pt x="248" y="1"/>
                    <a:pt x="1" y="344"/>
                    <a:pt x="171" y="700"/>
                  </a:cubicBezTo>
                  <a:cubicBezTo>
                    <a:pt x="202" y="781"/>
                    <a:pt x="267" y="858"/>
                    <a:pt x="364" y="893"/>
                  </a:cubicBezTo>
                  <a:cubicBezTo>
                    <a:pt x="443" y="931"/>
                    <a:pt x="522" y="948"/>
                    <a:pt x="596" y="948"/>
                  </a:cubicBezTo>
                  <a:cubicBezTo>
                    <a:pt x="929" y="948"/>
                    <a:pt x="1178" y="605"/>
                    <a:pt x="1004" y="249"/>
                  </a:cubicBezTo>
                  <a:cubicBezTo>
                    <a:pt x="973" y="152"/>
                    <a:pt x="892" y="87"/>
                    <a:pt x="811" y="56"/>
                  </a:cubicBezTo>
                  <a:cubicBezTo>
                    <a:pt x="732" y="18"/>
                    <a:pt x="654" y="1"/>
                    <a:pt x="58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6" name="Google Shape;3346;p51"/>
            <p:cNvSpPr/>
            <p:nvPr/>
          </p:nvSpPr>
          <p:spPr>
            <a:xfrm>
              <a:off x="6240675" y="956006"/>
              <a:ext cx="52230" cy="41879"/>
            </a:xfrm>
            <a:custGeom>
              <a:avLst/>
              <a:gdLst/>
              <a:ahLst/>
              <a:cxnLst/>
              <a:rect l="l" t="t" r="r" b="b"/>
              <a:pathLst>
                <a:path w="545" h="437" extrusionOk="0">
                  <a:moveTo>
                    <a:pt x="274" y="0"/>
                  </a:moveTo>
                  <a:cubicBezTo>
                    <a:pt x="116" y="0"/>
                    <a:pt x="1" y="161"/>
                    <a:pt x="80" y="334"/>
                  </a:cubicBezTo>
                  <a:cubicBezTo>
                    <a:pt x="95" y="365"/>
                    <a:pt x="130" y="396"/>
                    <a:pt x="161" y="411"/>
                  </a:cubicBezTo>
                  <a:cubicBezTo>
                    <a:pt x="199" y="429"/>
                    <a:pt x="236" y="437"/>
                    <a:pt x="272" y="437"/>
                  </a:cubicBezTo>
                  <a:cubicBezTo>
                    <a:pt x="430" y="437"/>
                    <a:pt x="544" y="277"/>
                    <a:pt x="465" y="107"/>
                  </a:cubicBezTo>
                  <a:cubicBezTo>
                    <a:pt x="450" y="76"/>
                    <a:pt x="419" y="45"/>
                    <a:pt x="384" y="26"/>
                  </a:cubicBezTo>
                  <a:cubicBezTo>
                    <a:pt x="347" y="8"/>
                    <a:pt x="309" y="0"/>
                    <a:pt x="2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7" name="Google Shape;3347;p51"/>
            <p:cNvSpPr/>
            <p:nvPr/>
          </p:nvSpPr>
          <p:spPr>
            <a:xfrm>
              <a:off x="6064912" y="1045514"/>
              <a:ext cx="66318" cy="171732"/>
            </a:xfrm>
            <a:custGeom>
              <a:avLst/>
              <a:gdLst/>
              <a:ahLst/>
              <a:cxnLst/>
              <a:rect l="l" t="t" r="r" b="b"/>
              <a:pathLst>
                <a:path w="692" h="1792" extrusionOk="0">
                  <a:moveTo>
                    <a:pt x="101" y="0"/>
                  </a:moveTo>
                  <a:cubicBezTo>
                    <a:pt x="85" y="0"/>
                    <a:pt x="68" y="4"/>
                    <a:pt x="51" y="10"/>
                  </a:cubicBezTo>
                  <a:cubicBezTo>
                    <a:pt x="16" y="25"/>
                    <a:pt x="1" y="75"/>
                    <a:pt x="35" y="106"/>
                  </a:cubicBezTo>
                  <a:cubicBezTo>
                    <a:pt x="35" y="121"/>
                    <a:pt x="467" y="877"/>
                    <a:pt x="548" y="1730"/>
                  </a:cubicBezTo>
                  <a:cubicBezTo>
                    <a:pt x="548" y="1761"/>
                    <a:pt x="579" y="1792"/>
                    <a:pt x="614" y="1792"/>
                  </a:cubicBezTo>
                  <a:lnTo>
                    <a:pt x="629" y="1792"/>
                  </a:lnTo>
                  <a:cubicBezTo>
                    <a:pt x="660" y="1792"/>
                    <a:pt x="691" y="1745"/>
                    <a:pt x="691" y="1714"/>
                  </a:cubicBezTo>
                  <a:cubicBezTo>
                    <a:pt x="614" y="827"/>
                    <a:pt x="178" y="75"/>
                    <a:pt x="163" y="40"/>
                  </a:cubicBezTo>
                  <a:cubicBezTo>
                    <a:pt x="153" y="11"/>
                    <a:pt x="129" y="0"/>
                    <a:pt x="1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8" name="Google Shape;3348;p51"/>
            <p:cNvSpPr/>
            <p:nvPr/>
          </p:nvSpPr>
          <p:spPr>
            <a:xfrm>
              <a:off x="5931125" y="893715"/>
              <a:ext cx="234029" cy="166174"/>
            </a:xfrm>
            <a:custGeom>
              <a:avLst/>
              <a:gdLst/>
              <a:ahLst/>
              <a:cxnLst/>
              <a:rect l="l" t="t" r="r" b="b"/>
              <a:pathLst>
                <a:path w="2442" h="1734" extrusionOk="0">
                  <a:moveTo>
                    <a:pt x="1879" y="1"/>
                  </a:moveTo>
                  <a:lnTo>
                    <a:pt x="1447" y="645"/>
                  </a:lnTo>
                  <a:lnTo>
                    <a:pt x="772" y="97"/>
                  </a:lnTo>
                  <a:lnTo>
                    <a:pt x="772" y="903"/>
                  </a:lnTo>
                  <a:lnTo>
                    <a:pt x="0" y="934"/>
                  </a:lnTo>
                  <a:cubicBezTo>
                    <a:pt x="0" y="934"/>
                    <a:pt x="422" y="1734"/>
                    <a:pt x="1102" y="1734"/>
                  </a:cubicBezTo>
                  <a:cubicBezTo>
                    <a:pt x="1229" y="1734"/>
                    <a:pt x="1365" y="1706"/>
                    <a:pt x="1509" y="1640"/>
                  </a:cubicBezTo>
                  <a:cubicBezTo>
                    <a:pt x="2442" y="1223"/>
                    <a:pt x="1879" y="1"/>
                    <a:pt x="187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9" name="Google Shape;3349;p51"/>
            <p:cNvSpPr/>
            <p:nvPr/>
          </p:nvSpPr>
          <p:spPr>
            <a:xfrm>
              <a:off x="6029453" y="1182076"/>
              <a:ext cx="295843" cy="106182"/>
            </a:xfrm>
            <a:custGeom>
              <a:avLst/>
              <a:gdLst/>
              <a:ahLst/>
              <a:cxnLst/>
              <a:rect l="l" t="t" r="r" b="b"/>
              <a:pathLst>
                <a:path w="3087" h="1108" extrusionOk="0">
                  <a:moveTo>
                    <a:pt x="0" y="0"/>
                  </a:moveTo>
                  <a:lnTo>
                    <a:pt x="0" y="833"/>
                  </a:lnTo>
                  <a:cubicBezTo>
                    <a:pt x="0" y="980"/>
                    <a:pt x="116" y="1107"/>
                    <a:pt x="259" y="1107"/>
                  </a:cubicBezTo>
                  <a:lnTo>
                    <a:pt x="2816" y="1107"/>
                  </a:lnTo>
                  <a:cubicBezTo>
                    <a:pt x="2974" y="1107"/>
                    <a:pt x="3086" y="980"/>
                    <a:pt x="3086" y="833"/>
                  </a:cubicBezTo>
                  <a:lnTo>
                    <a:pt x="308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0" name="Google Shape;3350;p51"/>
            <p:cNvSpPr/>
            <p:nvPr/>
          </p:nvSpPr>
          <p:spPr>
            <a:xfrm>
              <a:off x="6029453" y="1220505"/>
              <a:ext cx="295843" cy="67754"/>
            </a:xfrm>
            <a:custGeom>
              <a:avLst/>
              <a:gdLst/>
              <a:ahLst/>
              <a:cxnLst/>
              <a:rect l="l" t="t" r="r" b="b"/>
              <a:pathLst>
                <a:path w="3087" h="707" extrusionOk="0">
                  <a:moveTo>
                    <a:pt x="0" y="0"/>
                  </a:moveTo>
                  <a:lnTo>
                    <a:pt x="0" y="706"/>
                  </a:lnTo>
                  <a:lnTo>
                    <a:pt x="3086" y="706"/>
                  </a:lnTo>
                  <a:lnTo>
                    <a:pt x="308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1" name="Google Shape;3351;p51"/>
            <p:cNvSpPr/>
            <p:nvPr/>
          </p:nvSpPr>
          <p:spPr>
            <a:xfrm>
              <a:off x="6049770" y="1194247"/>
              <a:ext cx="27792" cy="72545"/>
            </a:xfrm>
            <a:custGeom>
              <a:avLst/>
              <a:gdLst/>
              <a:ahLst/>
              <a:cxnLst/>
              <a:rect l="l" t="t" r="r" b="b"/>
              <a:pathLst>
                <a:path w="290" h="757" extrusionOk="0">
                  <a:moveTo>
                    <a:pt x="143" y="0"/>
                  </a:moveTo>
                  <a:cubicBezTo>
                    <a:pt x="62" y="0"/>
                    <a:pt x="1" y="66"/>
                    <a:pt x="1" y="162"/>
                  </a:cubicBezTo>
                  <a:lnTo>
                    <a:pt x="1" y="594"/>
                  </a:lnTo>
                  <a:cubicBezTo>
                    <a:pt x="1" y="691"/>
                    <a:pt x="62" y="756"/>
                    <a:pt x="143" y="756"/>
                  </a:cubicBezTo>
                  <a:cubicBezTo>
                    <a:pt x="224" y="756"/>
                    <a:pt x="290" y="691"/>
                    <a:pt x="290" y="594"/>
                  </a:cubicBezTo>
                  <a:lnTo>
                    <a:pt x="290" y="162"/>
                  </a:lnTo>
                  <a:cubicBezTo>
                    <a:pt x="290" y="66"/>
                    <a:pt x="224" y="0"/>
                    <a:pt x="1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52" name="Google Shape;3352;p51"/>
          <p:cNvGrpSpPr/>
          <p:nvPr/>
        </p:nvGrpSpPr>
        <p:grpSpPr>
          <a:xfrm>
            <a:off x="881581" y="4232462"/>
            <a:ext cx="309404" cy="565994"/>
            <a:chOff x="5666044" y="981689"/>
            <a:chExt cx="183525" cy="335702"/>
          </a:xfrm>
        </p:grpSpPr>
        <p:sp>
          <p:nvSpPr>
            <p:cNvPr id="3353" name="Google Shape;3353;p51"/>
            <p:cNvSpPr/>
            <p:nvPr/>
          </p:nvSpPr>
          <p:spPr>
            <a:xfrm>
              <a:off x="5666044" y="1108093"/>
              <a:ext cx="166465" cy="209298"/>
            </a:xfrm>
            <a:custGeom>
              <a:avLst/>
              <a:gdLst/>
              <a:ahLst/>
              <a:cxnLst/>
              <a:rect l="l" t="t" r="r" b="b"/>
              <a:pathLst>
                <a:path w="1737" h="2184" extrusionOk="0">
                  <a:moveTo>
                    <a:pt x="128" y="1"/>
                  </a:moveTo>
                  <a:cubicBezTo>
                    <a:pt x="67" y="1"/>
                    <a:pt x="1" y="47"/>
                    <a:pt x="1" y="128"/>
                  </a:cubicBezTo>
                  <a:lnTo>
                    <a:pt x="1" y="2057"/>
                  </a:lnTo>
                  <a:cubicBezTo>
                    <a:pt x="1" y="2122"/>
                    <a:pt x="67" y="2184"/>
                    <a:pt x="128" y="2184"/>
                  </a:cubicBezTo>
                  <a:lnTo>
                    <a:pt x="1609" y="2184"/>
                  </a:lnTo>
                  <a:cubicBezTo>
                    <a:pt x="1690" y="2184"/>
                    <a:pt x="1737" y="2122"/>
                    <a:pt x="1737" y="2057"/>
                  </a:cubicBezTo>
                  <a:lnTo>
                    <a:pt x="1737" y="128"/>
                  </a:lnTo>
                  <a:cubicBezTo>
                    <a:pt x="1737" y="47"/>
                    <a:pt x="1690" y="1"/>
                    <a:pt x="160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4" name="Google Shape;3354;p51"/>
            <p:cNvSpPr/>
            <p:nvPr/>
          </p:nvSpPr>
          <p:spPr>
            <a:xfrm>
              <a:off x="5740029" y="1037177"/>
              <a:ext cx="24821" cy="132441"/>
            </a:xfrm>
            <a:custGeom>
              <a:avLst/>
              <a:gdLst/>
              <a:ahLst/>
              <a:cxnLst/>
              <a:rect l="l" t="t" r="r" b="b"/>
              <a:pathLst>
                <a:path w="259" h="1382" extrusionOk="0">
                  <a:moveTo>
                    <a:pt x="193" y="0"/>
                  </a:moveTo>
                  <a:cubicBezTo>
                    <a:pt x="162" y="0"/>
                    <a:pt x="112" y="16"/>
                    <a:pt x="112" y="66"/>
                  </a:cubicBezTo>
                  <a:cubicBezTo>
                    <a:pt x="97" y="81"/>
                    <a:pt x="0" y="610"/>
                    <a:pt x="16" y="1319"/>
                  </a:cubicBezTo>
                  <a:cubicBezTo>
                    <a:pt x="31" y="1350"/>
                    <a:pt x="66" y="1381"/>
                    <a:pt x="97" y="1381"/>
                  </a:cubicBezTo>
                  <a:cubicBezTo>
                    <a:pt x="147" y="1381"/>
                    <a:pt x="178" y="1350"/>
                    <a:pt x="178" y="1300"/>
                  </a:cubicBezTo>
                  <a:cubicBezTo>
                    <a:pt x="147" y="625"/>
                    <a:pt x="259" y="97"/>
                    <a:pt x="259" y="97"/>
                  </a:cubicBezTo>
                  <a:cubicBezTo>
                    <a:pt x="259" y="46"/>
                    <a:pt x="243" y="16"/>
                    <a:pt x="19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5" name="Google Shape;3355;p51"/>
            <p:cNvSpPr/>
            <p:nvPr/>
          </p:nvSpPr>
          <p:spPr>
            <a:xfrm>
              <a:off x="5670931" y="981689"/>
              <a:ext cx="99860" cy="106182"/>
            </a:xfrm>
            <a:custGeom>
              <a:avLst/>
              <a:gdLst/>
              <a:ahLst/>
              <a:cxnLst/>
              <a:rect l="l" t="t" r="r" b="b"/>
              <a:pathLst>
                <a:path w="1042" h="1108" extrusionOk="0">
                  <a:moveTo>
                    <a:pt x="255" y="1"/>
                  </a:moveTo>
                  <a:cubicBezTo>
                    <a:pt x="255" y="1"/>
                    <a:pt x="0" y="676"/>
                    <a:pt x="721" y="1108"/>
                  </a:cubicBezTo>
                  <a:cubicBezTo>
                    <a:pt x="1041" y="386"/>
                    <a:pt x="255" y="1"/>
                    <a:pt x="2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6" name="Google Shape;3356;p51"/>
            <p:cNvSpPr/>
            <p:nvPr/>
          </p:nvSpPr>
          <p:spPr>
            <a:xfrm>
              <a:off x="5754021" y="1029893"/>
              <a:ext cx="95547" cy="66604"/>
            </a:xfrm>
            <a:custGeom>
              <a:avLst/>
              <a:gdLst/>
              <a:ahLst/>
              <a:cxnLst/>
              <a:rect l="l" t="t" r="r" b="b"/>
              <a:pathLst>
                <a:path w="997" h="695" extrusionOk="0">
                  <a:moveTo>
                    <a:pt x="871" y="1"/>
                  </a:moveTo>
                  <a:cubicBezTo>
                    <a:pt x="654" y="1"/>
                    <a:pt x="214" y="78"/>
                    <a:pt x="1" y="670"/>
                  </a:cubicBezTo>
                  <a:cubicBezTo>
                    <a:pt x="73" y="687"/>
                    <a:pt x="140" y="695"/>
                    <a:pt x="203" y="695"/>
                  </a:cubicBezTo>
                  <a:cubicBezTo>
                    <a:pt x="797" y="695"/>
                    <a:pt x="996" y="11"/>
                    <a:pt x="996" y="11"/>
                  </a:cubicBezTo>
                  <a:cubicBezTo>
                    <a:pt x="996" y="11"/>
                    <a:pt x="947" y="1"/>
                    <a:pt x="87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7" name="Google Shape;3357;p51"/>
            <p:cNvSpPr/>
            <p:nvPr/>
          </p:nvSpPr>
          <p:spPr>
            <a:xfrm>
              <a:off x="5686073" y="1128122"/>
              <a:ext cx="126502" cy="167899"/>
            </a:xfrm>
            <a:custGeom>
              <a:avLst/>
              <a:gdLst/>
              <a:ahLst/>
              <a:cxnLst/>
              <a:rect l="l" t="t" r="r" b="b"/>
              <a:pathLst>
                <a:path w="1320" h="1752" extrusionOk="0">
                  <a:moveTo>
                    <a:pt x="147" y="0"/>
                  </a:moveTo>
                  <a:cubicBezTo>
                    <a:pt x="66" y="0"/>
                    <a:pt x="0" y="62"/>
                    <a:pt x="0" y="143"/>
                  </a:cubicBezTo>
                  <a:lnTo>
                    <a:pt x="0" y="1605"/>
                  </a:lnTo>
                  <a:cubicBezTo>
                    <a:pt x="0" y="1686"/>
                    <a:pt x="66" y="1751"/>
                    <a:pt x="147" y="1751"/>
                  </a:cubicBezTo>
                  <a:lnTo>
                    <a:pt x="1173" y="1751"/>
                  </a:lnTo>
                  <a:cubicBezTo>
                    <a:pt x="1254" y="1751"/>
                    <a:pt x="1319" y="1686"/>
                    <a:pt x="1319" y="1605"/>
                  </a:cubicBezTo>
                  <a:lnTo>
                    <a:pt x="1319" y="143"/>
                  </a:lnTo>
                  <a:cubicBezTo>
                    <a:pt x="1319" y="62"/>
                    <a:pt x="1254" y="0"/>
                    <a:pt x="117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8" name="Google Shape;3358;p51"/>
            <p:cNvSpPr/>
            <p:nvPr/>
          </p:nvSpPr>
          <p:spPr>
            <a:xfrm>
              <a:off x="5686073" y="1248201"/>
              <a:ext cx="126502" cy="47820"/>
            </a:xfrm>
            <a:custGeom>
              <a:avLst/>
              <a:gdLst/>
              <a:ahLst/>
              <a:cxnLst/>
              <a:rect l="l" t="t" r="r" b="b"/>
              <a:pathLst>
                <a:path w="1320" h="499" extrusionOk="0">
                  <a:moveTo>
                    <a:pt x="0" y="1"/>
                  </a:moveTo>
                  <a:lnTo>
                    <a:pt x="0" y="352"/>
                  </a:lnTo>
                  <a:cubicBezTo>
                    <a:pt x="0" y="433"/>
                    <a:pt x="66" y="498"/>
                    <a:pt x="147" y="498"/>
                  </a:cubicBezTo>
                  <a:lnTo>
                    <a:pt x="1173" y="498"/>
                  </a:lnTo>
                  <a:cubicBezTo>
                    <a:pt x="1254" y="498"/>
                    <a:pt x="1319" y="433"/>
                    <a:pt x="1319" y="352"/>
                  </a:cubicBezTo>
                  <a:lnTo>
                    <a:pt x="1319" y="82"/>
                  </a:lnTo>
                  <a:cubicBezTo>
                    <a:pt x="1157" y="143"/>
                    <a:pt x="980" y="178"/>
                    <a:pt x="806" y="178"/>
                  </a:cubicBezTo>
                  <a:cubicBezTo>
                    <a:pt x="517" y="178"/>
                    <a:pt x="228" y="97"/>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9" name="Google Shape;3359;p51"/>
            <p:cNvSpPr/>
            <p:nvPr/>
          </p:nvSpPr>
          <p:spPr>
            <a:xfrm>
              <a:off x="5759963" y="1215714"/>
              <a:ext cx="32680" cy="26354"/>
            </a:xfrm>
            <a:custGeom>
              <a:avLst/>
              <a:gdLst/>
              <a:ahLst/>
              <a:cxnLst/>
              <a:rect l="l" t="t" r="r" b="b"/>
              <a:pathLst>
                <a:path w="341" h="275" extrusionOk="0">
                  <a:moveTo>
                    <a:pt x="178" y="0"/>
                  </a:moveTo>
                  <a:cubicBezTo>
                    <a:pt x="82" y="0"/>
                    <a:pt x="1" y="112"/>
                    <a:pt x="51" y="208"/>
                  </a:cubicBezTo>
                  <a:cubicBezTo>
                    <a:pt x="66" y="228"/>
                    <a:pt x="82" y="259"/>
                    <a:pt x="112" y="274"/>
                  </a:cubicBezTo>
                  <a:lnTo>
                    <a:pt x="178" y="274"/>
                  </a:lnTo>
                  <a:cubicBezTo>
                    <a:pt x="259" y="274"/>
                    <a:pt x="340" y="178"/>
                    <a:pt x="290" y="81"/>
                  </a:cubicBezTo>
                  <a:cubicBezTo>
                    <a:pt x="274" y="50"/>
                    <a:pt x="259" y="35"/>
                    <a:pt x="228" y="16"/>
                  </a:cubicBezTo>
                  <a:cubicBezTo>
                    <a:pt x="209" y="16"/>
                    <a:pt x="193" y="0"/>
                    <a:pt x="1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0" name="Google Shape;3360;p51"/>
            <p:cNvSpPr/>
            <p:nvPr/>
          </p:nvSpPr>
          <p:spPr>
            <a:xfrm>
              <a:off x="5704570" y="1192810"/>
              <a:ext cx="40347" cy="32200"/>
            </a:xfrm>
            <a:custGeom>
              <a:avLst/>
              <a:gdLst/>
              <a:ahLst/>
              <a:cxnLst/>
              <a:rect l="l" t="t" r="r" b="b"/>
              <a:pathLst>
                <a:path w="421" h="336" extrusionOk="0">
                  <a:moveTo>
                    <a:pt x="208" y="0"/>
                  </a:moveTo>
                  <a:cubicBezTo>
                    <a:pt x="97" y="0"/>
                    <a:pt x="0" y="143"/>
                    <a:pt x="81" y="255"/>
                  </a:cubicBezTo>
                  <a:cubicBezTo>
                    <a:pt x="81" y="289"/>
                    <a:pt x="97" y="305"/>
                    <a:pt x="112" y="305"/>
                  </a:cubicBezTo>
                  <a:cubicBezTo>
                    <a:pt x="147" y="320"/>
                    <a:pt x="177" y="336"/>
                    <a:pt x="208" y="336"/>
                  </a:cubicBezTo>
                  <a:cubicBezTo>
                    <a:pt x="339" y="336"/>
                    <a:pt x="420" y="208"/>
                    <a:pt x="355" y="81"/>
                  </a:cubicBezTo>
                  <a:cubicBezTo>
                    <a:pt x="339" y="62"/>
                    <a:pt x="324" y="46"/>
                    <a:pt x="305" y="31"/>
                  </a:cubicBezTo>
                  <a:cubicBezTo>
                    <a:pt x="274" y="15"/>
                    <a:pt x="243" y="0"/>
                    <a:pt x="20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1" name="Google Shape;3361;p51"/>
            <p:cNvSpPr/>
            <p:nvPr/>
          </p:nvSpPr>
          <p:spPr>
            <a:xfrm>
              <a:off x="5695274" y="1148056"/>
              <a:ext cx="27792" cy="95449"/>
            </a:xfrm>
            <a:custGeom>
              <a:avLst/>
              <a:gdLst/>
              <a:ahLst/>
              <a:cxnLst/>
              <a:rect l="l" t="t" r="r" b="b"/>
              <a:pathLst>
                <a:path w="290" h="996" extrusionOk="0">
                  <a:moveTo>
                    <a:pt x="147" y="0"/>
                  </a:moveTo>
                  <a:cubicBezTo>
                    <a:pt x="66" y="0"/>
                    <a:pt x="1" y="66"/>
                    <a:pt x="1" y="162"/>
                  </a:cubicBezTo>
                  <a:lnTo>
                    <a:pt x="1" y="853"/>
                  </a:lnTo>
                  <a:cubicBezTo>
                    <a:pt x="1" y="934"/>
                    <a:pt x="66" y="995"/>
                    <a:pt x="147" y="995"/>
                  </a:cubicBezTo>
                  <a:cubicBezTo>
                    <a:pt x="228" y="995"/>
                    <a:pt x="290" y="934"/>
                    <a:pt x="290" y="853"/>
                  </a:cubicBezTo>
                  <a:lnTo>
                    <a:pt x="290" y="162"/>
                  </a:lnTo>
                  <a:cubicBezTo>
                    <a:pt x="290" y="66"/>
                    <a:pt x="228" y="0"/>
                    <a:pt x="1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2" name="Google Shape;3362;p51"/>
            <p:cNvSpPr/>
            <p:nvPr/>
          </p:nvSpPr>
          <p:spPr>
            <a:xfrm>
              <a:off x="5759963" y="1174314"/>
              <a:ext cx="26355" cy="18592"/>
            </a:xfrm>
            <a:custGeom>
              <a:avLst/>
              <a:gdLst/>
              <a:ahLst/>
              <a:cxnLst/>
              <a:rect l="l" t="t" r="r" b="b"/>
              <a:pathLst>
                <a:path w="275" h="194" extrusionOk="0">
                  <a:moveTo>
                    <a:pt x="147" y="0"/>
                  </a:moveTo>
                  <a:cubicBezTo>
                    <a:pt x="66" y="0"/>
                    <a:pt x="1" y="81"/>
                    <a:pt x="51" y="158"/>
                  </a:cubicBezTo>
                  <a:cubicBezTo>
                    <a:pt x="66" y="158"/>
                    <a:pt x="66" y="178"/>
                    <a:pt x="82" y="178"/>
                  </a:cubicBezTo>
                  <a:cubicBezTo>
                    <a:pt x="97" y="193"/>
                    <a:pt x="112" y="193"/>
                    <a:pt x="147" y="193"/>
                  </a:cubicBezTo>
                  <a:cubicBezTo>
                    <a:pt x="209" y="193"/>
                    <a:pt x="274" y="112"/>
                    <a:pt x="228" y="31"/>
                  </a:cubicBezTo>
                  <a:cubicBezTo>
                    <a:pt x="228" y="31"/>
                    <a:pt x="209" y="16"/>
                    <a:pt x="193" y="16"/>
                  </a:cubicBezTo>
                  <a:cubicBezTo>
                    <a:pt x="178" y="0"/>
                    <a:pt x="163" y="0"/>
                    <a:pt x="1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324" name="Google Shape;3324;p51"/>
          <p:cNvSpPr txBox="1"/>
          <p:nvPr/>
        </p:nvSpPr>
        <p:spPr>
          <a:xfrm>
            <a:off x="3431761" y="536584"/>
            <a:ext cx="2125800" cy="57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2600" b="1" dirty="0">
                <a:solidFill>
                  <a:schemeClr val="dk1"/>
                </a:solidFill>
                <a:latin typeface="Anek Devanagari"/>
                <a:ea typeface="Anek Devanagari"/>
                <a:cs typeface="Anek Devanagari"/>
                <a:sym typeface="Anek Devanagari"/>
              </a:rPr>
              <a:t>Communication protocols</a:t>
            </a:r>
            <a:endParaRPr sz="2600" b="1" dirty="0">
              <a:solidFill>
                <a:schemeClr val="dk1"/>
              </a:solidFill>
              <a:latin typeface="Anek Devanagari"/>
              <a:ea typeface="Anek Devanagari"/>
              <a:cs typeface="Anek Devanagari"/>
              <a:sym typeface="Anek Devanagari"/>
            </a:endParaRPr>
          </a:p>
        </p:txBody>
      </p:sp>
      <p:sp>
        <p:nvSpPr>
          <p:cNvPr id="3329" name="Google Shape;3329;p51"/>
          <p:cNvSpPr txBox="1"/>
          <p:nvPr/>
        </p:nvSpPr>
        <p:spPr>
          <a:xfrm>
            <a:off x="5793421" y="1828909"/>
            <a:ext cx="2665419" cy="57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2600" b="1" dirty="0">
                <a:solidFill>
                  <a:schemeClr val="dk1"/>
                </a:solidFill>
                <a:latin typeface="Anek Devanagari"/>
                <a:ea typeface="Anek Devanagari"/>
                <a:cs typeface="Anek Devanagari"/>
                <a:sym typeface="Anek Devanagari"/>
              </a:rPr>
              <a:t>Message Queues </a:t>
            </a:r>
            <a:endParaRPr sz="2600" b="1" dirty="0">
              <a:solidFill>
                <a:schemeClr val="dk1"/>
              </a:solidFill>
              <a:latin typeface="Anek Devanagari"/>
              <a:ea typeface="Anek Devanagari"/>
              <a:cs typeface="Anek Devanagari"/>
              <a:sym typeface="Anek Devanagari"/>
            </a:endParaRPr>
          </a:p>
        </p:txBody>
      </p:sp>
      <p:sp>
        <p:nvSpPr>
          <p:cNvPr id="3327" name="Google Shape;3327;p51"/>
          <p:cNvSpPr txBox="1"/>
          <p:nvPr/>
        </p:nvSpPr>
        <p:spPr>
          <a:xfrm>
            <a:off x="3432061" y="1828909"/>
            <a:ext cx="2125800" cy="57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2600" b="1" dirty="0">
                <a:solidFill>
                  <a:schemeClr val="dk1"/>
                </a:solidFill>
                <a:latin typeface="Anek Devanagari"/>
                <a:ea typeface="Anek Devanagari"/>
                <a:cs typeface="Anek Devanagari"/>
                <a:sym typeface="Anek Devanagari"/>
              </a:rPr>
              <a:t>MQTT</a:t>
            </a:r>
            <a:endParaRPr sz="2600" b="1" dirty="0">
              <a:solidFill>
                <a:schemeClr val="dk1"/>
              </a:solidFill>
              <a:latin typeface="Anek Devanagari"/>
              <a:ea typeface="Anek Devanagari"/>
              <a:cs typeface="Anek Devanagari"/>
              <a:sym typeface="Anek Devanagari"/>
            </a:endParaRPr>
          </a:p>
        </p:txBody>
      </p:sp>
      <p:sp>
        <p:nvSpPr>
          <p:cNvPr id="3325" name="Google Shape;3325;p51"/>
          <p:cNvSpPr txBox="1"/>
          <p:nvPr/>
        </p:nvSpPr>
        <p:spPr>
          <a:xfrm>
            <a:off x="805286" y="1828909"/>
            <a:ext cx="2125800" cy="57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2600" b="1" dirty="0">
                <a:solidFill>
                  <a:schemeClr val="dk1"/>
                </a:solidFill>
                <a:latin typeface="Anek Devanagari"/>
                <a:ea typeface="Anek Devanagari"/>
                <a:cs typeface="Anek Devanagari"/>
                <a:sym typeface="Anek Devanagari"/>
              </a:rPr>
              <a:t>HTTP</a:t>
            </a:r>
            <a:endParaRPr sz="2600" b="1" dirty="0">
              <a:solidFill>
                <a:schemeClr val="dk1"/>
              </a:solidFill>
              <a:latin typeface="Anek Devanagari"/>
              <a:ea typeface="Anek Devanagari"/>
              <a:cs typeface="Anek Devanagari"/>
              <a:sym typeface="Anek Devanagari"/>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700"/>
        <p:cNvGrpSpPr/>
        <p:nvPr/>
      </p:nvGrpSpPr>
      <p:grpSpPr>
        <a:xfrm>
          <a:off x="0" y="0"/>
          <a:ext cx="0" cy="0"/>
          <a:chOff x="0" y="0"/>
          <a:chExt cx="0" cy="0"/>
        </a:xfrm>
      </p:grpSpPr>
      <p:sp>
        <p:nvSpPr>
          <p:cNvPr id="5701" name="Google Shape;5701;p67"/>
          <p:cNvSpPr/>
          <p:nvPr/>
        </p:nvSpPr>
        <p:spPr>
          <a:xfrm>
            <a:off x="1109700" y="4714325"/>
            <a:ext cx="1532400" cy="237600"/>
          </a:xfrm>
          <a:prstGeom prst="ellipse">
            <a:avLst/>
          </a:prstGeom>
          <a:solidFill>
            <a:schemeClr val="dk1">
              <a:alpha val="532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2" name="Google Shape;5702;p67"/>
          <p:cNvSpPr/>
          <p:nvPr/>
        </p:nvSpPr>
        <p:spPr>
          <a:xfrm>
            <a:off x="3018825" y="4714325"/>
            <a:ext cx="1429800" cy="237600"/>
          </a:xfrm>
          <a:prstGeom prst="ellipse">
            <a:avLst/>
          </a:prstGeom>
          <a:solidFill>
            <a:schemeClr val="dk1">
              <a:alpha val="532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3" name="Google Shape;5703;p67"/>
          <p:cNvSpPr/>
          <p:nvPr/>
        </p:nvSpPr>
        <p:spPr>
          <a:xfrm>
            <a:off x="7403575" y="4714325"/>
            <a:ext cx="825600" cy="237600"/>
          </a:xfrm>
          <a:prstGeom prst="ellipse">
            <a:avLst/>
          </a:prstGeom>
          <a:solidFill>
            <a:schemeClr val="dk1">
              <a:alpha val="532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4" name="Google Shape;5704;p67"/>
          <p:cNvSpPr/>
          <p:nvPr/>
        </p:nvSpPr>
        <p:spPr>
          <a:xfrm>
            <a:off x="4767575" y="4714325"/>
            <a:ext cx="2355600" cy="237600"/>
          </a:xfrm>
          <a:prstGeom prst="ellipse">
            <a:avLst/>
          </a:prstGeom>
          <a:solidFill>
            <a:schemeClr val="dk1">
              <a:alpha val="532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705" name="Google Shape;5705;p67"/>
          <p:cNvGrpSpPr/>
          <p:nvPr/>
        </p:nvGrpSpPr>
        <p:grpSpPr>
          <a:xfrm>
            <a:off x="6160960" y="2674855"/>
            <a:ext cx="614190" cy="431448"/>
            <a:chOff x="5688899" y="2379248"/>
            <a:chExt cx="471185" cy="330992"/>
          </a:xfrm>
        </p:grpSpPr>
        <p:sp>
          <p:nvSpPr>
            <p:cNvPr id="5706" name="Google Shape;5706;p67"/>
            <p:cNvSpPr/>
            <p:nvPr/>
          </p:nvSpPr>
          <p:spPr>
            <a:xfrm>
              <a:off x="5688899" y="2379248"/>
              <a:ext cx="471185" cy="330992"/>
            </a:xfrm>
            <a:custGeom>
              <a:avLst/>
              <a:gdLst/>
              <a:ahLst/>
              <a:cxnLst/>
              <a:rect l="l" t="t" r="r" b="b"/>
              <a:pathLst>
                <a:path w="8583" h="6029" extrusionOk="0">
                  <a:moveTo>
                    <a:pt x="5304" y="0"/>
                  </a:moveTo>
                  <a:cubicBezTo>
                    <a:pt x="4629" y="16"/>
                    <a:pt x="4000" y="533"/>
                    <a:pt x="3857" y="1188"/>
                  </a:cubicBezTo>
                  <a:cubicBezTo>
                    <a:pt x="3755" y="1076"/>
                    <a:pt x="3608" y="1011"/>
                    <a:pt x="3463" y="1011"/>
                  </a:cubicBezTo>
                  <a:cubicBezTo>
                    <a:pt x="3444" y="1011"/>
                    <a:pt x="3425" y="1012"/>
                    <a:pt x="3406" y="1015"/>
                  </a:cubicBezTo>
                  <a:cubicBezTo>
                    <a:pt x="3229" y="1046"/>
                    <a:pt x="3086" y="1157"/>
                    <a:pt x="3005" y="1319"/>
                  </a:cubicBezTo>
                  <a:cubicBezTo>
                    <a:pt x="2874" y="934"/>
                    <a:pt x="2508" y="660"/>
                    <a:pt x="2103" y="610"/>
                  </a:cubicBezTo>
                  <a:cubicBezTo>
                    <a:pt x="2044" y="601"/>
                    <a:pt x="1986" y="596"/>
                    <a:pt x="1927" y="596"/>
                  </a:cubicBezTo>
                  <a:cubicBezTo>
                    <a:pt x="1583" y="596"/>
                    <a:pt x="1243" y="746"/>
                    <a:pt x="996" y="980"/>
                  </a:cubicBezTo>
                  <a:cubicBezTo>
                    <a:pt x="706" y="1254"/>
                    <a:pt x="544" y="1640"/>
                    <a:pt x="498" y="2041"/>
                  </a:cubicBezTo>
                  <a:lnTo>
                    <a:pt x="270" y="2041"/>
                  </a:lnTo>
                  <a:cubicBezTo>
                    <a:pt x="128" y="2041"/>
                    <a:pt x="0" y="2152"/>
                    <a:pt x="0" y="2299"/>
                  </a:cubicBezTo>
                  <a:cubicBezTo>
                    <a:pt x="0" y="2411"/>
                    <a:pt x="78" y="2507"/>
                    <a:pt x="174" y="2538"/>
                  </a:cubicBezTo>
                  <a:cubicBezTo>
                    <a:pt x="97" y="3182"/>
                    <a:pt x="159" y="3826"/>
                    <a:pt x="367" y="4436"/>
                  </a:cubicBezTo>
                  <a:cubicBezTo>
                    <a:pt x="560" y="5030"/>
                    <a:pt x="868" y="5578"/>
                    <a:pt x="1285" y="6029"/>
                  </a:cubicBezTo>
                  <a:lnTo>
                    <a:pt x="7279" y="6029"/>
                  </a:lnTo>
                  <a:cubicBezTo>
                    <a:pt x="7888" y="5369"/>
                    <a:pt x="8274" y="4501"/>
                    <a:pt x="8389" y="3599"/>
                  </a:cubicBezTo>
                  <a:cubicBezTo>
                    <a:pt x="8436" y="3248"/>
                    <a:pt x="8436" y="2893"/>
                    <a:pt x="8389" y="2538"/>
                  </a:cubicBezTo>
                  <a:cubicBezTo>
                    <a:pt x="8501" y="2507"/>
                    <a:pt x="8582" y="2411"/>
                    <a:pt x="8582" y="2299"/>
                  </a:cubicBezTo>
                  <a:cubicBezTo>
                    <a:pt x="8582" y="2152"/>
                    <a:pt x="8467" y="2041"/>
                    <a:pt x="8324" y="2041"/>
                  </a:cubicBezTo>
                  <a:lnTo>
                    <a:pt x="8066" y="2041"/>
                  </a:lnTo>
                  <a:cubicBezTo>
                    <a:pt x="8050" y="1929"/>
                    <a:pt x="8019" y="1832"/>
                    <a:pt x="7954" y="1751"/>
                  </a:cubicBezTo>
                  <a:cubicBezTo>
                    <a:pt x="7865" y="1626"/>
                    <a:pt x="7706" y="1540"/>
                    <a:pt x="7556" y="1540"/>
                  </a:cubicBezTo>
                  <a:cubicBezTo>
                    <a:pt x="7517" y="1540"/>
                    <a:pt x="7478" y="1546"/>
                    <a:pt x="7441" y="1559"/>
                  </a:cubicBezTo>
                  <a:cubicBezTo>
                    <a:pt x="7400" y="1324"/>
                    <a:pt x="7171" y="1142"/>
                    <a:pt x="6940" y="1142"/>
                  </a:cubicBezTo>
                  <a:cubicBezTo>
                    <a:pt x="6886" y="1142"/>
                    <a:pt x="6833" y="1152"/>
                    <a:pt x="6781" y="1173"/>
                  </a:cubicBezTo>
                  <a:cubicBezTo>
                    <a:pt x="6635" y="513"/>
                    <a:pt x="5994" y="0"/>
                    <a:pt x="53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7" name="Google Shape;5707;p67"/>
            <p:cNvSpPr/>
            <p:nvPr/>
          </p:nvSpPr>
          <p:spPr>
            <a:xfrm>
              <a:off x="5689723" y="2491242"/>
              <a:ext cx="470362" cy="218996"/>
            </a:xfrm>
            <a:custGeom>
              <a:avLst/>
              <a:gdLst/>
              <a:ahLst/>
              <a:cxnLst/>
              <a:rect l="l" t="t" r="r" b="b"/>
              <a:pathLst>
                <a:path w="8568" h="3989" extrusionOk="0">
                  <a:moveTo>
                    <a:pt x="255" y="1"/>
                  </a:moveTo>
                  <a:cubicBezTo>
                    <a:pt x="113" y="1"/>
                    <a:pt x="1" y="112"/>
                    <a:pt x="1" y="259"/>
                  </a:cubicBezTo>
                  <a:cubicBezTo>
                    <a:pt x="1" y="371"/>
                    <a:pt x="63" y="467"/>
                    <a:pt x="159" y="498"/>
                  </a:cubicBezTo>
                  <a:cubicBezTo>
                    <a:pt x="82" y="1142"/>
                    <a:pt x="159" y="1786"/>
                    <a:pt x="352" y="2396"/>
                  </a:cubicBezTo>
                  <a:cubicBezTo>
                    <a:pt x="545" y="2990"/>
                    <a:pt x="869" y="3538"/>
                    <a:pt x="1285" y="3989"/>
                  </a:cubicBezTo>
                  <a:lnTo>
                    <a:pt x="7264" y="3989"/>
                  </a:lnTo>
                  <a:cubicBezTo>
                    <a:pt x="7873" y="3329"/>
                    <a:pt x="8259" y="2461"/>
                    <a:pt x="8374" y="1559"/>
                  </a:cubicBezTo>
                  <a:cubicBezTo>
                    <a:pt x="8421" y="1208"/>
                    <a:pt x="8421" y="853"/>
                    <a:pt x="8374" y="498"/>
                  </a:cubicBezTo>
                  <a:cubicBezTo>
                    <a:pt x="8486" y="483"/>
                    <a:pt x="8567" y="371"/>
                    <a:pt x="8567" y="259"/>
                  </a:cubicBezTo>
                  <a:cubicBezTo>
                    <a:pt x="8567" y="112"/>
                    <a:pt x="8452" y="1"/>
                    <a:pt x="830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8" name="Google Shape;5708;p67"/>
            <p:cNvSpPr/>
            <p:nvPr/>
          </p:nvSpPr>
          <p:spPr>
            <a:xfrm>
              <a:off x="5715360" y="2379248"/>
              <a:ext cx="418264" cy="127094"/>
            </a:xfrm>
            <a:custGeom>
              <a:avLst/>
              <a:gdLst/>
              <a:ahLst/>
              <a:cxnLst/>
              <a:rect l="l" t="t" r="r" b="b"/>
              <a:pathLst>
                <a:path w="7619" h="2315" extrusionOk="0">
                  <a:moveTo>
                    <a:pt x="4822" y="0"/>
                  </a:moveTo>
                  <a:cubicBezTo>
                    <a:pt x="4147" y="16"/>
                    <a:pt x="3518" y="533"/>
                    <a:pt x="3375" y="1188"/>
                  </a:cubicBezTo>
                  <a:cubicBezTo>
                    <a:pt x="3273" y="1076"/>
                    <a:pt x="3126" y="1011"/>
                    <a:pt x="2981" y="1011"/>
                  </a:cubicBezTo>
                  <a:cubicBezTo>
                    <a:pt x="2962" y="1011"/>
                    <a:pt x="2943" y="1012"/>
                    <a:pt x="2924" y="1015"/>
                  </a:cubicBezTo>
                  <a:cubicBezTo>
                    <a:pt x="2747" y="1046"/>
                    <a:pt x="2604" y="1157"/>
                    <a:pt x="2523" y="1319"/>
                  </a:cubicBezTo>
                  <a:cubicBezTo>
                    <a:pt x="2392" y="934"/>
                    <a:pt x="2026" y="660"/>
                    <a:pt x="1621" y="610"/>
                  </a:cubicBezTo>
                  <a:cubicBezTo>
                    <a:pt x="1562" y="601"/>
                    <a:pt x="1504" y="596"/>
                    <a:pt x="1445" y="596"/>
                  </a:cubicBezTo>
                  <a:cubicBezTo>
                    <a:pt x="1101" y="596"/>
                    <a:pt x="761" y="746"/>
                    <a:pt x="514" y="980"/>
                  </a:cubicBezTo>
                  <a:cubicBezTo>
                    <a:pt x="224" y="1269"/>
                    <a:pt x="47" y="1655"/>
                    <a:pt x="1" y="2056"/>
                  </a:cubicBezTo>
                  <a:lnTo>
                    <a:pt x="7618" y="2314"/>
                  </a:lnTo>
                  <a:cubicBezTo>
                    <a:pt x="7618" y="2106"/>
                    <a:pt x="7584" y="1913"/>
                    <a:pt x="7472" y="1751"/>
                  </a:cubicBezTo>
                  <a:cubicBezTo>
                    <a:pt x="7383" y="1626"/>
                    <a:pt x="7224" y="1540"/>
                    <a:pt x="7074" y="1540"/>
                  </a:cubicBezTo>
                  <a:cubicBezTo>
                    <a:pt x="7035" y="1540"/>
                    <a:pt x="6996" y="1546"/>
                    <a:pt x="6959" y="1559"/>
                  </a:cubicBezTo>
                  <a:cubicBezTo>
                    <a:pt x="6918" y="1324"/>
                    <a:pt x="6689" y="1142"/>
                    <a:pt x="6458" y="1142"/>
                  </a:cubicBezTo>
                  <a:cubicBezTo>
                    <a:pt x="6404" y="1142"/>
                    <a:pt x="6351" y="1152"/>
                    <a:pt x="6299" y="1173"/>
                  </a:cubicBezTo>
                  <a:cubicBezTo>
                    <a:pt x="6153" y="513"/>
                    <a:pt x="5512" y="0"/>
                    <a:pt x="482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9" name="Google Shape;5709;p67"/>
            <p:cNvSpPr/>
            <p:nvPr/>
          </p:nvSpPr>
          <p:spPr>
            <a:xfrm>
              <a:off x="5693126" y="2510732"/>
              <a:ext cx="458065" cy="142301"/>
            </a:xfrm>
            <a:custGeom>
              <a:avLst/>
              <a:gdLst/>
              <a:ahLst/>
              <a:cxnLst/>
              <a:rect l="l" t="t" r="r" b="b"/>
              <a:pathLst>
                <a:path w="8344" h="2592" extrusionOk="0">
                  <a:moveTo>
                    <a:pt x="116" y="0"/>
                  </a:moveTo>
                  <a:cubicBezTo>
                    <a:pt x="1" y="691"/>
                    <a:pt x="66" y="1397"/>
                    <a:pt x="290" y="2041"/>
                  </a:cubicBezTo>
                  <a:cubicBezTo>
                    <a:pt x="483" y="1914"/>
                    <a:pt x="726" y="1833"/>
                    <a:pt x="949" y="1802"/>
                  </a:cubicBezTo>
                  <a:cubicBezTo>
                    <a:pt x="1065" y="1782"/>
                    <a:pt x="1182" y="1772"/>
                    <a:pt x="1299" y="1772"/>
                  </a:cubicBezTo>
                  <a:cubicBezTo>
                    <a:pt x="1653" y="1772"/>
                    <a:pt x="2006" y="1856"/>
                    <a:pt x="2334" y="1975"/>
                  </a:cubicBezTo>
                  <a:cubicBezTo>
                    <a:pt x="2751" y="2153"/>
                    <a:pt x="3136" y="2380"/>
                    <a:pt x="3568" y="2508"/>
                  </a:cubicBezTo>
                  <a:cubicBezTo>
                    <a:pt x="3777" y="2563"/>
                    <a:pt x="3996" y="2591"/>
                    <a:pt x="4214" y="2591"/>
                  </a:cubicBezTo>
                  <a:cubicBezTo>
                    <a:pt x="4499" y="2591"/>
                    <a:pt x="4785" y="2543"/>
                    <a:pt x="5049" y="2442"/>
                  </a:cubicBezTo>
                  <a:cubicBezTo>
                    <a:pt x="5964" y="2137"/>
                    <a:pt x="6654" y="1300"/>
                    <a:pt x="7618" y="1158"/>
                  </a:cubicBezTo>
                  <a:cubicBezTo>
                    <a:pt x="7694" y="1147"/>
                    <a:pt x="7770" y="1142"/>
                    <a:pt x="7845" y="1142"/>
                  </a:cubicBezTo>
                  <a:cubicBezTo>
                    <a:pt x="7995" y="1142"/>
                    <a:pt x="8144" y="1163"/>
                    <a:pt x="8293" y="1204"/>
                  </a:cubicBezTo>
                  <a:cubicBezTo>
                    <a:pt x="8343" y="803"/>
                    <a:pt x="8343" y="402"/>
                    <a:pt x="827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0" name="Google Shape;5710;p67"/>
            <p:cNvSpPr/>
            <p:nvPr/>
          </p:nvSpPr>
          <p:spPr>
            <a:xfrm>
              <a:off x="5708992" y="2573427"/>
              <a:ext cx="439454" cy="136811"/>
            </a:xfrm>
            <a:custGeom>
              <a:avLst/>
              <a:gdLst/>
              <a:ahLst/>
              <a:cxnLst/>
              <a:rect l="l" t="t" r="r" b="b"/>
              <a:pathLst>
                <a:path w="8005" h="2492" extrusionOk="0">
                  <a:moveTo>
                    <a:pt x="7556" y="0"/>
                  </a:moveTo>
                  <a:cubicBezTo>
                    <a:pt x="7481" y="0"/>
                    <a:pt x="7405" y="5"/>
                    <a:pt x="7329" y="16"/>
                  </a:cubicBezTo>
                  <a:cubicBezTo>
                    <a:pt x="6365" y="158"/>
                    <a:pt x="5675" y="995"/>
                    <a:pt x="4760" y="1300"/>
                  </a:cubicBezTo>
                  <a:cubicBezTo>
                    <a:pt x="4496" y="1401"/>
                    <a:pt x="4210" y="1449"/>
                    <a:pt x="3925" y="1449"/>
                  </a:cubicBezTo>
                  <a:cubicBezTo>
                    <a:pt x="3707" y="1449"/>
                    <a:pt x="3488" y="1421"/>
                    <a:pt x="3279" y="1366"/>
                  </a:cubicBezTo>
                  <a:cubicBezTo>
                    <a:pt x="2847" y="1238"/>
                    <a:pt x="2462" y="1011"/>
                    <a:pt x="2045" y="833"/>
                  </a:cubicBezTo>
                  <a:cubicBezTo>
                    <a:pt x="1717" y="714"/>
                    <a:pt x="1364" y="630"/>
                    <a:pt x="1010" y="630"/>
                  </a:cubicBezTo>
                  <a:cubicBezTo>
                    <a:pt x="893" y="630"/>
                    <a:pt x="776" y="640"/>
                    <a:pt x="660" y="660"/>
                  </a:cubicBezTo>
                  <a:cubicBezTo>
                    <a:pt x="437" y="691"/>
                    <a:pt x="194" y="772"/>
                    <a:pt x="1" y="899"/>
                  </a:cubicBezTo>
                  <a:cubicBezTo>
                    <a:pt x="194" y="1493"/>
                    <a:pt x="502" y="2041"/>
                    <a:pt x="919" y="2492"/>
                  </a:cubicBezTo>
                  <a:lnTo>
                    <a:pt x="6897" y="2492"/>
                  </a:lnTo>
                  <a:cubicBezTo>
                    <a:pt x="7507" y="1832"/>
                    <a:pt x="7892" y="964"/>
                    <a:pt x="8004" y="62"/>
                  </a:cubicBezTo>
                  <a:cubicBezTo>
                    <a:pt x="7855" y="21"/>
                    <a:pt x="7706" y="0"/>
                    <a:pt x="755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1" name="Google Shape;5711;p67"/>
            <p:cNvSpPr/>
            <p:nvPr/>
          </p:nvSpPr>
          <p:spPr>
            <a:xfrm>
              <a:off x="5818461" y="2538071"/>
              <a:ext cx="210148" cy="31787"/>
            </a:xfrm>
            <a:custGeom>
              <a:avLst/>
              <a:gdLst/>
              <a:ahLst/>
              <a:cxnLst/>
              <a:rect l="l" t="t" r="r" b="b"/>
              <a:pathLst>
                <a:path w="3828" h="579" extrusionOk="0">
                  <a:moveTo>
                    <a:pt x="290" y="0"/>
                  </a:moveTo>
                  <a:cubicBezTo>
                    <a:pt x="128" y="0"/>
                    <a:pt x="1" y="127"/>
                    <a:pt x="1" y="289"/>
                  </a:cubicBezTo>
                  <a:cubicBezTo>
                    <a:pt x="1" y="451"/>
                    <a:pt x="128" y="579"/>
                    <a:pt x="290" y="579"/>
                  </a:cubicBezTo>
                  <a:lnTo>
                    <a:pt x="3538" y="579"/>
                  </a:lnTo>
                  <a:cubicBezTo>
                    <a:pt x="3696" y="579"/>
                    <a:pt x="3827" y="451"/>
                    <a:pt x="3827" y="289"/>
                  </a:cubicBezTo>
                  <a:cubicBezTo>
                    <a:pt x="3827" y="127"/>
                    <a:pt x="3696" y="0"/>
                    <a:pt x="35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2" name="Google Shape;5712;p67"/>
            <p:cNvSpPr/>
            <p:nvPr/>
          </p:nvSpPr>
          <p:spPr>
            <a:xfrm>
              <a:off x="5688899" y="2491242"/>
              <a:ext cx="470142" cy="28438"/>
            </a:xfrm>
            <a:custGeom>
              <a:avLst/>
              <a:gdLst/>
              <a:ahLst/>
              <a:cxnLst/>
              <a:rect l="l" t="t" r="r" b="b"/>
              <a:pathLst>
                <a:path w="8564" h="518" extrusionOk="0">
                  <a:moveTo>
                    <a:pt x="270" y="1"/>
                  </a:moveTo>
                  <a:cubicBezTo>
                    <a:pt x="128" y="1"/>
                    <a:pt x="0" y="112"/>
                    <a:pt x="0" y="259"/>
                  </a:cubicBezTo>
                  <a:cubicBezTo>
                    <a:pt x="0" y="402"/>
                    <a:pt x="128" y="517"/>
                    <a:pt x="270" y="517"/>
                  </a:cubicBezTo>
                  <a:lnTo>
                    <a:pt x="8308" y="517"/>
                  </a:lnTo>
                  <a:cubicBezTo>
                    <a:pt x="8451" y="517"/>
                    <a:pt x="8563" y="402"/>
                    <a:pt x="8563" y="259"/>
                  </a:cubicBezTo>
                  <a:cubicBezTo>
                    <a:pt x="8563" y="112"/>
                    <a:pt x="8451" y="1"/>
                    <a:pt x="830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13" name="Google Shape;5713;p67"/>
          <p:cNvGrpSpPr/>
          <p:nvPr/>
        </p:nvGrpSpPr>
        <p:grpSpPr>
          <a:xfrm>
            <a:off x="5150045" y="2719878"/>
            <a:ext cx="909802" cy="354233"/>
            <a:chOff x="4707631" y="2926041"/>
            <a:chExt cx="697968" cy="271755"/>
          </a:xfrm>
        </p:grpSpPr>
        <p:sp>
          <p:nvSpPr>
            <p:cNvPr id="5714" name="Google Shape;5714;p67"/>
            <p:cNvSpPr/>
            <p:nvPr/>
          </p:nvSpPr>
          <p:spPr>
            <a:xfrm>
              <a:off x="4707631" y="2926041"/>
              <a:ext cx="697967" cy="271755"/>
            </a:xfrm>
            <a:custGeom>
              <a:avLst/>
              <a:gdLst/>
              <a:ahLst/>
              <a:cxnLst/>
              <a:rect l="l" t="t" r="r" b="b"/>
              <a:pathLst>
                <a:path w="12714" h="4950" extrusionOk="0">
                  <a:moveTo>
                    <a:pt x="903" y="1"/>
                  </a:moveTo>
                  <a:lnTo>
                    <a:pt x="903" y="2462"/>
                  </a:lnTo>
                  <a:lnTo>
                    <a:pt x="1" y="2462"/>
                  </a:lnTo>
                  <a:lnTo>
                    <a:pt x="1" y="4950"/>
                  </a:lnTo>
                  <a:lnTo>
                    <a:pt x="11815" y="4950"/>
                  </a:lnTo>
                  <a:lnTo>
                    <a:pt x="11815" y="2477"/>
                  </a:lnTo>
                  <a:lnTo>
                    <a:pt x="12714" y="2477"/>
                  </a:lnTo>
                  <a:lnTo>
                    <a:pt x="1271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5" name="Google Shape;5715;p67"/>
            <p:cNvSpPr/>
            <p:nvPr/>
          </p:nvSpPr>
          <p:spPr>
            <a:xfrm>
              <a:off x="4707631" y="3061148"/>
              <a:ext cx="648669" cy="136646"/>
            </a:xfrm>
            <a:custGeom>
              <a:avLst/>
              <a:gdLst/>
              <a:ahLst/>
              <a:cxnLst/>
              <a:rect l="l" t="t" r="r" b="b"/>
              <a:pathLst>
                <a:path w="11816" h="2489" extrusionOk="0">
                  <a:moveTo>
                    <a:pt x="1" y="1"/>
                  </a:moveTo>
                  <a:lnTo>
                    <a:pt x="1" y="2489"/>
                  </a:lnTo>
                  <a:lnTo>
                    <a:pt x="11815" y="2489"/>
                  </a:lnTo>
                  <a:lnTo>
                    <a:pt x="1181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6" name="Google Shape;5716;p67"/>
            <p:cNvSpPr/>
            <p:nvPr/>
          </p:nvSpPr>
          <p:spPr>
            <a:xfrm>
              <a:off x="4772028" y="3061148"/>
              <a:ext cx="31786" cy="136646"/>
            </a:xfrm>
            <a:custGeom>
              <a:avLst/>
              <a:gdLst/>
              <a:ahLst/>
              <a:cxnLst/>
              <a:rect l="l" t="t" r="r" b="b"/>
              <a:pathLst>
                <a:path w="579" h="2489" extrusionOk="0">
                  <a:moveTo>
                    <a:pt x="0" y="1"/>
                  </a:moveTo>
                  <a:lnTo>
                    <a:pt x="0" y="2489"/>
                  </a:lnTo>
                  <a:lnTo>
                    <a:pt x="579" y="2489"/>
                  </a:lnTo>
                  <a:lnTo>
                    <a:pt x="57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7" name="Google Shape;5717;p67"/>
            <p:cNvSpPr/>
            <p:nvPr/>
          </p:nvSpPr>
          <p:spPr>
            <a:xfrm>
              <a:off x="4837467" y="3061148"/>
              <a:ext cx="32664" cy="136646"/>
            </a:xfrm>
            <a:custGeom>
              <a:avLst/>
              <a:gdLst/>
              <a:ahLst/>
              <a:cxnLst/>
              <a:rect l="l" t="t" r="r" b="b"/>
              <a:pathLst>
                <a:path w="595" h="2489" extrusionOk="0">
                  <a:moveTo>
                    <a:pt x="0" y="1"/>
                  </a:moveTo>
                  <a:lnTo>
                    <a:pt x="0" y="2489"/>
                  </a:lnTo>
                  <a:lnTo>
                    <a:pt x="594" y="2489"/>
                  </a:lnTo>
                  <a:lnTo>
                    <a:pt x="59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8" name="Google Shape;5718;p67"/>
            <p:cNvSpPr/>
            <p:nvPr/>
          </p:nvSpPr>
          <p:spPr>
            <a:xfrm>
              <a:off x="5194696" y="3061148"/>
              <a:ext cx="32664" cy="136646"/>
            </a:xfrm>
            <a:custGeom>
              <a:avLst/>
              <a:gdLst/>
              <a:ahLst/>
              <a:cxnLst/>
              <a:rect l="l" t="t" r="r" b="b"/>
              <a:pathLst>
                <a:path w="595" h="2489" extrusionOk="0">
                  <a:moveTo>
                    <a:pt x="0" y="1"/>
                  </a:moveTo>
                  <a:lnTo>
                    <a:pt x="0" y="2489"/>
                  </a:lnTo>
                  <a:lnTo>
                    <a:pt x="594" y="2489"/>
                  </a:lnTo>
                  <a:lnTo>
                    <a:pt x="59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9" name="Google Shape;5719;p67"/>
            <p:cNvSpPr/>
            <p:nvPr/>
          </p:nvSpPr>
          <p:spPr>
            <a:xfrm>
              <a:off x="5260081" y="3061148"/>
              <a:ext cx="32664" cy="136646"/>
            </a:xfrm>
            <a:custGeom>
              <a:avLst/>
              <a:gdLst/>
              <a:ahLst/>
              <a:cxnLst/>
              <a:rect l="l" t="t" r="r" b="b"/>
              <a:pathLst>
                <a:path w="595" h="2489" extrusionOk="0">
                  <a:moveTo>
                    <a:pt x="1" y="1"/>
                  </a:moveTo>
                  <a:lnTo>
                    <a:pt x="1" y="2489"/>
                  </a:lnTo>
                  <a:lnTo>
                    <a:pt x="595" y="2489"/>
                  </a:lnTo>
                  <a:lnTo>
                    <a:pt x="59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0" name="Google Shape;5720;p67"/>
            <p:cNvSpPr/>
            <p:nvPr/>
          </p:nvSpPr>
          <p:spPr>
            <a:xfrm>
              <a:off x="4919377" y="3096339"/>
              <a:ext cx="225135" cy="68845"/>
            </a:xfrm>
            <a:custGeom>
              <a:avLst/>
              <a:gdLst/>
              <a:ahLst/>
              <a:cxnLst/>
              <a:rect l="l" t="t" r="r" b="b"/>
              <a:pathLst>
                <a:path w="4101" h="1254" extrusionOk="0">
                  <a:moveTo>
                    <a:pt x="630" y="0"/>
                  </a:moveTo>
                  <a:cubicBezTo>
                    <a:pt x="290" y="0"/>
                    <a:pt x="1" y="274"/>
                    <a:pt x="1" y="629"/>
                  </a:cubicBezTo>
                  <a:cubicBezTo>
                    <a:pt x="1" y="964"/>
                    <a:pt x="290" y="1254"/>
                    <a:pt x="630" y="1254"/>
                  </a:cubicBezTo>
                  <a:lnTo>
                    <a:pt x="3488" y="1254"/>
                  </a:lnTo>
                  <a:cubicBezTo>
                    <a:pt x="3827" y="1254"/>
                    <a:pt x="4101" y="964"/>
                    <a:pt x="4101" y="629"/>
                  </a:cubicBezTo>
                  <a:cubicBezTo>
                    <a:pt x="4101" y="274"/>
                    <a:pt x="3827" y="0"/>
                    <a:pt x="34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1" name="Google Shape;5721;p67"/>
            <p:cNvSpPr/>
            <p:nvPr/>
          </p:nvSpPr>
          <p:spPr>
            <a:xfrm>
              <a:off x="4757205" y="2926041"/>
              <a:ext cx="648394" cy="136866"/>
            </a:xfrm>
            <a:custGeom>
              <a:avLst/>
              <a:gdLst/>
              <a:ahLst/>
              <a:cxnLst/>
              <a:rect l="l" t="t" r="r" b="b"/>
              <a:pathLst>
                <a:path w="11811" h="2493" extrusionOk="0">
                  <a:moveTo>
                    <a:pt x="0" y="1"/>
                  </a:moveTo>
                  <a:lnTo>
                    <a:pt x="0" y="2493"/>
                  </a:lnTo>
                  <a:lnTo>
                    <a:pt x="11811" y="2493"/>
                  </a:lnTo>
                  <a:lnTo>
                    <a:pt x="1181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2" name="Google Shape;5722;p67"/>
            <p:cNvSpPr/>
            <p:nvPr/>
          </p:nvSpPr>
          <p:spPr>
            <a:xfrm>
              <a:off x="4860305" y="2948934"/>
              <a:ext cx="464213" cy="90036"/>
            </a:xfrm>
            <a:custGeom>
              <a:avLst/>
              <a:gdLst/>
              <a:ahLst/>
              <a:cxnLst/>
              <a:rect l="l" t="t" r="r" b="b"/>
              <a:pathLst>
                <a:path w="8456" h="1640" extrusionOk="0">
                  <a:moveTo>
                    <a:pt x="564" y="1"/>
                  </a:moveTo>
                  <a:cubicBezTo>
                    <a:pt x="564" y="325"/>
                    <a:pt x="306" y="579"/>
                    <a:pt x="1" y="579"/>
                  </a:cubicBezTo>
                  <a:lnTo>
                    <a:pt x="1" y="1061"/>
                  </a:lnTo>
                  <a:cubicBezTo>
                    <a:pt x="306" y="1061"/>
                    <a:pt x="564" y="1320"/>
                    <a:pt x="564" y="1640"/>
                  </a:cubicBezTo>
                  <a:lnTo>
                    <a:pt x="7877" y="1640"/>
                  </a:lnTo>
                  <a:cubicBezTo>
                    <a:pt x="7877" y="1320"/>
                    <a:pt x="8131" y="1061"/>
                    <a:pt x="8455" y="1061"/>
                  </a:cubicBezTo>
                  <a:lnTo>
                    <a:pt x="8455" y="579"/>
                  </a:lnTo>
                  <a:cubicBezTo>
                    <a:pt x="8131" y="579"/>
                    <a:pt x="7877" y="325"/>
                    <a:pt x="78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3" name="Google Shape;5723;p67"/>
            <p:cNvSpPr/>
            <p:nvPr/>
          </p:nvSpPr>
          <p:spPr>
            <a:xfrm>
              <a:off x="5342924" y="2978140"/>
              <a:ext cx="31786" cy="31842"/>
            </a:xfrm>
            <a:custGeom>
              <a:avLst/>
              <a:gdLst/>
              <a:ahLst/>
              <a:cxnLst/>
              <a:rect l="l" t="t" r="r" b="b"/>
              <a:pathLst>
                <a:path w="579" h="580" extrusionOk="0">
                  <a:moveTo>
                    <a:pt x="289" y="1"/>
                  </a:moveTo>
                  <a:cubicBezTo>
                    <a:pt x="131" y="1"/>
                    <a:pt x="0" y="128"/>
                    <a:pt x="0" y="290"/>
                  </a:cubicBezTo>
                  <a:cubicBezTo>
                    <a:pt x="0" y="452"/>
                    <a:pt x="131" y="579"/>
                    <a:pt x="289" y="579"/>
                  </a:cubicBezTo>
                  <a:cubicBezTo>
                    <a:pt x="451" y="579"/>
                    <a:pt x="579" y="452"/>
                    <a:pt x="579" y="290"/>
                  </a:cubicBezTo>
                  <a:cubicBezTo>
                    <a:pt x="579" y="128"/>
                    <a:pt x="451" y="1"/>
                    <a:pt x="2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4" name="Google Shape;5724;p67"/>
            <p:cNvSpPr/>
            <p:nvPr/>
          </p:nvSpPr>
          <p:spPr>
            <a:xfrm>
              <a:off x="4811830" y="2978140"/>
              <a:ext cx="31841" cy="31842"/>
            </a:xfrm>
            <a:custGeom>
              <a:avLst/>
              <a:gdLst/>
              <a:ahLst/>
              <a:cxnLst/>
              <a:rect l="l" t="t" r="r" b="b"/>
              <a:pathLst>
                <a:path w="580" h="580" extrusionOk="0">
                  <a:moveTo>
                    <a:pt x="290" y="1"/>
                  </a:moveTo>
                  <a:cubicBezTo>
                    <a:pt x="128" y="1"/>
                    <a:pt x="1" y="128"/>
                    <a:pt x="1" y="290"/>
                  </a:cubicBezTo>
                  <a:cubicBezTo>
                    <a:pt x="1" y="452"/>
                    <a:pt x="128" y="579"/>
                    <a:pt x="290" y="579"/>
                  </a:cubicBezTo>
                  <a:cubicBezTo>
                    <a:pt x="452" y="579"/>
                    <a:pt x="579" y="452"/>
                    <a:pt x="579" y="290"/>
                  </a:cubicBezTo>
                  <a:cubicBezTo>
                    <a:pt x="579" y="128"/>
                    <a:pt x="452" y="1"/>
                    <a:pt x="2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5" name="Google Shape;5725;p67"/>
            <p:cNvSpPr/>
            <p:nvPr/>
          </p:nvSpPr>
          <p:spPr>
            <a:xfrm>
              <a:off x="4923000" y="2968423"/>
              <a:ext cx="356395" cy="9772"/>
            </a:xfrm>
            <a:custGeom>
              <a:avLst/>
              <a:gdLst/>
              <a:ahLst/>
              <a:cxnLst/>
              <a:rect l="l" t="t" r="r" b="b"/>
              <a:pathLst>
                <a:path w="6492" h="178" extrusionOk="0">
                  <a:moveTo>
                    <a:pt x="1" y="0"/>
                  </a:moveTo>
                  <a:lnTo>
                    <a:pt x="1" y="178"/>
                  </a:lnTo>
                  <a:lnTo>
                    <a:pt x="6492" y="178"/>
                  </a:lnTo>
                  <a:lnTo>
                    <a:pt x="649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6" name="Google Shape;5726;p67"/>
            <p:cNvSpPr/>
            <p:nvPr/>
          </p:nvSpPr>
          <p:spPr>
            <a:xfrm>
              <a:off x="4923000" y="2989614"/>
              <a:ext cx="356395" cy="8949"/>
            </a:xfrm>
            <a:custGeom>
              <a:avLst/>
              <a:gdLst/>
              <a:ahLst/>
              <a:cxnLst/>
              <a:rect l="l" t="t" r="r" b="b"/>
              <a:pathLst>
                <a:path w="6492" h="163" extrusionOk="0">
                  <a:moveTo>
                    <a:pt x="1" y="0"/>
                  </a:moveTo>
                  <a:lnTo>
                    <a:pt x="1" y="162"/>
                  </a:lnTo>
                  <a:lnTo>
                    <a:pt x="6492" y="162"/>
                  </a:lnTo>
                  <a:lnTo>
                    <a:pt x="649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7" name="Google Shape;5727;p67"/>
            <p:cNvSpPr/>
            <p:nvPr/>
          </p:nvSpPr>
          <p:spPr>
            <a:xfrm>
              <a:off x="4923000" y="3009927"/>
              <a:ext cx="356395" cy="9772"/>
            </a:xfrm>
            <a:custGeom>
              <a:avLst/>
              <a:gdLst/>
              <a:ahLst/>
              <a:cxnLst/>
              <a:rect l="l" t="t" r="r" b="b"/>
              <a:pathLst>
                <a:path w="6492" h="178" extrusionOk="0">
                  <a:moveTo>
                    <a:pt x="1" y="0"/>
                  </a:moveTo>
                  <a:lnTo>
                    <a:pt x="1" y="178"/>
                  </a:lnTo>
                  <a:lnTo>
                    <a:pt x="6492" y="178"/>
                  </a:lnTo>
                  <a:lnTo>
                    <a:pt x="649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28" name="Google Shape;5728;p67"/>
          <p:cNvGrpSpPr/>
          <p:nvPr/>
        </p:nvGrpSpPr>
        <p:grpSpPr>
          <a:xfrm>
            <a:off x="3105799" y="3473707"/>
            <a:ext cx="367964" cy="661878"/>
            <a:chOff x="2107605" y="2555995"/>
            <a:chExt cx="282289" cy="507770"/>
          </a:xfrm>
        </p:grpSpPr>
        <p:sp>
          <p:nvSpPr>
            <p:cNvPr id="5729" name="Google Shape;5729;p67"/>
            <p:cNvSpPr/>
            <p:nvPr/>
          </p:nvSpPr>
          <p:spPr>
            <a:xfrm>
              <a:off x="2107605" y="2555995"/>
              <a:ext cx="282283" cy="507770"/>
            </a:xfrm>
            <a:custGeom>
              <a:avLst/>
              <a:gdLst/>
              <a:ahLst/>
              <a:cxnLst/>
              <a:rect l="l" t="t" r="r" b="b"/>
              <a:pathLst>
                <a:path w="5142" h="9249" extrusionOk="0">
                  <a:moveTo>
                    <a:pt x="1447" y="1773"/>
                  </a:moveTo>
                  <a:cubicBezTo>
                    <a:pt x="1913" y="1773"/>
                    <a:pt x="2299" y="2352"/>
                    <a:pt x="2396" y="2737"/>
                  </a:cubicBezTo>
                  <a:cubicBezTo>
                    <a:pt x="2477" y="3011"/>
                    <a:pt x="2507" y="3300"/>
                    <a:pt x="2523" y="3590"/>
                  </a:cubicBezTo>
                  <a:cubicBezTo>
                    <a:pt x="2523" y="3767"/>
                    <a:pt x="2507" y="3945"/>
                    <a:pt x="2396" y="4087"/>
                  </a:cubicBezTo>
                  <a:cubicBezTo>
                    <a:pt x="2365" y="4137"/>
                    <a:pt x="2315" y="4184"/>
                    <a:pt x="2249" y="4199"/>
                  </a:cubicBezTo>
                  <a:cubicBezTo>
                    <a:pt x="2203" y="4199"/>
                    <a:pt x="2137" y="4184"/>
                    <a:pt x="2091" y="4168"/>
                  </a:cubicBezTo>
                  <a:cubicBezTo>
                    <a:pt x="1736" y="4041"/>
                    <a:pt x="1462" y="3767"/>
                    <a:pt x="1208" y="3478"/>
                  </a:cubicBezTo>
                  <a:cubicBezTo>
                    <a:pt x="1061" y="3316"/>
                    <a:pt x="934" y="3138"/>
                    <a:pt x="837" y="2946"/>
                  </a:cubicBezTo>
                  <a:cubicBezTo>
                    <a:pt x="756" y="2753"/>
                    <a:pt x="725" y="2514"/>
                    <a:pt x="803" y="2321"/>
                  </a:cubicBezTo>
                  <a:cubicBezTo>
                    <a:pt x="853" y="2190"/>
                    <a:pt x="949" y="2078"/>
                    <a:pt x="1046" y="1981"/>
                  </a:cubicBezTo>
                  <a:cubicBezTo>
                    <a:pt x="1157" y="1869"/>
                    <a:pt x="1285" y="1773"/>
                    <a:pt x="1447" y="1773"/>
                  </a:cubicBezTo>
                  <a:close/>
                  <a:moveTo>
                    <a:pt x="4019" y="0"/>
                  </a:moveTo>
                  <a:cubicBezTo>
                    <a:pt x="3977" y="0"/>
                    <a:pt x="3933" y="12"/>
                    <a:pt x="3888" y="37"/>
                  </a:cubicBezTo>
                  <a:cubicBezTo>
                    <a:pt x="3761" y="134"/>
                    <a:pt x="3745" y="327"/>
                    <a:pt x="3761" y="489"/>
                  </a:cubicBezTo>
                  <a:cubicBezTo>
                    <a:pt x="3842" y="1322"/>
                    <a:pt x="4131" y="2159"/>
                    <a:pt x="4004" y="2980"/>
                  </a:cubicBezTo>
                  <a:cubicBezTo>
                    <a:pt x="3969" y="3173"/>
                    <a:pt x="3907" y="3381"/>
                    <a:pt x="3761" y="3509"/>
                  </a:cubicBezTo>
                  <a:cubicBezTo>
                    <a:pt x="3664" y="3590"/>
                    <a:pt x="3553" y="3621"/>
                    <a:pt x="3441" y="3621"/>
                  </a:cubicBezTo>
                  <a:cubicBezTo>
                    <a:pt x="3344" y="3605"/>
                    <a:pt x="3279" y="3574"/>
                    <a:pt x="3213" y="3509"/>
                  </a:cubicBezTo>
                  <a:cubicBezTo>
                    <a:pt x="3152" y="3428"/>
                    <a:pt x="3136" y="3316"/>
                    <a:pt x="3117" y="3204"/>
                  </a:cubicBezTo>
                  <a:cubicBezTo>
                    <a:pt x="3040" y="2595"/>
                    <a:pt x="2893" y="1935"/>
                    <a:pt x="2426" y="1515"/>
                  </a:cubicBezTo>
                  <a:cubicBezTo>
                    <a:pt x="2171" y="1293"/>
                    <a:pt x="1837" y="1174"/>
                    <a:pt x="1501" y="1174"/>
                  </a:cubicBezTo>
                  <a:cubicBezTo>
                    <a:pt x="1375" y="1174"/>
                    <a:pt x="1249" y="1191"/>
                    <a:pt x="1127" y="1225"/>
                  </a:cubicBezTo>
                  <a:cubicBezTo>
                    <a:pt x="675" y="1357"/>
                    <a:pt x="290" y="1708"/>
                    <a:pt x="162" y="2159"/>
                  </a:cubicBezTo>
                  <a:cubicBezTo>
                    <a:pt x="0" y="2641"/>
                    <a:pt x="128" y="3189"/>
                    <a:pt x="401" y="3621"/>
                  </a:cubicBezTo>
                  <a:cubicBezTo>
                    <a:pt x="513" y="3798"/>
                    <a:pt x="660" y="3960"/>
                    <a:pt x="803" y="4118"/>
                  </a:cubicBezTo>
                  <a:cubicBezTo>
                    <a:pt x="1015" y="4330"/>
                    <a:pt x="1238" y="4504"/>
                    <a:pt x="1478" y="4666"/>
                  </a:cubicBezTo>
                  <a:cubicBezTo>
                    <a:pt x="1690" y="4812"/>
                    <a:pt x="1913" y="4955"/>
                    <a:pt x="2025" y="5179"/>
                  </a:cubicBezTo>
                  <a:cubicBezTo>
                    <a:pt x="2056" y="5260"/>
                    <a:pt x="2075" y="5341"/>
                    <a:pt x="2075" y="5422"/>
                  </a:cubicBezTo>
                  <a:cubicBezTo>
                    <a:pt x="2075" y="5599"/>
                    <a:pt x="1994" y="5757"/>
                    <a:pt x="1832" y="5823"/>
                  </a:cubicBezTo>
                  <a:cubicBezTo>
                    <a:pt x="1776" y="5838"/>
                    <a:pt x="1721" y="5838"/>
                    <a:pt x="1667" y="5838"/>
                  </a:cubicBezTo>
                  <a:cubicBezTo>
                    <a:pt x="1613" y="5838"/>
                    <a:pt x="1560" y="5838"/>
                    <a:pt x="1512" y="5854"/>
                  </a:cubicBezTo>
                  <a:cubicBezTo>
                    <a:pt x="1127" y="5935"/>
                    <a:pt x="1142" y="6529"/>
                    <a:pt x="1416" y="6803"/>
                  </a:cubicBezTo>
                  <a:cubicBezTo>
                    <a:pt x="1690" y="7092"/>
                    <a:pt x="2091" y="7223"/>
                    <a:pt x="2365" y="7493"/>
                  </a:cubicBezTo>
                  <a:cubicBezTo>
                    <a:pt x="2750" y="7898"/>
                    <a:pt x="2781" y="8523"/>
                    <a:pt x="2685" y="9086"/>
                  </a:cubicBezTo>
                  <a:lnTo>
                    <a:pt x="4887" y="9248"/>
                  </a:lnTo>
                  <a:cubicBezTo>
                    <a:pt x="4679" y="8843"/>
                    <a:pt x="4548" y="8411"/>
                    <a:pt x="4486" y="7975"/>
                  </a:cubicBezTo>
                  <a:cubicBezTo>
                    <a:pt x="4405" y="7416"/>
                    <a:pt x="4420" y="6818"/>
                    <a:pt x="4467" y="6240"/>
                  </a:cubicBezTo>
                  <a:cubicBezTo>
                    <a:pt x="4517" y="5757"/>
                    <a:pt x="4598" y="5275"/>
                    <a:pt x="4679" y="4793"/>
                  </a:cubicBezTo>
                  <a:cubicBezTo>
                    <a:pt x="4918" y="3316"/>
                    <a:pt x="5142" y="1708"/>
                    <a:pt x="4451" y="358"/>
                  </a:cubicBezTo>
                  <a:cubicBezTo>
                    <a:pt x="4390" y="215"/>
                    <a:pt x="4258" y="68"/>
                    <a:pt x="4116" y="22"/>
                  </a:cubicBezTo>
                  <a:cubicBezTo>
                    <a:pt x="4086" y="8"/>
                    <a:pt x="4054" y="0"/>
                    <a:pt x="40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0" name="Google Shape;5730;p67"/>
            <p:cNvSpPr/>
            <p:nvPr/>
          </p:nvSpPr>
          <p:spPr>
            <a:xfrm>
              <a:off x="2307932" y="2557148"/>
              <a:ext cx="81962" cy="341423"/>
            </a:xfrm>
            <a:custGeom>
              <a:avLst/>
              <a:gdLst/>
              <a:ahLst/>
              <a:cxnLst/>
              <a:rect l="l" t="t" r="r" b="b"/>
              <a:pathLst>
                <a:path w="1493" h="6219" extrusionOk="0">
                  <a:moveTo>
                    <a:pt x="467" y="1"/>
                  </a:moveTo>
                  <a:lnTo>
                    <a:pt x="467" y="67"/>
                  </a:lnTo>
                  <a:cubicBezTo>
                    <a:pt x="482" y="337"/>
                    <a:pt x="563" y="595"/>
                    <a:pt x="644" y="838"/>
                  </a:cubicBezTo>
                  <a:cubicBezTo>
                    <a:pt x="868" y="1513"/>
                    <a:pt x="1045" y="2265"/>
                    <a:pt x="771" y="2909"/>
                  </a:cubicBezTo>
                  <a:cubicBezTo>
                    <a:pt x="625" y="3249"/>
                    <a:pt x="370" y="3538"/>
                    <a:pt x="224" y="3873"/>
                  </a:cubicBezTo>
                  <a:cubicBezTo>
                    <a:pt x="0" y="4371"/>
                    <a:pt x="46" y="4965"/>
                    <a:pt x="274" y="5466"/>
                  </a:cubicBezTo>
                  <a:cubicBezTo>
                    <a:pt x="401" y="5756"/>
                    <a:pt x="594" y="6010"/>
                    <a:pt x="818" y="6219"/>
                  </a:cubicBezTo>
                  <a:cubicBezTo>
                    <a:pt x="868" y="5736"/>
                    <a:pt x="949" y="5254"/>
                    <a:pt x="1030" y="4791"/>
                  </a:cubicBezTo>
                  <a:cubicBezTo>
                    <a:pt x="1269" y="3295"/>
                    <a:pt x="1493" y="1687"/>
                    <a:pt x="802" y="337"/>
                  </a:cubicBezTo>
                  <a:cubicBezTo>
                    <a:pt x="741" y="194"/>
                    <a:pt x="609" y="47"/>
                    <a:pt x="4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1" name="Google Shape;5731;p67"/>
            <p:cNvSpPr/>
            <p:nvPr/>
          </p:nvSpPr>
          <p:spPr>
            <a:xfrm>
              <a:off x="2107605" y="2620391"/>
              <a:ext cx="188902" cy="200660"/>
            </a:xfrm>
            <a:custGeom>
              <a:avLst/>
              <a:gdLst/>
              <a:ahLst/>
              <a:cxnLst/>
              <a:rect l="l" t="t" r="r" b="b"/>
              <a:pathLst>
                <a:path w="3441" h="3655" extrusionOk="0">
                  <a:moveTo>
                    <a:pt x="1447" y="600"/>
                  </a:moveTo>
                  <a:cubicBezTo>
                    <a:pt x="1913" y="615"/>
                    <a:pt x="2299" y="1179"/>
                    <a:pt x="2396" y="1564"/>
                  </a:cubicBezTo>
                  <a:cubicBezTo>
                    <a:pt x="2477" y="1838"/>
                    <a:pt x="2507" y="2127"/>
                    <a:pt x="2523" y="2417"/>
                  </a:cubicBezTo>
                  <a:cubicBezTo>
                    <a:pt x="2523" y="2594"/>
                    <a:pt x="2507" y="2772"/>
                    <a:pt x="2396" y="2914"/>
                  </a:cubicBezTo>
                  <a:cubicBezTo>
                    <a:pt x="2365" y="2964"/>
                    <a:pt x="2315" y="3011"/>
                    <a:pt x="2249" y="3026"/>
                  </a:cubicBezTo>
                  <a:cubicBezTo>
                    <a:pt x="2203" y="3026"/>
                    <a:pt x="2137" y="3011"/>
                    <a:pt x="2091" y="2995"/>
                  </a:cubicBezTo>
                  <a:cubicBezTo>
                    <a:pt x="1736" y="2868"/>
                    <a:pt x="1462" y="2594"/>
                    <a:pt x="1208" y="2305"/>
                  </a:cubicBezTo>
                  <a:cubicBezTo>
                    <a:pt x="1061" y="2143"/>
                    <a:pt x="934" y="1965"/>
                    <a:pt x="837" y="1773"/>
                  </a:cubicBezTo>
                  <a:cubicBezTo>
                    <a:pt x="756" y="1580"/>
                    <a:pt x="725" y="1341"/>
                    <a:pt x="803" y="1148"/>
                  </a:cubicBezTo>
                  <a:cubicBezTo>
                    <a:pt x="853" y="1017"/>
                    <a:pt x="949" y="905"/>
                    <a:pt x="1046" y="808"/>
                  </a:cubicBezTo>
                  <a:cubicBezTo>
                    <a:pt x="1157" y="696"/>
                    <a:pt x="1285" y="600"/>
                    <a:pt x="1447" y="600"/>
                  </a:cubicBezTo>
                  <a:close/>
                  <a:moveTo>
                    <a:pt x="1501" y="1"/>
                  </a:moveTo>
                  <a:cubicBezTo>
                    <a:pt x="1375" y="1"/>
                    <a:pt x="1249" y="18"/>
                    <a:pt x="1127" y="52"/>
                  </a:cubicBezTo>
                  <a:cubicBezTo>
                    <a:pt x="675" y="184"/>
                    <a:pt x="290" y="535"/>
                    <a:pt x="162" y="986"/>
                  </a:cubicBezTo>
                  <a:cubicBezTo>
                    <a:pt x="0" y="1468"/>
                    <a:pt x="128" y="2016"/>
                    <a:pt x="401" y="2448"/>
                  </a:cubicBezTo>
                  <a:cubicBezTo>
                    <a:pt x="513" y="2625"/>
                    <a:pt x="660" y="2787"/>
                    <a:pt x="803" y="2945"/>
                  </a:cubicBezTo>
                  <a:cubicBezTo>
                    <a:pt x="836" y="2941"/>
                    <a:pt x="869" y="2939"/>
                    <a:pt x="903" y="2939"/>
                  </a:cubicBezTo>
                  <a:cubicBezTo>
                    <a:pt x="1099" y="2939"/>
                    <a:pt x="1300" y="3012"/>
                    <a:pt x="1478" y="3107"/>
                  </a:cubicBezTo>
                  <a:cubicBezTo>
                    <a:pt x="1736" y="3254"/>
                    <a:pt x="1960" y="3447"/>
                    <a:pt x="2234" y="3574"/>
                  </a:cubicBezTo>
                  <a:cubicBezTo>
                    <a:pt x="2356" y="3624"/>
                    <a:pt x="2492" y="3655"/>
                    <a:pt x="2625" y="3655"/>
                  </a:cubicBezTo>
                  <a:cubicBezTo>
                    <a:pt x="2788" y="3655"/>
                    <a:pt x="2947" y="3608"/>
                    <a:pt x="3071" y="3493"/>
                  </a:cubicBezTo>
                  <a:cubicBezTo>
                    <a:pt x="3233" y="3366"/>
                    <a:pt x="3279" y="3138"/>
                    <a:pt x="3329" y="2945"/>
                  </a:cubicBezTo>
                  <a:cubicBezTo>
                    <a:pt x="3360" y="2772"/>
                    <a:pt x="3406" y="2610"/>
                    <a:pt x="3441" y="2448"/>
                  </a:cubicBezTo>
                  <a:cubicBezTo>
                    <a:pt x="3344" y="2432"/>
                    <a:pt x="3279" y="2401"/>
                    <a:pt x="3213" y="2336"/>
                  </a:cubicBezTo>
                  <a:cubicBezTo>
                    <a:pt x="3152" y="2255"/>
                    <a:pt x="3136" y="2143"/>
                    <a:pt x="3117" y="2031"/>
                  </a:cubicBezTo>
                  <a:cubicBezTo>
                    <a:pt x="3040" y="1422"/>
                    <a:pt x="2893" y="762"/>
                    <a:pt x="2426" y="342"/>
                  </a:cubicBezTo>
                  <a:cubicBezTo>
                    <a:pt x="2171" y="120"/>
                    <a:pt x="1837" y="1"/>
                    <a:pt x="15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2" name="Google Shape;5732;p67"/>
            <p:cNvSpPr/>
            <p:nvPr/>
          </p:nvSpPr>
          <p:spPr>
            <a:xfrm>
              <a:off x="2169421" y="2853603"/>
              <a:ext cx="206524" cy="210157"/>
            </a:xfrm>
            <a:custGeom>
              <a:avLst/>
              <a:gdLst/>
              <a:ahLst/>
              <a:cxnLst/>
              <a:rect l="l" t="t" r="r" b="b"/>
              <a:pathLst>
                <a:path w="3762" h="3828" extrusionOk="0">
                  <a:moveTo>
                    <a:pt x="949" y="1"/>
                  </a:moveTo>
                  <a:cubicBezTo>
                    <a:pt x="949" y="178"/>
                    <a:pt x="868" y="336"/>
                    <a:pt x="706" y="402"/>
                  </a:cubicBezTo>
                  <a:cubicBezTo>
                    <a:pt x="650" y="417"/>
                    <a:pt x="595" y="417"/>
                    <a:pt x="541" y="417"/>
                  </a:cubicBezTo>
                  <a:cubicBezTo>
                    <a:pt x="487" y="417"/>
                    <a:pt x="434" y="417"/>
                    <a:pt x="386" y="433"/>
                  </a:cubicBezTo>
                  <a:cubicBezTo>
                    <a:pt x="1" y="514"/>
                    <a:pt x="16" y="1108"/>
                    <a:pt x="290" y="1382"/>
                  </a:cubicBezTo>
                  <a:cubicBezTo>
                    <a:pt x="564" y="1671"/>
                    <a:pt x="965" y="1802"/>
                    <a:pt x="1239" y="2072"/>
                  </a:cubicBezTo>
                  <a:cubicBezTo>
                    <a:pt x="1624" y="2477"/>
                    <a:pt x="1655" y="3102"/>
                    <a:pt x="1559" y="3665"/>
                  </a:cubicBezTo>
                  <a:lnTo>
                    <a:pt x="3761" y="3827"/>
                  </a:lnTo>
                  <a:cubicBezTo>
                    <a:pt x="3553" y="3422"/>
                    <a:pt x="3422" y="2990"/>
                    <a:pt x="3360" y="2554"/>
                  </a:cubicBezTo>
                  <a:cubicBezTo>
                    <a:pt x="3341" y="2539"/>
                    <a:pt x="3310" y="2539"/>
                    <a:pt x="3294" y="2523"/>
                  </a:cubicBezTo>
                  <a:cubicBezTo>
                    <a:pt x="3102" y="2493"/>
                    <a:pt x="2909" y="2508"/>
                    <a:pt x="2731" y="2442"/>
                  </a:cubicBezTo>
                  <a:cubicBezTo>
                    <a:pt x="2492" y="2381"/>
                    <a:pt x="2315" y="2169"/>
                    <a:pt x="2249" y="1929"/>
                  </a:cubicBezTo>
                  <a:cubicBezTo>
                    <a:pt x="2203" y="1686"/>
                    <a:pt x="2265" y="1432"/>
                    <a:pt x="2249" y="1189"/>
                  </a:cubicBezTo>
                  <a:cubicBezTo>
                    <a:pt x="2203" y="691"/>
                    <a:pt x="1783" y="290"/>
                    <a:pt x="1316" y="97"/>
                  </a:cubicBezTo>
                  <a:cubicBezTo>
                    <a:pt x="1204" y="47"/>
                    <a:pt x="1077" y="16"/>
                    <a:pt x="9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3" name="Google Shape;5733;p67"/>
            <p:cNvSpPr/>
            <p:nvPr/>
          </p:nvSpPr>
          <p:spPr>
            <a:xfrm>
              <a:off x="2151634" y="2555995"/>
              <a:ext cx="213716" cy="437882"/>
            </a:xfrm>
            <a:custGeom>
              <a:avLst/>
              <a:gdLst/>
              <a:ahLst/>
              <a:cxnLst/>
              <a:rect l="l" t="t" r="r" b="b"/>
              <a:pathLst>
                <a:path w="3893" h="7976" extrusionOk="0">
                  <a:moveTo>
                    <a:pt x="3217" y="0"/>
                  </a:moveTo>
                  <a:cubicBezTo>
                    <a:pt x="3175" y="0"/>
                    <a:pt x="3131" y="12"/>
                    <a:pt x="3086" y="37"/>
                  </a:cubicBezTo>
                  <a:cubicBezTo>
                    <a:pt x="2959" y="134"/>
                    <a:pt x="2943" y="327"/>
                    <a:pt x="2959" y="489"/>
                  </a:cubicBezTo>
                  <a:cubicBezTo>
                    <a:pt x="3040" y="1322"/>
                    <a:pt x="3329" y="2159"/>
                    <a:pt x="3202" y="2980"/>
                  </a:cubicBezTo>
                  <a:cubicBezTo>
                    <a:pt x="3167" y="3173"/>
                    <a:pt x="3105" y="3381"/>
                    <a:pt x="2959" y="3509"/>
                  </a:cubicBezTo>
                  <a:cubicBezTo>
                    <a:pt x="2862" y="3590"/>
                    <a:pt x="2751" y="3621"/>
                    <a:pt x="2639" y="3621"/>
                  </a:cubicBezTo>
                  <a:cubicBezTo>
                    <a:pt x="2604" y="3783"/>
                    <a:pt x="2558" y="3945"/>
                    <a:pt x="2527" y="4118"/>
                  </a:cubicBezTo>
                  <a:cubicBezTo>
                    <a:pt x="2477" y="4311"/>
                    <a:pt x="2431" y="4539"/>
                    <a:pt x="2269" y="4666"/>
                  </a:cubicBezTo>
                  <a:cubicBezTo>
                    <a:pt x="2145" y="4781"/>
                    <a:pt x="1986" y="4828"/>
                    <a:pt x="1823" y="4828"/>
                  </a:cubicBezTo>
                  <a:cubicBezTo>
                    <a:pt x="1690" y="4828"/>
                    <a:pt x="1554" y="4797"/>
                    <a:pt x="1432" y="4747"/>
                  </a:cubicBezTo>
                  <a:cubicBezTo>
                    <a:pt x="1158" y="4620"/>
                    <a:pt x="934" y="4427"/>
                    <a:pt x="676" y="4280"/>
                  </a:cubicBezTo>
                  <a:cubicBezTo>
                    <a:pt x="498" y="4185"/>
                    <a:pt x="297" y="4112"/>
                    <a:pt x="101" y="4112"/>
                  </a:cubicBezTo>
                  <a:cubicBezTo>
                    <a:pt x="67" y="4112"/>
                    <a:pt x="34" y="4114"/>
                    <a:pt x="1" y="4118"/>
                  </a:cubicBezTo>
                  <a:cubicBezTo>
                    <a:pt x="213" y="4330"/>
                    <a:pt x="436" y="4504"/>
                    <a:pt x="676" y="4666"/>
                  </a:cubicBezTo>
                  <a:cubicBezTo>
                    <a:pt x="888" y="4812"/>
                    <a:pt x="1111" y="4955"/>
                    <a:pt x="1223" y="5179"/>
                  </a:cubicBezTo>
                  <a:cubicBezTo>
                    <a:pt x="1254" y="5260"/>
                    <a:pt x="1273" y="5341"/>
                    <a:pt x="1273" y="5422"/>
                  </a:cubicBezTo>
                  <a:cubicBezTo>
                    <a:pt x="1401" y="5437"/>
                    <a:pt x="1528" y="5468"/>
                    <a:pt x="1640" y="5518"/>
                  </a:cubicBezTo>
                  <a:cubicBezTo>
                    <a:pt x="2107" y="5711"/>
                    <a:pt x="2527" y="6112"/>
                    <a:pt x="2573" y="6610"/>
                  </a:cubicBezTo>
                  <a:cubicBezTo>
                    <a:pt x="2589" y="6853"/>
                    <a:pt x="2527" y="7107"/>
                    <a:pt x="2573" y="7350"/>
                  </a:cubicBezTo>
                  <a:cubicBezTo>
                    <a:pt x="2639" y="7590"/>
                    <a:pt x="2816" y="7802"/>
                    <a:pt x="3055" y="7863"/>
                  </a:cubicBezTo>
                  <a:cubicBezTo>
                    <a:pt x="3233" y="7929"/>
                    <a:pt x="3426" y="7914"/>
                    <a:pt x="3618" y="7944"/>
                  </a:cubicBezTo>
                  <a:cubicBezTo>
                    <a:pt x="3634" y="7960"/>
                    <a:pt x="3665" y="7960"/>
                    <a:pt x="3684" y="7975"/>
                  </a:cubicBezTo>
                  <a:cubicBezTo>
                    <a:pt x="3603" y="7416"/>
                    <a:pt x="3618" y="6818"/>
                    <a:pt x="3665" y="6240"/>
                  </a:cubicBezTo>
                  <a:cubicBezTo>
                    <a:pt x="3441" y="6031"/>
                    <a:pt x="3248" y="5777"/>
                    <a:pt x="3121" y="5487"/>
                  </a:cubicBezTo>
                  <a:cubicBezTo>
                    <a:pt x="2893" y="4986"/>
                    <a:pt x="2847" y="4392"/>
                    <a:pt x="3071" y="3894"/>
                  </a:cubicBezTo>
                  <a:cubicBezTo>
                    <a:pt x="3217" y="3559"/>
                    <a:pt x="3472" y="3270"/>
                    <a:pt x="3618" y="2930"/>
                  </a:cubicBezTo>
                  <a:cubicBezTo>
                    <a:pt x="3892" y="2286"/>
                    <a:pt x="3715" y="1534"/>
                    <a:pt x="3491" y="859"/>
                  </a:cubicBezTo>
                  <a:cubicBezTo>
                    <a:pt x="3410" y="616"/>
                    <a:pt x="3329" y="358"/>
                    <a:pt x="3314" y="88"/>
                  </a:cubicBezTo>
                  <a:lnTo>
                    <a:pt x="3314" y="22"/>
                  </a:lnTo>
                  <a:cubicBezTo>
                    <a:pt x="3284" y="8"/>
                    <a:pt x="3252" y="0"/>
                    <a:pt x="321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34" name="Google Shape;5734;p67"/>
          <p:cNvGrpSpPr/>
          <p:nvPr/>
        </p:nvGrpSpPr>
        <p:grpSpPr>
          <a:xfrm>
            <a:off x="3938569" y="3446156"/>
            <a:ext cx="410400" cy="683626"/>
            <a:chOff x="3392740" y="2534858"/>
            <a:chExt cx="314845" cy="524454"/>
          </a:xfrm>
        </p:grpSpPr>
        <p:sp>
          <p:nvSpPr>
            <p:cNvPr id="5735" name="Google Shape;5735;p67"/>
            <p:cNvSpPr/>
            <p:nvPr/>
          </p:nvSpPr>
          <p:spPr>
            <a:xfrm>
              <a:off x="3396748" y="2534913"/>
              <a:ext cx="306822" cy="523526"/>
            </a:xfrm>
            <a:custGeom>
              <a:avLst/>
              <a:gdLst/>
              <a:ahLst/>
              <a:cxnLst/>
              <a:rect l="l" t="t" r="r" b="b"/>
              <a:pathLst>
                <a:path w="5589" h="9536" extrusionOk="0">
                  <a:moveTo>
                    <a:pt x="622" y="1"/>
                  </a:moveTo>
                  <a:cubicBezTo>
                    <a:pt x="272" y="1"/>
                    <a:pt x="0" y="317"/>
                    <a:pt x="77" y="664"/>
                  </a:cubicBezTo>
                  <a:cubicBezTo>
                    <a:pt x="46" y="792"/>
                    <a:pt x="62" y="919"/>
                    <a:pt x="127" y="1050"/>
                  </a:cubicBezTo>
                  <a:cubicBezTo>
                    <a:pt x="158" y="1112"/>
                    <a:pt x="208" y="1177"/>
                    <a:pt x="255" y="1208"/>
                  </a:cubicBezTo>
                  <a:cubicBezTo>
                    <a:pt x="112" y="1339"/>
                    <a:pt x="31" y="1532"/>
                    <a:pt x="77" y="1756"/>
                  </a:cubicBezTo>
                  <a:cubicBezTo>
                    <a:pt x="46" y="1868"/>
                    <a:pt x="62" y="1995"/>
                    <a:pt x="127" y="2142"/>
                  </a:cubicBezTo>
                  <a:cubicBezTo>
                    <a:pt x="158" y="2207"/>
                    <a:pt x="208" y="2253"/>
                    <a:pt x="255" y="2284"/>
                  </a:cubicBezTo>
                  <a:cubicBezTo>
                    <a:pt x="112" y="2415"/>
                    <a:pt x="31" y="2608"/>
                    <a:pt x="77" y="2832"/>
                  </a:cubicBezTo>
                  <a:cubicBezTo>
                    <a:pt x="46" y="2944"/>
                    <a:pt x="62" y="3090"/>
                    <a:pt x="127" y="3218"/>
                  </a:cubicBezTo>
                  <a:cubicBezTo>
                    <a:pt x="158" y="3283"/>
                    <a:pt x="208" y="3330"/>
                    <a:pt x="255" y="3380"/>
                  </a:cubicBezTo>
                  <a:cubicBezTo>
                    <a:pt x="112" y="3492"/>
                    <a:pt x="31" y="3700"/>
                    <a:pt x="77" y="3908"/>
                  </a:cubicBezTo>
                  <a:cubicBezTo>
                    <a:pt x="46" y="4039"/>
                    <a:pt x="62" y="4167"/>
                    <a:pt x="127" y="4294"/>
                  </a:cubicBezTo>
                  <a:cubicBezTo>
                    <a:pt x="158" y="4359"/>
                    <a:pt x="208" y="4406"/>
                    <a:pt x="255" y="4456"/>
                  </a:cubicBezTo>
                  <a:cubicBezTo>
                    <a:pt x="112" y="4583"/>
                    <a:pt x="31" y="4776"/>
                    <a:pt x="77" y="4984"/>
                  </a:cubicBezTo>
                  <a:cubicBezTo>
                    <a:pt x="46" y="5115"/>
                    <a:pt x="62" y="5243"/>
                    <a:pt x="127" y="5370"/>
                  </a:cubicBezTo>
                  <a:cubicBezTo>
                    <a:pt x="158" y="5436"/>
                    <a:pt x="208" y="5501"/>
                    <a:pt x="255" y="5532"/>
                  </a:cubicBezTo>
                  <a:cubicBezTo>
                    <a:pt x="112" y="5659"/>
                    <a:pt x="31" y="5852"/>
                    <a:pt x="77" y="6080"/>
                  </a:cubicBezTo>
                  <a:cubicBezTo>
                    <a:pt x="46" y="6192"/>
                    <a:pt x="62" y="6319"/>
                    <a:pt x="127" y="6465"/>
                  </a:cubicBezTo>
                  <a:cubicBezTo>
                    <a:pt x="158" y="6527"/>
                    <a:pt x="208" y="6577"/>
                    <a:pt x="255" y="6608"/>
                  </a:cubicBezTo>
                  <a:cubicBezTo>
                    <a:pt x="112" y="6739"/>
                    <a:pt x="31" y="6932"/>
                    <a:pt x="77" y="7156"/>
                  </a:cubicBezTo>
                  <a:cubicBezTo>
                    <a:pt x="46" y="7268"/>
                    <a:pt x="62" y="7414"/>
                    <a:pt x="127" y="7542"/>
                  </a:cubicBezTo>
                  <a:cubicBezTo>
                    <a:pt x="174" y="7638"/>
                    <a:pt x="255" y="7704"/>
                    <a:pt x="336" y="7750"/>
                  </a:cubicBezTo>
                  <a:cubicBezTo>
                    <a:pt x="432" y="7794"/>
                    <a:pt x="527" y="7815"/>
                    <a:pt x="616" y="7815"/>
                  </a:cubicBezTo>
                  <a:cubicBezTo>
                    <a:pt x="882" y="7815"/>
                    <a:pt x="1096" y="7634"/>
                    <a:pt x="1157" y="7380"/>
                  </a:cubicBezTo>
                  <a:cubicBezTo>
                    <a:pt x="1173" y="7445"/>
                    <a:pt x="1188" y="7511"/>
                    <a:pt x="1219" y="7557"/>
                  </a:cubicBezTo>
                  <a:cubicBezTo>
                    <a:pt x="1254" y="7653"/>
                    <a:pt x="1331" y="7719"/>
                    <a:pt x="1427" y="7765"/>
                  </a:cubicBezTo>
                  <a:cubicBezTo>
                    <a:pt x="1493" y="7800"/>
                    <a:pt x="1558" y="7831"/>
                    <a:pt x="1620" y="7831"/>
                  </a:cubicBezTo>
                  <a:lnTo>
                    <a:pt x="1284" y="9536"/>
                  </a:lnTo>
                  <a:lnTo>
                    <a:pt x="1813" y="9536"/>
                  </a:lnTo>
                  <a:lnTo>
                    <a:pt x="2249" y="7414"/>
                  </a:lnTo>
                  <a:cubicBezTo>
                    <a:pt x="2249" y="7461"/>
                    <a:pt x="2264" y="7511"/>
                    <a:pt x="2295" y="7557"/>
                  </a:cubicBezTo>
                  <a:cubicBezTo>
                    <a:pt x="2345" y="7653"/>
                    <a:pt x="2411" y="7719"/>
                    <a:pt x="2507" y="7765"/>
                  </a:cubicBezTo>
                  <a:cubicBezTo>
                    <a:pt x="2600" y="7814"/>
                    <a:pt x="2694" y="7836"/>
                    <a:pt x="2783" y="7836"/>
                  </a:cubicBezTo>
                  <a:cubicBezTo>
                    <a:pt x="3043" y="7836"/>
                    <a:pt x="3264" y="7648"/>
                    <a:pt x="3325" y="7395"/>
                  </a:cubicBezTo>
                  <a:cubicBezTo>
                    <a:pt x="3325" y="7445"/>
                    <a:pt x="3340" y="7511"/>
                    <a:pt x="3375" y="7557"/>
                  </a:cubicBezTo>
                  <a:cubicBezTo>
                    <a:pt x="3406" y="7638"/>
                    <a:pt x="3471" y="7684"/>
                    <a:pt x="3533" y="7734"/>
                  </a:cubicBezTo>
                  <a:lnTo>
                    <a:pt x="3903" y="9536"/>
                  </a:lnTo>
                  <a:lnTo>
                    <a:pt x="4436" y="9536"/>
                  </a:lnTo>
                  <a:lnTo>
                    <a:pt x="4081" y="7800"/>
                  </a:lnTo>
                  <a:cubicBezTo>
                    <a:pt x="4274" y="7704"/>
                    <a:pt x="4416" y="7511"/>
                    <a:pt x="4416" y="7268"/>
                  </a:cubicBezTo>
                  <a:cubicBezTo>
                    <a:pt x="4416" y="7349"/>
                    <a:pt x="4436" y="7445"/>
                    <a:pt x="4482" y="7542"/>
                  </a:cubicBezTo>
                  <a:cubicBezTo>
                    <a:pt x="4532" y="7638"/>
                    <a:pt x="4609" y="7704"/>
                    <a:pt x="4690" y="7750"/>
                  </a:cubicBezTo>
                  <a:cubicBezTo>
                    <a:pt x="4787" y="7796"/>
                    <a:pt x="4884" y="7817"/>
                    <a:pt x="4975" y="7817"/>
                  </a:cubicBezTo>
                  <a:cubicBezTo>
                    <a:pt x="5321" y="7817"/>
                    <a:pt x="5588" y="7513"/>
                    <a:pt x="5512" y="7156"/>
                  </a:cubicBezTo>
                  <a:cubicBezTo>
                    <a:pt x="5543" y="7029"/>
                    <a:pt x="5527" y="6897"/>
                    <a:pt x="5462" y="6770"/>
                  </a:cubicBezTo>
                  <a:cubicBezTo>
                    <a:pt x="5431" y="6705"/>
                    <a:pt x="5381" y="6643"/>
                    <a:pt x="5334" y="6608"/>
                  </a:cubicBezTo>
                  <a:cubicBezTo>
                    <a:pt x="5477" y="6481"/>
                    <a:pt x="5558" y="6288"/>
                    <a:pt x="5512" y="6064"/>
                  </a:cubicBezTo>
                  <a:cubicBezTo>
                    <a:pt x="5543" y="5949"/>
                    <a:pt x="5527" y="5821"/>
                    <a:pt x="5462" y="5679"/>
                  </a:cubicBezTo>
                  <a:cubicBezTo>
                    <a:pt x="5431" y="5613"/>
                    <a:pt x="5381" y="5563"/>
                    <a:pt x="5334" y="5532"/>
                  </a:cubicBezTo>
                  <a:cubicBezTo>
                    <a:pt x="5477" y="5405"/>
                    <a:pt x="5558" y="5212"/>
                    <a:pt x="5512" y="4984"/>
                  </a:cubicBezTo>
                  <a:cubicBezTo>
                    <a:pt x="5543" y="4872"/>
                    <a:pt x="5527" y="4730"/>
                    <a:pt x="5462" y="4599"/>
                  </a:cubicBezTo>
                  <a:cubicBezTo>
                    <a:pt x="5431" y="4537"/>
                    <a:pt x="5381" y="4487"/>
                    <a:pt x="5334" y="4440"/>
                  </a:cubicBezTo>
                  <a:cubicBezTo>
                    <a:pt x="5477" y="4329"/>
                    <a:pt x="5558" y="4116"/>
                    <a:pt x="5512" y="3908"/>
                  </a:cubicBezTo>
                  <a:cubicBezTo>
                    <a:pt x="5543" y="3796"/>
                    <a:pt x="5527" y="3654"/>
                    <a:pt x="5462" y="3522"/>
                  </a:cubicBezTo>
                  <a:cubicBezTo>
                    <a:pt x="5431" y="3461"/>
                    <a:pt x="5381" y="3411"/>
                    <a:pt x="5334" y="3364"/>
                  </a:cubicBezTo>
                  <a:cubicBezTo>
                    <a:pt x="5477" y="3233"/>
                    <a:pt x="5558" y="3040"/>
                    <a:pt x="5512" y="2832"/>
                  </a:cubicBezTo>
                  <a:cubicBezTo>
                    <a:pt x="5543" y="2705"/>
                    <a:pt x="5527" y="2574"/>
                    <a:pt x="5462" y="2446"/>
                  </a:cubicBezTo>
                  <a:cubicBezTo>
                    <a:pt x="5431" y="2381"/>
                    <a:pt x="5381" y="2319"/>
                    <a:pt x="5334" y="2284"/>
                  </a:cubicBezTo>
                  <a:cubicBezTo>
                    <a:pt x="5477" y="2157"/>
                    <a:pt x="5558" y="1964"/>
                    <a:pt x="5512" y="1741"/>
                  </a:cubicBezTo>
                  <a:cubicBezTo>
                    <a:pt x="5543" y="1629"/>
                    <a:pt x="5527" y="1498"/>
                    <a:pt x="5462" y="1355"/>
                  </a:cubicBezTo>
                  <a:cubicBezTo>
                    <a:pt x="5431" y="1289"/>
                    <a:pt x="5381" y="1243"/>
                    <a:pt x="5334" y="1208"/>
                  </a:cubicBezTo>
                  <a:cubicBezTo>
                    <a:pt x="5477" y="1081"/>
                    <a:pt x="5558" y="888"/>
                    <a:pt x="5512" y="664"/>
                  </a:cubicBezTo>
                  <a:cubicBezTo>
                    <a:pt x="5543" y="549"/>
                    <a:pt x="5527" y="406"/>
                    <a:pt x="5462" y="279"/>
                  </a:cubicBezTo>
                  <a:cubicBezTo>
                    <a:pt x="5415" y="182"/>
                    <a:pt x="5334" y="117"/>
                    <a:pt x="5253" y="67"/>
                  </a:cubicBezTo>
                  <a:cubicBezTo>
                    <a:pt x="5159" y="23"/>
                    <a:pt x="5066" y="3"/>
                    <a:pt x="4977" y="3"/>
                  </a:cubicBezTo>
                  <a:cubicBezTo>
                    <a:pt x="4642" y="3"/>
                    <a:pt x="4380" y="285"/>
                    <a:pt x="4416" y="614"/>
                  </a:cubicBezTo>
                  <a:lnTo>
                    <a:pt x="4401" y="614"/>
                  </a:lnTo>
                  <a:cubicBezTo>
                    <a:pt x="4416" y="502"/>
                    <a:pt x="4401" y="391"/>
                    <a:pt x="4355" y="279"/>
                  </a:cubicBezTo>
                  <a:cubicBezTo>
                    <a:pt x="4304" y="182"/>
                    <a:pt x="4223" y="117"/>
                    <a:pt x="4146" y="67"/>
                  </a:cubicBezTo>
                  <a:cubicBezTo>
                    <a:pt x="4051" y="24"/>
                    <a:pt x="3956" y="4"/>
                    <a:pt x="3867" y="4"/>
                  </a:cubicBezTo>
                  <a:cubicBezTo>
                    <a:pt x="3596" y="4"/>
                    <a:pt x="3374" y="184"/>
                    <a:pt x="3325" y="437"/>
                  </a:cubicBezTo>
                  <a:cubicBezTo>
                    <a:pt x="3309" y="391"/>
                    <a:pt x="3294" y="325"/>
                    <a:pt x="3259" y="279"/>
                  </a:cubicBezTo>
                  <a:cubicBezTo>
                    <a:pt x="3213" y="182"/>
                    <a:pt x="3147" y="117"/>
                    <a:pt x="3051" y="67"/>
                  </a:cubicBezTo>
                  <a:cubicBezTo>
                    <a:pt x="2959" y="24"/>
                    <a:pt x="2868" y="4"/>
                    <a:pt x="2781" y="4"/>
                  </a:cubicBezTo>
                  <a:cubicBezTo>
                    <a:pt x="2517" y="4"/>
                    <a:pt x="2294" y="184"/>
                    <a:pt x="2233" y="437"/>
                  </a:cubicBezTo>
                  <a:cubicBezTo>
                    <a:pt x="2233" y="391"/>
                    <a:pt x="2218" y="325"/>
                    <a:pt x="2183" y="279"/>
                  </a:cubicBezTo>
                  <a:cubicBezTo>
                    <a:pt x="2137" y="182"/>
                    <a:pt x="2071" y="117"/>
                    <a:pt x="1975" y="67"/>
                  </a:cubicBezTo>
                  <a:cubicBezTo>
                    <a:pt x="1883" y="24"/>
                    <a:pt x="1791" y="4"/>
                    <a:pt x="1704" y="4"/>
                  </a:cubicBezTo>
                  <a:cubicBezTo>
                    <a:pt x="1439" y="4"/>
                    <a:pt x="1215" y="184"/>
                    <a:pt x="1157" y="437"/>
                  </a:cubicBezTo>
                  <a:cubicBezTo>
                    <a:pt x="1157" y="391"/>
                    <a:pt x="1122" y="325"/>
                    <a:pt x="1107" y="279"/>
                  </a:cubicBezTo>
                  <a:cubicBezTo>
                    <a:pt x="1061" y="182"/>
                    <a:pt x="980" y="117"/>
                    <a:pt x="899" y="67"/>
                  </a:cubicBezTo>
                  <a:cubicBezTo>
                    <a:pt x="804" y="21"/>
                    <a:pt x="710" y="1"/>
                    <a:pt x="6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6" name="Google Shape;5736;p67"/>
            <p:cNvSpPr/>
            <p:nvPr/>
          </p:nvSpPr>
          <p:spPr>
            <a:xfrm>
              <a:off x="3467238" y="2933866"/>
              <a:ext cx="53854" cy="125447"/>
            </a:xfrm>
            <a:custGeom>
              <a:avLst/>
              <a:gdLst/>
              <a:ahLst/>
              <a:cxnLst/>
              <a:rect l="l" t="t" r="r" b="b"/>
              <a:pathLst>
                <a:path w="981" h="2285" extrusionOk="0">
                  <a:moveTo>
                    <a:pt x="452" y="1"/>
                  </a:moveTo>
                  <a:lnTo>
                    <a:pt x="0" y="2284"/>
                  </a:lnTo>
                  <a:lnTo>
                    <a:pt x="529" y="2284"/>
                  </a:lnTo>
                  <a:lnTo>
                    <a:pt x="98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7" name="Google Shape;5737;p67"/>
            <p:cNvSpPr/>
            <p:nvPr/>
          </p:nvSpPr>
          <p:spPr>
            <a:xfrm>
              <a:off x="3585381" y="2933866"/>
              <a:ext cx="54897" cy="125447"/>
            </a:xfrm>
            <a:custGeom>
              <a:avLst/>
              <a:gdLst/>
              <a:ahLst/>
              <a:cxnLst/>
              <a:rect l="l" t="t" r="r" b="b"/>
              <a:pathLst>
                <a:path w="1000" h="2285" extrusionOk="0">
                  <a:moveTo>
                    <a:pt x="1" y="1"/>
                  </a:moveTo>
                  <a:lnTo>
                    <a:pt x="467" y="2284"/>
                  </a:lnTo>
                  <a:lnTo>
                    <a:pt x="1000" y="2284"/>
                  </a:lnTo>
                  <a:lnTo>
                    <a:pt x="53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8" name="Google Shape;5738;p67"/>
            <p:cNvSpPr/>
            <p:nvPr/>
          </p:nvSpPr>
          <p:spPr>
            <a:xfrm>
              <a:off x="3431005" y="2568621"/>
              <a:ext cx="241055" cy="365305"/>
            </a:xfrm>
            <a:custGeom>
              <a:avLst/>
              <a:gdLst/>
              <a:ahLst/>
              <a:cxnLst/>
              <a:rect l="l" t="t" r="r" b="b"/>
              <a:pathLst>
                <a:path w="4391" h="6654" extrusionOk="0">
                  <a:moveTo>
                    <a:pt x="1" y="0"/>
                  </a:moveTo>
                  <a:lnTo>
                    <a:pt x="1" y="6654"/>
                  </a:lnTo>
                  <a:lnTo>
                    <a:pt x="4390" y="6654"/>
                  </a:lnTo>
                  <a:lnTo>
                    <a:pt x="439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9" name="Google Shape;5739;p67"/>
            <p:cNvSpPr/>
            <p:nvPr/>
          </p:nvSpPr>
          <p:spPr>
            <a:xfrm>
              <a:off x="3431005" y="2683361"/>
              <a:ext cx="238255" cy="250564"/>
            </a:xfrm>
            <a:custGeom>
              <a:avLst/>
              <a:gdLst/>
              <a:ahLst/>
              <a:cxnLst/>
              <a:rect l="l" t="t" r="r" b="b"/>
              <a:pathLst>
                <a:path w="4340" h="4564" extrusionOk="0">
                  <a:moveTo>
                    <a:pt x="4147" y="1"/>
                  </a:moveTo>
                  <a:lnTo>
                    <a:pt x="2539" y="2346"/>
                  </a:lnTo>
                  <a:lnTo>
                    <a:pt x="1640" y="1559"/>
                  </a:lnTo>
                  <a:lnTo>
                    <a:pt x="1" y="4001"/>
                  </a:lnTo>
                  <a:lnTo>
                    <a:pt x="1" y="4564"/>
                  </a:lnTo>
                  <a:lnTo>
                    <a:pt x="4340" y="4564"/>
                  </a:lnTo>
                  <a:lnTo>
                    <a:pt x="414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0" name="Google Shape;5740;p67"/>
            <p:cNvSpPr/>
            <p:nvPr/>
          </p:nvSpPr>
          <p:spPr>
            <a:xfrm>
              <a:off x="3392850" y="2547266"/>
              <a:ext cx="76253" cy="60555"/>
            </a:xfrm>
            <a:custGeom>
              <a:avLst/>
              <a:gdLst/>
              <a:ahLst/>
              <a:cxnLst/>
              <a:rect l="l" t="t" r="r" b="b"/>
              <a:pathLst>
                <a:path w="1389" h="1103" extrusionOk="0">
                  <a:moveTo>
                    <a:pt x="692" y="0"/>
                  </a:moveTo>
                  <a:cubicBezTo>
                    <a:pt x="297" y="0"/>
                    <a:pt x="0" y="419"/>
                    <a:pt x="198" y="841"/>
                  </a:cubicBezTo>
                  <a:cubicBezTo>
                    <a:pt x="245" y="922"/>
                    <a:pt x="326" y="999"/>
                    <a:pt x="407" y="1033"/>
                  </a:cubicBezTo>
                  <a:cubicBezTo>
                    <a:pt x="502" y="1081"/>
                    <a:pt x="598" y="1102"/>
                    <a:pt x="688" y="1102"/>
                  </a:cubicBezTo>
                  <a:cubicBezTo>
                    <a:pt x="1085" y="1102"/>
                    <a:pt x="1388" y="695"/>
                    <a:pt x="1178" y="277"/>
                  </a:cubicBezTo>
                  <a:cubicBezTo>
                    <a:pt x="1132" y="196"/>
                    <a:pt x="1051" y="115"/>
                    <a:pt x="970" y="69"/>
                  </a:cubicBezTo>
                  <a:cubicBezTo>
                    <a:pt x="875" y="21"/>
                    <a:pt x="781" y="0"/>
                    <a:pt x="6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1" name="Google Shape;5741;p67"/>
            <p:cNvSpPr/>
            <p:nvPr/>
          </p:nvSpPr>
          <p:spPr>
            <a:xfrm>
              <a:off x="3452251" y="2547266"/>
              <a:ext cx="75923" cy="60555"/>
            </a:xfrm>
            <a:custGeom>
              <a:avLst/>
              <a:gdLst/>
              <a:ahLst/>
              <a:cxnLst/>
              <a:rect l="l" t="t" r="r" b="b"/>
              <a:pathLst>
                <a:path w="1383" h="1103" extrusionOk="0">
                  <a:moveTo>
                    <a:pt x="686" y="0"/>
                  </a:moveTo>
                  <a:cubicBezTo>
                    <a:pt x="293" y="0"/>
                    <a:pt x="0" y="419"/>
                    <a:pt x="208" y="841"/>
                  </a:cubicBezTo>
                  <a:cubicBezTo>
                    <a:pt x="243" y="922"/>
                    <a:pt x="320" y="999"/>
                    <a:pt x="416" y="1033"/>
                  </a:cubicBezTo>
                  <a:cubicBezTo>
                    <a:pt x="509" y="1081"/>
                    <a:pt x="603" y="1102"/>
                    <a:pt x="692" y="1102"/>
                  </a:cubicBezTo>
                  <a:cubicBezTo>
                    <a:pt x="1082" y="1102"/>
                    <a:pt x="1382" y="695"/>
                    <a:pt x="1172" y="277"/>
                  </a:cubicBezTo>
                  <a:cubicBezTo>
                    <a:pt x="1126" y="196"/>
                    <a:pt x="1060" y="115"/>
                    <a:pt x="964" y="69"/>
                  </a:cubicBezTo>
                  <a:cubicBezTo>
                    <a:pt x="869" y="21"/>
                    <a:pt x="775" y="0"/>
                    <a:pt x="68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2" name="Google Shape;5742;p67"/>
            <p:cNvSpPr/>
            <p:nvPr/>
          </p:nvSpPr>
          <p:spPr>
            <a:xfrm>
              <a:off x="3511322" y="2547266"/>
              <a:ext cx="75923" cy="60555"/>
            </a:xfrm>
            <a:custGeom>
              <a:avLst/>
              <a:gdLst/>
              <a:ahLst/>
              <a:cxnLst/>
              <a:rect l="l" t="t" r="r" b="b"/>
              <a:pathLst>
                <a:path w="1383" h="1103" extrusionOk="0">
                  <a:moveTo>
                    <a:pt x="692" y="0"/>
                  </a:moveTo>
                  <a:cubicBezTo>
                    <a:pt x="303" y="0"/>
                    <a:pt x="0" y="419"/>
                    <a:pt x="208" y="841"/>
                  </a:cubicBezTo>
                  <a:cubicBezTo>
                    <a:pt x="258" y="922"/>
                    <a:pt x="324" y="999"/>
                    <a:pt x="420" y="1033"/>
                  </a:cubicBezTo>
                  <a:cubicBezTo>
                    <a:pt x="516" y="1081"/>
                    <a:pt x="611" y="1102"/>
                    <a:pt x="700" y="1102"/>
                  </a:cubicBezTo>
                  <a:cubicBezTo>
                    <a:pt x="1092" y="1102"/>
                    <a:pt x="1382" y="695"/>
                    <a:pt x="1172" y="277"/>
                  </a:cubicBezTo>
                  <a:cubicBezTo>
                    <a:pt x="1126" y="196"/>
                    <a:pt x="1060" y="115"/>
                    <a:pt x="964" y="69"/>
                  </a:cubicBezTo>
                  <a:cubicBezTo>
                    <a:pt x="872" y="21"/>
                    <a:pt x="780" y="0"/>
                    <a:pt x="6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3" name="Google Shape;5743;p67"/>
            <p:cNvSpPr/>
            <p:nvPr/>
          </p:nvSpPr>
          <p:spPr>
            <a:xfrm>
              <a:off x="3570449" y="2547266"/>
              <a:ext cx="76088" cy="60555"/>
            </a:xfrm>
            <a:custGeom>
              <a:avLst/>
              <a:gdLst/>
              <a:ahLst/>
              <a:cxnLst/>
              <a:rect l="l" t="t" r="r" b="b"/>
              <a:pathLst>
                <a:path w="1386" h="1103" extrusionOk="0">
                  <a:moveTo>
                    <a:pt x="702" y="0"/>
                  </a:moveTo>
                  <a:cubicBezTo>
                    <a:pt x="302" y="0"/>
                    <a:pt x="0" y="419"/>
                    <a:pt x="211" y="841"/>
                  </a:cubicBezTo>
                  <a:cubicBezTo>
                    <a:pt x="257" y="922"/>
                    <a:pt x="338" y="999"/>
                    <a:pt x="419" y="1033"/>
                  </a:cubicBezTo>
                  <a:cubicBezTo>
                    <a:pt x="515" y="1081"/>
                    <a:pt x="610" y="1102"/>
                    <a:pt x="699" y="1102"/>
                  </a:cubicBezTo>
                  <a:cubicBezTo>
                    <a:pt x="1092" y="1102"/>
                    <a:pt x="1385" y="695"/>
                    <a:pt x="1191" y="277"/>
                  </a:cubicBezTo>
                  <a:cubicBezTo>
                    <a:pt x="1140" y="196"/>
                    <a:pt x="1059" y="115"/>
                    <a:pt x="982" y="69"/>
                  </a:cubicBezTo>
                  <a:cubicBezTo>
                    <a:pt x="887" y="21"/>
                    <a:pt x="792" y="0"/>
                    <a:pt x="70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4" name="Google Shape;5744;p67"/>
            <p:cNvSpPr/>
            <p:nvPr/>
          </p:nvSpPr>
          <p:spPr>
            <a:xfrm>
              <a:off x="3452196" y="2904550"/>
              <a:ext cx="75923" cy="60555"/>
            </a:xfrm>
            <a:custGeom>
              <a:avLst/>
              <a:gdLst/>
              <a:ahLst/>
              <a:cxnLst/>
              <a:rect l="l" t="t" r="r" b="b"/>
              <a:pathLst>
                <a:path w="1383" h="1103" extrusionOk="0">
                  <a:moveTo>
                    <a:pt x="689" y="1"/>
                  </a:moveTo>
                  <a:cubicBezTo>
                    <a:pt x="295" y="1"/>
                    <a:pt x="1" y="417"/>
                    <a:pt x="209" y="824"/>
                  </a:cubicBezTo>
                  <a:cubicBezTo>
                    <a:pt x="244" y="920"/>
                    <a:pt x="321" y="986"/>
                    <a:pt x="417" y="1032"/>
                  </a:cubicBezTo>
                  <a:cubicBezTo>
                    <a:pt x="511" y="1081"/>
                    <a:pt x="606" y="1103"/>
                    <a:pt x="696" y="1103"/>
                  </a:cubicBezTo>
                  <a:cubicBezTo>
                    <a:pt x="1084" y="1103"/>
                    <a:pt x="1383" y="696"/>
                    <a:pt x="1173" y="276"/>
                  </a:cubicBezTo>
                  <a:cubicBezTo>
                    <a:pt x="1127" y="180"/>
                    <a:pt x="1061" y="118"/>
                    <a:pt x="965" y="68"/>
                  </a:cubicBezTo>
                  <a:cubicBezTo>
                    <a:pt x="871" y="21"/>
                    <a:pt x="778" y="1"/>
                    <a:pt x="68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5" name="Google Shape;5745;p67"/>
            <p:cNvSpPr/>
            <p:nvPr/>
          </p:nvSpPr>
          <p:spPr>
            <a:xfrm>
              <a:off x="3511268" y="2904550"/>
              <a:ext cx="75923" cy="60555"/>
            </a:xfrm>
            <a:custGeom>
              <a:avLst/>
              <a:gdLst/>
              <a:ahLst/>
              <a:cxnLst/>
              <a:rect l="l" t="t" r="r" b="b"/>
              <a:pathLst>
                <a:path w="1383" h="1103" extrusionOk="0">
                  <a:moveTo>
                    <a:pt x="695" y="1"/>
                  </a:moveTo>
                  <a:cubicBezTo>
                    <a:pt x="305" y="1"/>
                    <a:pt x="1" y="417"/>
                    <a:pt x="209" y="824"/>
                  </a:cubicBezTo>
                  <a:cubicBezTo>
                    <a:pt x="259" y="920"/>
                    <a:pt x="325" y="986"/>
                    <a:pt x="421" y="1032"/>
                  </a:cubicBezTo>
                  <a:cubicBezTo>
                    <a:pt x="518" y="1081"/>
                    <a:pt x="614" y="1103"/>
                    <a:pt x="704" y="1103"/>
                  </a:cubicBezTo>
                  <a:cubicBezTo>
                    <a:pt x="1095" y="1103"/>
                    <a:pt x="1383" y="696"/>
                    <a:pt x="1173" y="276"/>
                  </a:cubicBezTo>
                  <a:cubicBezTo>
                    <a:pt x="1127" y="180"/>
                    <a:pt x="1061" y="118"/>
                    <a:pt x="965" y="68"/>
                  </a:cubicBezTo>
                  <a:cubicBezTo>
                    <a:pt x="874" y="21"/>
                    <a:pt x="782" y="1"/>
                    <a:pt x="69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6" name="Google Shape;5746;p67"/>
            <p:cNvSpPr/>
            <p:nvPr/>
          </p:nvSpPr>
          <p:spPr>
            <a:xfrm>
              <a:off x="3570394" y="2904550"/>
              <a:ext cx="76088" cy="60555"/>
            </a:xfrm>
            <a:custGeom>
              <a:avLst/>
              <a:gdLst/>
              <a:ahLst/>
              <a:cxnLst/>
              <a:rect l="l" t="t" r="r" b="b"/>
              <a:pathLst>
                <a:path w="1386" h="1103" extrusionOk="0">
                  <a:moveTo>
                    <a:pt x="705" y="1"/>
                  </a:moveTo>
                  <a:cubicBezTo>
                    <a:pt x="305" y="1"/>
                    <a:pt x="1" y="417"/>
                    <a:pt x="212" y="824"/>
                  </a:cubicBezTo>
                  <a:cubicBezTo>
                    <a:pt x="258" y="920"/>
                    <a:pt x="339" y="986"/>
                    <a:pt x="420" y="1032"/>
                  </a:cubicBezTo>
                  <a:cubicBezTo>
                    <a:pt x="517" y="1081"/>
                    <a:pt x="613" y="1103"/>
                    <a:pt x="703" y="1103"/>
                  </a:cubicBezTo>
                  <a:cubicBezTo>
                    <a:pt x="1094" y="1103"/>
                    <a:pt x="1386" y="696"/>
                    <a:pt x="1192" y="276"/>
                  </a:cubicBezTo>
                  <a:cubicBezTo>
                    <a:pt x="1141" y="180"/>
                    <a:pt x="1060" y="118"/>
                    <a:pt x="983" y="68"/>
                  </a:cubicBezTo>
                  <a:cubicBezTo>
                    <a:pt x="889" y="21"/>
                    <a:pt x="794" y="1"/>
                    <a:pt x="70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7" name="Google Shape;5747;p67"/>
            <p:cNvSpPr/>
            <p:nvPr/>
          </p:nvSpPr>
          <p:spPr>
            <a:xfrm>
              <a:off x="3392740" y="2606667"/>
              <a:ext cx="76362" cy="61049"/>
            </a:xfrm>
            <a:custGeom>
              <a:avLst/>
              <a:gdLst/>
              <a:ahLst/>
              <a:cxnLst/>
              <a:rect l="l" t="t" r="r" b="b"/>
              <a:pathLst>
                <a:path w="1391" h="1112" extrusionOk="0">
                  <a:moveTo>
                    <a:pt x="702" y="0"/>
                  </a:moveTo>
                  <a:cubicBezTo>
                    <a:pt x="303" y="0"/>
                    <a:pt x="1" y="413"/>
                    <a:pt x="200" y="835"/>
                  </a:cubicBezTo>
                  <a:cubicBezTo>
                    <a:pt x="247" y="916"/>
                    <a:pt x="328" y="997"/>
                    <a:pt x="409" y="1043"/>
                  </a:cubicBezTo>
                  <a:cubicBezTo>
                    <a:pt x="503" y="1090"/>
                    <a:pt x="597" y="1112"/>
                    <a:pt x="687" y="1112"/>
                  </a:cubicBezTo>
                  <a:cubicBezTo>
                    <a:pt x="1085" y="1112"/>
                    <a:pt x="1391" y="690"/>
                    <a:pt x="1180" y="272"/>
                  </a:cubicBezTo>
                  <a:cubicBezTo>
                    <a:pt x="1134" y="191"/>
                    <a:pt x="1053" y="110"/>
                    <a:pt x="972" y="63"/>
                  </a:cubicBezTo>
                  <a:cubicBezTo>
                    <a:pt x="880" y="20"/>
                    <a:pt x="788" y="0"/>
                    <a:pt x="70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8" name="Google Shape;5748;p67"/>
            <p:cNvSpPr/>
            <p:nvPr/>
          </p:nvSpPr>
          <p:spPr>
            <a:xfrm>
              <a:off x="3392850" y="2666287"/>
              <a:ext cx="76253" cy="60555"/>
            </a:xfrm>
            <a:custGeom>
              <a:avLst/>
              <a:gdLst/>
              <a:ahLst/>
              <a:cxnLst/>
              <a:rect l="l" t="t" r="r" b="b"/>
              <a:pathLst>
                <a:path w="1389" h="1103" extrusionOk="0">
                  <a:moveTo>
                    <a:pt x="689" y="0"/>
                  </a:moveTo>
                  <a:cubicBezTo>
                    <a:pt x="296" y="0"/>
                    <a:pt x="1" y="407"/>
                    <a:pt x="198" y="825"/>
                  </a:cubicBezTo>
                  <a:cubicBezTo>
                    <a:pt x="245" y="921"/>
                    <a:pt x="326" y="987"/>
                    <a:pt x="407" y="1033"/>
                  </a:cubicBezTo>
                  <a:cubicBezTo>
                    <a:pt x="501" y="1081"/>
                    <a:pt x="596" y="1102"/>
                    <a:pt x="686" y="1102"/>
                  </a:cubicBezTo>
                  <a:cubicBezTo>
                    <a:pt x="1084" y="1102"/>
                    <a:pt x="1389" y="686"/>
                    <a:pt x="1178" y="277"/>
                  </a:cubicBezTo>
                  <a:cubicBezTo>
                    <a:pt x="1132" y="181"/>
                    <a:pt x="1051" y="103"/>
                    <a:pt x="970" y="69"/>
                  </a:cubicBezTo>
                  <a:cubicBezTo>
                    <a:pt x="874" y="21"/>
                    <a:pt x="779" y="0"/>
                    <a:pt x="6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9" name="Google Shape;5749;p67"/>
            <p:cNvSpPr/>
            <p:nvPr/>
          </p:nvSpPr>
          <p:spPr>
            <a:xfrm>
              <a:off x="3392795" y="2725414"/>
              <a:ext cx="76253" cy="60555"/>
            </a:xfrm>
            <a:custGeom>
              <a:avLst/>
              <a:gdLst/>
              <a:ahLst/>
              <a:cxnLst/>
              <a:rect l="l" t="t" r="r" b="b"/>
              <a:pathLst>
                <a:path w="1389" h="1103" extrusionOk="0">
                  <a:moveTo>
                    <a:pt x="695" y="0"/>
                  </a:moveTo>
                  <a:cubicBezTo>
                    <a:pt x="299" y="0"/>
                    <a:pt x="1" y="417"/>
                    <a:pt x="199" y="824"/>
                  </a:cubicBezTo>
                  <a:cubicBezTo>
                    <a:pt x="246" y="920"/>
                    <a:pt x="327" y="986"/>
                    <a:pt x="408" y="1032"/>
                  </a:cubicBezTo>
                  <a:cubicBezTo>
                    <a:pt x="504" y="1081"/>
                    <a:pt x="601" y="1103"/>
                    <a:pt x="692" y="1103"/>
                  </a:cubicBezTo>
                  <a:cubicBezTo>
                    <a:pt x="1088" y="1103"/>
                    <a:pt x="1389" y="696"/>
                    <a:pt x="1179" y="280"/>
                  </a:cubicBezTo>
                  <a:cubicBezTo>
                    <a:pt x="1133" y="184"/>
                    <a:pt x="1052" y="118"/>
                    <a:pt x="971" y="68"/>
                  </a:cubicBezTo>
                  <a:cubicBezTo>
                    <a:pt x="877" y="21"/>
                    <a:pt x="783" y="0"/>
                    <a:pt x="69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0" name="Google Shape;5750;p67"/>
            <p:cNvSpPr/>
            <p:nvPr/>
          </p:nvSpPr>
          <p:spPr>
            <a:xfrm>
              <a:off x="3392850" y="2784595"/>
              <a:ext cx="76253" cy="60555"/>
            </a:xfrm>
            <a:custGeom>
              <a:avLst/>
              <a:gdLst/>
              <a:ahLst/>
              <a:cxnLst/>
              <a:rect l="l" t="t" r="r" b="b"/>
              <a:pathLst>
                <a:path w="1389" h="1103" extrusionOk="0">
                  <a:moveTo>
                    <a:pt x="692" y="1"/>
                  </a:moveTo>
                  <a:cubicBezTo>
                    <a:pt x="297" y="1"/>
                    <a:pt x="0" y="420"/>
                    <a:pt x="198" y="841"/>
                  </a:cubicBezTo>
                  <a:cubicBezTo>
                    <a:pt x="245" y="918"/>
                    <a:pt x="326" y="999"/>
                    <a:pt x="407" y="1034"/>
                  </a:cubicBezTo>
                  <a:cubicBezTo>
                    <a:pt x="502" y="1082"/>
                    <a:pt x="598" y="1103"/>
                    <a:pt x="688" y="1103"/>
                  </a:cubicBezTo>
                  <a:cubicBezTo>
                    <a:pt x="1085" y="1103"/>
                    <a:pt x="1388" y="696"/>
                    <a:pt x="1178" y="278"/>
                  </a:cubicBezTo>
                  <a:cubicBezTo>
                    <a:pt x="1132" y="197"/>
                    <a:pt x="1051" y="116"/>
                    <a:pt x="970" y="70"/>
                  </a:cubicBezTo>
                  <a:cubicBezTo>
                    <a:pt x="875" y="22"/>
                    <a:pt x="781" y="1"/>
                    <a:pt x="69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1" name="Google Shape;5751;p67"/>
            <p:cNvSpPr/>
            <p:nvPr/>
          </p:nvSpPr>
          <p:spPr>
            <a:xfrm>
              <a:off x="3392740" y="2843996"/>
              <a:ext cx="76362" cy="61104"/>
            </a:xfrm>
            <a:custGeom>
              <a:avLst/>
              <a:gdLst/>
              <a:ahLst/>
              <a:cxnLst/>
              <a:rect l="l" t="t" r="r" b="b"/>
              <a:pathLst>
                <a:path w="1391" h="1113" extrusionOk="0">
                  <a:moveTo>
                    <a:pt x="700" y="1"/>
                  </a:moveTo>
                  <a:cubicBezTo>
                    <a:pt x="302" y="1"/>
                    <a:pt x="1" y="411"/>
                    <a:pt x="200" y="835"/>
                  </a:cubicBezTo>
                  <a:cubicBezTo>
                    <a:pt x="247" y="916"/>
                    <a:pt x="328" y="994"/>
                    <a:pt x="409" y="1044"/>
                  </a:cubicBezTo>
                  <a:cubicBezTo>
                    <a:pt x="503" y="1091"/>
                    <a:pt x="597" y="1112"/>
                    <a:pt x="687" y="1112"/>
                  </a:cubicBezTo>
                  <a:cubicBezTo>
                    <a:pt x="1085" y="1112"/>
                    <a:pt x="1391" y="691"/>
                    <a:pt x="1180" y="272"/>
                  </a:cubicBezTo>
                  <a:cubicBezTo>
                    <a:pt x="1134" y="191"/>
                    <a:pt x="1053" y="110"/>
                    <a:pt x="972" y="64"/>
                  </a:cubicBezTo>
                  <a:cubicBezTo>
                    <a:pt x="879" y="20"/>
                    <a:pt x="788" y="1"/>
                    <a:pt x="70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2" name="Google Shape;5752;p67"/>
            <p:cNvSpPr/>
            <p:nvPr/>
          </p:nvSpPr>
          <p:spPr>
            <a:xfrm>
              <a:off x="3392850" y="2903562"/>
              <a:ext cx="76253" cy="60610"/>
            </a:xfrm>
            <a:custGeom>
              <a:avLst/>
              <a:gdLst/>
              <a:ahLst/>
              <a:cxnLst/>
              <a:rect l="l" t="t" r="r" b="b"/>
              <a:pathLst>
                <a:path w="1389" h="1104" extrusionOk="0">
                  <a:moveTo>
                    <a:pt x="687" y="0"/>
                  </a:moveTo>
                  <a:cubicBezTo>
                    <a:pt x="295" y="0"/>
                    <a:pt x="1" y="410"/>
                    <a:pt x="198" y="827"/>
                  </a:cubicBezTo>
                  <a:cubicBezTo>
                    <a:pt x="245" y="923"/>
                    <a:pt x="326" y="989"/>
                    <a:pt x="407" y="1035"/>
                  </a:cubicBezTo>
                  <a:cubicBezTo>
                    <a:pt x="501" y="1082"/>
                    <a:pt x="595" y="1104"/>
                    <a:pt x="685" y="1104"/>
                  </a:cubicBezTo>
                  <a:cubicBezTo>
                    <a:pt x="1083" y="1104"/>
                    <a:pt x="1389" y="685"/>
                    <a:pt x="1178" y="279"/>
                  </a:cubicBezTo>
                  <a:cubicBezTo>
                    <a:pt x="1132" y="182"/>
                    <a:pt x="1051" y="101"/>
                    <a:pt x="970" y="71"/>
                  </a:cubicBezTo>
                  <a:cubicBezTo>
                    <a:pt x="874" y="22"/>
                    <a:pt x="778" y="0"/>
                    <a:pt x="68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3" name="Google Shape;5753;p67"/>
            <p:cNvSpPr/>
            <p:nvPr/>
          </p:nvSpPr>
          <p:spPr>
            <a:xfrm>
              <a:off x="3631222" y="2547266"/>
              <a:ext cx="76253" cy="60555"/>
            </a:xfrm>
            <a:custGeom>
              <a:avLst/>
              <a:gdLst/>
              <a:ahLst/>
              <a:cxnLst/>
              <a:rect l="l" t="t" r="r" b="b"/>
              <a:pathLst>
                <a:path w="1389" h="1103" extrusionOk="0">
                  <a:moveTo>
                    <a:pt x="703" y="0"/>
                  </a:moveTo>
                  <a:cubicBezTo>
                    <a:pt x="305" y="0"/>
                    <a:pt x="0" y="419"/>
                    <a:pt x="211" y="841"/>
                  </a:cubicBezTo>
                  <a:cubicBezTo>
                    <a:pt x="261" y="922"/>
                    <a:pt x="338" y="999"/>
                    <a:pt x="419" y="1033"/>
                  </a:cubicBezTo>
                  <a:cubicBezTo>
                    <a:pt x="515" y="1081"/>
                    <a:pt x="611" y="1102"/>
                    <a:pt x="701" y="1102"/>
                  </a:cubicBezTo>
                  <a:cubicBezTo>
                    <a:pt x="1096" y="1102"/>
                    <a:pt x="1388" y="695"/>
                    <a:pt x="1191" y="277"/>
                  </a:cubicBezTo>
                  <a:cubicBezTo>
                    <a:pt x="1144" y="196"/>
                    <a:pt x="1063" y="115"/>
                    <a:pt x="982" y="69"/>
                  </a:cubicBezTo>
                  <a:cubicBezTo>
                    <a:pt x="888" y="21"/>
                    <a:pt x="793" y="0"/>
                    <a:pt x="70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4" name="Google Shape;5754;p67"/>
            <p:cNvSpPr/>
            <p:nvPr/>
          </p:nvSpPr>
          <p:spPr>
            <a:xfrm>
              <a:off x="3631113" y="2606667"/>
              <a:ext cx="76362" cy="61049"/>
            </a:xfrm>
            <a:custGeom>
              <a:avLst/>
              <a:gdLst/>
              <a:ahLst/>
              <a:cxnLst/>
              <a:rect l="l" t="t" r="r" b="b"/>
              <a:pathLst>
                <a:path w="1391" h="1112" extrusionOk="0">
                  <a:moveTo>
                    <a:pt x="713" y="0"/>
                  </a:moveTo>
                  <a:cubicBezTo>
                    <a:pt x="311" y="0"/>
                    <a:pt x="1" y="413"/>
                    <a:pt x="213" y="835"/>
                  </a:cubicBezTo>
                  <a:cubicBezTo>
                    <a:pt x="263" y="916"/>
                    <a:pt x="340" y="997"/>
                    <a:pt x="421" y="1043"/>
                  </a:cubicBezTo>
                  <a:cubicBezTo>
                    <a:pt x="516" y="1090"/>
                    <a:pt x="610" y="1112"/>
                    <a:pt x="699" y="1112"/>
                  </a:cubicBezTo>
                  <a:cubicBezTo>
                    <a:pt x="1096" y="1112"/>
                    <a:pt x="1391" y="690"/>
                    <a:pt x="1193" y="272"/>
                  </a:cubicBezTo>
                  <a:cubicBezTo>
                    <a:pt x="1146" y="191"/>
                    <a:pt x="1065" y="110"/>
                    <a:pt x="984" y="63"/>
                  </a:cubicBezTo>
                  <a:cubicBezTo>
                    <a:pt x="892" y="20"/>
                    <a:pt x="801" y="0"/>
                    <a:pt x="71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5" name="Google Shape;5755;p67"/>
            <p:cNvSpPr/>
            <p:nvPr/>
          </p:nvSpPr>
          <p:spPr>
            <a:xfrm>
              <a:off x="3631222" y="2666287"/>
              <a:ext cx="76253" cy="60555"/>
            </a:xfrm>
            <a:custGeom>
              <a:avLst/>
              <a:gdLst/>
              <a:ahLst/>
              <a:cxnLst/>
              <a:rect l="l" t="t" r="r" b="b"/>
              <a:pathLst>
                <a:path w="1389" h="1103" extrusionOk="0">
                  <a:moveTo>
                    <a:pt x="700" y="0"/>
                  </a:moveTo>
                  <a:cubicBezTo>
                    <a:pt x="304" y="0"/>
                    <a:pt x="1" y="407"/>
                    <a:pt x="211" y="825"/>
                  </a:cubicBezTo>
                  <a:cubicBezTo>
                    <a:pt x="261" y="921"/>
                    <a:pt x="338" y="987"/>
                    <a:pt x="419" y="1033"/>
                  </a:cubicBezTo>
                  <a:cubicBezTo>
                    <a:pt x="515" y="1081"/>
                    <a:pt x="610" y="1102"/>
                    <a:pt x="699" y="1102"/>
                  </a:cubicBezTo>
                  <a:cubicBezTo>
                    <a:pt x="1095" y="1102"/>
                    <a:pt x="1389" y="686"/>
                    <a:pt x="1191" y="277"/>
                  </a:cubicBezTo>
                  <a:cubicBezTo>
                    <a:pt x="1144" y="181"/>
                    <a:pt x="1063" y="103"/>
                    <a:pt x="982" y="69"/>
                  </a:cubicBezTo>
                  <a:cubicBezTo>
                    <a:pt x="887" y="21"/>
                    <a:pt x="791" y="0"/>
                    <a:pt x="70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6" name="Google Shape;5756;p67"/>
            <p:cNvSpPr/>
            <p:nvPr/>
          </p:nvSpPr>
          <p:spPr>
            <a:xfrm>
              <a:off x="3631167" y="2725414"/>
              <a:ext cx="76253" cy="60555"/>
            </a:xfrm>
            <a:custGeom>
              <a:avLst/>
              <a:gdLst/>
              <a:ahLst/>
              <a:cxnLst/>
              <a:rect l="l" t="t" r="r" b="b"/>
              <a:pathLst>
                <a:path w="1389" h="1103" extrusionOk="0">
                  <a:moveTo>
                    <a:pt x="706" y="0"/>
                  </a:moveTo>
                  <a:cubicBezTo>
                    <a:pt x="307" y="0"/>
                    <a:pt x="1" y="417"/>
                    <a:pt x="212" y="824"/>
                  </a:cubicBezTo>
                  <a:cubicBezTo>
                    <a:pt x="262" y="920"/>
                    <a:pt x="339" y="986"/>
                    <a:pt x="420" y="1032"/>
                  </a:cubicBezTo>
                  <a:cubicBezTo>
                    <a:pt x="517" y="1081"/>
                    <a:pt x="614" y="1103"/>
                    <a:pt x="705" y="1103"/>
                  </a:cubicBezTo>
                  <a:cubicBezTo>
                    <a:pt x="1098" y="1103"/>
                    <a:pt x="1389" y="696"/>
                    <a:pt x="1192" y="280"/>
                  </a:cubicBezTo>
                  <a:cubicBezTo>
                    <a:pt x="1145" y="184"/>
                    <a:pt x="1064" y="118"/>
                    <a:pt x="983" y="68"/>
                  </a:cubicBezTo>
                  <a:cubicBezTo>
                    <a:pt x="889" y="21"/>
                    <a:pt x="795" y="0"/>
                    <a:pt x="70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7" name="Google Shape;5757;p67"/>
            <p:cNvSpPr/>
            <p:nvPr/>
          </p:nvSpPr>
          <p:spPr>
            <a:xfrm>
              <a:off x="3631222" y="2784595"/>
              <a:ext cx="76253" cy="60555"/>
            </a:xfrm>
            <a:custGeom>
              <a:avLst/>
              <a:gdLst/>
              <a:ahLst/>
              <a:cxnLst/>
              <a:rect l="l" t="t" r="r" b="b"/>
              <a:pathLst>
                <a:path w="1389" h="1103" extrusionOk="0">
                  <a:moveTo>
                    <a:pt x="703" y="1"/>
                  </a:moveTo>
                  <a:cubicBezTo>
                    <a:pt x="305" y="1"/>
                    <a:pt x="0" y="420"/>
                    <a:pt x="211" y="841"/>
                  </a:cubicBezTo>
                  <a:cubicBezTo>
                    <a:pt x="261" y="918"/>
                    <a:pt x="338" y="999"/>
                    <a:pt x="419" y="1034"/>
                  </a:cubicBezTo>
                  <a:cubicBezTo>
                    <a:pt x="515" y="1082"/>
                    <a:pt x="611" y="1103"/>
                    <a:pt x="701" y="1103"/>
                  </a:cubicBezTo>
                  <a:cubicBezTo>
                    <a:pt x="1096" y="1103"/>
                    <a:pt x="1388" y="696"/>
                    <a:pt x="1191" y="278"/>
                  </a:cubicBezTo>
                  <a:cubicBezTo>
                    <a:pt x="1144" y="197"/>
                    <a:pt x="1063" y="116"/>
                    <a:pt x="982" y="70"/>
                  </a:cubicBezTo>
                  <a:cubicBezTo>
                    <a:pt x="888" y="22"/>
                    <a:pt x="793" y="1"/>
                    <a:pt x="70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8" name="Google Shape;5758;p67"/>
            <p:cNvSpPr/>
            <p:nvPr/>
          </p:nvSpPr>
          <p:spPr>
            <a:xfrm>
              <a:off x="3631113" y="2843996"/>
              <a:ext cx="76362" cy="61104"/>
            </a:xfrm>
            <a:custGeom>
              <a:avLst/>
              <a:gdLst/>
              <a:ahLst/>
              <a:cxnLst/>
              <a:rect l="l" t="t" r="r" b="b"/>
              <a:pathLst>
                <a:path w="1391" h="1113" extrusionOk="0">
                  <a:moveTo>
                    <a:pt x="712" y="1"/>
                  </a:moveTo>
                  <a:cubicBezTo>
                    <a:pt x="310" y="1"/>
                    <a:pt x="1" y="411"/>
                    <a:pt x="213" y="835"/>
                  </a:cubicBezTo>
                  <a:cubicBezTo>
                    <a:pt x="263" y="916"/>
                    <a:pt x="340" y="994"/>
                    <a:pt x="421" y="1044"/>
                  </a:cubicBezTo>
                  <a:cubicBezTo>
                    <a:pt x="516" y="1091"/>
                    <a:pt x="610" y="1112"/>
                    <a:pt x="699" y="1112"/>
                  </a:cubicBezTo>
                  <a:cubicBezTo>
                    <a:pt x="1096" y="1112"/>
                    <a:pt x="1391" y="691"/>
                    <a:pt x="1193" y="272"/>
                  </a:cubicBezTo>
                  <a:cubicBezTo>
                    <a:pt x="1146" y="191"/>
                    <a:pt x="1065" y="110"/>
                    <a:pt x="984" y="64"/>
                  </a:cubicBezTo>
                  <a:cubicBezTo>
                    <a:pt x="892" y="20"/>
                    <a:pt x="800" y="1"/>
                    <a:pt x="7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9" name="Google Shape;5759;p67"/>
            <p:cNvSpPr/>
            <p:nvPr/>
          </p:nvSpPr>
          <p:spPr>
            <a:xfrm>
              <a:off x="3631222" y="2903562"/>
              <a:ext cx="76253" cy="60610"/>
            </a:xfrm>
            <a:custGeom>
              <a:avLst/>
              <a:gdLst/>
              <a:ahLst/>
              <a:cxnLst/>
              <a:rect l="l" t="t" r="r" b="b"/>
              <a:pathLst>
                <a:path w="1389" h="1104" extrusionOk="0">
                  <a:moveTo>
                    <a:pt x="699" y="0"/>
                  </a:moveTo>
                  <a:cubicBezTo>
                    <a:pt x="303" y="0"/>
                    <a:pt x="1" y="410"/>
                    <a:pt x="211" y="827"/>
                  </a:cubicBezTo>
                  <a:cubicBezTo>
                    <a:pt x="261" y="923"/>
                    <a:pt x="338" y="989"/>
                    <a:pt x="419" y="1035"/>
                  </a:cubicBezTo>
                  <a:cubicBezTo>
                    <a:pt x="514" y="1082"/>
                    <a:pt x="609" y="1104"/>
                    <a:pt x="698" y="1104"/>
                  </a:cubicBezTo>
                  <a:cubicBezTo>
                    <a:pt x="1094" y="1104"/>
                    <a:pt x="1389" y="685"/>
                    <a:pt x="1191" y="279"/>
                  </a:cubicBezTo>
                  <a:cubicBezTo>
                    <a:pt x="1144" y="182"/>
                    <a:pt x="1063" y="101"/>
                    <a:pt x="982" y="71"/>
                  </a:cubicBezTo>
                  <a:cubicBezTo>
                    <a:pt x="886" y="22"/>
                    <a:pt x="790" y="0"/>
                    <a:pt x="69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0" name="Google Shape;5760;p67"/>
            <p:cNvSpPr/>
            <p:nvPr/>
          </p:nvSpPr>
          <p:spPr>
            <a:xfrm>
              <a:off x="3392795" y="2534858"/>
              <a:ext cx="76253" cy="60555"/>
            </a:xfrm>
            <a:custGeom>
              <a:avLst/>
              <a:gdLst/>
              <a:ahLst/>
              <a:cxnLst/>
              <a:rect l="l" t="t" r="r" b="b"/>
              <a:pathLst>
                <a:path w="1389" h="1103" extrusionOk="0">
                  <a:moveTo>
                    <a:pt x="695" y="0"/>
                  </a:moveTo>
                  <a:cubicBezTo>
                    <a:pt x="299" y="0"/>
                    <a:pt x="1" y="420"/>
                    <a:pt x="199" y="839"/>
                  </a:cubicBezTo>
                  <a:cubicBezTo>
                    <a:pt x="246" y="920"/>
                    <a:pt x="327" y="1001"/>
                    <a:pt x="408" y="1032"/>
                  </a:cubicBezTo>
                  <a:cubicBezTo>
                    <a:pt x="504" y="1080"/>
                    <a:pt x="601" y="1102"/>
                    <a:pt x="692" y="1102"/>
                  </a:cubicBezTo>
                  <a:cubicBezTo>
                    <a:pt x="1088" y="1102"/>
                    <a:pt x="1389" y="696"/>
                    <a:pt x="1179" y="280"/>
                  </a:cubicBezTo>
                  <a:cubicBezTo>
                    <a:pt x="1133" y="199"/>
                    <a:pt x="1052" y="118"/>
                    <a:pt x="971" y="68"/>
                  </a:cubicBezTo>
                  <a:cubicBezTo>
                    <a:pt x="877" y="21"/>
                    <a:pt x="784" y="0"/>
                    <a:pt x="695" y="0"/>
                  </a:cubicBezTo>
                  <a:close/>
                </a:path>
              </a:pathLst>
            </a:custGeom>
            <a:solidFill>
              <a:srgbClr val="F9A2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1" name="Google Shape;5761;p67"/>
            <p:cNvSpPr/>
            <p:nvPr/>
          </p:nvSpPr>
          <p:spPr>
            <a:xfrm>
              <a:off x="3452196" y="2534858"/>
              <a:ext cx="75923" cy="60555"/>
            </a:xfrm>
            <a:custGeom>
              <a:avLst/>
              <a:gdLst/>
              <a:ahLst/>
              <a:cxnLst/>
              <a:rect l="l" t="t" r="r" b="b"/>
              <a:pathLst>
                <a:path w="1383" h="1103" extrusionOk="0">
                  <a:moveTo>
                    <a:pt x="690" y="0"/>
                  </a:moveTo>
                  <a:cubicBezTo>
                    <a:pt x="295" y="0"/>
                    <a:pt x="1" y="420"/>
                    <a:pt x="209" y="839"/>
                  </a:cubicBezTo>
                  <a:cubicBezTo>
                    <a:pt x="244" y="920"/>
                    <a:pt x="321" y="1001"/>
                    <a:pt x="417" y="1032"/>
                  </a:cubicBezTo>
                  <a:cubicBezTo>
                    <a:pt x="511" y="1080"/>
                    <a:pt x="606" y="1102"/>
                    <a:pt x="696" y="1102"/>
                  </a:cubicBezTo>
                  <a:cubicBezTo>
                    <a:pt x="1084" y="1102"/>
                    <a:pt x="1383" y="696"/>
                    <a:pt x="1173" y="280"/>
                  </a:cubicBezTo>
                  <a:cubicBezTo>
                    <a:pt x="1127" y="199"/>
                    <a:pt x="1061" y="118"/>
                    <a:pt x="965" y="68"/>
                  </a:cubicBezTo>
                  <a:cubicBezTo>
                    <a:pt x="871" y="21"/>
                    <a:pt x="778" y="0"/>
                    <a:pt x="69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2" name="Google Shape;5762;p67"/>
            <p:cNvSpPr/>
            <p:nvPr/>
          </p:nvSpPr>
          <p:spPr>
            <a:xfrm>
              <a:off x="3511268" y="2534858"/>
              <a:ext cx="75923" cy="60555"/>
            </a:xfrm>
            <a:custGeom>
              <a:avLst/>
              <a:gdLst/>
              <a:ahLst/>
              <a:cxnLst/>
              <a:rect l="l" t="t" r="r" b="b"/>
              <a:pathLst>
                <a:path w="1383" h="1103" extrusionOk="0">
                  <a:moveTo>
                    <a:pt x="696" y="0"/>
                  </a:moveTo>
                  <a:cubicBezTo>
                    <a:pt x="306" y="0"/>
                    <a:pt x="1" y="420"/>
                    <a:pt x="209" y="839"/>
                  </a:cubicBezTo>
                  <a:cubicBezTo>
                    <a:pt x="259" y="920"/>
                    <a:pt x="325" y="1001"/>
                    <a:pt x="421" y="1032"/>
                  </a:cubicBezTo>
                  <a:cubicBezTo>
                    <a:pt x="518" y="1080"/>
                    <a:pt x="614" y="1102"/>
                    <a:pt x="704" y="1102"/>
                  </a:cubicBezTo>
                  <a:cubicBezTo>
                    <a:pt x="1095" y="1102"/>
                    <a:pt x="1383" y="696"/>
                    <a:pt x="1173" y="280"/>
                  </a:cubicBezTo>
                  <a:cubicBezTo>
                    <a:pt x="1127" y="199"/>
                    <a:pt x="1061" y="118"/>
                    <a:pt x="965" y="68"/>
                  </a:cubicBezTo>
                  <a:cubicBezTo>
                    <a:pt x="874" y="21"/>
                    <a:pt x="783" y="0"/>
                    <a:pt x="69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3" name="Google Shape;5763;p67"/>
            <p:cNvSpPr/>
            <p:nvPr/>
          </p:nvSpPr>
          <p:spPr>
            <a:xfrm>
              <a:off x="3570394" y="2534858"/>
              <a:ext cx="76088" cy="60555"/>
            </a:xfrm>
            <a:custGeom>
              <a:avLst/>
              <a:gdLst/>
              <a:ahLst/>
              <a:cxnLst/>
              <a:rect l="l" t="t" r="r" b="b"/>
              <a:pathLst>
                <a:path w="1386" h="1103" extrusionOk="0">
                  <a:moveTo>
                    <a:pt x="705" y="0"/>
                  </a:moveTo>
                  <a:cubicBezTo>
                    <a:pt x="305" y="0"/>
                    <a:pt x="1" y="420"/>
                    <a:pt x="212" y="839"/>
                  </a:cubicBezTo>
                  <a:cubicBezTo>
                    <a:pt x="258" y="920"/>
                    <a:pt x="339" y="1001"/>
                    <a:pt x="420" y="1032"/>
                  </a:cubicBezTo>
                  <a:cubicBezTo>
                    <a:pt x="517" y="1080"/>
                    <a:pt x="613" y="1102"/>
                    <a:pt x="703" y="1102"/>
                  </a:cubicBezTo>
                  <a:cubicBezTo>
                    <a:pt x="1094" y="1102"/>
                    <a:pt x="1386" y="696"/>
                    <a:pt x="1192" y="280"/>
                  </a:cubicBezTo>
                  <a:cubicBezTo>
                    <a:pt x="1141" y="199"/>
                    <a:pt x="1060" y="118"/>
                    <a:pt x="983" y="68"/>
                  </a:cubicBezTo>
                  <a:cubicBezTo>
                    <a:pt x="889" y="21"/>
                    <a:pt x="795" y="0"/>
                    <a:pt x="705" y="0"/>
                  </a:cubicBezTo>
                  <a:close/>
                </a:path>
              </a:pathLst>
            </a:custGeom>
            <a:solidFill>
              <a:srgbClr val="F9A2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4" name="Google Shape;5764;p67"/>
            <p:cNvSpPr/>
            <p:nvPr/>
          </p:nvSpPr>
          <p:spPr>
            <a:xfrm>
              <a:off x="3452251" y="2892198"/>
              <a:ext cx="75923" cy="60610"/>
            </a:xfrm>
            <a:custGeom>
              <a:avLst/>
              <a:gdLst/>
              <a:ahLst/>
              <a:cxnLst/>
              <a:rect l="l" t="t" r="r" b="b"/>
              <a:pathLst>
                <a:path w="1383" h="1104" extrusionOk="0">
                  <a:moveTo>
                    <a:pt x="687" y="0"/>
                  </a:moveTo>
                  <a:cubicBezTo>
                    <a:pt x="293" y="0"/>
                    <a:pt x="0" y="419"/>
                    <a:pt x="208" y="825"/>
                  </a:cubicBezTo>
                  <a:cubicBezTo>
                    <a:pt x="243" y="922"/>
                    <a:pt x="320" y="983"/>
                    <a:pt x="416" y="1034"/>
                  </a:cubicBezTo>
                  <a:cubicBezTo>
                    <a:pt x="510" y="1082"/>
                    <a:pt x="604" y="1104"/>
                    <a:pt x="694" y="1104"/>
                  </a:cubicBezTo>
                  <a:cubicBezTo>
                    <a:pt x="1083" y="1104"/>
                    <a:pt x="1382" y="694"/>
                    <a:pt x="1172" y="278"/>
                  </a:cubicBezTo>
                  <a:cubicBezTo>
                    <a:pt x="1126" y="181"/>
                    <a:pt x="1060" y="116"/>
                    <a:pt x="964" y="69"/>
                  </a:cubicBezTo>
                  <a:cubicBezTo>
                    <a:pt x="869" y="22"/>
                    <a:pt x="775" y="0"/>
                    <a:pt x="68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5" name="Google Shape;5765;p67"/>
            <p:cNvSpPr/>
            <p:nvPr/>
          </p:nvSpPr>
          <p:spPr>
            <a:xfrm>
              <a:off x="3511322" y="2892198"/>
              <a:ext cx="75923" cy="60610"/>
            </a:xfrm>
            <a:custGeom>
              <a:avLst/>
              <a:gdLst/>
              <a:ahLst/>
              <a:cxnLst/>
              <a:rect l="l" t="t" r="r" b="b"/>
              <a:pathLst>
                <a:path w="1383" h="1104" extrusionOk="0">
                  <a:moveTo>
                    <a:pt x="693" y="0"/>
                  </a:moveTo>
                  <a:cubicBezTo>
                    <a:pt x="304" y="0"/>
                    <a:pt x="0" y="419"/>
                    <a:pt x="208" y="825"/>
                  </a:cubicBezTo>
                  <a:cubicBezTo>
                    <a:pt x="258" y="922"/>
                    <a:pt x="324" y="983"/>
                    <a:pt x="420" y="1034"/>
                  </a:cubicBezTo>
                  <a:cubicBezTo>
                    <a:pt x="516" y="1082"/>
                    <a:pt x="612" y="1104"/>
                    <a:pt x="702" y="1104"/>
                  </a:cubicBezTo>
                  <a:cubicBezTo>
                    <a:pt x="1093" y="1104"/>
                    <a:pt x="1382" y="694"/>
                    <a:pt x="1172" y="278"/>
                  </a:cubicBezTo>
                  <a:cubicBezTo>
                    <a:pt x="1126" y="181"/>
                    <a:pt x="1060" y="116"/>
                    <a:pt x="964" y="69"/>
                  </a:cubicBezTo>
                  <a:cubicBezTo>
                    <a:pt x="872" y="22"/>
                    <a:pt x="780" y="0"/>
                    <a:pt x="69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6" name="Google Shape;5766;p67"/>
            <p:cNvSpPr/>
            <p:nvPr/>
          </p:nvSpPr>
          <p:spPr>
            <a:xfrm>
              <a:off x="3570449" y="2892198"/>
              <a:ext cx="76033" cy="60610"/>
            </a:xfrm>
            <a:custGeom>
              <a:avLst/>
              <a:gdLst/>
              <a:ahLst/>
              <a:cxnLst/>
              <a:rect l="l" t="t" r="r" b="b"/>
              <a:pathLst>
                <a:path w="1385" h="1104" extrusionOk="0">
                  <a:moveTo>
                    <a:pt x="702" y="0"/>
                  </a:moveTo>
                  <a:cubicBezTo>
                    <a:pt x="303" y="0"/>
                    <a:pt x="0" y="419"/>
                    <a:pt x="211" y="825"/>
                  </a:cubicBezTo>
                  <a:cubicBezTo>
                    <a:pt x="257" y="922"/>
                    <a:pt x="338" y="983"/>
                    <a:pt x="419" y="1034"/>
                  </a:cubicBezTo>
                  <a:cubicBezTo>
                    <a:pt x="515" y="1082"/>
                    <a:pt x="611" y="1104"/>
                    <a:pt x="701" y="1104"/>
                  </a:cubicBezTo>
                  <a:cubicBezTo>
                    <a:pt x="1093" y="1104"/>
                    <a:pt x="1385" y="694"/>
                    <a:pt x="1191" y="278"/>
                  </a:cubicBezTo>
                  <a:cubicBezTo>
                    <a:pt x="1140" y="181"/>
                    <a:pt x="1059" y="116"/>
                    <a:pt x="982" y="69"/>
                  </a:cubicBezTo>
                  <a:cubicBezTo>
                    <a:pt x="887" y="22"/>
                    <a:pt x="792" y="0"/>
                    <a:pt x="702" y="0"/>
                  </a:cubicBezTo>
                  <a:close/>
                </a:path>
              </a:pathLst>
            </a:custGeom>
            <a:solidFill>
              <a:srgbClr val="F9A2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7" name="Google Shape;5767;p67"/>
            <p:cNvSpPr/>
            <p:nvPr/>
          </p:nvSpPr>
          <p:spPr>
            <a:xfrm>
              <a:off x="3392740" y="2594369"/>
              <a:ext cx="76472" cy="60665"/>
            </a:xfrm>
            <a:custGeom>
              <a:avLst/>
              <a:gdLst/>
              <a:ahLst/>
              <a:cxnLst/>
              <a:rect l="l" t="t" r="r" b="b"/>
              <a:pathLst>
                <a:path w="1393" h="1105" extrusionOk="0">
                  <a:moveTo>
                    <a:pt x="700" y="0"/>
                  </a:moveTo>
                  <a:cubicBezTo>
                    <a:pt x="302" y="0"/>
                    <a:pt x="1" y="411"/>
                    <a:pt x="200" y="835"/>
                  </a:cubicBezTo>
                  <a:cubicBezTo>
                    <a:pt x="247" y="912"/>
                    <a:pt x="328" y="993"/>
                    <a:pt x="409" y="1043"/>
                  </a:cubicBezTo>
                  <a:cubicBezTo>
                    <a:pt x="500" y="1086"/>
                    <a:pt x="591" y="1105"/>
                    <a:pt x="678" y="1105"/>
                  </a:cubicBezTo>
                  <a:cubicBezTo>
                    <a:pt x="1081" y="1105"/>
                    <a:pt x="1392" y="694"/>
                    <a:pt x="1180" y="272"/>
                  </a:cubicBezTo>
                  <a:cubicBezTo>
                    <a:pt x="1134" y="191"/>
                    <a:pt x="1053" y="110"/>
                    <a:pt x="972" y="64"/>
                  </a:cubicBezTo>
                  <a:cubicBezTo>
                    <a:pt x="879" y="20"/>
                    <a:pt x="788" y="0"/>
                    <a:pt x="70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8" name="Google Shape;5768;p67"/>
            <p:cNvSpPr/>
            <p:nvPr/>
          </p:nvSpPr>
          <p:spPr>
            <a:xfrm>
              <a:off x="3392850" y="2653880"/>
              <a:ext cx="76253" cy="60665"/>
            </a:xfrm>
            <a:custGeom>
              <a:avLst/>
              <a:gdLst/>
              <a:ahLst/>
              <a:cxnLst/>
              <a:rect l="l" t="t" r="r" b="b"/>
              <a:pathLst>
                <a:path w="1389" h="1105" extrusionOk="0">
                  <a:moveTo>
                    <a:pt x="686" y="1"/>
                  </a:moveTo>
                  <a:cubicBezTo>
                    <a:pt x="294" y="1"/>
                    <a:pt x="1" y="407"/>
                    <a:pt x="198" y="827"/>
                  </a:cubicBezTo>
                  <a:cubicBezTo>
                    <a:pt x="245" y="923"/>
                    <a:pt x="326" y="985"/>
                    <a:pt x="407" y="1035"/>
                  </a:cubicBezTo>
                  <a:cubicBezTo>
                    <a:pt x="501" y="1083"/>
                    <a:pt x="595" y="1104"/>
                    <a:pt x="685" y="1104"/>
                  </a:cubicBezTo>
                  <a:cubicBezTo>
                    <a:pt x="1083" y="1104"/>
                    <a:pt x="1389" y="685"/>
                    <a:pt x="1178" y="279"/>
                  </a:cubicBezTo>
                  <a:cubicBezTo>
                    <a:pt x="1132" y="183"/>
                    <a:pt x="1051" y="102"/>
                    <a:pt x="970" y="71"/>
                  </a:cubicBezTo>
                  <a:cubicBezTo>
                    <a:pt x="873" y="22"/>
                    <a:pt x="777" y="1"/>
                    <a:pt x="6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9" name="Google Shape;5769;p67"/>
            <p:cNvSpPr/>
            <p:nvPr/>
          </p:nvSpPr>
          <p:spPr>
            <a:xfrm>
              <a:off x="3392795" y="2713061"/>
              <a:ext cx="76253" cy="60610"/>
            </a:xfrm>
            <a:custGeom>
              <a:avLst/>
              <a:gdLst/>
              <a:ahLst/>
              <a:cxnLst/>
              <a:rect l="l" t="t" r="r" b="b"/>
              <a:pathLst>
                <a:path w="1389" h="1104" extrusionOk="0">
                  <a:moveTo>
                    <a:pt x="693" y="0"/>
                  </a:moveTo>
                  <a:cubicBezTo>
                    <a:pt x="298" y="0"/>
                    <a:pt x="1" y="419"/>
                    <a:pt x="199" y="825"/>
                  </a:cubicBezTo>
                  <a:cubicBezTo>
                    <a:pt x="246" y="922"/>
                    <a:pt x="327" y="987"/>
                    <a:pt x="408" y="1033"/>
                  </a:cubicBezTo>
                  <a:cubicBezTo>
                    <a:pt x="504" y="1082"/>
                    <a:pt x="601" y="1104"/>
                    <a:pt x="692" y="1104"/>
                  </a:cubicBezTo>
                  <a:cubicBezTo>
                    <a:pt x="1088" y="1104"/>
                    <a:pt x="1389" y="697"/>
                    <a:pt x="1179" y="277"/>
                  </a:cubicBezTo>
                  <a:cubicBezTo>
                    <a:pt x="1133" y="181"/>
                    <a:pt x="1052" y="119"/>
                    <a:pt x="971" y="69"/>
                  </a:cubicBezTo>
                  <a:cubicBezTo>
                    <a:pt x="876" y="22"/>
                    <a:pt x="782" y="0"/>
                    <a:pt x="69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0" name="Google Shape;5770;p67"/>
            <p:cNvSpPr/>
            <p:nvPr/>
          </p:nvSpPr>
          <p:spPr>
            <a:xfrm>
              <a:off x="3392795" y="2772188"/>
              <a:ext cx="76253" cy="60610"/>
            </a:xfrm>
            <a:custGeom>
              <a:avLst/>
              <a:gdLst/>
              <a:ahLst/>
              <a:cxnLst/>
              <a:rect l="l" t="t" r="r" b="b"/>
              <a:pathLst>
                <a:path w="1389" h="1104" extrusionOk="0">
                  <a:moveTo>
                    <a:pt x="695" y="1"/>
                  </a:moveTo>
                  <a:cubicBezTo>
                    <a:pt x="299" y="1"/>
                    <a:pt x="1" y="420"/>
                    <a:pt x="199" y="840"/>
                  </a:cubicBezTo>
                  <a:cubicBezTo>
                    <a:pt x="246" y="921"/>
                    <a:pt x="327" y="1002"/>
                    <a:pt x="408" y="1033"/>
                  </a:cubicBezTo>
                  <a:cubicBezTo>
                    <a:pt x="504" y="1081"/>
                    <a:pt x="601" y="1103"/>
                    <a:pt x="692" y="1103"/>
                  </a:cubicBezTo>
                  <a:cubicBezTo>
                    <a:pt x="1088" y="1103"/>
                    <a:pt x="1389" y="696"/>
                    <a:pt x="1179" y="277"/>
                  </a:cubicBezTo>
                  <a:cubicBezTo>
                    <a:pt x="1133" y="199"/>
                    <a:pt x="1052" y="118"/>
                    <a:pt x="971" y="68"/>
                  </a:cubicBezTo>
                  <a:cubicBezTo>
                    <a:pt x="877" y="22"/>
                    <a:pt x="784" y="1"/>
                    <a:pt x="695" y="1"/>
                  </a:cubicBezTo>
                  <a:close/>
                </a:path>
              </a:pathLst>
            </a:custGeom>
            <a:solidFill>
              <a:srgbClr val="F9A2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1" name="Google Shape;5771;p67"/>
            <p:cNvSpPr/>
            <p:nvPr/>
          </p:nvSpPr>
          <p:spPr>
            <a:xfrm>
              <a:off x="3392740" y="2831589"/>
              <a:ext cx="76472" cy="60829"/>
            </a:xfrm>
            <a:custGeom>
              <a:avLst/>
              <a:gdLst/>
              <a:ahLst/>
              <a:cxnLst/>
              <a:rect l="l" t="t" r="r" b="b"/>
              <a:pathLst>
                <a:path w="1393" h="1108" extrusionOk="0">
                  <a:moveTo>
                    <a:pt x="703" y="1"/>
                  </a:moveTo>
                  <a:cubicBezTo>
                    <a:pt x="304" y="1"/>
                    <a:pt x="0" y="412"/>
                    <a:pt x="200" y="834"/>
                  </a:cubicBezTo>
                  <a:cubicBezTo>
                    <a:pt x="247" y="915"/>
                    <a:pt x="328" y="996"/>
                    <a:pt x="409" y="1046"/>
                  </a:cubicBezTo>
                  <a:cubicBezTo>
                    <a:pt x="500" y="1088"/>
                    <a:pt x="591" y="1108"/>
                    <a:pt x="678" y="1108"/>
                  </a:cubicBezTo>
                  <a:cubicBezTo>
                    <a:pt x="1081" y="1108"/>
                    <a:pt x="1392" y="696"/>
                    <a:pt x="1180" y="275"/>
                  </a:cubicBezTo>
                  <a:cubicBezTo>
                    <a:pt x="1134" y="194"/>
                    <a:pt x="1053" y="113"/>
                    <a:pt x="972" y="62"/>
                  </a:cubicBezTo>
                  <a:cubicBezTo>
                    <a:pt x="880" y="20"/>
                    <a:pt x="790" y="1"/>
                    <a:pt x="70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2" name="Google Shape;5772;p67"/>
            <p:cNvSpPr/>
            <p:nvPr/>
          </p:nvSpPr>
          <p:spPr>
            <a:xfrm>
              <a:off x="3392850" y="2891264"/>
              <a:ext cx="76308" cy="60555"/>
            </a:xfrm>
            <a:custGeom>
              <a:avLst/>
              <a:gdLst/>
              <a:ahLst/>
              <a:cxnLst/>
              <a:rect l="l" t="t" r="r" b="b"/>
              <a:pathLst>
                <a:path w="1390" h="1103" extrusionOk="0">
                  <a:moveTo>
                    <a:pt x="686" y="0"/>
                  </a:moveTo>
                  <a:cubicBezTo>
                    <a:pt x="294" y="0"/>
                    <a:pt x="1" y="407"/>
                    <a:pt x="198" y="827"/>
                  </a:cubicBezTo>
                  <a:cubicBezTo>
                    <a:pt x="245" y="923"/>
                    <a:pt x="326" y="985"/>
                    <a:pt x="407" y="1035"/>
                  </a:cubicBezTo>
                  <a:cubicBezTo>
                    <a:pt x="500" y="1082"/>
                    <a:pt x="594" y="1103"/>
                    <a:pt x="684" y="1103"/>
                  </a:cubicBezTo>
                  <a:cubicBezTo>
                    <a:pt x="1083" y="1103"/>
                    <a:pt x="1389" y="686"/>
                    <a:pt x="1178" y="279"/>
                  </a:cubicBezTo>
                  <a:cubicBezTo>
                    <a:pt x="1132" y="183"/>
                    <a:pt x="1051" y="102"/>
                    <a:pt x="970" y="71"/>
                  </a:cubicBezTo>
                  <a:cubicBezTo>
                    <a:pt x="873" y="22"/>
                    <a:pt x="777" y="0"/>
                    <a:pt x="68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3" name="Google Shape;5773;p67"/>
            <p:cNvSpPr/>
            <p:nvPr/>
          </p:nvSpPr>
          <p:spPr>
            <a:xfrm>
              <a:off x="3631167" y="2534858"/>
              <a:ext cx="76253" cy="60555"/>
            </a:xfrm>
            <a:custGeom>
              <a:avLst/>
              <a:gdLst/>
              <a:ahLst/>
              <a:cxnLst/>
              <a:rect l="l" t="t" r="r" b="b"/>
              <a:pathLst>
                <a:path w="1389" h="1103" extrusionOk="0">
                  <a:moveTo>
                    <a:pt x="707" y="0"/>
                  </a:moveTo>
                  <a:cubicBezTo>
                    <a:pt x="307" y="0"/>
                    <a:pt x="1" y="420"/>
                    <a:pt x="212" y="839"/>
                  </a:cubicBezTo>
                  <a:cubicBezTo>
                    <a:pt x="262" y="920"/>
                    <a:pt x="339" y="1001"/>
                    <a:pt x="420" y="1032"/>
                  </a:cubicBezTo>
                  <a:cubicBezTo>
                    <a:pt x="517" y="1080"/>
                    <a:pt x="614" y="1102"/>
                    <a:pt x="705" y="1102"/>
                  </a:cubicBezTo>
                  <a:cubicBezTo>
                    <a:pt x="1098" y="1102"/>
                    <a:pt x="1389" y="696"/>
                    <a:pt x="1192" y="280"/>
                  </a:cubicBezTo>
                  <a:cubicBezTo>
                    <a:pt x="1145" y="199"/>
                    <a:pt x="1064" y="118"/>
                    <a:pt x="983" y="68"/>
                  </a:cubicBezTo>
                  <a:cubicBezTo>
                    <a:pt x="890" y="21"/>
                    <a:pt x="796" y="0"/>
                    <a:pt x="70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4" name="Google Shape;5774;p67"/>
            <p:cNvSpPr/>
            <p:nvPr/>
          </p:nvSpPr>
          <p:spPr>
            <a:xfrm>
              <a:off x="3631113" y="2594369"/>
              <a:ext cx="76472" cy="60665"/>
            </a:xfrm>
            <a:custGeom>
              <a:avLst/>
              <a:gdLst/>
              <a:ahLst/>
              <a:cxnLst/>
              <a:rect l="l" t="t" r="r" b="b"/>
              <a:pathLst>
                <a:path w="1393" h="1105" extrusionOk="0">
                  <a:moveTo>
                    <a:pt x="712" y="0"/>
                  </a:moveTo>
                  <a:cubicBezTo>
                    <a:pt x="310" y="0"/>
                    <a:pt x="1" y="411"/>
                    <a:pt x="213" y="835"/>
                  </a:cubicBezTo>
                  <a:cubicBezTo>
                    <a:pt x="263" y="912"/>
                    <a:pt x="340" y="993"/>
                    <a:pt x="421" y="1043"/>
                  </a:cubicBezTo>
                  <a:cubicBezTo>
                    <a:pt x="513" y="1086"/>
                    <a:pt x="604" y="1105"/>
                    <a:pt x="691" y="1105"/>
                  </a:cubicBezTo>
                  <a:cubicBezTo>
                    <a:pt x="1091" y="1105"/>
                    <a:pt x="1392" y="694"/>
                    <a:pt x="1193" y="272"/>
                  </a:cubicBezTo>
                  <a:cubicBezTo>
                    <a:pt x="1146" y="191"/>
                    <a:pt x="1065" y="110"/>
                    <a:pt x="984" y="64"/>
                  </a:cubicBezTo>
                  <a:cubicBezTo>
                    <a:pt x="892" y="20"/>
                    <a:pt x="800" y="0"/>
                    <a:pt x="7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5" name="Google Shape;5775;p67"/>
            <p:cNvSpPr/>
            <p:nvPr/>
          </p:nvSpPr>
          <p:spPr>
            <a:xfrm>
              <a:off x="3631277" y="2653880"/>
              <a:ext cx="76198" cy="60665"/>
            </a:xfrm>
            <a:custGeom>
              <a:avLst/>
              <a:gdLst/>
              <a:ahLst/>
              <a:cxnLst/>
              <a:rect l="l" t="t" r="r" b="b"/>
              <a:pathLst>
                <a:path w="1388" h="1105" extrusionOk="0">
                  <a:moveTo>
                    <a:pt x="696" y="1"/>
                  </a:moveTo>
                  <a:cubicBezTo>
                    <a:pt x="301" y="1"/>
                    <a:pt x="0" y="407"/>
                    <a:pt x="210" y="827"/>
                  </a:cubicBezTo>
                  <a:cubicBezTo>
                    <a:pt x="260" y="923"/>
                    <a:pt x="337" y="985"/>
                    <a:pt x="418" y="1035"/>
                  </a:cubicBezTo>
                  <a:cubicBezTo>
                    <a:pt x="513" y="1083"/>
                    <a:pt x="608" y="1104"/>
                    <a:pt x="697" y="1104"/>
                  </a:cubicBezTo>
                  <a:cubicBezTo>
                    <a:pt x="1093" y="1104"/>
                    <a:pt x="1388" y="685"/>
                    <a:pt x="1190" y="279"/>
                  </a:cubicBezTo>
                  <a:cubicBezTo>
                    <a:pt x="1143" y="183"/>
                    <a:pt x="1062" y="102"/>
                    <a:pt x="981" y="71"/>
                  </a:cubicBezTo>
                  <a:cubicBezTo>
                    <a:pt x="885" y="22"/>
                    <a:pt x="788" y="1"/>
                    <a:pt x="696" y="1"/>
                  </a:cubicBezTo>
                  <a:close/>
                </a:path>
              </a:pathLst>
            </a:custGeom>
            <a:solidFill>
              <a:srgbClr val="F9A2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6" name="Google Shape;5776;p67"/>
            <p:cNvSpPr/>
            <p:nvPr/>
          </p:nvSpPr>
          <p:spPr>
            <a:xfrm>
              <a:off x="3631167" y="2713061"/>
              <a:ext cx="76253" cy="60610"/>
            </a:xfrm>
            <a:custGeom>
              <a:avLst/>
              <a:gdLst/>
              <a:ahLst/>
              <a:cxnLst/>
              <a:rect l="l" t="t" r="r" b="b"/>
              <a:pathLst>
                <a:path w="1389" h="1104" extrusionOk="0">
                  <a:moveTo>
                    <a:pt x="705" y="0"/>
                  </a:moveTo>
                  <a:cubicBezTo>
                    <a:pt x="306" y="0"/>
                    <a:pt x="1" y="419"/>
                    <a:pt x="212" y="825"/>
                  </a:cubicBezTo>
                  <a:cubicBezTo>
                    <a:pt x="262" y="922"/>
                    <a:pt x="339" y="987"/>
                    <a:pt x="420" y="1033"/>
                  </a:cubicBezTo>
                  <a:cubicBezTo>
                    <a:pt x="517" y="1082"/>
                    <a:pt x="614" y="1104"/>
                    <a:pt x="705" y="1104"/>
                  </a:cubicBezTo>
                  <a:cubicBezTo>
                    <a:pt x="1098" y="1104"/>
                    <a:pt x="1389" y="697"/>
                    <a:pt x="1192" y="277"/>
                  </a:cubicBezTo>
                  <a:cubicBezTo>
                    <a:pt x="1145" y="181"/>
                    <a:pt x="1064" y="119"/>
                    <a:pt x="983" y="69"/>
                  </a:cubicBezTo>
                  <a:cubicBezTo>
                    <a:pt x="889" y="22"/>
                    <a:pt x="794" y="0"/>
                    <a:pt x="70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7" name="Google Shape;5777;p67"/>
            <p:cNvSpPr/>
            <p:nvPr/>
          </p:nvSpPr>
          <p:spPr>
            <a:xfrm>
              <a:off x="3631167" y="2772188"/>
              <a:ext cx="76253" cy="60610"/>
            </a:xfrm>
            <a:custGeom>
              <a:avLst/>
              <a:gdLst/>
              <a:ahLst/>
              <a:cxnLst/>
              <a:rect l="l" t="t" r="r" b="b"/>
              <a:pathLst>
                <a:path w="1389" h="1104" extrusionOk="0">
                  <a:moveTo>
                    <a:pt x="707" y="1"/>
                  </a:moveTo>
                  <a:cubicBezTo>
                    <a:pt x="307" y="1"/>
                    <a:pt x="1" y="420"/>
                    <a:pt x="212" y="840"/>
                  </a:cubicBezTo>
                  <a:cubicBezTo>
                    <a:pt x="262" y="921"/>
                    <a:pt x="339" y="1002"/>
                    <a:pt x="420" y="1033"/>
                  </a:cubicBezTo>
                  <a:cubicBezTo>
                    <a:pt x="517" y="1081"/>
                    <a:pt x="614" y="1103"/>
                    <a:pt x="705" y="1103"/>
                  </a:cubicBezTo>
                  <a:cubicBezTo>
                    <a:pt x="1098" y="1103"/>
                    <a:pt x="1389" y="696"/>
                    <a:pt x="1192" y="277"/>
                  </a:cubicBezTo>
                  <a:cubicBezTo>
                    <a:pt x="1145" y="199"/>
                    <a:pt x="1064" y="118"/>
                    <a:pt x="983" y="68"/>
                  </a:cubicBezTo>
                  <a:cubicBezTo>
                    <a:pt x="890" y="22"/>
                    <a:pt x="796" y="1"/>
                    <a:pt x="7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8" name="Google Shape;5778;p67"/>
            <p:cNvSpPr/>
            <p:nvPr/>
          </p:nvSpPr>
          <p:spPr>
            <a:xfrm>
              <a:off x="3631113" y="2831589"/>
              <a:ext cx="76472" cy="60829"/>
            </a:xfrm>
            <a:custGeom>
              <a:avLst/>
              <a:gdLst/>
              <a:ahLst/>
              <a:cxnLst/>
              <a:rect l="l" t="t" r="r" b="b"/>
              <a:pathLst>
                <a:path w="1393" h="1108" extrusionOk="0">
                  <a:moveTo>
                    <a:pt x="715" y="1"/>
                  </a:moveTo>
                  <a:cubicBezTo>
                    <a:pt x="312" y="1"/>
                    <a:pt x="0" y="412"/>
                    <a:pt x="213" y="834"/>
                  </a:cubicBezTo>
                  <a:cubicBezTo>
                    <a:pt x="263" y="915"/>
                    <a:pt x="340" y="996"/>
                    <a:pt x="421" y="1046"/>
                  </a:cubicBezTo>
                  <a:cubicBezTo>
                    <a:pt x="513" y="1088"/>
                    <a:pt x="604" y="1108"/>
                    <a:pt x="691" y="1108"/>
                  </a:cubicBezTo>
                  <a:cubicBezTo>
                    <a:pt x="1091" y="1108"/>
                    <a:pt x="1392" y="696"/>
                    <a:pt x="1193" y="275"/>
                  </a:cubicBezTo>
                  <a:cubicBezTo>
                    <a:pt x="1146" y="194"/>
                    <a:pt x="1065" y="113"/>
                    <a:pt x="984" y="62"/>
                  </a:cubicBezTo>
                  <a:cubicBezTo>
                    <a:pt x="893" y="20"/>
                    <a:pt x="802" y="1"/>
                    <a:pt x="715" y="1"/>
                  </a:cubicBezTo>
                  <a:close/>
                </a:path>
              </a:pathLst>
            </a:custGeom>
            <a:solidFill>
              <a:srgbClr val="F9A2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9" name="Google Shape;5779;p67"/>
            <p:cNvSpPr/>
            <p:nvPr/>
          </p:nvSpPr>
          <p:spPr>
            <a:xfrm>
              <a:off x="3631277" y="2891264"/>
              <a:ext cx="76253" cy="60555"/>
            </a:xfrm>
            <a:custGeom>
              <a:avLst/>
              <a:gdLst/>
              <a:ahLst/>
              <a:cxnLst/>
              <a:rect l="l" t="t" r="r" b="b"/>
              <a:pathLst>
                <a:path w="1389" h="1103" extrusionOk="0">
                  <a:moveTo>
                    <a:pt x="696" y="0"/>
                  </a:moveTo>
                  <a:cubicBezTo>
                    <a:pt x="301" y="0"/>
                    <a:pt x="0" y="407"/>
                    <a:pt x="210" y="827"/>
                  </a:cubicBezTo>
                  <a:cubicBezTo>
                    <a:pt x="260" y="923"/>
                    <a:pt x="337" y="985"/>
                    <a:pt x="418" y="1035"/>
                  </a:cubicBezTo>
                  <a:cubicBezTo>
                    <a:pt x="513" y="1082"/>
                    <a:pt x="607" y="1103"/>
                    <a:pt x="695" y="1103"/>
                  </a:cubicBezTo>
                  <a:cubicBezTo>
                    <a:pt x="1092" y="1103"/>
                    <a:pt x="1388" y="686"/>
                    <a:pt x="1190" y="279"/>
                  </a:cubicBezTo>
                  <a:cubicBezTo>
                    <a:pt x="1143" y="183"/>
                    <a:pt x="1062" y="102"/>
                    <a:pt x="981" y="71"/>
                  </a:cubicBezTo>
                  <a:cubicBezTo>
                    <a:pt x="885" y="22"/>
                    <a:pt x="788" y="0"/>
                    <a:pt x="69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0" name="Google Shape;5780;p67"/>
            <p:cNvSpPr/>
            <p:nvPr/>
          </p:nvSpPr>
          <p:spPr>
            <a:xfrm>
              <a:off x="3490131" y="2643010"/>
              <a:ext cx="112101" cy="90420"/>
            </a:xfrm>
            <a:custGeom>
              <a:avLst/>
              <a:gdLst/>
              <a:ahLst/>
              <a:cxnLst/>
              <a:rect l="l" t="t" r="r" b="b"/>
              <a:pathLst>
                <a:path w="2042" h="1647" extrusionOk="0">
                  <a:moveTo>
                    <a:pt x="1021" y="0"/>
                  </a:moveTo>
                  <a:cubicBezTo>
                    <a:pt x="437" y="0"/>
                    <a:pt x="1" y="609"/>
                    <a:pt x="289" y="1218"/>
                  </a:cubicBezTo>
                  <a:cubicBezTo>
                    <a:pt x="355" y="1361"/>
                    <a:pt x="482" y="1492"/>
                    <a:pt x="629" y="1553"/>
                  </a:cubicBezTo>
                  <a:cubicBezTo>
                    <a:pt x="765" y="1617"/>
                    <a:pt x="900" y="1646"/>
                    <a:pt x="1028" y="1646"/>
                  </a:cubicBezTo>
                  <a:cubicBezTo>
                    <a:pt x="1609" y="1646"/>
                    <a:pt x="2042" y="1048"/>
                    <a:pt x="1751" y="431"/>
                  </a:cubicBezTo>
                  <a:cubicBezTo>
                    <a:pt x="1689" y="284"/>
                    <a:pt x="1558" y="157"/>
                    <a:pt x="1415" y="92"/>
                  </a:cubicBezTo>
                  <a:cubicBezTo>
                    <a:pt x="1281" y="29"/>
                    <a:pt x="1148" y="0"/>
                    <a:pt x="102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81" name="Google Shape;5781;p67"/>
          <p:cNvGrpSpPr/>
          <p:nvPr/>
        </p:nvGrpSpPr>
        <p:grpSpPr>
          <a:xfrm>
            <a:off x="3289812" y="2775339"/>
            <a:ext cx="917814" cy="1372257"/>
            <a:chOff x="2518800" y="1911313"/>
            <a:chExt cx="704115" cy="1174476"/>
          </a:xfrm>
        </p:grpSpPr>
        <p:sp>
          <p:nvSpPr>
            <p:cNvPr id="5782" name="Google Shape;5782;p67"/>
            <p:cNvSpPr/>
            <p:nvPr/>
          </p:nvSpPr>
          <p:spPr>
            <a:xfrm>
              <a:off x="2518800" y="1911313"/>
              <a:ext cx="704115" cy="1174476"/>
            </a:xfrm>
            <a:custGeom>
              <a:avLst/>
              <a:gdLst/>
              <a:ahLst/>
              <a:cxnLst/>
              <a:rect l="l" t="t" r="r" b="b"/>
              <a:pathLst>
                <a:path w="12826" h="21393" extrusionOk="0">
                  <a:moveTo>
                    <a:pt x="6234" y="1"/>
                  </a:moveTo>
                  <a:cubicBezTo>
                    <a:pt x="5127" y="1"/>
                    <a:pt x="3746" y="433"/>
                    <a:pt x="3746" y="433"/>
                  </a:cubicBezTo>
                  <a:cubicBezTo>
                    <a:pt x="2893" y="2925"/>
                    <a:pt x="1559" y="5239"/>
                    <a:pt x="1" y="7121"/>
                  </a:cubicBezTo>
                  <a:cubicBezTo>
                    <a:pt x="1046" y="7923"/>
                    <a:pt x="2168" y="8517"/>
                    <a:pt x="3360" y="8888"/>
                  </a:cubicBezTo>
                  <a:cubicBezTo>
                    <a:pt x="3341" y="8918"/>
                    <a:pt x="3325" y="8938"/>
                    <a:pt x="3325" y="8969"/>
                  </a:cubicBezTo>
                  <a:lnTo>
                    <a:pt x="3406" y="8999"/>
                  </a:lnTo>
                  <a:cubicBezTo>
                    <a:pt x="3422" y="8984"/>
                    <a:pt x="3437" y="8953"/>
                    <a:pt x="3457" y="8918"/>
                  </a:cubicBezTo>
                  <a:cubicBezTo>
                    <a:pt x="4162" y="9131"/>
                    <a:pt x="4884" y="9273"/>
                    <a:pt x="5609" y="9339"/>
                  </a:cubicBezTo>
                  <a:cubicBezTo>
                    <a:pt x="5578" y="9725"/>
                    <a:pt x="5528" y="10095"/>
                    <a:pt x="5431" y="10384"/>
                  </a:cubicBezTo>
                  <a:cubicBezTo>
                    <a:pt x="5366" y="10558"/>
                    <a:pt x="5304" y="10720"/>
                    <a:pt x="5208" y="10832"/>
                  </a:cubicBezTo>
                  <a:cubicBezTo>
                    <a:pt x="5142" y="10913"/>
                    <a:pt x="5061" y="10994"/>
                    <a:pt x="4980" y="11059"/>
                  </a:cubicBezTo>
                  <a:cubicBezTo>
                    <a:pt x="4756" y="11267"/>
                    <a:pt x="4498" y="11445"/>
                    <a:pt x="4305" y="11684"/>
                  </a:cubicBezTo>
                  <a:cubicBezTo>
                    <a:pt x="3919" y="12166"/>
                    <a:pt x="3904" y="12857"/>
                    <a:pt x="3889" y="13485"/>
                  </a:cubicBezTo>
                  <a:cubicBezTo>
                    <a:pt x="3842" y="16120"/>
                    <a:pt x="3665" y="18754"/>
                    <a:pt x="3360" y="21392"/>
                  </a:cubicBezTo>
                  <a:lnTo>
                    <a:pt x="9049" y="21392"/>
                  </a:lnTo>
                  <a:cubicBezTo>
                    <a:pt x="8741" y="18754"/>
                    <a:pt x="8567" y="16120"/>
                    <a:pt x="8517" y="13485"/>
                  </a:cubicBezTo>
                  <a:cubicBezTo>
                    <a:pt x="8517" y="12857"/>
                    <a:pt x="8486" y="12166"/>
                    <a:pt x="8100" y="11684"/>
                  </a:cubicBezTo>
                  <a:cubicBezTo>
                    <a:pt x="7908" y="11426"/>
                    <a:pt x="7618" y="11233"/>
                    <a:pt x="7391" y="11024"/>
                  </a:cubicBezTo>
                  <a:cubicBezTo>
                    <a:pt x="7329" y="10963"/>
                    <a:pt x="7263" y="10897"/>
                    <a:pt x="7198" y="10832"/>
                  </a:cubicBezTo>
                  <a:cubicBezTo>
                    <a:pt x="7101" y="10720"/>
                    <a:pt x="7024" y="10558"/>
                    <a:pt x="6974" y="10349"/>
                  </a:cubicBezTo>
                  <a:cubicBezTo>
                    <a:pt x="6878" y="10076"/>
                    <a:pt x="6831" y="9740"/>
                    <a:pt x="6797" y="9370"/>
                  </a:cubicBezTo>
                  <a:cubicBezTo>
                    <a:pt x="7634" y="9354"/>
                    <a:pt x="8471" y="9227"/>
                    <a:pt x="9288" y="8999"/>
                  </a:cubicBezTo>
                  <a:lnTo>
                    <a:pt x="9339" y="8984"/>
                  </a:lnTo>
                  <a:cubicBezTo>
                    <a:pt x="9994" y="8807"/>
                    <a:pt x="10654" y="8552"/>
                    <a:pt x="11283" y="8228"/>
                  </a:cubicBezTo>
                  <a:lnTo>
                    <a:pt x="11298" y="8228"/>
                  </a:lnTo>
                  <a:lnTo>
                    <a:pt x="11379" y="8182"/>
                  </a:lnTo>
                  <a:cubicBezTo>
                    <a:pt x="11877" y="7908"/>
                    <a:pt x="12359" y="7619"/>
                    <a:pt x="12825" y="7264"/>
                  </a:cubicBezTo>
                  <a:cubicBezTo>
                    <a:pt x="11151" y="5112"/>
                    <a:pt x="9771" y="2975"/>
                    <a:pt x="8567" y="356"/>
                  </a:cubicBezTo>
                  <a:cubicBezTo>
                    <a:pt x="8567" y="356"/>
                    <a:pt x="7344" y="1"/>
                    <a:pt x="62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3" name="Google Shape;5783;p67"/>
            <p:cNvSpPr/>
            <p:nvPr/>
          </p:nvSpPr>
          <p:spPr>
            <a:xfrm>
              <a:off x="2724397" y="1911313"/>
              <a:ext cx="264771" cy="127148"/>
            </a:xfrm>
            <a:custGeom>
              <a:avLst/>
              <a:gdLst/>
              <a:ahLst/>
              <a:cxnLst/>
              <a:rect l="l" t="t" r="r" b="b"/>
              <a:pathLst>
                <a:path w="4823" h="2316" extrusionOk="0">
                  <a:moveTo>
                    <a:pt x="2489" y="1"/>
                  </a:moveTo>
                  <a:cubicBezTo>
                    <a:pt x="1382" y="1"/>
                    <a:pt x="1" y="433"/>
                    <a:pt x="1" y="433"/>
                  </a:cubicBezTo>
                  <a:lnTo>
                    <a:pt x="2473" y="2315"/>
                  </a:lnTo>
                  <a:lnTo>
                    <a:pt x="4822" y="356"/>
                  </a:lnTo>
                  <a:cubicBezTo>
                    <a:pt x="4822" y="356"/>
                    <a:pt x="3599" y="1"/>
                    <a:pt x="24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4" name="Google Shape;5784;p67"/>
            <p:cNvSpPr/>
            <p:nvPr/>
          </p:nvSpPr>
          <p:spPr>
            <a:xfrm>
              <a:off x="2792198" y="2479465"/>
              <a:ext cx="132358" cy="71974"/>
            </a:xfrm>
            <a:custGeom>
              <a:avLst/>
              <a:gdLst/>
              <a:ahLst/>
              <a:cxnLst/>
              <a:rect l="l" t="t" r="r" b="b"/>
              <a:pathLst>
                <a:path w="2411" h="1311" extrusionOk="0">
                  <a:moveTo>
                    <a:pt x="1994" y="0"/>
                  </a:moveTo>
                  <a:cubicBezTo>
                    <a:pt x="1786" y="66"/>
                    <a:pt x="1562" y="112"/>
                    <a:pt x="1335" y="132"/>
                  </a:cubicBezTo>
                  <a:cubicBezTo>
                    <a:pt x="1263" y="139"/>
                    <a:pt x="1190" y="143"/>
                    <a:pt x="1117" y="143"/>
                  </a:cubicBezTo>
                  <a:cubicBezTo>
                    <a:pt x="895" y="143"/>
                    <a:pt x="669" y="108"/>
                    <a:pt x="451" y="35"/>
                  </a:cubicBezTo>
                  <a:cubicBezTo>
                    <a:pt x="386" y="228"/>
                    <a:pt x="324" y="371"/>
                    <a:pt x="228" y="483"/>
                  </a:cubicBezTo>
                  <a:cubicBezTo>
                    <a:pt x="162" y="564"/>
                    <a:pt x="81" y="645"/>
                    <a:pt x="0" y="710"/>
                  </a:cubicBezTo>
                  <a:cubicBezTo>
                    <a:pt x="193" y="884"/>
                    <a:pt x="421" y="1046"/>
                    <a:pt x="660" y="1158"/>
                  </a:cubicBezTo>
                  <a:cubicBezTo>
                    <a:pt x="854" y="1240"/>
                    <a:pt x="1067" y="1311"/>
                    <a:pt x="1277" y="1311"/>
                  </a:cubicBezTo>
                  <a:cubicBezTo>
                    <a:pt x="1313" y="1311"/>
                    <a:pt x="1349" y="1309"/>
                    <a:pt x="1385" y="1304"/>
                  </a:cubicBezTo>
                  <a:cubicBezTo>
                    <a:pt x="1609" y="1289"/>
                    <a:pt x="1817" y="1173"/>
                    <a:pt x="1994" y="1046"/>
                  </a:cubicBezTo>
                  <a:cubicBezTo>
                    <a:pt x="2141" y="949"/>
                    <a:pt x="2283" y="822"/>
                    <a:pt x="2411" y="675"/>
                  </a:cubicBezTo>
                  <a:cubicBezTo>
                    <a:pt x="2349" y="614"/>
                    <a:pt x="2283" y="548"/>
                    <a:pt x="2218" y="483"/>
                  </a:cubicBezTo>
                  <a:cubicBezTo>
                    <a:pt x="2121" y="371"/>
                    <a:pt x="2044" y="209"/>
                    <a:pt x="199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5" name="Google Shape;5785;p67"/>
            <p:cNvSpPr/>
            <p:nvPr/>
          </p:nvSpPr>
          <p:spPr>
            <a:xfrm>
              <a:off x="2816957" y="2327833"/>
              <a:ext cx="84762" cy="159539"/>
            </a:xfrm>
            <a:custGeom>
              <a:avLst/>
              <a:gdLst/>
              <a:ahLst/>
              <a:cxnLst/>
              <a:rect l="l" t="t" r="r" b="b"/>
              <a:pathLst>
                <a:path w="1544" h="2906" extrusionOk="0">
                  <a:moveTo>
                    <a:pt x="193" y="1"/>
                  </a:moveTo>
                  <a:cubicBezTo>
                    <a:pt x="224" y="626"/>
                    <a:pt x="259" y="1991"/>
                    <a:pt x="0" y="2797"/>
                  </a:cubicBezTo>
                  <a:cubicBezTo>
                    <a:pt x="218" y="2870"/>
                    <a:pt x="444" y="2905"/>
                    <a:pt x="666" y="2905"/>
                  </a:cubicBezTo>
                  <a:cubicBezTo>
                    <a:pt x="739" y="2905"/>
                    <a:pt x="812" y="2901"/>
                    <a:pt x="884" y="2894"/>
                  </a:cubicBezTo>
                  <a:cubicBezTo>
                    <a:pt x="1111" y="2874"/>
                    <a:pt x="1335" y="2828"/>
                    <a:pt x="1543" y="2762"/>
                  </a:cubicBezTo>
                  <a:cubicBezTo>
                    <a:pt x="1285" y="1960"/>
                    <a:pt x="1320" y="626"/>
                    <a:pt x="136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6" name="Google Shape;5786;p67"/>
            <p:cNvSpPr/>
            <p:nvPr/>
          </p:nvSpPr>
          <p:spPr>
            <a:xfrm>
              <a:off x="2703261" y="2516522"/>
              <a:ext cx="312367" cy="569258"/>
            </a:xfrm>
            <a:custGeom>
              <a:avLst/>
              <a:gdLst/>
              <a:ahLst/>
              <a:cxnLst/>
              <a:rect l="l" t="t" r="r" b="b"/>
              <a:pathLst>
                <a:path w="5690" h="10369" extrusionOk="0">
                  <a:moveTo>
                    <a:pt x="4031" y="0"/>
                  </a:moveTo>
                  <a:cubicBezTo>
                    <a:pt x="3903" y="147"/>
                    <a:pt x="3761" y="274"/>
                    <a:pt x="3614" y="371"/>
                  </a:cubicBezTo>
                  <a:cubicBezTo>
                    <a:pt x="3437" y="498"/>
                    <a:pt x="3229" y="614"/>
                    <a:pt x="3005" y="629"/>
                  </a:cubicBezTo>
                  <a:cubicBezTo>
                    <a:pt x="2969" y="634"/>
                    <a:pt x="2933" y="636"/>
                    <a:pt x="2897" y="636"/>
                  </a:cubicBezTo>
                  <a:cubicBezTo>
                    <a:pt x="2687" y="636"/>
                    <a:pt x="2474" y="565"/>
                    <a:pt x="2280" y="483"/>
                  </a:cubicBezTo>
                  <a:cubicBezTo>
                    <a:pt x="2041" y="371"/>
                    <a:pt x="1813" y="209"/>
                    <a:pt x="1620" y="35"/>
                  </a:cubicBezTo>
                  <a:cubicBezTo>
                    <a:pt x="1396" y="243"/>
                    <a:pt x="1138" y="421"/>
                    <a:pt x="945" y="660"/>
                  </a:cubicBezTo>
                  <a:cubicBezTo>
                    <a:pt x="559" y="1158"/>
                    <a:pt x="544" y="1833"/>
                    <a:pt x="529" y="2461"/>
                  </a:cubicBezTo>
                  <a:cubicBezTo>
                    <a:pt x="482" y="5096"/>
                    <a:pt x="305" y="7749"/>
                    <a:pt x="0" y="10368"/>
                  </a:cubicBezTo>
                  <a:lnTo>
                    <a:pt x="5689" y="10368"/>
                  </a:lnTo>
                  <a:cubicBezTo>
                    <a:pt x="5381" y="7749"/>
                    <a:pt x="5207" y="5096"/>
                    <a:pt x="5157" y="2461"/>
                  </a:cubicBezTo>
                  <a:cubicBezTo>
                    <a:pt x="5157" y="1833"/>
                    <a:pt x="5126" y="1158"/>
                    <a:pt x="4740" y="660"/>
                  </a:cubicBezTo>
                  <a:cubicBezTo>
                    <a:pt x="4548" y="402"/>
                    <a:pt x="4258" y="228"/>
                    <a:pt x="403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7" name="Google Shape;5787;p67"/>
            <p:cNvSpPr/>
            <p:nvPr/>
          </p:nvSpPr>
          <p:spPr>
            <a:xfrm>
              <a:off x="2778199" y="2593381"/>
              <a:ext cx="171994" cy="360858"/>
            </a:xfrm>
            <a:custGeom>
              <a:avLst/>
              <a:gdLst/>
              <a:ahLst/>
              <a:cxnLst/>
              <a:rect l="l" t="t" r="r" b="b"/>
              <a:pathLst>
                <a:path w="3133" h="6573" extrusionOk="0">
                  <a:moveTo>
                    <a:pt x="1559" y="1"/>
                  </a:moveTo>
                  <a:cubicBezTo>
                    <a:pt x="706" y="1"/>
                    <a:pt x="1" y="1478"/>
                    <a:pt x="1" y="3294"/>
                  </a:cubicBezTo>
                  <a:cubicBezTo>
                    <a:pt x="1" y="5111"/>
                    <a:pt x="706" y="6573"/>
                    <a:pt x="1559" y="6573"/>
                  </a:cubicBezTo>
                  <a:cubicBezTo>
                    <a:pt x="2427" y="6573"/>
                    <a:pt x="3132" y="5111"/>
                    <a:pt x="3132" y="3294"/>
                  </a:cubicBezTo>
                  <a:cubicBezTo>
                    <a:pt x="3132" y="1478"/>
                    <a:pt x="2427" y="1"/>
                    <a:pt x="155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8" name="Google Shape;5788;p67"/>
            <p:cNvSpPr/>
            <p:nvPr/>
          </p:nvSpPr>
          <p:spPr>
            <a:xfrm>
              <a:off x="2740483" y="2733758"/>
              <a:ext cx="99200" cy="80154"/>
            </a:xfrm>
            <a:custGeom>
              <a:avLst/>
              <a:gdLst/>
              <a:ahLst/>
              <a:cxnLst/>
              <a:rect l="l" t="t" r="r" b="b"/>
              <a:pathLst>
                <a:path w="1807" h="1460" extrusionOk="0">
                  <a:moveTo>
                    <a:pt x="909" y="0"/>
                  </a:moveTo>
                  <a:cubicBezTo>
                    <a:pt x="394" y="0"/>
                    <a:pt x="1" y="533"/>
                    <a:pt x="252" y="1073"/>
                  </a:cubicBezTo>
                  <a:cubicBezTo>
                    <a:pt x="317" y="1220"/>
                    <a:pt x="429" y="1316"/>
                    <a:pt x="556" y="1382"/>
                  </a:cubicBezTo>
                  <a:cubicBezTo>
                    <a:pt x="672" y="1435"/>
                    <a:pt x="788" y="1459"/>
                    <a:pt x="898" y="1459"/>
                  </a:cubicBezTo>
                  <a:cubicBezTo>
                    <a:pt x="1413" y="1459"/>
                    <a:pt x="1807" y="926"/>
                    <a:pt x="1555" y="383"/>
                  </a:cubicBezTo>
                  <a:cubicBezTo>
                    <a:pt x="1490" y="255"/>
                    <a:pt x="1378" y="143"/>
                    <a:pt x="1251" y="78"/>
                  </a:cubicBezTo>
                  <a:cubicBezTo>
                    <a:pt x="1135" y="24"/>
                    <a:pt x="1019" y="0"/>
                    <a:pt x="90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9" name="Google Shape;5789;p67"/>
            <p:cNvSpPr/>
            <p:nvPr/>
          </p:nvSpPr>
          <p:spPr>
            <a:xfrm>
              <a:off x="2882562" y="2733758"/>
              <a:ext cx="99200" cy="80154"/>
            </a:xfrm>
            <a:custGeom>
              <a:avLst/>
              <a:gdLst/>
              <a:ahLst/>
              <a:cxnLst/>
              <a:rect l="l" t="t" r="r" b="b"/>
              <a:pathLst>
                <a:path w="1807" h="1460" extrusionOk="0">
                  <a:moveTo>
                    <a:pt x="907" y="0"/>
                  </a:moveTo>
                  <a:cubicBezTo>
                    <a:pt x="394" y="0"/>
                    <a:pt x="1" y="533"/>
                    <a:pt x="252" y="1073"/>
                  </a:cubicBezTo>
                  <a:cubicBezTo>
                    <a:pt x="317" y="1220"/>
                    <a:pt x="429" y="1316"/>
                    <a:pt x="556" y="1382"/>
                  </a:cubicBezTo>
                  <a:cubicBezTo>
                    <a:pt x="672" y="1435"/>
                    <a:pt x="788" y="1459"/>
                    <a:pt x="898" y="1459"/>
                  </a:cubicBezTo>
                  <a:cubicBezTo>
                    <a:pt x="1413" y="1459"/>
                    <a:pt x="1807" y="926"/>
                    <a:pt x="1555" y="383"/>
                  </a:cubicBezTo>
                  <a:cubicBezTo>
                    <a:pt x="1490" y="255"/>
                    <a:pt x="1378" y="143"/>
                    <a:pt x="1247" y="78"/>
                  </a:cubicBezTo>
                  <a:cubicBezTo>
                    <a:pt x="1132" y="24"/>
                    <a:pt x="1017" y="0"/>
                    <a:pt x="90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0" name="Google Shape;5790;p67"/>
            <p:cNvSpPr/>
            <p:nvPr/>
          </p:nvSpPr>
          <p:spPr>
            <a:xfrm>
              <a:off x="2790496" y="2619019"/>
              <a:ext cx="147400" cy="310460"/>
            </a:xfrm>
            <a:custGeom>
              <a:avLst/>
              <a:gdLst/>
              <a:ahLst/>
              <a:cxnLst/>
              <a:rect l="l" t="t" r="r" b="b"/>
              <a:pathLst>
                <a:path w="2685" h="5655" extrusionOk="0">
                  <a:moveTo>
                    <a:pt x="1335" y="0"/>
                  </a:moveTo>
                  <a:cubicBezTo>
                    <a:pt x="594" y="0"/>
                    <a:pt x="0" y="1254"/>
                    <a:pt x="0" y="2827"/>
                  </a:cubicBezTo>
                  <a:cubicBezTo>
                    <a:pt x="0" y="4386"/>
                    <a:pt x="594" y="5655"/>
                    <a:pt x="1335" y="5655"/>
                  </a:cubicBezTo>
                  <a:cubicBezTo>
                    <a:pt x="2091" y="5655"/>
                    <a:pt x="2685" y="4386"/>
                    <a:pt x="2685" y="2827"/>
                  </a:cubicBezTo>
                  <a:cubicBezTo>
                    <a:pt x="2685" y="1254"/>
                    <a:pt x="2091" y="0"/>
                    <a:pt x="13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1" name="Google Shape;5791;p67"/>
            <p:cNvSpPr/>
            <p:nvPr/>
          </p:nvSpPr>
          <p:spPr>
            <a:xfrm>
              <a:off x="2751737" y="2503401"/>
              <a:ext cx="73288" cy="215208"/>
            </a:xfrm>
            <a:custGeom>
              <a:avLst/>
              <a:gdLst/>
              <a:ahLst/>
              <a:cxnLst/>
              <a:rect l="l" t="t" r="r" b="b"/>
              <a:pathLst>
                <a:path w="1335" h="3920" extrusionOk="0">
                  <a:moveTo>
                    <a:pt x="1335" y="0"/>
                  </a:moveTo>
                  <a:cubicBezTo>
                    <a:pt x="1335" y="0"/>
                    <a:pt x="1335" y="16"/>
                    <a:pt x="1316" y="47"/>
                  </a:cubicBezTo>
                  <a:cubicBezTo>
                    <a:pt x="1316" y="81"/>
                    <a:pt x="1285" y="128"/>
                    <a:pt x="1269" y="178"/>
                  </a:cubicBezTo>
                  <a:cubicBezTo>
                    <a:pt x="1239" y="224"/>
                    <a:pt x="1188" y="274"/>
                    <a:pt x="1142" y="336"/>
                  </a:cubicBezTo>
                  <a:cubicBezTo>
                    <a:pt x="1077" y="401"/>
                    <a:pt x="1011" y="448"/>
                    <a:pt x="930" y="513"/>
                  </a:cubicBezTo>
                  <a:cubicBezTo>
                    <a:pt x="853" y="579"/>
                    <a:pt x="772" y="641"/>
                    <a:pt x="675" y="722"/>
                  </a:cubicBezTo>
                  <a:cubicBezTo>
                    <a:pt x="594" y="787"/>
                    <a:pt x="483" y="884"/>
                    <a:pt x="402" y="980"/>
                  </a:cubicBezTo>
                  <a:cubicBezTo>
                    <a:pt x="321" y="1092"/>
                    <a:pt x="240" y="1204"/>
                    <a:pt x="193" y="1350"/>
                  </a:cubicBezTo>
                  <a:cubicBezTo>
                    <a:pt x="143" y="1478"/>
                    <a:pt x="128" y="1624"/>
                    <a:pt x="97" y="1751"/>
                  </a:cubicBezTo>
                  <a:cubicBezTo>
                    <a:pt x="81" y="1894"/>
                    <a:pt x="81" y="2025"/>
                    <a:pt x="62" y="2168"/>
                  </a:cubicBezTo>
                  <a:cubicBezTo>
                    <a:pt x="47" y="2299"/>
                    <a:pt x="47" y="2426"/>
                    <a:pt x="47" y="2554"/>
                  </a:cubicBezTo>
                  <a:cubicBezTo>
                    <a:pt x="31" y="2812"/>
                    <a:pt x="16" y="3036"/>
                    <a:pt x="16" y="3244"/>
                  </a:cubicBezTo>
                  <a:cubicBezTo>
                    <a:pt x="0" y="3649"/>
                    <a:pt x="16" y="3919"/>
                    <a:pt x="16" y="3919"/>
                  </a:cubicBezTo>
                  <a:cubicBezTo>
                    <a:pt x="16" y="3919"/>
                    <a:pt x="62" y="3664"/>
                    <a:pt x="128" y="3263"/>
                  </a:cubicBezTo>
                  <a:cubicBezTo>
                    <a:pt x="143" y="3051"/>
                    <a:pt x="178" y="2812"/>
                    <a:pt x="209" y="2569"/>
                  </a:cubicBezTo>
                  <a:cubicBezTo>
                    <a:pt x="224" y="2442"/>
                    <a:pt x="240" y="2315"/>
                    <a:pt x="240" y="2168"/>
                  </a:cubicBezTo>
                  <a:cubicBezTo>
                    <a:pt x="255" y="2041"/>
                    <a:pt x="274" y="1913"/>
                    <a:pt x="290" y="1782"/>
                  </a:cubicBezTo>
                  <a:cubicBezTo>
                    <a:pt x="305" y="1655"/>
                    <a:pt x="336" y="1528"/>
                    <a:pt x="371" y="1397"/>
                  </a:cubicBezTo>
                  <a:cubicBezTo>
                    <a:pt x="386" y="1350"/>
                    <a:pt x="417" y="1285"/>
                    <a:pt x="432" y="1238"/>
                  </a:cubicBezTo>
                  <a:cubicBezTo>
                    <a:pt x="448" y="1204"/>
                    <a:pt x="467" y="1188"/>
                    <a:pt x="483" y="1157"/>
                  </a:cubicBezTo>
                  <a:lnTo>
                    <a:pt x="498" y="1142"/>
                  </a:lnTo>
                  <a:lnTo>
                    <a:pt x="513" y="1123"/>
                  </a:lnTo>
                  <a:lnTo>
                    <a:pt x="529" y="1076"/>
                  </a:lnTo>
                  <a:cubicBezTo>
                    <a:pt x="610" y="980"/>
                    <a:pt x="691" y="899"/>
                    <a:pt x="772" y="818"/>
                  </a:cubicBezTo>
                  <a:cubicBezTo>
                    <a:pt x="853" y="737"/>
                    <a:pt x="930" y="675"/>
                    <a:pt x="1011" y="594"/>
                  </a:cubicBezTo>
                  <a:cubicBezTo>
                    <a:pt x="1077" y="529"/>
                    <a:pt x="1142" y="448"/>
                    <a:pt x="1188" y="386"/>
                  </a:cubicBezTo>
                  <a:cubicBezTo>
                    <a:pt x="1239" y="305"/>
                    <a:pt x="1269" y="239"/>
                    <a:pt x="1300" y="193"/>
                  </a:cubicBezTo>
                  <a:cubicBezTo>
                    <a:pt x="1316" y="128"/>
                    <a:pt x="1335" y="81"/>
                    <a:pt x="1335" y="47"/>
                  </a:cubicBezTo>
                  <a:lnTo>
                    <a:pt x="133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2" name="Google Shape;5792;p67"/>
            <p:cNvSpPr/>
            <p:nvPr/>
          </p:nvSpPr>
          <p:spPr>
            <a:xfrm>
              <a:off x="2963483" y="2830765"/>
              <a:ext cx="15097" cy="177272"/>
            </a:xfrm>
            <a:custGeom>
              <a:avLst/>
              <a:gdLst/>
              <a:ahLst/>
              <a:cxnLst/>
              <a:rect l="l" t="t" r="r" b="b"/>
              <a:pathLst>
                <a:path w="275" h="3229" extrusionOk="0">
                  <a:moveTo>
                    <a:pt x="81" y="0"/>
                  </a:moveTo>
                  <a:cubicBezTo>
                    <a:pt x="81" y="0"/>
                    <a:pt x="62" y="47"/>
                    <a:pt x="62" y="128"/>
                  </a:cubicBezTo>
                  <a:cubicBezTo>
                    <a:pt x="47" y="224"/>
                    <a:pt x="31" y="351"/>
                    <a:pt x="31" y="498"/>
                  </a:cubicBezTo>
                  <a:cubicBezTo>
                    <a:pt x="16" y="579"/>
                    <a:pt x="16" y="656"/>
                    <a:pt x="16" y="752"/>
                  </a:cubicBezTo>
                  <a:cubicBezTo>
                    <a:pt x="16" y="833"/>
                    <a:pt x="0" y="930"/>
                    <a:pt x="0" y="1026"/>
                  </a:cubicBezTo>
                  <a:cubicBezTo>
                    <a:pt x="16" y="1123"/>
                    <a:pt x="0" y="1219"/>
                    <a:pt x="16" y="1316"/>
                  </a:cubicBezTo>
                  <a:lnTo>
                    <a:pt x="16" y="1620"/>
                  </a:lnTo>
                  <a:cubicBezTo>
                    <a:pt x="31" y="1717"/>
                    <a:pt x="31" y="1813"/>
                    <a:pt x="47" y="1929"/>
                  </a:cubicBezTo>
                  <a:cubicBezTo>
                    <a:pt x="47" y="2025"/>
                    <a:pt x="62" y="2122"/>
                    <a:pt x="81" y="2218"/>
                  </a:cubicBezTo>
                  <a:cubicBezTo>
                    <a:pt x="97" y="2411"/>
                    <a:pt x="128" y="2585"/>
                    <a:pt x="159" y="2731"/>
                  </a:cubicBezTo>
                  <a:cubicBezTo>
                    <a:pt x="178" y="2874"/>
                    <a:pt x="209" y="3005"/>
                    <a:pt x="224" y="3086"/>
                  </a:cubicBezTo>
                  <a:cubicBezTo>
                    <a:pt x="255" y="3182"/>
                    <a:pt x="274" y="3229"/>
                    <a:pt x="274" y="3229"/>
                  </a:cubicBezTo>
                  <a:lnTo>
                    <a:pt x="274" y="3086"/>
                  </a:lnTo>
                  <a:cubicBezTo>
                    <a:pt x="274" y="3005"/>
                    <a:pt x="274" y="2874"/>
                    <a:pt x="255" y="2716"/>
                  </a:cubicBezTo>
                  <a:lnTo>
                    <a:pt x="255" y="2473"/>
                  </a:lnTo>
                  <a:cubicBezTo>
                    <a:pt x="255" y="2392"/>
                    <a:pt x="240" y="2295"/>
                    <a:pt x="240" y="2199"/>
                  </a:cubicBezTo>
                  <a:cubicBezTo>
                    <a:pt x="240" y="2102"/>
                    <a:pt x="240" y="2006"/>
                    <a:pt x="224" y="1910"/>
                  </a:cubicBezTo>
                  <a:cubicBezTo>
                    <a:pt x="224" y="1813"/>
                    <a:pt x="209" y="1701"/>
                    <a:pt x="209" y="1605"/>
                  </a:cubicBezTo>
                  <a:cubicBezTo>
                    <a:pt x="209" y="1508"/>
                    <a:pt x="193" y="1412"/>
                    <a:pt x="193" y="1300"/>
                  </a:cubicBezTo>
                  <a:cubicBezTo>
                    <a:pt x="193" y="1204"/>
                    <a:pt x="178" y="1107"/>
                    <a:pt x="178" y="1011"/>
                  </a:cubicBezTo>
                  <a:cubicBezTo>
                    <a:pt x="159" y="914"/>
                    <a:pt x="159" y="833"/>
                    <a:pt x="143" y="737"/>
                  </a:cubicBezTo>
                  <a:cubicBezTo>
                    <a:pt x="143" y="656"/>
                    <a:pt x="143" y="579"/>
                    <a:pt x="128" y="498"/>
                  </a:cubicBezTo>
                  <a:cubicBezTo>
                    <a:pt x="112" y="351"/>
                    <a:pt x="112" y="224"/>
                    <a:pt x="97" y="128"/>
                  </a:cubicBezTo>
                  <a:cubicBezTo>
                    <a:pt x="81" y="47"/>
                    <a:pt x="81" y="0"/>
                    <a:pt x="8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3" name="Google Shape;5793;p67"/>
            <p:cNvSpPr/>
            <p:nvPr/>
          </p:nvSpPr>
          <p:spPr>
            <a:xfrm>
              <a:off x="2518800" y="1930802"/>
              <a:ext cx="704115" cy="495527"/>
            </a:xfrm>
            <a:custGeom>
              <a:avLst/>
              <a:gdLst/>
              <a:ahLst/>
              <a:cxnLst/>
              <a:rect l="l" t="t" r="r" b="b"/>
              <a:pathLst>
                <a:path w="12826" h="9026" extrusionOk="0">
                  <a:moveTo>
                    <a:pt x="8567" y="1"/>
                  </a:moveTo>
                  <a:cubicBezTo>
                    <a:pt x="7758" y="289"/>
                    <a:pt x="6880" y="439"/>
                    <a:pt x="6007" y="439"/>
                  </a:cubicBezTo>
                  <a:cubicBezTo>
                    <a:pt x="5233" y="439"/>
                    <a:pt x="4462" y="321"/>
                    <a:pt x="3746" y="78"/>
                  </a:cubicBezTo>
                  <a:cubicBezTo>
                    <a:pt x="2893" y="2570"/>
                    <a:pt x="1559" y="4884"/>
                    <a:pt x="1" y="6766"/>
                  </a:cubicBezTo>
                  <a:cubicBezTo>
                    <a:pt x="1956" y="8270"/>
                    <a:pt x="4240" y="9025"/>
                    <a:pt x="6522" y="9025"/>
                  </a:cubicBezTo>
                  <a:cubicBezTo>
                    <a:pt x="8723" y="9025"/>
                    <a:pt x="10924" y="8322"/>
                    <a:pt x="12825" y="6909"/>
                  </a:cubicBezTo>
                  <a:cubicBezTo>
                    <a:pt x="11151" y="4757"/>
                    <a:pt x="9771" y="2620"/>
                    <a:pt x="856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4" name="Google Shape;5794;p67"/>
            <p:cNvSpPr/>
            <p:nvPr/>
          </p:nvSpPr>
          <p:spPr>
            <a:xfrm>
              <a:off x="2606913" y="1937829"/>
              <a:ext cx="159916" cy="415483"/>
            </a:xfrm>
            <a:custGeom>
              <a:avLst/>
              <a:gdLst/>
              <a:ahLst/>
              <a:cxnLst/>
              <a:rect l="l" t="t" r="r" b="b"/>
              <a:pathLst>
                <a:path w="2913" h="7568" extrusionOk="0">
                  <a:moveTo>
                    <a:pt x="2816" y="0"/>
                  </a:moveTo>
                  <a:cubicBezTo>
                    <a:pt x="2446" y="1878"/>
                    <a:pt x="1882" y="3730"/>
                    <a:pt x="1177" y="5512"/>
                  </a:cubicBezTo>
                  <a:cubicBezTo>
                    <a:pt x="903" y="6171"/>
                    <a:pt x="563" y="6927"/>
                    <a:pt x="0" y="7506"/>
                  </a:cubicBezTo>
                  <a:lnTo>
                    <a:pt x="81" y="7568"/>
                  </a:lnTo>
                  <a:cubicBezTo>
                    <a:pt x="644" y="6989"/>
                    <a:pt x="984" y="6218"/>
                    <a:pt x="1254" y="5543"/>
                  </a:cubicBezTo>
                  <a:cubicBezTo>
                    <a:pt x="1979" y="3761"/>
                    <a:pt x="2542" y="1913"/>
                    <a:pt x="2912" y="16"/>
                  </a:cubicBezTo>
                  <a:lnTo>
                    <a:pt x="281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5" name="Google Shape;5795;p67"/>
            <p:cNvSpPr/>
            <p:nvPr/>
          </p:nvSpPr>
          <p:spPr>
            <a:xfrm>
              <a:off x="2701340" y="1945625"/>
              <a:ext cx="115669" cy="460611"/>
            </a:xfrm>
            <a:custGeom>
              <a:avLst/>
              <a:gdLst/>
              <a:ahLst/>
              <a:cxnLst/>
              <a:rect l="l" t="t" r="r" b="b"/>
              <a:pathLst>
                <a:path w="2107" h="8390" extrusionOk="0">
                  <a:moveTo>
                    <a:pt x="2010" y="1"/>
                  </a:moveTo>
                  <a:cubicBezTo>
                    <a:pt x="1721" y="2863"/>
                    <a:pt x="1046" y="5675"/>
                    <a:pt x="0" y="8344"/>
                  </a:cubicBezTo>
                  <a:lnTo>
                    <a:pt x="81" y="8390"/>
                  </a:lnTo>
                  <a:cubicBezTo>
                    <a:pt x="1142" y="5690"/>
                    <a:pt x="1817" y="2878"/>
                    <a:pt x="21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6" name="Google Shape;5796;p67"/>
            <p:cNvSpPr/>
            <p:nvPr/>
          </p:nvSpPr>
          <p:spPr>
            <a:xfrm>
              <a:off x="2917533" y="1945625"/>
              <a:ext cx="116492" cy="460611"/>
            </a:xfrm>
            <a:custGeom>
              <a:avLst/>
              <a:gdLst/>
              <a:ahLst/>
              <a:cxnLst/>
              <a:rect l="l" t="t" r="r" b="b"/>
              <a:pathLst>
                <a:path w="2122" h="8390" extrusionOk="0">
                  <a:moveTo>
                    <a:pt x="0" y="1"/>
                  </a:moveTo>
                  <a:cubicBezTo>
                    <a:pt x="290" y="2878"/>
                    <a:pt x="965" y="5690"/>
                    <a:pt x="2025" y="8390"/>
                  </a:cubicBezTo>
                  <a:lnTo>
                    <a:pt x="2122" y="8344"/>
                  </a:lnTo>
                  <a:cubicBezTo>
                    <a:pt x="1061" y="5675"/>
                    <a:pt x="386" y="2863"/>
                    <a:pt x="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7" name="Google Shape;5797;p67"/>
            <p:cNvSpPr/>
            <p:nvPr/>
          </p:nvSpPr>
          <p:spPr>
            <a:xfrm>
              <a:off x="2862030" y="1938653"/>
              <a:ext cx="5380" cy="484547"/>
            </a:xfrm>
            <a:custGeom>
              <a:avLst/>
              <a:gdLst/>
              <a:ahLst/>
              <a:cxnLst/>
              <a:rect l="l" t="t" r="r" b="b"/>
              <a:pathLst>
                <a:path w="98" h="8826" extrusionOk="0">
                  <a:moveTo>
                    <a:pt x="1" y="1"/>
                  </a:moveTo>
                  <a:lnTo>
                    <a:pt x="1" y="8825"/>
                  </a:lnTo>
                  <a:lnTo>
                    <a:pt x="97" y="8825"/>
                  </a:lnTo>
                  <a:lnTo>
                    <a:pt x="9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8" name="Google Shape;5798;p67"/>
            <p:cNvSpPr/>
            <p:nvPr/>
          </p:nvSpPr>
          <p:spPr>
            <a:xfrm>
              <a:off x="2958213" y="1936127"/>
              <a:ext cx="185279" cy="426957"/>
            </a:xfrm>
            <a:custGeom>
              <a:avLst/>
              <a:gdLst/>
              <a:ahLst/>
              <a:cxnLst/>
              <a:rect l="l" t="t" r="r" b="b"/>
              <a:pathLst>
                <a:path w="3375" h="7777" extrusionOk="0">
                  <a:moveTo>
                    <a:pt x="96" y="0"/>
                  </a:moveTo>
                  <a:lnTo>
                    <a:pt x="0" y="16"/>
                  </a:lnTo>
                  <a:cubicBezTo>
                    <a:pt x="563" y="2777"/>
                    <a:pt x="1701" y="5462"/>
                    <a:pt x="3294" y="7776"/>
                  </a:cubicBezTo>
                  <a:lnTo>
                    <a:pt x="3375" y="7730"/>
                  </a:lnTo>
                  <a:cubicBezTo>
                    <a:pt x="1782" y="5416"/>
                    <a:pt x="660" y="2746"/>
                    <a:pt x="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799" name="Google Shape;5799;p67"/>
          <p:cNvSpPr txBox="1">
            <a:spLocks noGrp="1"/>
          </p:cNvSpPr>
          <p:nvPr>
            <p:ph type="ctrTitle"/>
          </p:nvPr>
        </p:nvSpPr>
        <p:spPr>
          <a:xfrm>
            <a:off x="1852692" y="1094763"/>
            <a:ext cx="5257500" cy="2234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Workflow</a:t>
            </a:r>
            <a:endParaRPr dirty="0"/>
          </a:p>
        </p:txBody>
      </p:sp>
      <p:grpSp>
        <p:nvGrpSpPr>
          <p:cNvPr id="5800" name="Google Shape;5800;p67"/>
          <p:cNvGrpSpPr/>
          <p:nvPr/>
        </p:nvGrpSpPr>
        <p:grpSpPr>
          <a:xfrm>
            <a:off x="7771869" y="2407102"/>
            <a:ext cx="507066" cy="1105206"/>
            <a:chOff x="1095648" y="1689026"/>
            <a:chExt cx="389004" cy="847876"/>
          </a:xfrm>
        </p:grpSpPr>
        <p:sp>
          <p:nvSpPr>
            <p:cNvPr id="5801" name="Google Shape;5801;p67"/>
            <p:cNvSpPr/>
            <p:nvPr/>
          </p:nvSpPr>
          <p:spPr>
            <a:xfrm>
              <a:off x="1095648" y="1689026"/>
              <a:ext cx="389004" cy="847876"/>
            </a:xfrm>
            <a:custGeom>
              <a:avLst/>
              <a:gdLst/>
              <a:ahLst/>
              <a:cxnLst/>
              <a:rect l="l" t="t" r="r" b="b"/>
              <a:pathLst>
                <a:path w="7086" h="15444" extrusionOk="0">
                  <a:moveTo>
                    <a:pt x="3472" y="0"/>
                  </a:moveTo>
                  <a:lnTo>
                    <a:pt x="3472" y="6283"/>
                  </a:lnTo>
                  <a:lnTo>
                    <a:pt x="1127" y="6283"/>
                  </a:lnTo>
                  <a:lnTo>
                    <a:pt x="1127" y="7136"/>
                  </a:lnTo>
                  <a:lnTo>
                    <a:pt x="1802" y="7136"/>
                  </a:lnTo>
                  <a:cubicBezTo>
                    <a:pt x="1802" y="7298"/>
                    <a:pt x="1802" y="7456"/>
                    <a:pt x="1767" y="7618"/>
                  </a:cubicBezTo>
                  <a:cubicBezTo>
                    <a:pt x="1721" y="7953"/>
                    <a:pt x="1559" y="8293"/>
                    <a:pt x="1285" y="8486"/>
                  </a:cubicBezTo>
                  <a:cubicBezTo>
                    <a:pt x="1046" y="8663"/>
                    <a:pt x="722" y="8709"/>
                    <a:pt x="513" y="8937"/>
                  </a:cubicBezTo>
                  <a:cubicBezTo>
                    <a:pt x="321" y="9145"/>
                    <a:pt x="290" y="9434"/>
                    <a:pt x="259" y="9724"/>
                  </a:cubicBezTo>
                  <a:cubicBezTo>
                    <a:pt x="97" y="11282"/>
                    <a:pt x="16" y="12871"/>
                    <a:pt x="1" y="14449"/>
                  </a:cubicBezTo>
                  <a:cubicBezTo>
                    <a:pt x="1" y="14992"/>
                    <a:pt x="432" y="15444"/>
                    <a:pt x="980" y="15444"/>
                  </a:cubicBezTo>
                  <a:lnTo>
                    <a:pt x="6106" y="15444"/>
                  </a:lnTo>
                  <a:cubicBezTo>
                    <a:pt x="6654" y="15444"/>
                    <a:pt x="7086" y="14992"/>
                    <a:pt x="7086" y="14449"/>
                  </a:cubicBezTo>
                  <a:cubicBezTo>
                    <a:pt x="7070" y="12871"/>
                    <a:pt x="6989" y="11282"/>
                    <a:pt x="6831" y="9724"/>
                  </a:cubicBezTo>
                  <a:cubicBezTo>
                    <a:pt x="6797" y="9434"/>
                    <a:pt x="6766" y="9145"/>
                    <a:pt x="6573" y="8937"/>
                  </a:cubicBezTo>
                  <a:cubicBezTo>
                    <a:pt x="6365" y="8709"/>
                    <a:pt x="6044" y="8663"/>
                    <a:pt x="5801" y="8486"/>
                  </a:cubicBezTo>
                  <a:cubicBezTo>
                    <a:pt x="5528" y="8293"/>
                    <a:pt x="5370" y="7953"/>
                    <a:pt x="5319" y="7618"/>
                  </a:cubicBezTo>
                  <a:cubicBezTo>
                    <a:pt x="5289" y="7456"/>
                    <a:pt x="5289" y="7298"/>
                    <a:pt x="5289" y="7136"/>
                  </a:cubicBezTo>
                  <a:lnTo>
                    <a:pt x="5963" y="7136"/>
                  </a:lnTo>
                  <a:lnTo>
                    <a:pt x="5963" y="6283"/>
                  </a:lnTo>
                  <a:lnTo>
                    <a:pt x="3665" y="6283"/>
                  </a:lnTo>
                  <a:lnTo>
                    <a:pt x="3665" y="0"/>
                  </a:lnTo>
                  <a:close/>
                </a:path>
              </a:pathLst>
            </a:custGeom>
            <a:solidFill>
              <a:schemeClr val="lt1">
                <a:alpha val="148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2" name="Google Shape;5802;p67"/>
            <p:cNvSpPr/>
            <p:nvPr/>
          </p:nvSpPr>
          <p:spPr>
            <a:xfrm>
              <a:off x="1095648" y="2483034"/>
              <a:ext cx="389004" cy="53857"/>
            </a:xfrm>
            <a:custGeom>
              <a:avLst/>
              <a:gdLst/>
              <a:ahLst/>
              <a:cxnLst/>
              <a:rect l="l" t="t" r="r" b="b"/>
              <a:pathLst>
                <a:path w="7086" h="981" extrusionOk="0">
                  <a:moveTo>
                    <a:pt x="7086" y="1"/>
                  </a:moveTo>
                  <a:cubicBezTo>
                    <a:pt x="7086" y="529"/>
                    <a:pt x="6654" y="981"/>
                    <a:pt x="6106" y="981"/>
                  </a:cubicBezTo>
                  <a:lnTo>
                    <a:pt x="980" y="981"/>
                  </a:lnTo>
                  <a:cubicBezTo>
                    <a:pt x="432" y="981"/>
                    <a:pt x="1" y="529"/>
                    <a:pt x="1" y="1"/>
                  </a:cubicBezTo>
                  <a:cubicBezTo>
                    <a:pt x="1" y="529"/>
                    <a:pt x="432" y="981"/>
                    <a:pt x="980" y="981"/>
                  </a:cubicBezTo>
                  <a:lnTo>
                    <a:pt x="6106" y="981"/>
                  </a:lnTo>
                  <a:cubicBezTo>
                    <a:pt x="6654" y="981"/>
                    <a:pt x="7086" y="529"/>
                    <a:pt x="7086" y="1"/>
                  </a:cubicBezTo>
                  <a:close/>
                </a:path>
              </a:pathLst>
            </a:custGeom>
            <a:solidFill>
              <a:srgbClr val="9BA8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3" name="Google Shape;5803;p67"/>
            <p:cNvSpPr/>
            <p:nvPr/>
          </p:nvSpPr>
          <p:spPr>
            <a:xfrm>
              <a:off x="1095648" y="2051526"/>
              <a:ext cx="389004" cy="485371"/>
            </a:xfrm>
            <a:custGeom>
              <a:avLst/>
              <a:gdLst/>
              <a:ahLst/>
              <a:cxnLst/>
              <a:rect l="l" t="t" r="r" b="b"/>
              <a:pathLst>
                <a:path w="7086" h="8841" extrusionOk="0">
                  <a:moveTo>
                    <a:pt x="1752" y="0"/>
                  </a:moveTo>
                  <a:cubicBezTo>
                    <a:pt x="1802" y="340"/>
                    <a:pt x="1833" y="675"/>
                    <a:pt x="1767" y="1015"/>
                  </a:cubicBezTo>
                  <a:cubicBezTo>
                    <a:pt x="1721" y="1350"/>
                    <a:pt x="1559" y="1690"/>
                    <a:pt x="1285" y="1883"/>
                  </a:cubicBezTo>
                  <a:cubicBezTo>
                    <a:pt x="1046" y="2060"/>
                    <a:pt x="722" y="2106"/>
                    <a:pt x="513" y="2334"/>
                  </a:cubicBezTo>
                  <a:cubicBezTo>
                    <a:pt x="321" y="2542"/>
                    <a:pt x="290" y="2831"/>
                    <a:pt x="259" y="3121"/>
                  </a:cubicBezTo>
                  <a:cubicBezTo>
                    <a:pt x="97" y="4679"/>
                    <a:pt x="16" y="6268"/>
                    <a:pt x="1" y="7846"/>
                  </a:cubicBezTo>
                  <a:lnTo>
                    <a:pt x="1" y="7861"/>
                  </a:lnTo>
                  <a:cubicBezTo>
                    <a:pt x="1" y="8389"/>
                    <a:pt x="432" y="8841"/>
                    <a:pt x="980" y="8841"/>
                  </a:cubicBezTo>
                  <a:lnTo>
                    <a:pt x="6106" y="8841"/>
                  </a:lnTo>
                  <a:cubicBezTo>
                    <a:pt x="6654" y="8841"/>
                    <a:pt x="7086" y="8389"/>
                    <a:pt x="7086" y="7861"/>
                  </a:cubicBezTo>
                  <a:lnTo>
                    <a:pt x="7086" y="7846"/>
                  </a:lnTo>
                  <a:cubicBezTo>
                    <a:pt x="7070" y="6268"/>
                    <a:pt x="6989" y="4679"/>
                    <a:pt x="6831" y="3121"/>
                  </a:cubicBezTo>
                  <a:cubicBezTo>
                    <a:pt x="6797" y="2831"/>
                    <a:pt x="6766" y="2542"/>
                    <a:pt x="6573" y="2334"/>
                  </a:cubicBezTo>
                  <a:cubicBezTo>
                    <a:pt x="6365" y="2106"/>
                    <a:pt x="6044" y="2060"/>
                    <a:pt x="5801" y="1883"/>
                  </a:cubicBezTo>
                  <a:cubicBezTo>
                    <a:pt x="5528" y="1690"/>
                    <a:pt x="5370" y="1350"/>
                    <a:pt x="5319" y="1015"/>
                  </a:cubicBezTo>
                  <a:cubicBezTo>
                    <a:pt x="5254" y="675"/>
                    <a:pt x="5289" y="340"/>
                    <a:pt x="5335" y="0"/>
                  </a:cubicBezTo>
                  <a:close/>
                </a:path>
              </a:pathLst>
            </a:custGeom>
            <a:solidFill>
              <a:schemeClr val="lt1">
                <a:alpha val="148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4" name="Google Shape;5804;p67"/>
            <p:cNvSpPr/>
            <p:nvPr/>
          </p:nvSpPr>
          <p:spPr>
            <a:xfrm>
              <a:off x="1140556" y="2108895"/>
              <a:ext cx="79437" cy="228549"/>
            </a:xfrm>
            <a:custGeom>
              <a:avLst/>
              <a:gdLst/>
              <a:ahLst/>
              <a:cxnLst/>
              <a:rect l="l" t="t" r="r" b="b"/>
              <a:pathLst>
                <a:path w="1447" h="4163" extrusionOk="0">
                  <a:moveTo>
                    <a:pt x="1447" y="1"/>
                  </a:moveTo>
                  <a:cubicBezTo>
                    <a:pt x="1447" y="1"/>
                    <a:pt x="1416" y="82"/>
                    <a:pt x="1385" y="193"/>
                  </a:cubicBezTo>
                  <a:cubicBezTo>
                    <a:pt x="1350" y="305"/>
                    <a:pt x="1304" y="483"/>
                    <a:pt x="1192" y="660"/>
                  </a:cubicBezTo>
                  <a:cubicBezTo>
                    <a:pt x="1142" y="757"/>
                    <a:pt x="1080" y="838"/>
                    <a:pt x="984" y="919"/>
                  </a:cubicBezTo>
                  <a:cubicBezTo>
                    <a:pt x="903" y="980"/>
                    <a:pt x="791" y="1061"/>
                    <a:pt x="675" y="1142"/>
                  </a:cubicBezTo>
                  <a:cubicBezTo>
                    <a:pt x="579" y="1223"/>
                    <a:pt x="451" y="1320"/>
                    <a:pt x="370" y="1462"/>
                  </a:cubicBezTo>
                  <a:cubicBezTo>
                    <a:pt x="289" y="1594"/>
                    <a:pt x="259" y="1736"/>
                    <a:pt x="228" y="1883"/>
                  </a:cubicBezTo>
                  <a:cubicBezTo>
                    <a:pt x="212" y="1945"/>
                    <a:pt x="193" y="2026"/>
                    <a:pt x="178" y="2091"/>
                  </a:cubicBezTo>
                  <a:cubicBezTo>
                    <a:pt x="162" y="2157"/>
                    <a:pt x="147" y="2234"/>
                    <a:pt x="131" y="2299"/>
                  </a:cubicBezTo>
                  <a:cubicBezTo>
                    <a:pt x="116" y="2446"/>
                    <a:pt x="97" y="2573"/>
                    <a:pt x="81" y="2716"/>
                  </a:cubicBezTo>
                  <a:cubicBezTo>
                    <a:pt x="35" y="2974"/>
                    <a:pt x="19" y="3233"/>
                    <a:pt x="19" y="3441"/>
                  </a:cubicBezTo>
                  <a:cubicBezTo>
                    <a:pt x="0" y="3665"/>
                    <a:pt x="0" y="3842"/>
                    <a:pt x="0" y="3954"/>
                  </a:cubicBezTo>
                  <a:cubicBezTo>
                    <a:pt x="19" y="4020"/>
                    <a:pt x="19" y="4066"/>
                    <a:pt x="19" y="4116"/>
                  </a:cubicBezTo>
                  <a:lnTo>
                    <a:pt x="19" y="4162"/>
                  </a:lnTo>
                  <a:cubicBezTo>
                    <a:pt x="19" y="4162"/>
                    <a:pt x="35" y="4085"/>
                    <a:pt x="50" y="3969"/>
                  </a:cubicBezTo>
                  <a:cubicBezTo>
                    <a:pt x="66" y="3842"/>
                    <a:pt x="81" y="3665"/>
                    <a:pt x="116" y="3457"/>
                  </a:cubicBezTo>
                  <a:cubicBezTo>
                    <a:pt x="147" y="3248"/>
                    <a:pt x="178" y="2990"/>
                    <a:pt x="228" y="2735"/>
                  </a:cubicBezTo>
                  <a:cubicBezTo>
                    <a:pt x="259" y="2604"/>
                    <a:pt x="274" y="2477"/>
                    <a:pt x="309" y="2330"/>
                  </a:cubicBezTo>
                  <a:cubicBezTo>
                    <a:pt x="324" y="2269"/>
                    <a:pt x="340" y="2188"/>
                    <a:pt x="355" y="2122"/>
                  </a:cubicBezTo>
                  <a:cubicBezTo>
                    <a:pt x="355" y="2060"/>
                    <a:pt x="370" y="1995"/>
                    <a:pt x="386" y="1914"/>
                  </a:cubicBezTo>
                  <a:cubicBezTo>
                    <a:pt x="421" y="1786"/>
                    <a:pt x="467" y="1655"/>
                    <a:pt x="532" y="1543"/>
                  </a:cubicBezTo>
                  <a:cubicBezTo>
                    <a:pt x="579" y="1432"/>
                    <a:pt x="675" y="1351"/>
                    <a:pt x="772" y="1254"/>
                  </a:cubicBezTo>
                  <a:cubicBezTo>
                    <a:pt x="887" y="1173"/>
                    <a:pt x="984" y="1096"/>
                    <a:pt x="1080" y="1015"/>
                  </a:cubicBezTo>
                  <a:cubicBezTo>
                    <a:pt x="1096" y="980"/>
                    <a:pt x="1126" y="965"/>
                    <a:pt x="1142" y="934"/>
                  </a:cubicBezTo>
                  <a:cubicBezTo>
                    <a:pt x="1157" y="919"/>
                    <a:pt x="1192" y="884"/>
                    <a:pt x="1207" y="868"/>
                  </a:cubicBezTo>
                  <a:cubicBezTo>
                    <a:pt x="1238" y="822"/>
                    <a:pt x="1254" y="757"/>
                    <a:pt x="1288" y="710"/>
                  </a:cubicBezTo>
                  <a:cubicBezTo>
                    <a:pt x="1335" y="614"/>
                    <a:pt x="1369" y="517"/>
                    <a:pt x="1385" y="436"/>
                  </a:cubicBezTo>
                  <a:cubicBezTo>
                    <a:pt x="1400" y="340"/>
                    <a:pt x="1416" y="259"/>
                    <a:pt x="1416" y="209"/>
                  </a:cubicBezTo>
                  <a:cubicBezTo>
                    <a:pt x="1431" y="147"/>
                    <a:pt x="1431" y="97"/>
                    <a:pt x="1431" y="66"/>
                  </a:cubicBezTo>
                  <a:cubicBezTo>
                    <a:pt x="1447" y="16"/>
                    <a:pt x="1447" y="1"/>
                    <a:pt x="14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5" name="Google Shape;5805;p67"/>
            <p:cNvSpPr/>
            <p:nvPr/>
          </p:nvSpPr>
          <p:spPr>
            <a:xfrm>
              <a:off x="1317990" y="2401947"/>
              <a:ext cx="128790" cy="95087"/>
            </a:xfrm>
            <a:custGeom>
              <a:avLst/>
              <a:gdLst/>
              <a:ahLst/>
              <a:cxnLst/>
              <a:rect l="l" t="t" r="r" b="b"/>
              <a:pathLst>
                <a:path w="2346" h="1732" extrusionOk="0">
                  <a:moveTo>
                    <a:pt x="2284" y="1"/>
                  </a:moveTo>
                  <a:cubicBezTo>
                    <a:pt x="2284" y="1"/>
                    <a:pt x="2249" y="240"/>
                    <a:pt x="2218" y="579"/>
                  </a:cubicBezTo>
                  <a:cubicBezTo>
                    <a:pt x="2218" y="656"/>
                    <a:pt x="2203" y="753"/>
                    <a:pt x="2203" y="849"/>
                  </a:cubicBezTo>
                  <a:cubicBezTo>
                    <a:pt x="2187" y="946"/>
                    <a:pt x="2187" y="1061"/>
                    <a:pt x="2168" y="1158"/>
                  </a:cubicBezTo>
                  <a:cubicBezTo>
                    <a:pt x="2153" y="1254"/>
                    <a:pt x="2122" y="1331"/>
                    <a:pt x="2056" y="1412"/>
                  </a:cubicBezTo>
                  <a:cubicBezTo>
                    <a:pt x="1994" y="1478"/>
                    <a:pt x="1898" y="1524"/>
                    <a:pt x="1817" y="1544"/>
                  </a:cubicBezTo>
                  <a:cubicBezTo>
                    <a:pt x="1721" y="1559"/>
                    <a:pt x="1609" y="1559"/>
                    <a:pt x="1493" y="1559"/>
                  </a:cubicBezTo>
                  <a:cubicBezTo>
                    <a:pt x="1456" y="1554"/>
                    <a:pt x="1417" y="1552"/>
                    <a:pt x="1378" y="1552"/>
                  </a:cubicBezTo>
                  <a:cubicBezTo>
                    <a:pt x="1300" y="1552"/>
                    <a:pt x="1222" y="1559"/>
                    <a:pt x="1158" y="1559"/>
                  </a:cubicBezTo>
                  <a:cubicBezTo>
                    <a:pt x="934" y="1559"/>
                    <a:pt x="741" y="1574"/>
                    <a:pt x="564" y="1605"/>
                  </a:cubicBezTo>
                  <a:cubicBezTo>
                    <a:pt x="386" y="1621"/>
                    <a:pt x="240" y="1655"/>
                    <a:pt x="143" y="1671"/>
                  </a:cubicBezTo>
                  <a:cubicBezTo>
                    <a:pt x="97" y="1686"/>
                    <a:pt x="66" y="1702"/>
                    <a:pt x="31" y="1702"/>
                  </a:cubicBezTo>
                  <a:cubicBezTo>
                    <a:pt x="0" y="1702"/>
                    <a:pt x="0" y="1717"/>
                    <a:pt x="0" y="1717"/>
                  </a:cubicBezTo>
                  <a:cubicBezTo>
                    <a:pt x="0" y="1717"/>
                    <a:pt x="47" y="1717"/>
                    <a:pt x="143" y="1702"/>
                  </a:cubicBezTo>
                  <a:lnTo>
                    <a:pt x="1158" y="1702"/>
                  </a:lnTo>
                  <a:cubicBezTo>
                    <a:pt x="1254" y="1717"/>
                    <a:pt x="1366" y="1717"/>
                    <a:pt x="1478" y="1717"/>
                  </a:cubicBezTo>
                  <a:cubicBezTo>
                    <a:pt x="1534" y="1727"/>
                    <a:pt x="1594" y="1732"/>
                    <a:pt x="1657" y="1732"/>
                  </a:cubicBezTo>
                  <a:cubicBezTo>
                    <a:pt x="1720" y="1732"/>
                    <a:pt x="1784" y="1727"/>
                    <a:pt x="1848" y="1717"/>
                  </a:cubicBezTo>
                  <a:cubicBezTo>
                    <a:pt x="1975" y="1686"/>
                    <a:pt x="2091" y="1621"/>
                    <a:pt x="2187" y="1524"/>
                  </a:cubicBezTo>
                  <a:cubicBezTo>
                    <a:pt x="2264" y="1428"/>
                    <a:pt x="2315" y="1301"/>
                    <a:pt x="2330" y="1173"/>
                  </a:cubicBezTo>
                  <a:cubicBezTo>
                    <a:pt x="2345" y="1061"/>
                    <a:pt x="2330" y="946"/>
                    <a:pt x="2330" y="849"/>
                  </a:cubicBezTo>
                  <a:cubicBezTo>
                    <a:pt x="2330" y="753"/>
                    <a:pt x="2330" y="656"/>
                    <a:pt x="2315" y="579"/>
                  </a:cubicBezTo>
                  <a:cubicBezTo>
                    <a:pt x="2299" y="240"/>
                    <a:pt x="2284" y="1"/>
                    <a:pt x="22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6" name="Google Shape;5806;p67"/>
            <p:cNvSpPr/>
            <p:nvPr/>
          </p:nvSpPr>
          <p:spPr>
            <a:xfrm>
              <a:off x="1265890" y="2183833"/>
              <a:ext cx="41557" cy="13396"/>
            </a:xfrm>
            <a:custGeom>
              <a:avLst/>
              <a:gdLst/>
              <a:ahLst/>
              <a:cxnLst/>
              <a:rect l="l" t="t" r="r" b="b"/>
              <a:pathLst>
                <a:path w="757" h="244" extrusionOk="0">
                  <a:moveTo>
                    <a:pt x="82" y="1"/>
                  </a:moveTo>
                  <a:cubicBezTo>
                    <a:pt x="31" y="1"/>
                    <a:pt x="1" y="36"/>
                    <a:pt x="1" y="82"/>
                  </a:cubicBezTo>
                  <a:lnTo>
                    <a:pt x="1" y="244"/>
                  </a:lnTo>
                  <a:lnTo>
                    <a:pt x="757" y="244"/>
                  </a:lnTo>
                  <a:lnTo>
                    <a:pt x="757" y="82"/>
                  </a:lnTo>
                  <a:cubicBezTo>
                    <a:pt x="757" y="36"/>
                    <a:pt x="726" y="1"/>
                    <a:pt x="6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7" name="Google Shape;5807;p67"/>
            <p:cNvSpPr/>
            <p:nvPr/>
          </p:nvSpPr>
          <p:spPr>
            <a:xfrm>
              <a:off x="1178656" y="2200797"/>
              <a:ext cx="218767" cy="266430"/>
            </a:xfrm>
            <a:custGeom>
              <a:avLst/>
              <a:gdLst/>
              <a:ahLst/>
              <a:cxnLst/>
              <a:rect l="l" t="t" r="r" b="b"/>
              <a:pathLst>
                <a:path w="3985" h="4853" extrusionOk="0">
                  <a:moveTo>
                    <a:pt x="2955" y="1"/>
                  </a:moveTo>
                  <a:lnTo>
                    <a:pt x="996" y="16"/>
                  </a:lnTo>
                  <a:lnTo>
                    <a:pt x="996" y="402"/>
                  </a:lnTo>
                  <a:cubicBezTo>
                    <a:pt x="996" y="818"/>
                    <a:pt x="849" y="1204"/>
                    <a:pt x="560" y="1509"/>
                  </a:cubicBezTo>
                  <a:cubicBezTo>
                    <a:pt x="224" y="1863"/>
                    <a:pt x="16" y="2330"/>
                    <a:pt x="16" y="2859"/>
                  </a:cubicBezTo>
                  <a:cubicBezTo>
                    <a:pt x="1" y="3945"/>
                    <a:pt x="899" y="4853"/>
                    <a:pt x="1979" y="4853"/>
                  </a:cubicBezTo>
                  <a:cubicBezTo>
                    <a:pt x="1988" y="4853"/>
                    <a:pt x="1997" y="4853"/>
                    <a:pt x="2006" y="4853"/>
                  </a:cubicBezTo>
                  <a:cubicBezTo>
                    <a:pt x="3102" y="4853"/>
                    <a:pt x="3985" y="3954"/>
                    <a:pt x="3985" y="2859"/>
                  </a:cubicBezTo>
                  <a:cubicBezTo>
                    <a:pt x="3969" y="2315"/>
                    <a:pt x="3761" y="1833"/>
                    <a:pt x="3406" y="1478"/>
                  </a:cubicBezTo>
                  <a:cubicBezTo>
                    <a:pt x="3117" y="1189"/>
                    <a:pt x="2955" y="803"/>
                    <a:pt x="2955" y="402"/>
                  </a:cubicBezTo>
                  <a:lnTo>
                    <a:pt x="2955"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8" name="Google Shape;5808;p67"/>
            <p:cNvSpPr/>
            <p:nvPr/>
          </p:nvSpPr>
          <p:spPr>
            <a:xfrm>
              <a:off x="1233280" y="2190201"/>
              <a:ext cx="68018" cy="19325"/>
            </a:xfrm>
            <a:custGeom>
              <a:avLst/>
              <a:gdLst/>
              <a:ahLst/>
              <a:cxnLst/>
              <a:rect l="l" t="t" r="r" b="b"/>
              <a:pathLst>
                <a:path w="1239" h="352" extrusionOk="0">
                  <a:moveTo>
                    <a:pt x="1239" y="1"/>
                  </a:moveTo>
                  <a:lnTo>
                    <a:pt x="240" y="16"/>
                  </a:lnTo>
                  <a:cubicBezTo>
                    <a:pt x="112" y="16"/>
                    <a:pt x="1" y="128"/>
                    <a:pt x="1" y="255"/>
                  </a:cubicBezTo>
                  <a:lnTo>
                    <a:pt x="1" y="352"/>
                  </a:lnTo>
                  <a:lnTo>
                    <a:pt x="123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9" name="Google Shape;5809;p67"/>
            <p:cNvSpPr/>
            <p:nvPr/>
          </p:nvSpPr>
          <p:spPr>
            <a:xfrm>
              <a:off x="1294054" y="2211392"/>
              <a:ext cx="46828" cy="12353"/>
            </a:xfrm>
            <a:custGeom>
              <a:avLst/>
              <a:gdLst/>
              <a:ahLst/>
              <a:cxnLst/>
              <a:rect l="l" t="t" r="r" b="b"/>
              <a:pathLst>
                <a:path w="853" h="225" extrusionOk="0">
                  <a:moveTo>
                    <a:pt x="853" y="0"/>
                  </a:moveTo>
                  <a:lnTo>
                    <a:pt x="1" y="224"/>
                  </a:lnTo>
                  <a:lnTo>
                    <a:pt x="853" y="224"/>
                  </a:lnTo>
                  <a:lnTo>
                    <a:pt x="85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0" name="Google Shape;5810;p67"/>
            <p:cNvSpPr/>
            <p:nvPr/>
          </p:nvSpPr>
          <p:spPr>
            <a:xfrm>
              <a:off x="1233280" y="2190201"/>
              <a:ext cx="105074" cy="34367"/>
            </a:xfrm>
            <a:custGeom>
              <a:avLst/>
              <a:gdLst/>
              <a:ahLst/>
              <a:cxnLst/>
              <a:rect l="l" t="t" r="r" b="b"/>
              <a:pathLst>
                <a:path w="1914" h="626" extrusionOk="0">
                  <a:moveTo>
                    <a:pt x="1239" y="1"/>
                  </a:moveTo>
                  <a:lnTo>
                    <a:pt x="1" y="352"/>
                  </a:lnTo>
                  <a:lnTo>
                    <a:pt x="1" y="626"/>
                  </a:lnTo>
                  <a:lnTo>
                    <a:pt x="97" y="626"/>
                  </a:lnTo>
                  <a:lnTo>
                    <a:pt x="1914" y="113"/>
                  </a:lnTo>
                  <a:cubicBezTo>
                    <a:pt x="1864" y="47"/>
                    <a:pt x="1802" y="1"/>
                    <a:pt x="170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1" name="Google Shape;5811;p67"/>
            <p:cNvSpPr/>
            <p:nvPr/>
          </p:nvSpPr>
          <p:spPr>
            <a:xfrm>
              <a:off x="1238606" y="2196350"/>
              <a:ext cx="102274" cy="28219"/>
            </a:xfrm>
            <a:custGeom>
              <a:avLst/>
              <a:gdLst/>
              <a:ahLst/>
              <a:cxnLst/>
              <a:rect l="l" t="t" r="r" b="b"/>
              <a:pathLst>
                <a:path w="1863" h="514" extrusionOk="0">
                  <a:moveTo>
                    <a:pt x="1817" y="1"/>
                  </a:moveTo>
                  <a:lnTo>
                    <a:pt x="0" y="514"/>
                  </a:lnTo>
                  <a:lnTo>
                    <a:pt x="1011" y="498"/>
                  </a:lnTo>
                  <a:lnTo>
                    <a:pt x="1863" y="274"/>
                  </a:lnTo>
                  <a:lnTo>
                    <a:pt x="1848" y="128"/>
                  </a:lnTo>
                  <a:cubicBezTo>
                    <a:pt x="1848" y="82"/>
                    <a:pt x="1848" y="31"/>
                    <a:pt x="181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2" name="Google Shape;5812;p67"/>
            <p:cNvSpPr/>
            <p:nvPr/>
          </p:nvSpPr>
          <p:spPr>
            <a:xfrm>
              <a:off x="1248323" y="2223690"/>
              <a:ext cx="82840" cy="172002"/>
            </a:xfrm>
            <a:custGeom>
              <a:avLst/>
              <a:gdLst/>
              <a:ahLst/>
              <a:cxnLst/>
              <a:rect l="l" t="t" r="r" b="b"/>
              <a:pathLst>
                <a:path w="1509" h="3133" extrusionOk="0">
                  <a:moveTo>
                    <a:pt x="965" y="1639"/>
                  </a:moveTo>
                  <a:lnTo>
                    <a:pt x="965" y="1639"/>
                  </a:lnTo>
                  <a:cubicBezTo>
                    <a:pt x="1011" y="1686"/>
                    <a:pt x="1046" y="1736"/>
                    <a:pt x="1077" y="1782"/>
                  </a:cubicBezTo>
                  <a:cubicBezTo>
                    <a:pt x="1300" y="2152"/>
                    <a:pt x="1412" y="2476"/>
                    <a:pt x="1397" y="2781"/>
                  </a:cubicBezTo>
                  <a:cubicBezTo>
                    <a:pt x="1397" y="2843"/>
                    <a:pt x="1366" y="2908"/>
                    <a:pt x="1335" y="2924"/>
                  </a:cubicBezTo>
                  <a:cubicBezTo>
                    <a:pt x="1316" y="2939"/>
                    <a:pt x="1300" y="2939"/>
                    <a:pt x="1300" y="2939"/>
                  </a:cubicBezTo>
                  <a:cubicBezTo>
                    <a:pt x="1269" y="2924"/>
                    <a:pt x="1254" y="2893"/>
                    <a:pt x="1239" y="2877"/>
                  </a:cubicBezTo>
                  <a:cubicBezTo>
                    <a:pt x="1142" y="2685"/>
                    <a:pt x="1092" y="2442"/>
                    <a:pt x="1061" y="2249"/>
                  </a:cubicBezTo>
                  <a:cubicBezTo>
                    <a:pt x="1011" y="2040"/>
                    <a:pt x="996" y="1848"/>
                    <a:pt x="965" y="1639"/>
                  </a:cubicBezTo>
                  <a:close/>
                  <a:moveTo>
                    <a:pt x="402" y="1767"/>
                  </a:moveTo>
                  <a:cubicBezTo>
                    <a:pt x="402" y="2056"/>
                    <a:pt x="417" y="2345"/>
                    <a:pt x="351" y="2604"/>
                  </a:cubicBezTo>
                  <a:cubicBezTo>
                    <a:pt x="336" y="2781"/>
                    <a:pt x="290" y="2908"/>
                    <a:pt x="224" y="3005"/>
                  </a:cubicBezTo>
                  <a:lnTo>
                    <a:pt x="209" y="3036"/>
                  </a:lnTo>
                  <a:cubicBezTo>
                    <a:pt x="209" y="3036"/>
                    <a:pt x="193" y="3020"/>
                    <a:pt x="178" y="3005"/>
                  </a:cubicBezTo>
                  <a:cubicBezTo>
                    <a:pt x="128" y="2877"/>
                    <a:pt x="97" y="2700"/>
                    <a:pt x="128" y="2492"/>
                  </a:cubicBezTo>
                  <a:cubicBezTo>
                    <a:pt x="159" y="2233"/>
                    <a:pt x="255" y="1994"/>
                    <a:pt x="402" y="1767"/>
                  </a:cubicBezTo>
                  <a:close/>
                  <a:moveTo>
                    <a:pt x="402" y="0"/>
                  </a:moveTo>
                  <a:lnTo>
                    <a:pt x="290" y="16"/>
                  </a:lnTo>
                  <a:cubicBezTo>
                    <a:pt x="336" y="594"/>
                    <a:pt x="371" y="1126"/>
                    <a:pt x="402" y="1608"/>
                  </a:cubicBezTo>
                  <a:cubicBezTo>
                    <a:pt x="371" y="1639"/>
                    <a:pt x="351" y="1655"/>
                    <a:pt x="336" y="1686"/>
                  </a:cubicBezTo>
                  <a:cubicBezTo>
                    <a:pt x="178" y="1929"/>
                    <a:pt x="62" y="2202"/>
                    <a:pt x="31" y="2476"/>
                  </a:cubicBezTo>
                  <a:cubicBezTo>
                    <a:pt x="0" y="2700"/>
                    <a:pt x="16" y="2893"/>
                    <a:pt x="97" y="3055"/>
                  </a:cubicBezTo>
                  <a:cubicBezTo>
                    <a:pt x="128" y="3117"/>
                    <a:pt x="178" y="3132"/>
                    <a:pt x="209" y="3132"/>
                  </a:cubicBezTo>
                  <a:cubicBezTo>
                    <a:pt x="255" y="3132"/>
                    <a:pt x="290" y="3086"/>
                    <a:pt x="305" y="3070"/>
                  </a:cubicBezTo>
                  <a:cubicBezTo>
                    <a:pt x="371" y="2939"/>
                    <a:pt x="417" y="2812"/>
                    <a:pt x="467" y="2634"/>
                  </a:cubicBezTo>
                  <a:cubicBezTo>
                    <a:pt x="513" y="2330"/>
                    <a:pt x="513" y="2025"/>
                    <a:pt x="498" y="1720"/>
                  </a:cubicBezTo>
                  <a:lnTo>
                    <a:pt x="498" y="1639"/>
                  </a:lnTo>
                  <a:cubicBezTo>
                    <a:pt x="564" y="1574"/>
                    <a:pt x="660" y="1512"/>
                    <a:pt x="756" y="1512"/>
                  </a:cubicBezTo>
                  <a:cubicBezTo>
                    <a:pt x="787" y="1512"/>
                    <a:pt x="818" y="1527"/>
                    <a:pt x="853" y="1543"/>
                  </a:cubicBezTo>
                  <a:cubicBezTo>
                    <a:pt x="884" y="1782"/>
                    <a:pt x="915" y="2025"/>
                    <a:pt x="965" y="2264"/>
                  </a:cubicBezTo>
                  <a:cubicBezTo>
                    <a:pt x="996" y="2476"/>
                    <a:pt x="1046" y="2715"/>
                    <a:pt x="1158" y="2924"/>
                  </a:cubicBezTo>
                  <a:cubicBezTo>
                    <a:pt x="1173" y="2958"/>
                    <a:pt x="1204" y="3005"/>
                    <a:pt x="1254" y="3020"/>
                  </a:cubicBezTo>
                  <a:cubicBezTo>
                    <a:pt x="1273" y="3027"/>
                    <a:pt x="1293" y="3030"/>
                    <a:pt x="1312" y="3030"/>
                  </a:cubicBezTo>
                  <a:cubicBezTo>
                    <a:pt x="1338" y="3030"/>
                    <a:pt x="1363" y="3023"/>
                    <a:pt x="1381" y="3005"/>
                  </a:cubicBezTo>
                  <a:cubicBezTo>
                    <a:pt x="1462" y="2958"/>
                    <a:pt x="1493" y="2862"/>
                    <a:pt x="1493" y="2781"/>
                  </a:cubicBezTo>
                  <a:cubicBezTo>
                    <a:pt x="1509" y="2457"/>
                    <a:pt x="1397" y="2106"/>
                    <a:pt x="1158" y="1720"/>
                  </a:cubicBezTo>
                  <a:cubicBezTo>
                    <a:pt x="1107" y="1655"/>
                    <a:pt x="1046" y="1558"/>
                    <a:pt x="949" y="1493"/>
                  </a:cubicBezTo>
                  <a:cubicBezTo>
                    <a:pt x="899" y="995"/>
                    <a:pt x="884" y="498"/>
                    <a:pt x="915" y="16"/>
                  </a:cubicBezTo>
                  <a:lnTo>
                    <a:pt x="818" y="16"/>
                  </a:lnTo>
                  <a:cubicBezTo>
                    <a:pt x="787" y="467"/>
                    <a:pt x="803" y="949"/>
                    <a:pt x="853" y="1431"/>
                  </a:cubicBezTo>
                  <a:cubicBezTo>
                    <a:pt x="818" y="1431"/>
                    <a:pt x="787" y="1416"/>
                    <a:pt x="756" y="1416"/>
                  </a:cubicBezTo>
                  <a:cubicBezTo>
                    <a:pt x="660" y="1416"/>
                    <a:pt x="579" y="1446"/>
                    <a:pt x="483" y="1512"/>
                  </a:cubicBezTo>
                  <a:cubicBezTo>
                    <a:pt x="467" y="1061"/>
                    <a:pt x="432" y="548"/>
                    <a:pt x="4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3" name="Google Shape;5813;p67"/>
            <p:cNvSpPr/>
            <p:nvPr/>
          </p:nvSpPr>
          <p:spPr>
            <a:xfrm>
              <a:off x="1212089" y="2329535"/>
              <a:ext cx="53031" cy="110404"/>
            </a:xfrm>
            <a:custGeom>
              <a:avLst/>
              <a:gdLst/>
              <a:ahLst/>
              <a:cxnLst/>
              <a:rect l="l" t="t" r="r" b="b"/>
              <a:pathLst>
                <a:path w="966" h="2011" extrusionOk="0">
                  <a:moveTo>
                    <a:pt x="113" y="1"/>
                  </a:moveTo>
                  <a:lnTo>
                    <a:pt x="97" y="16"/>
                  </a:lnTo>
                  <a:cubicBezTo>
                    <a:pt x="97" y="31"/>
                    <a:pt x="82" y="66"/>
                    <a:pt x="82" y="97"/>
                  </a:cubicBezTo>
                  <a:cubicBezTo>
                    <a:pt x="66" y="112"/>
                    <a:pt x="47" y="163"/>
                    <a:pt x="47" y="209"/>
                  </a:cubicBezTo>
                  <a:cubicBezTo>
                    <a:pt x="32" y="240"/>
                    <a:pt x="16" y="305"/>
                    <a:pt x="16" y="355"/>
                  </a:cubicBezTo>
                  <a:cubicBezTo>
                    <a:pt x="1" y="467"/>
                    <a:pt x="1" y="595"/>
                    <a:pt x="16" y="741"/>
                  </a:cubicBezTo>
                  <a:cubicBezTo>
                    <a:pt x="16" y="818"/>
                    <a:pt x="32" y="884"/>
                    <a:pt x="47" y="965"/>
                  </a:cubicBezTo>
                  <a:cubicBezTo>
                    <a:pt x="66" y="1030"/>
                    <a:pt x="97" y="1108"/>
                    <a:pt x="128" y="1173"/>
                  </a:cubicBezTo>
                  <a:cubicBezTo>
                    <a:pt x="144" y="1239"/>
                    <a:pt x="194" y="1320"/>
                    <a:pt x="225" y="1381"/>
                  </a:cubicBezTo>
                  <a:cubicBezTo>
                    <a:pt x="259" y="1447"/>
                    <a:pt x="306" y="1493"/>
                    <a:pt x="356" y="1559"/>
                  </a:cubicBezTo>
                  <a:cubicBezTo>
                    <a:pt x="452" y="1671"/>
                    <a:pt x="549" y="1752"/>
                    <a:pt x="626" y="1833"/>
                  </a:cubicBezTo>
                  <a:cubicBezTo>
                    <a:pt x="676" y="1864"/>
                    <a:pt x="722" y="1879"/>
                    <a:pt x="757" y="1914"/>
                  </a:cubicBezTo>
                  <a:cubicBezTo>
                    <a:pt x="803" y="1929"/>
                    <a:pt x="838" y="1945"/>
                    <a:pt x="869" y="1960"/>
                  </a:cubicBezTo>
                  <a:cubicBezTo>
                    <a:pt x="900" y="1975"/>
                    <a:pt x="915" y="1995"/>
                    <a:pt x="934" y="1995"/>
                  </a:cubicBezTo>
                  <a:cubicBezTo>
                    <a:pt x="950" y="2010"/>
                    <a:pt x="965" y="2010"/>
                    <a:pt x="965" y="2010"/>
                  </a:cubicBezTo>
                  <a:cubicBezTo>
                    <a:pt x="965" y="2010"/>
                    <a:pt x="934" y="1975"/>
                    <a:pt x="884" y="1945"/>
                  </a:cubicBezTo>
                  <a:cubicBezTo>
                    <a:pt x="853" y="1929"/>
                    <a:pt x="819" y="1898"/>
                    <a:pt x="788" y="1864"/>
                  </a:cubicBezTo>
                  <a:cubicBezTo>
                    <a:pt x="757" y="1848"/>
                    <a:pt x="722" y="1802"/>
                    <a:pt x="676" y="1767"/>
                  </a:cubicBezTo>
                  <a:cubicBezTo>
                    <a:pt x="645" y="1736"/>
                    <a:pt x="610" y="1686"/>
                    <a:pt x="564" y="1640"/>
                  </a:cubicBezTo>
                  <a:cubicBezTo>
                    <a:pt x="529" y="1590"/>
                    <a:pt x="483" y="1543"/>
                    <a:pt x="452" y="1493"/>
                  </a:cubicBezTo>
                  <a:cubicBezTo>
                    <a:pt x="402" y="1432"/>
                    <a:pt x="371" y="1366"/>
                    <a:pt x="336" y="1320"/>
                  </a:cubicBezTo>
                  <a:cubicBezTo>
                    <a:pt x="306" y="1254"/>
                    <a:pt x="275" y="1189"/>
                    <a:pt x="240" y="1127"/>
                  </a:cubicBezTo>
                  <a:cubicBezTo>
                    <a:pt x="209" y="1061"/>
                    <a:pt x="194" y="996"/>
                    <a:pt x="178" y="915"/>
                  </a:cubicBezTo>
                  <a:cubicBezTo>
                    <a:pt x="163" y="853"/>
                    <a:pt x="128" y="787"/>
                    <a:pt x="128" y="722"/>
                  </a:cubicBezTo>
                  <a:cubicBezTo>
                    <a:pt x="113" y="660"/>
                    <a:pt x="97" y="595"/>
                    <a:pt x="97" y="529"/>
                  </a:cubicBezTo>
                  <a:lnTo>
                    <a:pt x="97" y="355"/>
                  </a:lnTo>
                  <a:lnTo>
                    <a:pt x="97" y="209"/>
                  </a:lnTo>
                  <a:lnTo>
                    <a:pt x="97" y="97"/>
                  </a:lnTo>
                  <a:cubicBezTo>
                    <a:pt x="113" y="32"/>
                    <a:pt x="113" y="1"/>
                    <a:pt x="1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4" name="Google Shape;5814;p67"/>
            <p:cNvSpPr/>
            <p:nvPr/>
          </p:nvSpPr>
          <p:spPr>
            <a:xfrm>
              <a:off x="1286203" y="1689026"/>
              <a:ext cx="10650" cy="497669"/>
            </a:xfrm>
            <a:custGeom>
              <a:avLst/>
              <a:gdLst/>
              <a:ahLst/>
              <a:cxnLst/>
              <a:rect l="l" t="t" r="r" b="b"/>
              <a:pathLst>
                <a:path w="194" h="9065" extrusionOk="0">
                  <a:moveTo>
                    <a:pt x="1" y="0"/>
                  </a:moveTo>
                  <a:lnTo>
                    <a:pt x="1" y="9064"/>
                  </a:lnTo>
                  <a:lnTo>
                    <a:pt x="194" y="9064"/>
                  </a:lnTo>
                  <a:lnTo>
                    <a:pt x="19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5" name="Google Shape;5815;p67"/>
            <p:cNvSpPr/>
            <p:nvPr/>
          </p:nvSpPr>
          <p:spPr>
            <a:xfrm>
              <a:off x="1157465" y="2033958"/>
              <a:ext cx="265594" cy="46830"/>
            </a:xfrm>
            <a:custGeom>
              <a:avLst/>
              <a:gdLst/>
              <a:ahLst/>
              <a:cxnLst/>
              <a:rect l="l" t="t" r="r" b="b"/>
              <a:pathLst>
                <a:path w="4838" h="853" extrusionOk="0">
                  <a:moveTo>
                    <a:pt x="1" y="0"/>
                  </a:moveTo>
                  <a:lnTo>
                    <a:pt x="1" y="853"/>
                  </a:lnTo>
                  <a:lnTo>
                    <a:pt x="4837" y="853"/>
                  </a:lnTo>
                  <a:lnTo>
                    <a:pt x="483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6" name="Google Shape;5816;p67"/>
            <p:cNvSpPr/>
            <p:nvPr/>
          </p:nvSpPr>
          <p:spPr>
            <a:xfrm>
              <a:off x="1167017" y="2033958"/>
              <a:ext cx="8070" cy="46830"/>
            </a:xfrm>
            <a:custGeom>
              <a:avLst/>
              <a:gdLst/>
              <a:ahLst/>
              <a:cxnLst/>
              <a:rect l="l" t="t" r="r" b="b"/>
              <a:pathLst>
                <a:path w="147" h="853" extrusionOk="0">
                  <a:moveTo>
                    <a:pt x="0" y="0"/>
                  </a:moveTo>
                  <a:lnTo>
                    <a:pt x="0" y="853"/>
                  </a:lnTo>
                  <a:lnTo>
                    <a:pt x="147" y="853"/>
                  </a:lnTo>
                  <a:lnTo>
                    <a:pt x="14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7" name="Google Shape;5817;p67"/>
            <p:cNvSpPr/>
            <p:nvPr/>
          </p:nvSpPr>
          <p:spPr>
            <a:xfrm>
              <a:off x="1185628" y="2033958"/>
              <a:ext cx="7082" cy="46830"/>
            </a:xfrm>
            <a:custGeom>
              <a:avLst/>
              <a:gdLst/>
              <a:ahLst/>
              <a:cxnLst/>
              <a:rect l="l" t="t" r="r" b="b"/>
              <a:pathLst>
                <a:path w="129" h="853" extrusionOk="0">
                  <a:moveTo>
                    <a:pt x="1" y="0"/>
                  </a:moveTo>
                  <a:lnTo>
                    <a:pt x="1" y="853"/>
                  </a:lnTo>
                  <a:lnTo>
                    <a:pt x="128" y="853"/>
                  </a:lnTo>
                  <a:lnTo>
                    <a:pt x="12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8" name="Google Shape;5818;p67"/>
            <p:cNvSpPr/>
            <p:nvPr/>
          </p:nvSpPr>
          <p:spPr>
            <a:xfrm>
              <a:off x="1203196" y="2033958"/>
              <a:ext cx="8125" cy="46830"/>
            </a:xfrm>
            <a:custGeom>
              <a:avLst/>
              <a:gdLst/>
              <a:ahLst/>
              <a:cxnLst/>
              <a:rect l="l" t="t" r="r" b="b"/>
              <a:pathLst>
                <a:path w="148" h="853" extrusionOk="0">
                  <a:moveTo>
                    <a:pt x="1" y="0"/>
                  </a:moveTo>
                  <a:lnTo>
                    <a:pt x="1" y="853"/>
                  </a:lnTo>
                  <a:lnTo>
                    <a:pt x="147" y="853"/>
                  </a:lnTo>
                  <a:lnTo>
                    <a:pt x="14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9" name="Google Shape;5819;p67"/>
            <p:cNvSpPr/>
            <p:nvPr/>
          </p:nvSpPr>
          <p:spPr>
            <a:xfrm>
              <a:off x="1221861" y="2033958"/>
              <a:ext cx="7905" cy="46830"/>
            </a:xfrm>
            <a:custGeom>
              <a:avLst/>
              <a:gdLst/>
              <a:ahLst/>
              <a:cxnLst/>
              <a:rect l="l" t="t" r="r" b="b"/>
              <a:pathLst>
                <a:path w="144" h="853" extrusionOk="0">
                  <a:moveTo>
                    <a:pt x="0" y="0"/>
                  </a:moveTo>
                  <a:lnTo>
                    <a:pt x="0" y="853"/>
                  </a:lnTo>
                  <a:lnTo>
                    <a:pt x="143" y="853"/>
                  </a:lnTo>
                  <a:lnTo>
                    <a:pt x="14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0" name="Google Shape;5820;p67"/>
            <p:cNvSpPr/>
            <p:nvPr/>
          </p:nvSpPr>
          <p:spPr>
            <a:xfrm>
              <a:off x="1240253" y="2033958"/>
              <a:ext cx="8125" cy="46830"/>
            </a:xfrm>
            <a:custGeom>
              <a:avLst/>
              <a:gdLst/>
              <a:ahLst/>
              <a:cxnLst/>
              <a:rect l="l" t="t" r="r" b="b"/>
              <a:pathLst>
                <a:path w="148" h="853" extrusionOk="0">
                  <a:moveTo>
                    <a:pt x="1" y="0"/>
                  </a:moveTo>
                  <a:lnTo>
                    <a:pt x="1" y="853"/>
                  </a:lnTo>
                  <a:lnTo>
                    <a:pt x="147" y="853"/>
                  </a:lnTo>
                  <a:lnTo>
                    <a:pt x="14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1" name="Google Shape;5821;p67"/>
            <p:cNvSpPr/>
            <p:nvPr/>
          </p:nvSpPr>
          <p:spPr>
            <a:xfrm>
              <a:off x="1258918" y="2033958"/>
              <a:ext cx="7850" cy="46830"/>
            </a:xfrm>
            <a:custGeom>
              <a:avLst/>
              <a:gdLst/>
              <a:ahLst/>
              <a:cxnLst/>
              <a:rect l="l" t="t" r="r" b="b"/>
              <a:pathLst>
                <a:path w="143" h="853" extrusionOk="0">
                  <a:moveTo>
                    <a:pt x="0" y="0"/>
                  </a:moveTo>
                  <a:lnTo>
                    <a:pt x="0" y="853"/>
                  </a:lnTo>
                  <a:lnTo>
                    <a:pt x="143" y="853"/>
                  </a:lnTo>
                  <a:lnTo>
                    <a:pt x="14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2" name="Google Shape;5822;p67"/>
            <p:cNvSpPr/>
            <p:nvPr/>
          </p:nvSpPr>
          <p:spPr>
            <a:xfrm>
              <a:off x="1277309" y="2033958"/>
              <a:ext cx="7246" cy="46830"/>
            </a:xfrm>
            <a:custGeom>
              <a:avLst/>
              <a:gdLst/>
              <a:ahLst/>
              <a:cxnLst/>
              <a:rect l="l" t="t" r="r" b="b"/>
              <a:pathLst>
                <a:path w="132" h="853" extrusionOk="0">
                  <a:moveTo>
                    <a:pt x="1" y="0"/>
                  </a:moveTo>
                  <a:lnTo>
                    <a:pt x="1" y="853"/>
                  </a:lnTo>
                  <a:lnTo>
                    <a:pt x="132" y="853"/>
                  </a:lnTo>
                  <a:lnTo>
                    <a:pt x="13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3" name="Google Shape;5823;p67"/>
            <p:cNvSpPr/>
            <p:nvPr/>
          </p:nvSpPr>
          <p:spPr>
            <a:xfrm>
              <a:off x="1295975" y="2033958"/>
              <a:ext cx="7027" cy="46830"/>
            </a:xfrm>
            <a:custGeom>
              <a:avLst/>
              <a:gdLst/>
              <a:ahLst/>
              <a:cxnLst/>
              <a:rect l="l" t="t" r="r" b="b"/>
              <a:pathLst>
                <a:path w="128" h="853" extrusionOk="0">
                  <a:moveTo>
                    <a:pt x="0" y="0"/>
                  </a:moveTo>
                  <a:lnTo>
                    <a:pt x="0" y="853"/>
                  </a:lnTo>
                  <a:lnTo>
                    <a:pt x="128" y="853"/>
                  </a:lnTo>
                  <a:lnTo>
                    <a:pt x="12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4" name="Google Shape;5824;p67"/>
            <p:cNvSpPr/>
            <p:nvPr/>
          </p:nvSpPr>
          <p:spPr>
            <a:xfrm>
              <a:off x="1313543" y="2033958"/>
              <a:ext cx="8070" cy="46830"/>
            </a:xfrm>
            <a:custGeom>
              <a:avLst/>
              <a:gdLst/>
              <a:ahLst/>
              <a:cxnLst/>
              <a:rect l="l" t="t" r="r" b="b"/>
              <a:pathLst>
                <a:path w="147" h="853" extrusionOk="0">
                  <a:moveTo>
                    <a:pt x="0" y="0"/>
                  </a:moveTo>
                  <a:lnTo>
                    <a:pt x="0" y="853"/>
                  </a:lnTo>
                  <a:lnTo>
                    <a:pt x="147" y="853"/>
                  </a:lnTo>
                  <a:lnTo>
                    <a:pt x="14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5" name="Google Shape;5825;p67"/>
            <p:cNvSpPr/>
            <p:nvPr/>
          </p:nvSpPr>
          <p:spPr>
            <a:xfrm>
              <a:off x="1332154" y="2033958"/>
              <a:ext cx="7905" cy="46830"/>
            </a:xfrm>
            <a:custGeom>
              <a:avLst/>
              <a:gdLst/>
              <a:ahLst/>
              <a:cxnLst/>
              <a:rect l="l" t="t" r="r" b="b"/>
              <a:pathLst>
                <a:path w="144" h="853" extrusionOk="0">
                  <a:moveTo>
                    <a:pt x="1" y="0"/>
                  </a:moveTo>
                  <a:lnTo>
                    <a:pt x="1" y="853"/>
                  </a:lnTo>
                  <a:lnTo>
                    <a:pt x="144" y="853"/>
                  </a:lnTo>
                  <a:lnTo>
                    <a:pt x="14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6" name="Google Shape;5826;p67"/>
            <p:cNvSpPr/>
            <p:nvPr/>
          </p:nvSpPr>
          <p:spPr>
            <a:xfrm>
              <a:off x="1350600" y="2033958"/>
              <a:ext cx="8070" cy="46830"/>
            </a:xfrm>
            <a:custGeom>
              <a:avLst/>
              <a:gdLst/>
              <a:ahLst/>
              <a:cxnLst/>
              <a:rect l="l" t="t" r="r" b="b"/>
              <a:pathLst>
                <a:path w="147" h="853" extrusionOk="0">
                  <a:moveTo>
                    <a:pt x="0" y="0"/>
                  </a:moveTo>
                  <a:lnTo>
                    <a:pt x="0" y="853"/>
                  </a:lnTo>
                  <a:lnTo>
                    <a:pt x="147" y="853"/>
                  </a:lnTo>
                  <a:lnTo>
                    <a:pt x="14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7" name="Google Shape;5827;p67"/>
            <p:cNvSpPr/>
            <p:nvPr/>
          </p:nvSpPr>
          <p:spPr>
            <a:xfrm>
              <a:off x="1369211" y="2033958"/>
              <a:ext cx="7905" cy="46830"/>
            </a:xfrm>
            <a:custGeom>
              <a:avLst/>
              <a:gdLst/>
              <a:ahLst/>
              <a:cxnLst/>
              <a:rect l="l" t="t" r="r" b="b"/>
              <a:pathLst>
                <a:path w="144" h="853" extrusionOk="0">
                  <a:moveTo>
                    <a:pt x="1" y="0"/>
                  </a:moveTo>
                  <a:lnTo>
                    <a:pt x="1" y="853"/>
                  </a:lnTo>
                  <a:lnTo>
                    <a:pt x="144" y="853"/>
                  </a:lnTo>
                  <a:lnTo>
                    <a:pt x="14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8" name="Google Shape;5828;p67"/>
            <p:cNvSpPr/>
            <p:nvPr/>
          </p:nvSpPr>
          <p:spPr>
            <a:xfrm>
              <a:off x="1387657" y="2033958"/>
              <a:ext cx="7027" cy="46830"/>
            </a:xfrm>
            <a:custGeom>
              <a:avLst/>
              <a:gdLst/>
              <a:ahLst/>
              <a:cxnLst/>
              <a:rect l="l" t="t" r="r" b="b"/>
              <a:pathLst>
                <a:path w="128" h="853" extrusionOk="0">
                  <a:moveTo>
                    <a:pt x="0" y="0"/>
                  </a:moveTo>
                  <a:lnTo>
                    <a:pt x="0" y="853"/>
                  </a:lnTo>
                  <a:lnTo>
                    <a:pt x="128" y="853"/>
                  </a:lnTo>
                  <a:lnTo>
                    <a:pt x="12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9" name="Google Shape;5829;p67"/>
            <p:cNvSpPr/>
            <p:nvPr/>
          </p:nvSpPr>
          <p:spPr>
            <a:xfrm>
              <a:off x="1405225" y="2033958"/>
              <a:ext cx="8125" cy="46830"/>
            </a:xfrm>
            <a:custGeom>
              <a:avLst/>
              <a:gdLst/>
              <a:ahLst/>
              <a:cxnLst/>
              <a:rect l="l" t="t" r="r" b="b"/>
              <a:pathLst>
                <a:path w="148" h="853" extrusionOk="0">
                  <a:moveTo>
                    <a:pt x="1" y="0"/>
                  </a:moveTo>
                  <a:lnTo>
                    <a:pt x="1" y="853"/>
                  </a:lnTo>
                  <a:lnTo>
                    <a:pt x="147" y="853"/>
                  </a:lnTo>
                  <a:lnTo>
                    <a:pt x="14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30" name="Google Shape;5830;p67"/>
          <p:cNvGrpSpPr/>
          <p:nvPr/>
        </p:nvGrpSpPr>
        <p:grpSpPr>
          <a:xfrm>
            <a:off x="3105785" y="4129945"/>
            <a:ext cx="1243193" cy="705240"/>
            <a:chOff x="2377599" y="3650246"/>
            <a:chExt cx="953734" cy="541035"/>
          </a:xfrm>
        </p:grpSpPr>
        <p:sp>
          <p:nvSpPr>
            <p:cNvPr id="5831" name="Google Shape;5831;p67"/>
            <p:cNvSpPr/>
            <p:nvPr/>
          </p:nvSpPr>
          <p:spPr>
            <a:xfrm>
              <a:off x="2377599" y="3650246"/>
              <a:ext cx="953734" cy="539996"/>
            </a:xfrm>
            <a:custGeom>
              <a:avLst/>
              <a:gdLst/>
              <a:ahLst/>
              <a:cxnLst/>
              <a:rect l="l" t="t" r="r" b="b"/>
              <a:pathLst>
                <a:path w="17373" h="9836" extrusionOk="0">
                  <a:moveTo>
                    <a:pt x="498" y="0"/>
                  </a:moveTo>
                  <a:cubicBezTo>
                    <a:pt x="224" y="0"/>
                    <a:pt x="0" y="228"/>
                    <a:pt x="0" y="502"/>
                  </a:cubicBezTo>
                  <a:lnTo>
                    <a:pt x="0" y="2685"/>
                  </a:lnTo>
                  <a:lnTo>
                    <a:pt x="0" y="2928"/>
                  </a:lnTo>
                  <a:lnTo>
                    <a:pt x="0" y="4841"/>
                  </a:lnTo>
                  <a:cubicBezTo>
                    <a:pt x="0" y="5130"/>
                    <a:pt x="224" y="5354"/>
                    <a:pt x="498" y="5354"/>
                  </a:cubicBezTo>
                  <a:lnTo>
                    <a:pt x="2442" y="5354"/>
                  </a:lnTo>
                  <a:lnTo>
                    <a:pt x="2442" y="5917"/>
                  </a:lnTo>
                  <a:lnTo>
                    <a:pt x="3151" y="5917"/>
                  </a:lnTo>
                  <a:lnTo>
                    <a:pt x="3522" y="9836"/>
                  </a:lnTo>
                  <a:lnTo>
                    <a:pt x="4034" y="9836"/>
                  </a:lnTo>
                  <a:lnTo>
                    <a:pt x="4405" y="5917"/>
                  </a:lnTo>
                  <a:lnTo>
                    <a:pt x="5111" y="5917"/>
                  </a:lnTo>
                  <a:lnTo>
                    <a:pt x="5111" y="5354"/>
                  </a:lnTo>
                  <a:lnTo>
                    <a:pt x="12262" y="5354"/>
                  </a:lnTo>
                  <a:lnTo>
                    <a:pt x="12262" y="5917"/>
                  </a:lnTo>
                  <a:lnTo>
                    <a:pt x="12971" y="5917"/>
                  </a:lnTo>
                  <a:lnTo>
                    <a:pt x="13357" y="9836"/>
                  </a:lnTo>
                  <a:lnTo>
                    <a:pt x="13855" y="9836"/>
                  </a:lnTo>
                  <a:lnTo>
                    <a:pt x="14225" y="5917"/>
                  </a:lnTo>
                  <a:lnTo>
                    <a:pt x="14946" y="5917"/>
                  </a:lnTo>
                  <a:lnTo>
                    <a:pt x="14946" y="5354"/>
                  </a:lnTo>
                  <a:lnTo>
                    <a:pt x="16875" y="5354"/>
                  </a:lnTo>
                  <a:cubicBezTo>
                    <a:pt x="17148" y="5354"/>
                    <a:pt x="17372" y="5130"/>
                    <a:pt x="17372" y="4841"/>
                  </a:cubicBezTo>
                  <a:lnTo>
                    <a:pt x="17372" y="2928"/>
                  </a:lnTo>
                  <a:lnTo>
                    <a:pt x="17372" y="2685"/>
                  </a:lnTo>
                  <a:lnTo>
                    <a:pt x="17372" y="502"/>
                  </a:lnTo>
                  <a:cubicBezTo>
                    <a:pt x="17372" y="228"/>
                    <a:pt x="17148" y="0"/>
                    <a:pt x="168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2" name="Google Shape;5832;p67"/>
            <p:cNvSpPr/>
            <p:nvPr/>
          </p:nvSpPr>
          <p:spPr>
            <a:xfrm>
              <a:off x="2547842" y="3949447"/>
              <a:ext cx="74167" cy="241835"/>
            </a:xfrm>
            <a:custGeom>
              <a:avLst/>
              <a:gdLst/>
              <a:ahLst/>
              <a:cxnLst/>
              <a:rect l="l" t="t" r="r" b="b"/>
              <a:pathLst>
                <a:path w="1351" h="4405" extrusionOk="0">
                  <a:moveTo>
                    <a:pt x="0" y="0"/>
                  </a:moveTo>
                  <a:lnTo>
                    <a:pt x="421" y="4405"/>
                  </a:lnTo>
                  <a:lnTo>
                    <a:pt x="933" y="4405"/>
                  </a:lnTo>
                  <a:lnTo>
                    <a:pt x="135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3" name="Google Shape;5833;p67"/>
            <p:cNvSpPr/>
            <p:nvPr/>
          </p:nvSpPr>
          <p:spPr>
            <a:xfrm>
              <a:off x="2511608" y="3928256"/>
              <a:ext cx="146576" cy="46830"/>
            </a:xfrm>
            <a:custGeom>
              <a:avLst/>
              <a:gdLst/>
              <a:ahLst/>
              <a:cxnLst/>
              <a:rect l="l" t="t" r="r" b="b"/>
              <a:pathLst>
                <a:path w="2670" h="853" extrusionOk="0">
                  <a:moveTo>
                    <a:pt x="1" y="0"/>
                  </a:moveTo>
                  <a:lnTo>
                    <a:pt x="1" y="853"/>
                  </a:lnTo>
                  <a:lnTo>
                    <a:pt x="2670" y="853"/>
                  </a:lnTo>
                  <a:lnTo>
                    <a:pt x="267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4" name="Google Shape;5834;p67"/>
            <p:cNvSpPr/>
            <p:nvPr/>
          </p:nvSpPr>
          <p:spPr>
            <a:xfrm>
              <a:off x="3087775" y="3949447"/>
              <a:ext cx="73343" cy="241835"/>
            </a:xfrm>
            <a:custGeom>
              <a:avLst/>
              <a:gdLst/>
              <a:ahLst/>
              <a:cxnLst/>
              <a:rect l="l" t="t" r="r" b="b"/>
              <a:pathLst>
                <a:path w="1336" h="4405" extrusionOk="0">
                  <a:moveTo>
                    <a:pt x="1" y="0"/>
                  </a:moveTo>
                  <a:lnTo>
                    <a:pt x="421" y="4405"/>
                  </a:lnTo>
                  <a:lnTo>
                    <a:pt x="919" y="4405"/>
                  </a:lnTo>
                  <a:lnTo>
                    <a:pt x="133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5" name="Google Shape;5835;p67"/>
            <p:cNvSpPr/>
            <p:nvPr/>
          </p:nvSpPr>
          <p:spPr>
            <a:xfrm>
              <a:off x="3050718" y="3928256"/>
              <a:ext cx="147455" cy="46830"/>
            </a:xfrm>
            <a:custGeom>
              <a:avLst/>
              <a:gdLst/>
              <a:ahLst/>
              <a:cxnLst/>
              <a:rect l="l" t="t" r="r" b="b"/>
              <a:pathLst>
                <a:path w="2686" h="853" extrusionOk="0">
                  <a:moveTo>
                    <a:pt x="1" y="0"/>
                  </a:moveTo>
                  <a:lnTo>
                    <a:pt x="1" y="853"/>
                  </a:lnTo>
                  <a:lnTo>
                    <a:pt x="2685" y="853"/>
                  </a:lnTo>
                  <a:lnTo>
                    <a:pt x="268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6" name="Google Shape;5836;p67"/>
            <p:cNvSpPr/>
            <p:nvPr/>
          </p:nvSpPr>
          <p:spPr>
            <a:xfrm>
              <a:off x="2377599" y="3650246"/>
              <a:ext cx="953734" cy="293935"/>
            </a:xfrm>
            <a:custGeom>
              <a:avLst/>
              <a:gdLst/>
              <a:ahLst/>
              <a:cxnLst/>
              <a:rect l="l" t="t" r="r" b="b"/>
              <a:pathLst>
                <a:path w="17373" h="5354" extrusionOk="0">
                  <a:moveTo>
                    <a:pt x="498" y="0"/>
                  </a:moveTo>
                  <a:cubicBezTo>
                    <a:pt x="224" y="0"/>
                    <a:pt x="0" y="228"/>
                    <a:pt x="0" y="502"/>
                  </a:cubicBezTo>
                  <a:lnTo>
                    <a:pt x="0" y="4856"/>
                  </a:lnTo>
                  <a:cubicBezTo>
                    <a:pt x="0" y="5130"/>
                    <a:pt x="224" y="5354"/>
                    <a:pt x="498" y="5354"/>
                  </a:cubicBezTo>
                  <a:lnTo>
                    <a:pt x="16875" y="5354"/>
                  </a:lnTo>
                  <a:cubicBezTo>
                    <a:pt x="17148" y="5354"/>
                    <a:pt x="17372" y="5130"/>
                    <a:pt x="17372" y="4856"/>
                  </a:cubicBezTo>
                  <a:lnTo>
                    <a:pt x="17372" y="502"/>
                  </a:lnTo>
                  <a:cubicBezTo>
                    <a:pt x="17372" y="228"/>
                    <a:pt x="17148" y="0"/>
                    <a:pt x="1687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7" name="Google Shape;5837;p67"/>
            <p:cNvSpPr/>
            <p:nvPr/>
          </p:nvSpPr>
          <p:spPr>
            <a:xfrm>
              <a:off x="2377599" y="3798474"/>
              <a:ext cx="953734" cy="12517"/>
            </a:xfrm>
            <a:custGeom>
              <a:avLst/>
              <a:gdLst/>
              <a:ahLst/>
              <a:cxnLst/>
              <a:rect l="l" t="t" r="r" b="b"/>
              <a:pathLst>
                <a:path w="17373" h="228" extrusionOk="0">
                  <a:moveTo>
                    <a:pt x="0" y="0"/>
                  </a:moveTo>
                  <a:lnTo>
                    <a:pt x="0" y="228"/>
                  </a:lnTo>
                  <a:lnTo>
                    <a:pt x="17372" y="228"/>
                  </a:lnTo>
                  <a:lnTo>
                    <a:pt x="1737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8" name="Google Shape;5838;p67"/>
            <p:cNvSpPr/>
            <p:nvPr/>
          </p:nvSpPr>
          <p:spPr>
            <a:xfrm>
              <a:off x="2742020" y="3780028"/>
              <a:ext cx="225958" cy="50233"/>
            </a:xfrm>
            <a:custGeom>
              <a:avLst/>
              <a:gdLst/>
              <a:ahLst/>
              <a:cxnLst/>
              <a:rect l="l" t="t" r="r" b="b"/>
              <a:pathLst>
                <a:path w="4116" h="915" extrusionOk="0">
                  <a:moveTo>
                    <a:pt x="0" y="0"/>
                  </a:moveTo>
                  <a:lnTo>
                    <a:pt x="0" y="915"/>
                  </a:lnTo>
                  <a:lnTo>
                    <a:pt x="4115" y="915"/>
                  </a:lnTo>
                  <a:lnTo>
                    <a:pt x="411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9" name="Google Shape;5839;p67"/>
            <p:cNvSpPr/>
            <p:nvPr/>
          </p:nvSpPr>
          <p:spPr>
            <a:xfrm>
              <a:off x="2497609" y="3650246"/>
              <a:ext cx="110399" cy="250728"/>
            </a:xfrm>
            <a:custGeom>
              <a:avLst/>
              <a:gdLst/>
              <a:ahLst/>
              <a:cxnLst/>
              <a:rect l="l" t="t" r="r" b="b"/>
              <a:pathLst>
                <a:path w="2011" h="4567" extrusionOk="0">
                  <a:moveTo>
                    <a:pt x="1" y="0"/>
                  </a:moveTo>
                  <a:lnTo>
                    <a:pt x="1" y="3568"/>
                  </a:lnTo>
                  <a:cubicBezTo>
                    <a:pt x="1" y="4116"/>
                    <a:pt x="448" y="4567"/>
                    <a:pt x="1012" y="4567"/>
                  </a:cubicBezTo>
                  <a:cubicBezTo>
                    <a:pt x="1559" y="4567"/>
                    <a:pt x="2010" y="4116"/>
                    <a:pt x="2010" y="3568"/>
                  </a:cubicBezTo>
                  <a:lnTo>
                    <a:pt x="201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0" name="Google Shape;5840;p67"/>
            <p:cNvSpPr/>
            <p:nvPr/>
          </p:nvSpPr>
          <p:spPr>
            <a:xfrm>
              <a:off x="2525772" y="3826802"/>
              <a:ext cx="53854" cy="53857"/>
            </a:xfrm>
            <a:custGeom>
              <a:avLst/>
              <a:gdLst/>
              <a:ahLst/>
              <a:cxnLst/>
              <a:rect l="l" t="t" r="r" b="b"/>
              <a:pathLst>
                <a:path w="981" h="981" extrusionOk="0">
                  <a:moveTo>
                    <a:pt x="483" y="1"/>
                  </a:moveTo>
                  <a:cubicBezTo>
                    <a:pt x="209" y="1"/>
                    <a:pt x="1" y="225"/>
                    <a:pt x="1" y="483"/>
                  </a:cubicBezTo>
                  <a:cubicBezTo>
                    <a:pt x="1" y="757"/>
                    <a:pt x="209" y="981"/>
                    <a:pt x="483" y="981"/>
                  </a:cubicBezTo>
                  <a:cubicBezTo>
                    <a:pt x="757" y="981"/>
                    <a:pt x="981" y="757"/>
                    <a:pt x="981" y="483"/>
                  </a:cubicBezTo>
                  <a:cubicBezTo>
                    <a:pt x="981" y="225"/>
                    <a:pt x="757" y="1"/>
                    <a:pt x="4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1" name="Google Shape;5841;p67"/>
            <p:cNvSpPr/>
            <p:nvPr/>
          </p:nvSpPr>
          <p:spPr>
            <a:xfrm>
              <a:off x="3101116" y="3650246"/>
              <a:ext cx="110399" cy="250728"/>
            </a:xfrm>
            <a:custGeom>
              <a:avLst/>
              <a:gdLst/>
              <a:ahLst/>
              <a:cxnLst/>
              <a:rect l="l" t="t" r="r" b="b"/>
              <a:pathLst>
                <a:path w="2011" h="4567" extrusionOk="0">
                  <a:moveTo>
                    <a:pt x="1" y="0"/>
                  </a:moveTo>
                  <a:lnTo>
                    <a:pt x="1" y="3568"/>
                  </a:lnTo>
                  <a:cubicBezTo>
                    <a:pt x="1" y="4116"/>
                    <a:pt x="448" y="4567"/>
                    <a:pt x="1011" y="4567"/>
                  </a:cubicBezTo>
                  <a:cubicBezTo>
                    <a:pt x="1559" y="4567"/>
                    <a:pt x="2010" y="4116"/>
                    <a:pt x="2010" y="3568"/>
                  </a:cubicBezTo>
                  <a:lnTo>
                    <a:pt x="201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2" name="Google Shape;5842;p67"/>
            <p:cNvSpPr/>
            <p:nvPr/>
          </p:nvSpPr>
          <p:spPr>
            <a:xfrm>
              <a:off x="3128455" y="3826802"/>
              <a:ext cx="53800" cy="53857"/>
            </a:xfrm>
            <a:custGeom>
              <a:avLst/>
              <a:gdLst/>
              <a:ahLst/>
              <a:cxnLst/>
              <a:rect l="l" t="t" r="r" b="b"/>
              <a:pathLst>
                <a:path w="980" h="981" extrusionOk="0">
                  <a:moveTo>
                    <a:pt x="498" y="1"/>
                  </a:moveTo>
                  <a:cubicBezTo>
                    <a:pt x="224" y="1"/>
                    <a:pt x="0" y="225"/>
                    <a:pt x="0" y="483"/>
                  </a:cubicBezTo>
                  <a:cubicBezTo>
                    <a:pt x="0" y="757"/>
                    <a:pt x="224" y="981"/>
                    <a:pt x="498" y="981"/>
                  </a:cubicBezTo>
                  <a:cubicBezTo>
                    <a:pt x="772" y="981"/>
                    <a:pt x="980" y="757"/>
                    <a:pt x="980" y="483"/>
                  </a:cubicBezTo>
                  <a:cubicBezTo>
                    <a:pt x="980" y="225"/>
                    <a:pt x="772" y="1"/>
                    <a:pt x="49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43" name="Google Shape;5843;p67"/>
          <p:cNvGrpSpPr/>
          <p:nvPr/>
        </p:nvGrpSpPr>
        <p:grpSpPr>
          <a:xfrm>
            <a:off x="1244650" y="3400725"/>
            <a:ext cx="1262625" cy="1426235"/>
            <a:chOff x="1244650" y="3400725"/>
            <a:chExt cx="1262625" cy="1426235"/>
          </a:xfrm>
        </p:grpSpPr>
        <p:sp>
          <p:nvSpPr>
            <p:cNvPr id="5844" name="Google Shape;5844;p67"/>
            <p:cNvSpPr/>
            <p:nvPr/>
          </p:nvSpPr>
          <p:spPr>
            <a:xfrm>
              <a:off x="1270324" y="3419389"/>
              <a:ext cx="1211073" cy="1407564"/>
            </a:xfrm>
            <a:custGeom>
              <a:avLst/>
              <a:gdLst/>
              <a:ahLst/>
              <a:cxnLst/>
              <a:rect l="l" t="t" r="r" b="b"/>
              <a:pathLst>
                <a:path w="10913" h="12683" extrusionOk="0">
                  <a:moveTo>
                    <a:pt x="0" y="0"/>
                  </a:moveTo>
                  <a:lnTo>
                    <a:pt x="0" y="320"/>
                  </a:lnTo>
                  <a:lnTo>
                    <a:pt x="0" y="691"/>
                  </a:lnTo>
                  <a:lnTo>
                    <a:pt x="0" y="1721"/>
                  </a:lnTo>
                  <a:lnTo>
                    <a:pt x="0" y="2461"/>
                  </a:lnTo>
                  <a:lnTo>
                    <a:pt x="0" y="3857"/>
                  </a:lnTo>
                  <a:lnTo>
                    <a:pt x="0" y="4582"/>
                  </a:lnTo>
                  <a:lnTo>
                    <a:pt x="0" y="5979"/>
                  </a:lnTo>
                  <a:lnTo>
                    <a:pt x="0" y="6719"/>
                  </a:lnTo>
                  <a:lnTo>
                    <a:pt x="0" y="8100"/>
                  </a:lnTo>
                  <a:lnTo>
                    <a:pt x="0" y="8841"/>
                  </a:lnTo>
                  <a:lnTo>
                    <a:pt x="0" y="10237"/>
                  </a:lnTo>
                  <a:lnTo>
                    <a:pt x="0" y="10977"/>
                  </a:lnTo>
                  <a:lnTo>
                    <a:pt x="0" y="11475"/>
                  </a:lnTo>
                  <a:lnTo>
                    <a:pt x="0" y="12358"/>
                  </a:lnTo>
                  <a:lnTo>
                    <a:pt x="0" y="12682"/>
                  </a:lnTo>
                  <a:lnTo>
                    <a:pt x="726" y="12682"/>
                  </a:lnTo>
                  <a:lnTo>
                    <a:pt x="726" y="12358"/>
                  </a:lnTo>
                  <a:lnTo>
                    <a:pt x="10191" y="12358"/>
                  </a:lnTo>
                  <a:lnTo>
                    <a:pt x="10191" y="12682"/>
                  </a:lnTo>
                  <a:lnTo>
                    <a:pt x="10912" y="12682"/>
                  </a:lnTo>
                  <a:lnTo>
                    <a:pt x="10912" y="12358"/>
                  </a:lnTo>
                  <a:lnTo>
                    <a:pt x="10912" y="11475"/>
                  </a:lnTo>
                  <a:lnTo>
                    <a:pt x="10912" y="10977"/>
                  </a:lnTo>
                  <a:lnTo>
                    <a:pt x="10912" y="10237"/>
                  </a:lnTo>
                  <a:lnTo>
                    <a:pt x="10912" y="8841"/>
                  </a:lnTo>
                  <a:lnTo>
                    <a:pt x="10912" y="8100"/>
                  </a:lnTo>
                  <a:lnTo>
                    <a:pt x="10912" y="6719"/>
                  </a:lnTo>
                  <a:lnTo>
                    <a:pt x="10912" y="5979"/>
                  </a:lnTo>
                  <a:lnTo>
                    <a:pt x="10912" y="4582"/>
                  </a:lnTo>
                  <a:lnTo>
                    <a:pt x="10912" y="3857"/>
                  </a:lnTo>
                  <a:lnTo>
                    <a:pt x="10912" y="2461"/>
                  </a:lnTo>
                  <a:lnTo>
                    <a:pt x="10912" y="1721"/>
                  </a:lnTo>
                  <a:lnTo>
                    <a:pt x="10912" y="691"/>
                  </a:lnTo>
                  <a:lnTo>
                    <a:pt x="10912" y="320"/>
                  </a:lnTo>
                  <a:lnTo>
                    <a:pt x="10912" y="0"/>
                  </a:lnTo>
                  <a:lnTo>
                    <a:pt x="10191" y="0"/>
                  </a:lnTo>
                  <a:lnTo>
                    <a:pt x="10191" y="320"/>
                  </a:lnTo>
                  <a:lnTo>
                    <a:pt x="726" y="320"/>
                  </a:lnTo>
                  <a:lnTo>
                    <a:pt x="72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5" name="Google Shape;5845;p67"/>
            <p:cNvSpPr/>
            <p:nvPr/>
          </p:nvSpPr>
          <p:spPr>
            <a:xfrm>
              <a:off x="1270324" y="3495964"/>
              <a:ext cx="1211073" cy="1196923"/>
            </a:xfrm>
            <a:custGeom>
              <a:avLst/>
              <a:gdLst/>
              <a:ahLst/>
              <a:cxnLst/>
              <a:rect l="l" t="t" r="r" b="b"/>
              <a:pathLst>
                <a:path w="10913" h="10785" extrusionOk="0">
                  <a:moveTo>
                    <a:pt x="0" y="1"/>
                  </a:moveTo>
                  <a:lnTo>
                    <a:pt x="0" y="10785"/>
                  </a:lnTo>
                  <a:lnTo>
                    <a:pt x="10912" y="10785"/>
                  </a:lnTo>
                  <a:lnTo>
                    <a:pt x="1091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6" name="Google Shape;5846;p67"/>
            <p:cNvSpPr/>
            <p:nvPr/>
          </p:nvSpPr>
          <p:spPr>
            <a:xfrm>
              <a:off x="1270324" y="3454902"/>
              <a:ext cx="1211073" cy="155483"/>
            </a:xfrm>
            <a:custGeom>
              <a:avLst/>
              <a:gdLst/>
              <a:ahLst/>
              <a:cxnLst/>
              <a:rect l="l" t="t" r="r" b="b"/>
              <a:pathLst>
                <a:path w="10913" h="1401" extrusionOk="0">
                  <a:moveTo>
                    <a:pt x="0" y="0"/>
                  </a:moveTo>
                  <a:lnTo>
                    <a:pt x="0" y="1401"/>
                  </a:lnTo>
                  <a:lnTo>
                    <a:pt x="10912" y="1401"/>
                  </a:lnTo>
                  <a:lnTo>
                    <a:pt x="1091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7" name="Google Shape;5847;p67"/>
            <p:cNvSpPr/>
            <p:nvPr/>
          </p:nvSpPr>
          <p:spPr>
            <a:xfrm>
              <a:off x="1270324" y="3692508"/>
              <a:ext cx="1211073" cy="155040"/>
            </a:xfrm>
            <a:custGeom>
              <a:avLst/>
              <a:gdLst/>
              <a:ahLst/>
              <a:cxnLst/>
              <a:rect l="l" t="t" r="r" b="b"/>
              <a:pathLst>
                <a:path w="10913" h="1397" extrusionOk="0">
                  <a:moveTo>
                    <a:pt x="0" y="0"/>
                  </a:moveTo>
                  <a:lnTo>
                    <a:pt x="0" y="1396"/>
                  </a:lnTo>
                  <a:lnTo>
                    <a:pt x="10912" y="1396"/>
                  </a:lnTo>
                  <a:lnTo>
                    <a:pt x="1091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8" name="Google Shape;5848;p67"/>
            <p:cNvSpPr/>
            <p:nvPr/>
          </p:nvSpPr>
          <p:spPr>
            <a:xfrm>
              <a:off x="1270324" y="3927894"/>
              <a:ext cx="1211073" cy="155040"/>
            </a:xfrm>
            <a:custGeom>
              <a:avLst/>
              <a:gdLst/>
              <a:ahLst/>
              <a:cxnLst/>
              <a:rect l="l" t="t" r="r" b="b"/>
              <a:pathLst>
                <a:path w="10913" h="1397" extrusionOk="0">
                  <a:moveTo>
                    <a:pt x="0" y="0"/>
                  </a:moveTo>
                  <a:lnTo>
                    <a:pt x="0" y="1397"/>
                  </a:lnTo>
                  <a:lnTo>
                    <a:pt x="10912" y="1397"/>
                  </a:lnTo>
                  <a:lnTo>
                    <a:pt x="1091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9" name="Google Shape;5849;p67"/>
            <p:cNvSpPr/>
            <p:nvPr/>
          </p:nvSpPr>
          <p:spPr>
            <a:xfrm>
              <a:off x="1270324" y="4165056"/>
              <a:ext cx="1211073" cy="153375"/>
            </a:xfrm>
            <a:custGeom>
              <a:avLst/>
              <a:gdLst/>
              <a:ahLst/>
              <a:cxnLst/>
              <a:rect l="l" t="t" r="r" b="b"/>
              <a:pathLst>
                <a:path w="10913" h="1382" extrusionOk="0">
                  <a:moveTo>
                    <a:pt x="0" y="0"/>
                  </a:moveTo>
                  <a:lnTo>
                    <a:pt x="0" y="1381"/>
                  </a:lnTo>
                  <a:lnTo>
                    <a:pt x="10912" y="1381"/>
                  </a:lnTo>
                  <a:lnTo>
                    <a:pt x="1091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0" name="Google Shape;5850;p67"/>
            <p:cNvSpPr/>
            <p:nvPr/>
          </p:nvSpPr>
          <p:spPr>
            <a:xfrm>
              <a:off x="1270324" y="4400442"/>
              <a:ext cx="1211073" cy="155040"/>
            </a:xfrm>
            <a:custGeom>
              <a:avLst/>
              <a:gdLst/>
              <a:ahLst/>
              <a:cxnLst/>
              <a:rect l="l" t="t" r="r" b="b"/>
              <a:pathLst>
                <a:path w="10913" h="1397" extrusionOk="0">
                  <a:moveTo>
                    <a:pt x="0" y="1"/>
                  </a:moveTo>
                  <a:lnTo>
                    <a:pt x="0" y="1397"/>
                  </a:lnTo>
                  <a:lnTo>
                    <a:pt x="10912" y="1397"/>
                  </a:lnTo>
                  <a:lnTo>
                    <a:pt x="1091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1" name="Google Shape;5851;p67"/>
            <p:cNvSpPr/>
            <p:nvPr/>
          </p:nvSpPr>
          <p:spPr>
            <a:xfrm>
              <a:off x="1270324" y="4637603"/>
              <a:ext cx="1211073" cy="153375"/>
            </a:xfrm>
            <a:custGeom>
              <a:avLst/>
              <a:gdLst/>
              <a:ahLst/>
              <a:cxnLst/>
              <a:rect l="l" t="t" r="r" b="b"/>
              <a:pathLst>
                <a:path w="10913" h="1382" extrusionOk="0">
                  <a:moveTo>
                    <a:pt x="0" y="0"/>
                  </a:moveTo>
                  <a:lnTo>
                    <a:pt x="0" y="1381"/>
                  </a:lnTo>
                  <a:lnTo>
                    <a:pt x="10912" y="1381"/>
                  </a:lnTo>
                  <a:lnTo>
                    <a:pt x="1091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2" name="Google Shape;5852;p67"/>
            <p:cNvSpPr/>
            <p:nvPr/>
          </p:nvSpPr>
          <p:spPr>
            <a:xfrm>
              <a:off x="1244650" y="3400725"/>
              <a:ext cx="131949" cy="1426235"/>
            </a:xfrm>
            <a:custGeom>
              <a:avLst/>
              <a:gdLst/>
              <a:ahLst/>
              <a:cxnLst/>
              <a:rect l="l" t="t" r="r" b="b"/>
              <a:pathLst>
                <a:path w="726" h="12683" extrusionOk="0">
                  <a:moveTo>
                    <a:pt x="0" y="0"/>
                  </a:moveTo>
                  <a:lnTo>
                    <a:pt x="0" y="12682"/>
                  </a:lnTo>
                  <a:lnTo>
                    <a:pt x="726" y="12682"/>
                  </a:lnTo>
                  <a:lnTo>
                    <a:pt x="726"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3" name="Google Shape;5853;p67"/>
            <p:cNvSpPr/>
            <p:nvPr/>
          </p:nvSpPr>
          <p:spPr>
            <a:xfrm>
              <a:off x="2375328" y="3400725"/>
              <a:ext cx="131947" cy="1426235"/>
            </a:xfrm>
            <a:custGeom>
              <a:avLst/>
              <a:gdLst/>
              <a:ahLst/>
              <a:cxnLst/>
              <a:rect l="l" t="t" r="r" b="b"/>
              <a:pathLst>
                <a:path w="723" h="12683" extrusionOk="0">
                  <a:moveTo>
                    <a:pt x="1" y="0"/>
                  </a:moveTo>
                  <a:lnTo>
                    <a:pt x="1" y="12682"/>
                  </a:lnTo>
                  <a:lnTo>
                    <a:pt x="722" y="12682"/>
                  </a:lnTo>
                  <a:lnTo>
                    <a:pt x="72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4" name="Google Shape;5854;p67"/>
            <p:cNvSpPr/>
            <p:nvPr/>
          </p:nvSpPr>
          <p:spPr>
            <a:xfrm>
              <a:off x="1586169" y="3564216"/>
              <a:ext cx="610142" cy="445586"/>
            </a:xfrm>
            <a:custGeom>
              <a:avLst/>
              <a:gdLst/>
              <a:ahLst/>
              <a:cxnLst/>
              <a:rect l="l" t="t" r="r" b="b"/>
              <a:pathLst>
                <a:path w="5498" h="4015" extrusionOk="0">
                  <a:moveTo>
                    <a:pt x="1736" y="0"/>
                  </a:moveTo>
                  <a:cubicBezTo>
                    <a:pt x="1495" y="0"/>
                    <a:pt x="1256" y="55"/>
                    <a:pt x="1046" y="173"/>
                  </a:cubicBezTo>
                  <a:cubicBezTo>
                    <a:pt x="387" y="558"/>
                    <a:pt x="128" y="1507"/>
                    <a:pt x="498" y="2167"/>
                  </a:cubicBezTo>
                  <a:cubicBezTo>
                    <a:pt x="225" y="2329"/>
                    <a:pt x="32" y="2633"/>
                    <a:pt x="16" y="2953"/>
                  </a:cubicBezTo>
                  <a:cubicBezTo>
                    <a:pt x="1" y="3277"/>
                    <a:pt x="144" y="3613"/>
                    <a:pt x="417" y="3790"/>
                  </a:cubicBezTo>
                  <a:lnTo>
                    <a:pt x="4919" y="4014"/>
                  </a:lnTo>
                  <a:cubicBezTo>
                    <a:pt x="5401" y="3663"/>
                    <a:pt x="5497" y="2892"/>
                    <a:pt x="5112" y="2440"/>
                  </a:cubicBezTo>
                  <a:cubicBezTo>
                    <a:pt x="5061" y="2375"/>
                    <a:pt x="4903" y="2329"/>
                    <a:pt x="4903" y="2329"/>
                  </a:cubicBezTo>
                  <a:cubicBezTo>
                    <a:pt x="4903" y="2329"/>
                    <a:pt x="4965" y="2101"/>
                    <a:pt x="4965" y="2039"/>
                  </a:cubicBezTo>
                  <a:cubicBezTo>
                    <a:pt x="4979" y="1699"/>
                    <a:pt x="4655" y="1394"/>
                    <a:pt x="4324" y="1394"/>
                  </a:cubicBezTo>
                  <a:cubicBezTo>
                    <a:pt x="4281" y="1394"/>
                    <a:pt x="4237" y="1399"/>
                    <a:pt x="4194" y="1411"/>
                  </a:cubicBezTo>
                  <a:cubicBezTo>
                    <a:pt x="4178" y="1137"/>
                    <a:pt x="4051" y="847"/>
                    <a:pt x="3823" y="689"/>
                  </a:cubicBezTo>
                  <a:cubicBezTo>
                    <a:pt x="3709" y="607"/>
                    <a:pt x="3560" y="562"/>
                    <a:pt x="3414" y="562"/>
                  </a:cubicBezTo>
                  <a:cubicBezTo>
                    <a:pt x="3275" y="562"/>
                    <a:pt x="3138" y="603"/>
                    <a:pt x="3036" y="689"/>
                  </a:cubicBezTo>
                  <a:cubicBezTo>
                    <a:pt x="2774" y="251"/>
                    <a:pt x="2251" y="0"/>
                    <a:pt x="17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5" name="Google Shape;5855;p67"/>
            <p:cNvSpPr/>
            <p:nvPr/>
          </p:nvSpPr>
          <p:spPr>
            <a:xfrm>
              <a:off x="1725337" y="3628251"/>
              <a:ext cx="190988" cy="76687"/>
            </a:xfrm>
            <a:custGeom>
              <a:avLst/>
              <a:gdLst/>
              <a:ahLst/>
              <a:cxnLst/>
              <a:rect l="l" t="t" r="r" b="b"/>
              <a:pathLst>
                <a:path w="1721" h="691" extrusionOk="0">
                  <a:moveTo>
                    <a:pt x="432" y="1"/>
                  </a:moveTo>
                  <a:cubicBezTo>
                    <a:pt x="402" y="1"/>
                    <a:pt x="371" y="1"/>
                    <a:pt x="351" y="16"/>
                  </a:cubicBezTo>
                  <a:cubicBezTo>
                    <a:pt x="321" y="16"/>
                    <a:pt x="290" y="16"/>
                    <a:pt x="274" y="31"/>
                  </a:cubicBezTo>
                  <a:cubicBezTo>
                    <a:pt x="240" y="31"/>
                    <a:pt x="209" y="47"/>
                    <a:pt x="193" y="62"/>
                  </a:cubicBezTo>
                  <a:cubicBezTo>
                    <a:pt x="159" y="78"/>
                    <a:pt x="143" y="97"/>
                    <a:pt x="112" y="112"/>
                  </a:cubicBezTo>
                  <a:cubicBezTo>
                    <a:pt x="97" y="128"/>
                    <a:pt x="62" y="143"/>
                    <a:pt x="47" y="159"/>
                  </a:cubicBezTo>
                  <a:cubicBezTo>
                    <a:pt x="31" y="174"/>
                    <a:pt x="16" y="193"/>
                    <a:pt x="0" y="224"/>
                  </a:cubicBezTo>
                  <a:cubicBezTo>
                    <a:pt x="16" y="193"/>
                    <a:pt x="31" y="174"/>
                    <a:pt x="62" y="159"/>
                  </a:cubicBezTo>
                  <a:cubicBezTo>
                    <a:pt x="81" y="143"/>
                    <a:pt x="97" y="128"/>
                    <a:pt x="128" y="128"/>
                  </a:cubicBezTo>
                  <a:cubicBezTo>
                    <a:pt x="143" y="112"/>
                    <a:pt x="178" y="97"/>
                    <a:pt x="193" y="78"/>
                  </a:cubicBezTo>
                  <a:cubicBezTo>
                    <a:pt x="224" y="78"/>
                    <a:pt x="255" y="62"/>
                    <a:pt x="274" y="62"/>
                  </a:cubicBezTo>
                  <a:cubicBezTo>
                    <a:pt x="305" y="62"/>
                    <a:pt x="321" y="47"/>
                    <a:pt x="351" y="47"/>
                  </a:cubicBezTo>
                  <a:lnTo>
                    <a:pt x="513" y="47"/>
                  </a:lnTo>
                  <a:cubicBezTo>
                    <a:pt x="544" y="47"/>
                    <a:pt x="564" y="62"/>
                    <a:pt x="594" y="62"/>
                  </a:cubicBezTo>
                  <a:lnTo>
                    <a:pt x="625" y="78"/>
                  </a:lnTo>
                  <a:lnTo>
                    <a:pt x="660" y="97"/>
                  </a:lnTo>
                  <a:cubicBezTo>
                    <a:pt x="691" y="97"/>
                    <a:pt x="706" y="112"/>
                    <a:pt x="737" y="128"/>
                  </a:cubicBezTo>
                  <a:cubicBezTo>
                    <a:pt x="756" y="143"/>
                    <a:pt x="772" y="159"/>
                    <a:pt x="803" y="174"/>
                  </a:cubicBezTo>
                  <a:cubicBezTo>
                    <a:pt x="818" y="193"/>
                    <a:pt x="834" y="209"/>
                    <a:pt x="853" y="224"/>
                  </a:cubicBezTo>
                  <a:cubicBezTo>
                    <a:pt x="899" y="255"/>
                    <a:pt x="930" y="305"/>
                    <a:pt x="949" y="351"/>
                  </a:cubicBezTo>
                  <a:cubicBezTo>
                    <a:pt x="965" y="367"/>
                    <a:pt x="980" y="402"/>
                    <a:pt x="996" y="417"/>
                  </a:cubicBezTo>
                  <a:cubicBezTo>
                    <a:pt x="996" y="448"/>
                    <a:pt x="1011" y="463"/>
                    <a:pt x="1011" y="498"/>
                  </a:cubicBezTo>
                  <a:lnTo>
                    <a:pt x="1026" y="544"/>
                  </a:lnTo>
                  <a:lnTo>
                    <a:pt x="1061" y="513"/>
                  </a:lnTo>
                  <a:cubicBezTo>
                    <a:pt x="1107" y="463"/>
                    <a:pt x="1158" y="432"/>
                    <a:pt x="1219" y="417"/>
                  </a:cubicBezTo>
                  <a:cubicBezTo>
                    <a:pt x="1285" y="417"/>
                    <a:pt x="1350" y="417"/>
                    <a:pt x="1412" y="432"/>
                  </a:cubicBezTo>
                  <a:cubicBezTo>
                    <a:pt x="1478" y="448"/>
                    <a:pt x="1543" y="483"/>
                    <a:pt x="1590" y="529"/>
                  </a:cubicBezTo>
                  <a:cubicBezTo>
                    <a:pt x="1640" y="579"/>
                    <a:pt x="1686" y="625"/>
                    <a:pt x="1721" y="691"/>
                  </a:cubicBezTo>
                  <a:cubicBezTo>
                    <a:pt x="1686" y="625"/>
                    <a:pt x="1655" y="560"/>
                    <a:pt x="1605" y="513"/>
                  </a:cubicBezTo>
                  <a:cubicBezTo>
                    <a:pt x="1574" y="483"/>
                    <a:pt x="1559" y="463"/>
                    <a:pt x="1528" y="448"/>
                  </a:cubicBezTo>
                  <a:cubicBezTo>
                    <a:pt x="1509" y="432"/>
                    <a:pt x="1493" y="432"/>
                    <a:pt x="1478" y="417"/>
                  </a:cubicBezTo>
                  <a:cubicBezTo>
                    <a:pt x="1462" y="417"/>
                    <a:pt x="1447" y="402"/>
                    <a:pt x="1431" y="402"/>
                  </a:cubicBezTo>
                  <a:cubicBezTo>
                    <a:pt x="1366" y="367"/>
                    <a:pt x="1285" y="367"/>
                    <a:pt x="1219" y="367"/>
                  </a:cubicBezTo>
                  <a:cubicBezTo>
                    <a:pt x="1188" y="367"/>
                    <a:pt x="1142" y="386"/>
                    <a:pt x="1107" y="402"/>
                  </a:cubicBezTo>
                  <a:cubicBezTo>
                    <a:pt x="1091" y="410"/>
                    <a:pt x="1074" y="418"/>
                    <a:pt x="1059" y="429"/>
                  </a:cubicBezTo>
                  <a:lnTo>
                    <a:pt x="1059" y="429"/>
                  </a:lnTo>
                  <a:cubicBezTo>
                    <a:pt x="1056" y="418"/>
                    <a:pt x="1052" y="408"/>
                    <a:pt x="1046" y="402"/>
                  </a:cubicBezTo>
                  <a:cubicBezTo>
                    <a:pt x="1026" y="367"/>
                    <a:pt x="1026" y="336"/>
                    <a:pt x="1011" y="321"/>
                  </a:cubicBezTo>
                  <a:cubicBezTo>
                    <a:pt x="996" y="290"/>
                    <a:pt x="980" y="270"/>
                    <a:pt x="965" y="240"/>
                  </a:cubicBezTo>
                  <a:cubicBezTo>
                    <a:pt x="949" y="224"/>
                    <a:pt x="915" y="209"/>
                    <a:pt x="899" y="174"/>
                  </a:cubicBezTo>
                  <a:cubicBezTo>
                    <a:pt x="884" y="159"/>
                    <a:pt x="868" y="143"/>
                    <a:pt x="834" y="128"/>
                  </a:cubicBezTo>
                  <a:cubicBezTo>
                    <a:pt x="818" y="112"/>
                    <a:pt x="787" y="97"/>
                    <a:pt x="772" y="78"/>
                  </a:cubicBezTo>
                  <a:cubicBezTo>
                    <a:pt x="737" y="62"/>
                    <a:pt x="706" y="47"/>
                    <a:pt x="691" y="31"/>
                  </a:cubicBezTo>
                  <a:lnTo>
                    <a:pt x="641" y="16"/>
                  </a:lnTo>
                  <a:lnTo>
                    <a:pt x="610" y="16"/>
                  </a:lnTo>
                  <a:cubicBezTo>
                    <a:pt x="579" y="1"/>
                    <a:pt x="544" y="1"/>
                    <a:pt x="5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6" name="Google Shape;5856;p67"/>
            <p:cNvSpPr/>
            <p:nvPr/>
          </p:nvSpPr>
          <p:spPr>
            <a:xfrm>
              <a:off x="1960722" y="3763534"/>
              <a:ext cx="131950" cy="149934"/>
            </a:xfrm>
            <a:custGeom>
              <a:avLst/>
              <a:gdLst/>
              <a:ahLst/>
              <a:cxnLst/>
              <a:rect l="l" t="t" r="r" b="b"/>
              <a:pathLst>
                <a:path w="1189" h="1351" extrusionOk="0">
                  <a:moveTo>
                    <a:pt x="32" y="35"/>
                  </a:moveTo>
                  <a:lnTo>
                    <a:pt x="30" y="36"/>
                  </a:lnTo>
                  <a:lnTo>
                    <a:pt x="30" y="36"/>
                  </a:lnTo>
                  <a:cubicBezTo>
                    <a:pt x="31" y="36"/>
                    <a:pt x="32" y="35"/>
                    <a:pt x="33" y="35"/>
                  </a:cubicBezTo>
                  <a:close/>
                  <a:moveTo>
                    <a:pt x="30" y="36"/>
                  </a:moveTo>
                  <a:cubicBezTo>
                    <a:pt x="18" y="40"/>
                    <a:pt x="8" y="43"/>
                    <a:pt x="1" y="50"/>
                  </a:cubicBezTo>
                  <a:lnTo>
                    <a:pt x="30" y="36"/>
                  </a:lnTo>
                  <a:close/>
                  <a:moveTo>
                    <a:pt x="159" y="0"/>
                  </a:moveTo>
                  <a:cubicBezTo>
                    <a:pt x="144" y="0"/>
                    <a:pt x="113" y="0"/>
                    <a:pt x="82" y="16"/>
                  </a:cubicBezTo>
                  <a:cubicBezTo>
                    <a:pt x="64" y="26"/>
                    <a:pt x="47" y="31"/>
                    <a:pt x="33" y="35"/>
                  </a:cubicBezTo>
                  <a:lnTo>
                    <a:pt x="82" y="35"/>
                  </a:lnTo>
                  <a:cubicBezTo>
                    <a:pt x="113" y="16"/>
                    <a:pt x="144" y="16"/>
                    <a:pt x="159" y="16"/>
                  </a:cubicBezTo>
                  <a:cubicBezTo>
                    <a:pt x="194" y="16"/>
                    <a:pt x="225" y="16"/>
                    <a:pt x="255" y="35"/>
                  </a:cubicBezTo>
                  <a:cubicBezTo>
                    <a:pt x="290" y="35"/>
                    <a:pt x="306" y="35"/>
                    <a:pt x="336" y="50"/>
                  </a:cubicBezTo>
                  <a:cubicBezTo>
                    <a:pt x="402" y="66"/>
                    <a:pt x="448" y="97"/>
                    <a:pt x="498" y="131"/>
                  </a:cubicBezTo>
                  <a:cubicBezTo>
                    <a:pt x="514" y="147"/>
                    <a:pt x="545" y="162"/>
                    <a:pt x="564" y="178"/>
                  </a:cubicBezTo>
                  <a:cubicBezTo>
                    <a:pt x="579" y="193"/>
                    <a:pt x="610" y="209"/>
                    <a:pt x="626" y="243"/>
                  </a:cubicBezTo>
                  <a:cubicBezTo>
                    <a:pt x="641" y="259"/>
                    <a:pt x="660" y="290"/>
                    <a:pt x="676" y="305"/>
                  </a:cubicBezTo>
                  <a:cubicBezTo>
                    <a:pt x="691" y="324"/>
                    <a:pt x="707" y="355"/>
                    <a:pt x="722" y="386"/>
                  </a:cubicBezTo>
                  <a:cubicBezTo>
                    <a:pt x="738" y="436"/>
                    <a:pt x="757" y="482"/>
                    <a:pt x="772" y="548"/>
                  </a:cubicBezTo>
                  <a:cubicBezTo>
                    <a:pt x="788" y="594"/>
                    <a:pt x="803" y="660"/>
                    <a:pt x="803" y="710"/>
                  </a:cubicBezTo>
                  <a:lnTo>
                    <a:pt x="803" y="884"/>
                  </a:lnTo>
                  <a:lnTo>
                    <a:pt x="803" y="934"/>
                  </a:lnTo>
                  <a:lnTo>
                    <a:pt x="834" y="918"/>
                  </a:lnTo>
                  <a:lnTo>
                    <a:pt x="900" y="918"/>
                  </a:lnTo>
                  <a:cubicBezTo>
                    <a:pt x="915" y="934"/>
                    <a:pt x="950" y="949"/>
                    <a:pt x="965" y="949"/>
                  </a:cubicBezTo>
                  <a:cubicBezTo>
                    <a:pt x="981" y="965"/>
                    <a:pt x="996" y="980"/>
                    <a:pt x="1011" y="1015"/>
                  </a:cubicBezTo>
                  <a:lnTo>
                    <a:pt x="1077" y="1061"/>
                  </a:lnTo>
                  <a:cubicBezTo>
                    <a:pt x="1092" y="1076"/>
                    <a:pt x="1108" y="1096"/>
                    <a:pt x="1123" y="1127"/>
                  </a:cubicBezTo>
                  <a:cubicBezTo>
                    <a:pt x="1143" y="1142"/>
                    <a:pt x="1158" y="1157"/>
                    <a:pt x="1158" y="1192"/>
                  </a:cubicBezTo>
                  <a:cubicBezTo>
                    <a:pt x="1173" y="1238"/>
                    <a:pt x="1189" y="1289"/>
                    <a:pt x="1189" y="1350"/>
                  </a:cubicBezTo>
                  <a:cubicBezTo>
                    <a:pt x="1189" y="1289"/>
                    <a:pt x="1189" y="1238"/>
                    <a:pt x="1173" y="1192"/>
                  </a:cubicBezTo>
                  <a:cubicBezTo>
                    <a:pt x="1173" y="1157"/>
                    <a:pt x="1158" y="1127"/>
                    <a:pt x="1158" y="1111"/>
                  </a:cubicBezTo>
                  <a:cubicBezTo>
                    <a:pt x="1143" y="1076"/>
                    <a:pt x="1123" y="1061"/>
                    <a:pt x="1108" y="1046"/>
                  </a:cubicBezTo>
                  <a:lnTo>
                    <a:pt x="1046" y="980"/>
                  </a:lnTo>
                  <a:cubicBezTo>
                    <a:pt x="1027" y="965"/>
                    <a:pt x="1011" y="934"/>
                    <a:pt x="996" y="918"/>
                  </a:cubicBezTo>
                  <a:cubicBezTo>
                    <a:pt x="965" y="903"/>
                    <a:pt x="950" y="884"/>
                    <a:pt x="915" y="868"/>
                  </a:cubicBezTo>
                  <a:lnTo>
                    <a:pt x="857" y="868"/>
                  </a:lnTo>
                  <a:cubicBezTo>
                    <a:pt x="868" y="749"/>
                    <a:pt x="866" y="635"/>
                    <a:pt x="834" y="533"/>
                  </a:cubicBezTo>
                  <a:cubicBezTo>
                    <a:pt x="819" y="467"/>
                    <a:pt x="803" y="401"/>
                    <a:pt x="772" y="355"/>
                  </a:cubicBezTo>
                  <a:cubicBezTo>
                    <a:pt x="757" y="324"/>
                    <a:pt x="738" y="305"/>
                    <a:pt x="722" y="274"/>
                  </a:cubicBezTo>
                  <a:cubicBezTo>
                    <a:pt x="707" y="243"/>
                    <a:pt x="691" y="228"/>
                    <a:pt x="676" y="193"/>
                  </a:cubicBezTo>
                  <a:cubicBezTo>
                    <a:pt x="641" y="178"/>
                    <a:pt x="626" y="162"/>
                    <a:pt x="595" y="131"/>
                  </a:cubicBezTo>
                  <a:cubicBezTo>
                    <a:pt x="579" y="112"/>
                    <a:pt x="545" y="97"/>
                    <a:pt x="529" y="81"/>
                  </a:cubicBezTo>
                  <a:cubicBezTo>
                    <a:pt x="468" y="50"/>
                    <a:pt x="417" y="35"/>
                    <a:pt x="352" y="16"/>
                  </a:cubicBezTo>
                  <a:cubicBezTo>
                    <a:pt x="321" y="0"/>
                    <a:pt x="290" y="0"/>
                    <a:pt x="2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7" name="Google Shape;5857;p67"/>
            <p:cNvSpPr/>
            <p:nvPr/>
          </p:nvSpPr>
          <p:spPr>
            <a:xfrm>
              <a:off x="1719788" y="3842329"/>
              <a:ext cx="251803" cy="49719"/>
            </a:xfrm>
            <a:custGeom>
              <a:avLst/>
              <a:gdLst/>
              <a:ahLst/>
              <a:cxnLst/>
              <a:rect l="l" t="t" r="r" b="b"/>
              <a:pathLst>
                <a:path w="2269" h="448" extrusionOk="0">
                  <a:moveTo>
                    <a:pt x="1690" y="0"/>
                  </a:moveTo>
                  <a:cubicBezTo>
                    <a:pt x="1655" y="0"/>
                    <a:pt x="1624" y="0"/>
                    <a:pt x="1609" y="15"/>
                  </a:cubicBezTo>
                  <a:cubicBezTo>
                    <a:pt x="1578" y="15"/>
                    <a:pt x="1543" y="31"/>
                    <a:pt x="1528" y="46"/>
                  </a:cubicBezTo>
                  <a:cubicBezTo>
                    <a:pt x="1481" y="62"/>
                    <a:pt x="1431" y="96"/>
                    <a:pt x="1385" y="127"/>
                  </a:cubicBezTo>
                  <a:cubicBezTo>
                    <a:pt x="1300" y="185"/>
                    <a:pt x="1240" y="266"/>
                    <a:pt x="1192" y="350"/>
                  </a:cubicBezTo>
                  <a:lnTo>
                    <a:pt x="1192" y="350"/>
                  </a:lnTo>
                  <a:cubicBezTo>
                    <a:pt x="1118" y="270"/>
                    <a:pt x="1034" y="202"/>
                    <a:pt x="949" y="158"/>
                  </a:cubicBezTo>
                  <a:cubicBezTo>
                    <a:pt x="903" y="127"/>
                    <a:pt x="837" y="112"/>
                    <a:pt x="772" y="96"/>
                  </a:cubicBezTo>
                  <a:cubicBezTo>
                    <a:pt x="756" y="96"/>
                    <a:pt x="725" y="77"/>
                    <a:pt x="691" y="77"/>
                  </a:cubicBezTo>
                  <a:lnTo>
                    <a:pt x="614" y="77"/>
                  </a:lnTo>
                  <a:cubicBezTo>
                    <a:pt x="482" y="77"/>
                    <a:pt x="371" y="112"/>
                    <a:pt x="259" y="158"/>
                  </a:cubicBezTo>
                  <a:cubicBezTo>
                    <a:pt x="209" y="174"/>
                    <a:pt x="162" y="208"/>
                    <a:pt x="112" y="255"/>
                  </a:cubicBezTo>
                  <a:cubicBezTo>
                    <a:pt x="97" y="270"/>
                    <a:pt x="66" y="289"/>
                    <a:pt x="50" y="305"/>
                  </a:cubicBezTo>
                  <a:cubicBezTo>
                    <a:pt x="35" y="320"/>
                    <a:pt x="16" y="351"/>
                    <a:pt x="0" y="366"/>
                  </a:cubicBezTo>
                  <a:cubicBezTo>
                    <a:pt x="35" y="336"/>
                    <a:pt x="81" y="289"/>
                    <a:pt x="131" y="255"/>
                  </a:cubicBezTo>
                  <a:cubicBezTo>
                    <a:pt x="178" y="224"/>
                    <a:pt x="228" y="208"/>
                    <a:pt x="274" y="193"/>
                  </a:cubicBezTo>
                  <a:cubicBezTo>
                    <a:pt x="386" y="143"/>
                    <a:pt x="498" y="127"/>
                    <a:pt x="594" y="127"/>
                  </a:cubicBezTo>
                  <a:lnTo>
                    <a:pt x="644" y="127"/>
                  </a:lnTo>
                  <a:lnTo>
                    <a:pt x="691" y="143"/>
                  </a:lnTo>
                  <a:cubicBezTo>
                    <a:pt x="710" y="143"/>
                    <a:pt x="741" y="143"/>
                    <a:pt x="772" y="158"/>
                  </a:cubicBezTo>
                  <a:cubicBezTo>
                    <a:pt x="822" y="158"/>
                    <a:pt x="868" y="193"/>
                    <a:pt x="918" y="208"/>
                  </a:cubicBezTo>
                  <a:cubicBezTo>
                    <a:pt x="965" y="239"/>
                    <a:pt x="1015" y="270"/>
                    <a:pt x="1061" y="305"/>
                  </a:cubicBezTo>
                  <a:cubicBezTo>
                    <a:pt x="1076" y="320"/>
                    <a:pt x="1096" y="336"/>
                    <a:pt x="1127" y="351"/>
                  </a:cubicBezTo>
                  <a:cubicBezTo>
                    <a:pt x="1142" y="366"/>
                    <a:pt x="1157" y="401"/>
                    <a:pt x="1173" y="417"/>
                  </a:cubicBezTo>
                  <a:lnTo>
                    <a:pt x="1208" y="447"/>
                  </a:lnTo>
                  <a:lnTo>
                    <a:pt x="1223" y="417"/>
                  </a:lnTo>
                  <a:cubicBezTo>
                    <a:pt x="1269" y="320"/>
                    <a:pt x="1335" y="224"/>
                    <a:pt x="1416" y="174"/>
                  </a:cubicBezTo>
                  <a:cubicBezTo>
                    <a:pt x="1447" y="143"/>
                    <a:pt x="1497" y="112"/>
                    <a:pt x="1543" y="96"/>
                  </a:cubicBezTo>
                  <a:cubicBezTo>
                    <a:pt x="1578" y="77"/>
                    <a:pt x="1593" y="62"/>
                    <a:pt x="1624" y="62"/>
                  </a:cubicBezTo>
                  <a:cubicBezTo>
                    <a:pt x="1640" y="46"/>
                    <a:pt x="1674" y="46"/>
                    <a:pt x="1690" y="46"/>
                  </a:cubicBezTo>
                  <a:cubicBezTo>
                    <a:pt x="1721" y="46"/>
                    <a:pt x="1751" y="31"/>
                    <a:pt x="1771" y="31"/>
                  </a:cubicBezTo>
                  <a:lnTo>
                    <a:pt x="1848" y="31"/>
                  </a:lnTo>
                  <a:cubicBezTo>
                    <a:pt x="1883" y="46"/>
                    <a:pt x="1898" y="46"/>
                    <a:pt x="1929" y="46"/>
                  </a:cubicBezTo>
                  <a:cubicBezTo>
                    <a:pt x="1944" y="62"/>
                    <a:pt x="1979" y="62"/>
                    <a:pt x="1994" y="77"/>
                  </a:cubicBezTo>
                  <a:cubicBezTo>
                    <a:pt x="2060" y="96"/>
                    <a:pt x="2106" y="112"/>
                    <a:pt x="2137" y="143"/>
                  </a:cubicBezTo>
                  <a:cubicBezTo>
                    <a:pt x="2172" y="158"/>
                    <a:pt x="2187" y="174"/>
                    <a:pt x="2203" y="193"/>
                  </a:cubicBezTo>
                  <a:cubicBezTo>
                    <a:pt x="2234" y="208"/>
                    <a:pt x="2253" y="224"/>
                    <a:pt x="2268" y="239"/>
                  </a:cubicBezTo>
                  <a:cubicBezTo>
                    <a:pt x="2253" y="224"/>
                    <a:pt x="2234" y="208"/>
                    <a:pt x="2218" y="193"/>
                  </a:cubicBezTo>
                  <a:cubicBezTo>
                    <a:pt x="2187" y="158"/>
                    <a:pt x="2172" y="143"/>
                    <a:pt x="2156" y="127"/>
                  </a:cubicBezTo>
                  <a:cubicBezTo>
                    <a:pt x="2106" y="96"/>
                    <a:pt x="2060" y="62"/>
                    <a:pt x="2010" y="46"/>
                  </a:cubicBezTo>
                  <a:cubicBezTo>
                    <a:pt x="1994" y="31"/>
                    <a:pt x="1964" y="31"/>
                    <a:pt x="1929" y="15"/>
                  </a:cubicBezTo>
                  <a:cubicBezTo>
                    <a:pt x="1913" y="15"/>
                    <a:pt x="1883" y="0"/>
                    <a:pt x="18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8" name="Google Shape;5858;p67"/>
            <p:cNvSpPr/>
            <p:nvPr/>
          </p:nvSpPr>
          <p:spPr>
            <a:xfrm>
              <a:off x="1696704" y="3728021"/>
              <a:ext cx="198202" cy="71582"/>
            </a:xfrm>
            <a:custGeom>
              <a:avLst/>
              <a:gdLst/>
              <a:ahLst/>
              <a:cxnLst/>
              <a:rect l="l" t="t" r="r" b="b"/>
              <a:pathLst>
                <a:path w="1786" h="645" extrusionOk="0">
                  <a:moveTo>
                    <a:pt x="563" y="0"/>
                  </a:moveTo>
                  <a:lnTo>
                    <a:pt x="498" y="16"/>
                  </a:lnTo>
                  <a:lnTo>
                    <a:pt x="451" y="31"/>
                  </a:lnTo>
                  <a:lnTo>
                    <a:pt x="401" y="46"/>
                  </a:lnTo>
                  <a:lnTo>
                    <a:pt x="355" y="81"/>
                  </a:lnTo>
                  <a:lnTo>
                    <a:pt x="305" y="97"/>
                  </a:lnTo>
                  <a:lnTo>
                    <a:pt x="258" y="127"/>
                  </a:lnTo>
                  <a:lnTo>
                    <a:pt x="208" y="162"/>
                  </a:lnTo>
                  <a:lnTo>
                    <a:pt x="177" y="208"/>
                  </a:lnTo>
                  <a:lnTo>
                    <a:pt x="147" y="239"/>
                  </a:lnTo>
                  <a:lnTo>
                    <a:pt x="112" y="289"/>
                  </a:lnTo>
                  <a:lnTo>
                    <a:pt x="81" y="336"/>
                  </a:lnTo>
                  <a:lnTo>
                    <a:pt x="66" y="386"/>
                  </a:lnTo>
                  <a:cubicBezTo>
                    <a:pt x="50" y="417"/>
                    <a:pt x="31" y="451"/>
                    <a:pt x="15" y="482"/>
                  </a:cubicBezTo>
                  <a:lnTo>
                    <a:pt x="0" y="529"/>
                  </a:lnTo>
                  <a:lnTo>
                    <a:pt x="0" y="594"/>
                  </a:lnTo>
                  <a:lnTo>
                    <a:pt x="0" y="644"/>
                  </a:lnTo>
                  <a:lnTo>
                    <a:pt x="15" y="594"/>
                  </a:lnTo>
                  <a:lnTo>
                    <a:pt x="31" y="548"/>
                  </a:lnTo>
                  <a:lnTo>
                    <a:pt x="50" y="498"/>
                  </a:lnTo>
                  <a:lnTo>
                    <a:pt x="66" y="451"/>
                  </a:lnTo>
                  <a:lnTo>
                    <a:pt x="81" y="401"/>
                  </a:lnTo>
                  <a:lnTo>
                    <a:pt x="112" y="355"/>
                  </a:lnTo>
                  <a:lnTo>
                    <a:pt x="147" y="305"/>
                  </a:lnTo>
                  <a:lnTo>
                    <a:pt x="177" y="274"/>
                  </a:lnTo>
                  <a:lnTo>
                    <a:pt x="208" y="239"/>
                  </a:lnTo>
                  <a:lnTo>
                    <a:pt x="243" y="208"/>
                  </a:lnTo>
                  <a:lnTo>
                    <a:pt x="289" y="178"/>
                  </a:lnTo>
                  <a:lnTo>
                    <a:pt x="339" y="143"/>
                  </a:lnTo>
                  <a:lnTo>
                    <a:pt x="370" y="127"/>
                  </a:lnTo>
                  <a:lnTo>
                    <a:pt x="417" y="97"/>
                  </a:lnTo>
                  <a:lnTo>
                    <a:pt x="467" y="81"/>
                  </a:lnTo>
                  <a:lnTo>
                    <a:pt x="513" y="66"/>
                  </a:lnTo>
                  <a:lnTo>
                    <a:pt x="771" y="66"/>
                  </a:lnTo>
                  <a:lnTo>
                    <a:pt x="822" y="81"/>
                  </a:lnTo>
                  <a:lnTo>
                    <a:pt x="868" y="97"/>
                  </a:lnTo>
                  <a:lnTo>
                    <a:pt x="899" y="112"/>
                  </a:lnTo>
                  <a:lnTo>
                    <a:pt x="949" y="127"/>
                  </a:lnTo>
                  <a:lnTo>
                    <a:pt x="995" y="162"/>
                  </a:lnTo>
                  <a:lnTo>
                    <a:pt x="1045" y="193"/>
                  </a:lnTo>
                  <a:lnTo>
                    <a:pt x="1076" y="224"/>
                  </a:lnTo>
                  <a:lnTo>
                    <a:pt x="1111" y="259"/>
                  </a:lnTo>
                  <a:lnTo>
                    <a:pt x="1142" y="289"/>
                  </a:lnTo>
                  <a:lnTo>
                    <a:pt x="1173" y="336"/>
                  </a:lnTo>
                  <a:lnTo>
                    <a:pt x="1207" y="370"/>
                  </a:lnTo>
                  <a:lnTo>
                    <a:pt x="1223" y="320"/>
                  </a:lnTo>
                  <a:cubicBezTo>
                    <a:pt x="1238" y="289"/>
                    <a:pt x="1284" y="259"/>
                    <a:pt x="1335" y="239"/>
                  </a:cubicBezTo>
                  <a:cubicBezTo>
                    <a:pt x="1381" y="224"/>
                    <a:pt x="1446" y="224"/>
                    <a:pt x="1497" y="224"/>
                  </a:cubicBezTo>
                  <a:cubicBezTo>
                    <a:pt x="1543" y="224"/>
                    <a:pt x="1593" y="239"/>
                    <a:pt x="1639" y="274"/>
                  </a:cubicBezTo>
                  <a:cubicBezTo>
                    <a:pt x="1689" y="289"/>
                    <a:pt x="1736" y="320"/>
                    <a:pt x="1786" y="355"/>
                  </a:cubicBezTo>
                  <a:cubicBezTo>
                    <a:pt x="1736" y="320"/>
                    <a:pt x="1705" y="274"/>
                    <a:pt x="1655" y="259"/>
                  </a:cubicBezTo>
                  <a:cubicBezTo>
                    <a:pt x="1624" y="239"/>
                    <a:pt x="1608" y="224"/>
                    <a:pt x="1574" y="208"/>
                  </a:cubicBezTo>
                  <a:lnTo>
                    <a:pt x="1543" y="208"/>
                  </a:lnTo>
                  <a:cubicBezTo>
                    <a:pt x="1527" y="193"/>
                    <a:pt x="1512" y="193"/>
                    <a:pt x="1497" y="193"/>
                  </a:cubicBezTo>
                  <a:cubicBezTo>
                    <a:pt x="1431" y="193"/>
                    <a:pt x="1381" y="193"/>
                    <a:pt x="1319" y="208"/>
                  </a:cubicBezTo>
                  <a:cubicBezTo>
                    <a:pt x="1279" y="221"/>
                    <a:pt x="1232" y="233"/>
                    <a:pt x="1197" y="271"/>
                  </a:cubicBezTo>
                  <a:lnTo>
                    <a:pt x="1197" y="271"/>
                  </a:lnTo>
                  <a:lnTo>
                    <a:pt x="1188" y="259"/>
                  </a:lnTo>
                  <a:lnTo>
                    <a:pt x="1157" y="208"/>
                  </a:lnTo>
                  <a:lnTo>
                    <a:pt x="1111" y="178"/>
                  </a:lnTo>
                  <a:lnTo>
                    <a:pt x="1076" y="143"/>
                  </a:lnTo>
                  <a:lnTo>
                    <a:pt x="1030" y="112"/>
                  </a:lnTo>
                  <a:lnTo>
                    <a:pt x="980" y="81"/>
                  </a:lnTo>
                  <a:lnTo>
                    <a:pt x="933" y="66"/>
                  </a:lnTo>
                  <a:lnTo>
                    <a:pt x="883" y="31"/>
                  </a:lnTo>
                  <a:cubicBezTo>
                    <a:pt x="852" y="31"/>
                    <a:pt x="802" y="16"/>
                    <a:pt x="771" y="16"/>
                  </a:cubicBezTo>
                  <a:lnTo>
                    <a:pt x="72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9" name="Google Shape;5859;p67"/>
            <p:cNvSpPr/>
            <p:nvPr/>
          </p:nvSpPr>
          <p:spPr>
            <a:xfrm>
              <a:off x="1956949" y="3665540"/>
              <a:ext cx="45056" cy="35625"/>
            </a:xfrm>
            <a:custGeom>
              <a:avLst/>
              <a:gdLst/>
              <a:ahLst/>
              <a:cxnLst/>
              <a:rect l="l" t="t" r="r" b="b"/>
              <a:pathLst>
                <a:path w="406" h="321" extrusionOk="0">
                  <a:moveTo>
                    <a:pt x="212" y="0"/>
                  </a:moveTo>
                  <a:cubicBezTo>
                    <a:pt x="0" y="0"/>
                    <a:pt x="0" y="320"/>
                    <a:pt x="212" y="320"/>
                  </a:cubicBezTo>
                  <a:cubicBezTo>
                    <a:pt x="405" y="320"/>
                    <a:pt x="405" y="0"/>
                    <a:pt x="21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0" name="Google Shape;5860;p67"/>
            <p:cNvSpPr/>
            <p:nvPr/>
          </p:nvSpPr>
          <p:spPr>
            <a:xfrm>
              <a:off x="2026644" y="3769083"/>
              <a:ext cx="44612" cy="33960"/>
            </a:xfrm>
            <a:custGeom>
              <a:avLst/>
              <a:gdLst/>
              <a:ahLst/>
              <a:cxnLst/>
              <a:rect l="l" t="t" r="r" b="b"/>
              <a:pathLst>
                <a:path w="402" h="306" extrusionOk="0">
                  <a:moveTo>
                    <a:pt x="209" y="0"/>
                  </a:moveTo>
                  <a:cubicBezTo>
                    <a:pt x="1" y="0"/>
                    <a:pt x="1" y="305"/>
                    <a:pt x="209" y="305"/>
                  </a:cubicBezTo>
                  <a:cubicBezTo>
                    <a:pt x="402" y="305"/>
                    <a:pt x="402" y="0"/>
                    <a:pt x="2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1" name="Google Shape;5861;p67"/>
            <p:cNvSpPr/>
            <p:nvPr/>
          </p:nvSpPr>
          <p:spPr>
            <a:xfrm>
              <a:off x="1843085" y="3818691"/>
              <a:ext cx="44612" cy="34404"/>
            </a:xfrm>
            <a:custGeom>
              <a:avLst/>
              <a:gdLst/>
              <a:ahLst/>
              <a:cxnLst/>
              <a:rect l="l" t="t" r="r" b="b"/>
              <a:pathLst>
                <a:path w="402" h="310" extrusionOk="0">
                  <a:moveTo>
                    <a:pt x="193" y="1"/>
                  </a:moveTo>
                  <a:cubicBezTo>
                    <a:pt x="0" y="1"/>
                    <a:pt x="0" y="309"/>
                    <a:pt x="193" y="309"/>
                  </a:cubicBezTo>
                  <a:cubicBezTo>
                    <a:pt x="401" y="309"/>
                    <a:pt x="401" y="1"/>
                    <a:pt x="19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2" name="Google Shape;5862;p67"/>
            <p:cNvSpPr/>
            <p:nvPr/>
          </p:nvSpPr>
          <p:spPr>
            <a:xfrm>
              <a:off x="1735991" y="3660324"/>
              <a:ext cx="44723" cy="35625"/>
            </a:xfrm>
            <a:custGeom>
              <a:avLst/>
              <a:gdLst/>
              <a:ahLst/>
              <a:cxnLst/>
              <a:rect l="l" t="t" r="r" b="b"/>
              <a:pathLst>
                <a:path w="403" h="321" extrusionOk="0">
                  <a:moveTo>
                    <a:pt x="209" y="1"/>
                  </a:moveTo>
                  <a:cubicBezTo>
                    <a:pt x="1" y="1"/>
                    <a:pt x="1" y="321"/>
                    <a:pt x="209" y="321"/>
                  </a:cubicBezTo>
                  <a:cubicBezTo>
                    <a:pt x="402" y="321"/>
                    <a:pt x="402" y="1"/>
                    <a:pt x="20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3" name="Google Shape;5863;p67"/>
            <p:cNvSpPr/>
            <p:nvPr/>
          </p:nvSpPr>
          <p:spPr>
            <a:xfrm>
              <a:off x="1648761" y="3842329"/>
              <a:ext cx="46277" cy="35625"/>
            </a:xfrm>
            <a:custGeom>
              <a:avLst/>
              <a:gdLst/>
              <a:ahLst/>
              <a:cxnLst/>
              <a:rect l="l" t="t" r="r" b="b"/>
              <a:pathLst>
                <a:path w="417" h="321" extrusionOk="0">
                  <a:moveTo>
                    <a:pt x="208" y="0"/>
                  </a:moveTo>
                  <a:cubicBezTo>
                    <a:pt x="0" y="0"/>
                    <a:pt x="0" y="320"/>
                    <a:pt x="208" y="320"/>
                  </a:cubicBezTo>
                  <a:cubicBezTo>
                    <a:pt x="417" y="320"/>
                    <a:pt x="417" y="0"/>
                    <a:pt x="20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4" name="Google Shape;5864;p67"/>
            <p:cNvSpPr/>
            <p:nvPr/>
          </p:nvSpPr>
          <p:spPr>
            <a:xfrm>
              <a:off x="2024979" y="3885056"/>
              <a:ext cx="46277" cy="33960"/>
            </a:xfrm>
            <a:custGeom>
              <a:avLst/>
              <a:gdLst/>
              <a:ahLst/>
              <a:cxnLst/>
              <a:rect l="l" t="t" r="r" b="b"/>
              <a:pathLst>
                <a:path w="417" h="306" extrusionOk="0">
                  <a:moveTo>
                    <a:pt x="209" y="1"/>
                  </a:moveTo>
                  <a:cubicBezTo>
                    <a:pt x="0" y="1"/>
                    <a:pt x="0" y="305"/>
                    <a:pt x="209" y="305"/>
                  </a:cubicBezTo>
                  <a:cubicBezTo>
                    <a:pt x="417" y="305"/>
                    <a:pt x="417" y="1"/>
                    <a:pt x="20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5" name="Google Shape;5865;p67"/>
            <p:cNvSpPr/>
            <p:nvPr/>
          </p:nvSpPr>
          <p:spPr>
            <a:xfrm>
              <a:off x="1589610" y="3956193"/>
              <a:ext cx="577959" cy="665216"/>
            </a:xfrm>
            <a:custGeom>
              <a:avLst/>
              <a:gdLst/>
              <a:ahLst/>
              <a:cxnLst/>
              <a:rect l="l" t="t" r="r" b="b"/>
              <a:pathLst>
                <a:path w="5208" h="5994" extrusionOk="0">
                  <a:moveTo>
                    <a:pt x="1" y="0"/>
                  </a:moveTo>
                  <a:lnTo>
                    <a:pt x="1" y="5994"/>
                  </a:lnTo>
                  <a:lnTo>
                    <a:pt x="5208" y="5994"/>
                  </a:lnTo>
                  <a:lnTo>
                    <a:pt x="520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6" name="Google Shape;5866;p67"/>
            <p:cNvSpPr/>
            <p:nvPr/>
          </p:nvSpPr>
          <p:spPr>
            <a:xfrm>
              <a:off x="1571631" y="3952753"/>
              <a:ext cx="619131" cy="24860"/>
            </a:xfrm>
            <a:custGeom>
              <a:avLst/>
              <a:gdLst/>
              <a:ahLst/>
              <a:cxnLst/>
              <a:rect l="l" t="t" r="r" b="b"/>
              <a:pathLst>
                <a:path w="5579" h="224" extrusionOk="0">
                  <a:moveTo>
                    <a:pt x="132" y="0"/>
                  </a:moveTo>
                  <a:cubicBezTo>
                    <a:pt x="66" y="0"/>
                    <a:pt x="1" y="46"/>
                    <a:pt x="1" y="112"/>
                  </a:cubicBezTo>
                  <a:cubicBezTo>
                    <a:pt x="1" y="178"/>
                    <a:pt x="66" y="224"/>
                    <a:pt x="132" y="224"/>
                  </a:cubicBezTo>
                  <a:lnTo>
                    <a:pt x="5466" y="224"/>
                  </a:lnTo>
                  <a:cubicBezTo>
                    <a:pt x="5532" y="224"/>
                    <a:pt x="5578" y="178"/>
                    <a:pt x="5578" y="112"/>
                  </a:cubicBezTo>
                  <a:cubicBezTo>
                    <a:pt x="5578" y="46"/>
                    <a:pt x="5532" y="0"/>
                    <a:pt x="546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7" name="Google Shape;5867;p67"/>
            <p:cNvSpPr/>
            <p:nvPr/>
          </p:nvSpPr>
          <p:spPr>
            <a:xfrm>
              <a:off x="1571631" y="4025888"/>
              <a:ext cx="619131" cy="24971"/>
            </a:xfrm>
            <a:custGeom>
              <a:avLst/>
              <a:gdLst/>
              <a:ahLst/>
              <a:cxnLst/>
              <a:rect l="l" t="t" r="r" b="b"/>
              <a:pathLst>
                <a:path w="5579" h="225" extrusionOk="0">
                  <a:moveTo>
                    <a:pt x="132" y="1"/>
                  </a:moveTo>
                  <a:cubicBezTo>
                    <a:pt x="66" y="1"/>
                    <a:pt x="1" y="47"/>
                    <a:pt x="1" y="113"/>
                  </a:cubicBezTo>
                  <a:cubicBezTo>
                    <a:pt x="1" y="178"/>
                    <a:pt x="66" y="224"/>
                    <a:pt x="132" y="224"/>
                  </a:cubicBezTo>
                  <a:lnTo>
                    <a:pt x="5466" y="224"/>
                  </a:lnTo>
                  <a:cubicBezTo>
                    <a:pt x="5532" y="224"/>
                    <a:pt x="5578" y="178"/>
                    <a:pt x="5578" y="113"/>
                  </a:cubicBezTo>
                  <a:cubicBezTo>
                    <a:pt x="5578" y="47"/>
                    <a:pt x="5532" y="1"/>
                    <a:pt x="546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8" name="Google Shape;5868;p67"/>
            <p:cNvSpPr/>
            <p:nvPr/>
          </p:nvSpPr>
          <p:spPr>
            <a:xfrm>
              <a:off x="1571631" y="4099134"/>
              <a:ext cx="619131" cy="24860"/>
            </a:xfrm>
            <a:custGeom>
              <a:avLst/>
              <a:gdLst/>
              <a:ahLst/>
              <a:cxnLst/>
              <a:rect l="l" t="t" r="r" b="b"/>
              <a:pathLst>
                <a:path w="5579" h="224" extrusionOk="0">
                  <a:moveTo>
                    <a:pt x="132" y="0"/>
                  </a:moveTo>
                  <a:cubicBezTo>
                    <a:pt x="66" y="0"/>
                    <a:pt x="1" y="47"/>
                    <a:pt x="1" y="112"/>
                  </a:cubicBezTo>
                  <a:cubicBezTo>
                    <a:pt x="1" y="174"/>
                    <a:pt x="66" y="224"/>
                    <a:pt x="132" y="224"/>
                  </a:cubicBezTo>
                  <a:lnTo>
                    <a:pt x="5466" y="224"/>
                  </a:lnTo>
                  <a:cubicBezTo>
                    <a:pt x="5532" y="224"/>
                    <a:pt x="5578" y="174"/>
                    <a:pt x="5578" y="112"/>
                  </a:cubicBezTo>
                  <a:cubicBezTo>
                    <a:pt x="5578" y="47"/>
                    <a:pt x="5532" y="0"/>
                    <a:pt x="546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9" name="Google Shape;5869;p67"/>
            <p:cNvSpPr/>
            <p:nvPr/>
          </p:nvSpPr>
          <p:spPr>
            <a:xfrm>
              <a:off x="1571631" y="4171825"/>
              <a:ext cx="619131" cy="25415"/>
            </a:xfrm>
            <a:custGeom>
              <a:avLst/>
              <a:gdLst/>
              <a:ahLst/>
              <a:cxnLst/>
              <a:rect l="l" t="t" r="r" b="b"/>
              <a:pathLst>
                <a:path w="5579" h="229" extrusionOk="0">
                  <a:moveTo>
                    <a:pt x="117" y="1"/>
                  </a:moveTo>
                  <a:cubicBezTo>
                    <a:pt x="51" y="1"/>
                    <a:pt x="1" y="36"/>
                    <a:pt x="1" y="97"/>
                  </a:cubicBezTo>
                  <a:lnTo>
                    <a:pt x="1" y="132"/>
                  </a:lnTo>
                  <a:cubicBezTo>
                    <a:pt x="1" y="178"/>
                    <a:pt x="51" y="229"/>
                    <a:pt x="117" y="229"/>
                  </a:cubicBezTo>
                  <a:lnTo>
                    <a:pt x="5482" y="229"/>
                  </a:lnTo>
                  <a:cubicBezTo>
                    <a:pt x="5532" y="229"/>
                    <a:pt x="5578" y="178"/>
                    <a:pt x="5578" y="132"/>
                  </a:cubicBezTo>
                  <a:lnTo>
                    <a:pt x="5578" y="97"/>
                  </a:lnTo>
                  <a:cubicBezTo>
                    <a:pt x="5578" y="36"/>
                    <a:pt x="5532" y="1"/>
                    <a:pt x="548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0" name="Google Shape;5870;p67"/>
            <p:cNvSpPr/>
            <p:nvPr/>
          </p:nvSpPr>
          <p:spPr>
            <a:xfrm>
              <a:off x="1571631" y="4245071"/>
              <a:ext cx="619131" cy="25415"/>
            </a:xfrm>
            <a:custGeom>
              <a:avLst/>
              <a:gdLst/>
              <a:ahLst/>
              <a:cxnLst/>
              <a:rect l="l" t="t" r="r" b="b"/>
              <a:pathLst>
                <a:path w="5579" h="229" extrusionOk="0">
                  <a:moveTo>
                    <a:pt x="132" y="1"/>
                  </a:moveTo>
                  <a:cubicBezTo>
                    <a:pt x="66" y="1"/>
                    <a:pt x="1" y="51"/>
                    <a:pt x="1" y="112"/>
                  </a:cubicBezTo>
                  <a:cubicBezTo>
                    <a:pt x="1" y="178"/>
                    <a:pt x="66" y="228"/>
                    <a:pt x="132" y="228"/>
                  </a:cubicBezTo>
                  <a:lnTo>
                    <a:pt x="5466" y="228"/>
                  </a:lnTo>
                  <a:cubicBezTo>
                    <a:pt x="5532" y="228"/>
                    <a:pt x="5578" y="178"/>
                    <a:pt x="5578" y="112"/>
                  </a:cubicBezTo>
                  <a:cubicBezTo>
                    <a:pt x="5578" y="51"/>
                    <a:pt x="5532" y="1"/>
                    <a:pt x="546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1" name="Google Shape;5871;p67"/>
            <p:cNvSpPr/>
            <p:nvPr/>
          </p:nvSpPr>
          <p:spPr>
            <a:xfrm>
              <a:off x="1571631" y="4316542"/>
              <a:ext cx="619131" cy="26635"/>
            </a:xfrm>
            <a:custGeom>
              <a:avLst/>
              <a:gdLst/>
              <a:ahLst/>
              <a:cxnLst/>
              <a:rect l="l" t="t" r="r" b="b"/>
              <a:pathLst>
                <a:path w="5579" h="240" extrusionOk="0">
                  <a:moveTo>
                    <a:pt x="132" y="1"/>
                  </a:moveTo>
                  <a:cubicBezTo>
                    <a:pt x="66" y="1"/>
                    <a:pt x="1" y="66"/>
                    <a:pt x="1" y="128"/>
                  </a:cubicBezTo>
                  <a:cubicBezTo>
                    <a:pt x="1" y="194"/>
                    <a:pt x="66" y="240"/>
                    <a:pt x="132" y="240"/>
                  </a:cubicBezTo>
                  <a:lnTo>
                    <a:pt x="5466" y="240"/>
                  </a:lnTo>
                  <a:cubicBezTo>
                    <a:pt x="5532" y="240"/>
                    <a:pt x="5578" y="194"/>
                    <a:pt x="5578" y="128"/>
                  </a:cubicBezTo>
                  <a:cubicBezTo>
                    <a:pt x="5578" y="66"/>
                    <a:pt x="5532" y="1"/>
                    <a:pt x="546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2" name="Google Shape;5872;p67"/>
            <p:cNvSpPr/>
            <p:nvPr/>
          </p:nvSpPr>
          <p:spPr>
            <a:xfrm>
              <a:off x="1571631" y="4389788"/>
              <a:ext cx="619131" cy="26635"/>
            </a:xfrm>
            <a:custGeom>
              <a:avLst/>
              <a:gdLst/>
              <a:ahLst/>
              <a:cxnLst/>
              <a:rect l="l" t="t" r="r" b="b"/>
              <a:pathLst>
                <a:path w="5579" h="240" extrusionOk="0">
                  <a:moveTo>
                    <a:pt x="132" y="0"/>
                  </a:moveTo>
                  <a:cubicBezTo>
                    <a:pt x="66" y="0"/>
                    <a:pt x="1" y="62"/>
                    <a:pt x="1" y="127"/>
                  </a:cubicBezTo>
                  <a:cubicBezTo>
                    <a:pt x="1" y="193"/>
                    <a:pt x="66" y="239"/>
                    <a:pt x="132" y="239"/>
                  </a:cubicBezTo>
                  <a:lnTo>
                    <a:pt x="5466" y="239"/>
                  </a:lnTo>
                  <a:cubicBezTo>
                    <a:pt x="5532" y="239"/>
                    <a:pt x="5578" y="193"/>
                    <a:pt x="5578" y="127"/>
                  </a:cubicBezTo>
                  <a:cubicBezTo>
                    <a:pt x="5578" y="62"/>
                    <a:pt x="5532" y="0"/>
                    <a:pt x="546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3" name="Google Shape;5873;p67"/>
            <p:cNvSpPr/>
            <p:nvPr/>
          </p:nvSpPr>
          <p:spPr>
            <a:xfrm>
              <a:off x="1571631" y="4462923"/>
              <a:ext cx="619131" cy="26635"/>
            </a:xfrm>
            <a:custGeom>
              <a:avLst/>
              <a:gdLst/>
              <a:ahLst/>
              <a:cxnLst/>
              <a:rect l="l" t="t" r="r" b="b"/>
              <a:pathLst>
                <a:path w="5579" h="240" extrusionOk="0">
                  <a:moveTo>
                    <a:pt x="132" y="1"/>
                  </a:moveTo>
                  <a:cubicBezTo>
                    <a:pt x="66" y="1"/>
                    <a:pt x="1" y="47"/>
                    <a:pt x="1" y="113"/>
                  </a:cubicBezTo>
                  <a:cubicBezTo>
                    <a:pt x="1" y="174"/>
                    <a:pt x="66" y="240"/>
                    <a:pt x="132" y="240"/>
                  </a:cubicBezTo>
                  <a:lnTo>
                    <a:pt x="5466" y="240"/>
                  </a:lnTo>
                  <a:cubicBezTo>
                    <a:pt x="5532" y="240"/>
                    <a:pt x="5578" y="174"/>
                    <a:pt x="5578" y="113"/>
                  </a:cubicBezTo>
                  <a:cubicBezTo>
                    <a:pt x="5578" y="47"/>
                    <a:pt x="5532" y="1"/>
                    <a:pt x="546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4" name="Google Shape;5874;p67"/>
            <p:cNvSpPr/>
            <p:nvPr/>
          </p:nvSpPr>
          <p:spPr>
            <a:xfrm>
              <a:off x="1571631" y="4535725"/>
              <a:ext cx="619131" cy="27079"/>
            </a:xfrm>
            <a:custGeom>
              <a:avLst/>
              <a:gdLst/>
              <a:ahLst/>
              <a:cxnLst/>
              <a:rect l="l" t="t" r="r" b="b"/>
              <a:pathLst>
                <a:path w="5579" h="244" extrusionOk="0">
                  <a:moveTo>
                    <a:pt x="132" y="0"/>
                  </a:moveTo>
                  <a:cubicBezTo>
                    <a:pt x="66" y="0"/>
                    <a:pt x="1" y="51"/>
                    <a:pt x="1" y="116"/>
                  </a:cubicBezTo>
                  <a:cubicBezTo>
                    <a:pt x="1" y="178"/>
                    <a:pt x="66" y="243"/>
                    <a:pt x="132" y="243"/>
                  </a:cubicBezTo>
                  <a:lnTo>
                    <a:pt x="5466" y="243"/>
                  </a:lnTo>
                  <a:cubicBezTo>
                    <a:pt x="5532" y="243"/>
                    <a:pt x="5578" y="178"/>
                    <a:pt x="5578" y="116"/>
                  </a:cubicBezTo>
                  <a:cubicBezTo>
                    <a:pt x="5578" y="51"/>
                    <a:pt x="5532" y="0"/>
                    <a:pt x="546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5" name="Google Shape;5875;p67"/>
            <p:cNvSpPr/>
            <p:nvPr/>
          </p:nvSpPr>
          <p:spPr>
            <a:xfrm>
              <a:off x="1571631" y="4608971"/>
              <a:ext cx="619131" cy="25304"/>
            </a:xfrm>
            <a:custGeom>
              <a:avLst/>
              <a:gdLst/>
              <a:ahLst/>
              <a:cxnLst/>
              <a:rect l="l" t="t" r="r" b="b"/>
              <a:pathLst>
                <a:path w="5579" h="228" extrusionOk="0">
                  <a:moveTo>
                    <a:pt x="132" y="0"/>
                  </a:moveTo>
                  <a:cubicBezTo>
                    <a:pt x="66" y="0"/>
                    <a:pt x="1" y="50"/>
                    <a:pt x="1" y="112"/>
                  </a:cubicBezTo>
                  <a:cubicBezTo>
                    <a:pt x="1" y="177"/>
                    <a:pt x="66" y="228"/>
                    <a:pt x="132" y="228"/>
                  </a:cubicBezTo>
                  <a:lnTo>
                    <a:pt x="5466" y="228"/>
                  </a:lnTo>
                  <a:cubicBezTo>
                    <a:pt x="5532" y="228"/>
                    <a:pt x="5578" y="177"/>
                    <a:pt x="5578" y="112"/>
                  </a:cubicBezTo>
                  <a:cubicBezTo>
                    <a:pt x="5578" y="50"/>
                    <a:pt x="5532" y="0"/>
                    <a:pt x="546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76" name="Google Shape;5876;p67"/>
          <p:cNvGrpSpPr/>
          <p:nvPr/>
        </p:nvGrpSpPr>
        <p:grpSpPr>
          <a:xfrm>
            <a:off x="5016006" y="3074182"/>
            <a:ext cx="1887437" cy="1761860"/>
            <a:chOff x="6630091" y="2176037"/>
            <a:chExt cx="1447976" cy="1351638"/>
          </a:xfrm>
        </p:grpSpPr>
        <p:sp>
          <p:nvSpPr>
            <p:cNvPr id="5877" name="Google Shape;5877;p67"/>
            <p:cNvSpPr/>
            <p:nvPr/>
          </p:nvSpPr>
          <p:spPr>
            <a:xfrm>
              <a:off x="6630091" y="2176037"/>
              <a:ext cx="1447976" cy="1351638"/>
            </a:xfrm>
            <a:custGeom>
              <a:avLst/>
              <a:gdLst/>
              <a:ahLst/>
              <a:cxnLst/>
              <a:rect l="l" t="t" r="r" b="b"/>
              <a:pathLst>
                <a:path w="26376" h="24620" extrusionOk="0">
                  <a:moveTo>
                    <a:pt x="502" y="0"/>
                  </a:moveTo>
                  <a:cubicBezTo>
                    <a:pt x="229" y="0"/>
                    <a:pt x="1" y="209"/>
                    <a:pt x="1" y="482"/>
                  </a:cubicBezTo>
                  <a:lnTo>
                    <a:pt x="1" y="23447"/>
                  </a:lnTo>
                  <a:cubicBezTo>
                    <a:pt x="1" y="23721"/>
                    <a:pt x="229" y="23945"/>
                    <a:pt x="502" y="23945"/>
                  </a:cubicBezTo>
                  <a:lnTo>
                    <a:pt x="1015" y="23945"/>
                  </a:lnTo>
                  <a:lnTo>
                    <a:pt x="1336" y="24620"/>
                  </a:lnTo>
                  <a:lnTo>
                    <a:pt x="9196" y="24620"/>
                  </a:lnTo>
                  <a:lnTo>
                    <a:pt x="9532" y="23945"/>
                  </a:lnTo>
                  <a:lnTo>
                    <a:pt x="16860" y="23945"/>
                  </a:lnTo>
                  <a:lnTo>
                    <a:pt x="17184" y="24620"/>
                  </a:lnTo>
                  <a:lnTo>
                    <a:pt x="25041" y="24620"/>
                  </a:lnTo>
                  <a:lnTo>
                    <a:pt x="25380" y="23945"/>
                  </a:lnTo>
                  <a:lnTo>
                    <a:pt x="25878" y="23945"/>
                  </a:lnTo>
                  <a:cubicBezTo>
                    <a:pt x="26152" y="23945"/>
                    <a:pt x="26375" y="23721"/>
                    <a:pt x="26375" y="23447"/>
                  </a:cubicBezTo>
                  <a:lnTo>
                    <a:pt x="26375" y="482"/>
                  </a:lnTo>
                  <a:cubicBezTo>
                    <a:pt x="26375" y="209"/>
                    <a:pt x="26152" y="0"/>
                    <a:pt x="258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8" name="Google Shape;5878;p67"/>
            <p:cNvSpPr/>
            <p:nvPr/>
          </p:nvSpPr>
          <p:spPr>
            <a:xfrm>
              <a:off x="6683069" y="3485274"/>
              <a:ext cx="472228" cy="42383"/>
            </a:xfrm>
            <a:custGeom>
              <a:avLst/>
              <a:gdLst/>
              <a:ahLst/>
              <a:cxnLst/>
              <a:rect l="l" t="t" r="r" b="b"/>
              <a:pathLst>
                <a:path w="8602" h="772" extrusionOk="0">
                  <a:moveTo>
                    <a:pt x="0" y="0"/>
                  </a:moveTo>
                  <a:lnTo>
                    <a:pt x="371" y="772"/>
                  </a:lnTo>
                  <a:lnTo>
                    <a:pt x="8231" y="772"/>
                  </a:lnTo>
                  <a:lnTo>
                    <a:pt x="86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9" name="Google Shape;5879;p67"/>
            <p:cNvSpPr/>
            <p:nvPr/>
          </p:nvSpPr>
          <p:spPr>
            <a:xfrm>
              <a:off x="7553111" y="3485274"/>
              <a:ext cx="472887" cy="42383"/>
            </a:xfrm>
            <a:custGeom>
              <a:avLst/>
              <a:gdLst/>
              <a:ahLst/>
              <a:cxnLst/>
              <a:rect l="l" t="t" r="r" b="b"/>
              <a:pathLst>
                <a:path w="8614" h="772" extrusionOk="0">
                  <a:moveTo>
                    <a:pt x="1" y="0"/>
                  </a:moveTo>
                  <a:lnTo>
                    <a:pt x="371" y="772"/>
                  </a:lnTo>
                  <a:lnTo>
                    <a:pt x="8228" y="772"/>
                  </a:lnTo>
                  <a:lnTo>
                    <a:pt x="861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0" name="Google Shape;5880;p67"/>
            <p:cNvSpPr/>
            <p:nvPr/>
          </p:nvSpPr>
          <p:spPr>
            <a:xfrm>
              <a:off x="6630091" y="2176037"/>
              <a:ext cx="1447976" cy="1314580"/>
            </a:xfrm>
            <a:custGeom>
              <a:avLst/>
              <a:gdLst/>
              <a:ahLst/>
              <a:cxnLst/>
              <a:rect l="l" t="t" r="r" b="b"/>
              <a:pathLst>
                <a:path w="26376" h="23945" extrusionOk="0">
                  <a:moveTo>
                    <a:pt x="502" y="0"/>
                  </a:moveTo>
                  <a:cubicBezTo>
                    <a:pt x="229" y="0"/>
                    <a:pt x="1" y="209"/>
                    <a:pt x="1" y="482"/>
                  </a:cubicBezTo>
                  <a:lnTo>
                    <a:pt x="1" y="23447"/>
                  </a:lnTo>
                  <a:cubicBezTo>
                    <a:pt x="1" y="23721"/>
                    <a:pt x="229" y="23945"/>
                    <a:pt x="502" y="23945"/>
                  </a:cubicBezTo>
                  <a:lnTo>
                    <a:pt x="25878" y="23945"/>
                  </a:lnTo>
                  <a:cubicBezTo>
                    <a:pt x="26152" y="23945"/>
                    <a:pt x="26375" y="23721"/>
                    <a:pt x="26375" y="23447"/>
                  </a:cubicBezTo>
                  <a:lnTo>
                    <a:pt x="26375" y="482"/>
                  </a:lnTo>
                  <a:cubicBezTo>
                    <a:pt x="26375" y="209"/>
                    <a:pt x="26152" y="0"/>
                    <a:pt x="2587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1" name="Google Shape;5881;p67"/>
            <p:cNvSpPr/>
            <p:nvPr/>
          </p:nvSpPr>
          <p:spPr>
            <a:xfrm>
              <a:off x="6684935" y="3036143"/>
              <a:ext cx="1338511" cy="400715"/>
            </a:xfrm>
            <a:custGeom>
              <a:avLst/>
              <a:gdLst/>
              <a:ahLst/>
              <a:cxnLst/>
              <a:rect l="l" t="t" r="r" b="b"/>
              <a:pathLst>
                <a:path w="24382" h="7299" extrusionOk="0">
                  <a:moveTo>
                    <a:pt x="1" y="1"/>
                  </a:moveTo>
                  <a:lnTo>
                    <a:pt x="1" y="7298"/>
                  </a:lnTo>
                  <a:lnTo>
                    <a:pt x="24381" y="7298"/>
                  </a:lnTo>
                  <a:lnTo>
                    <a:pt x="2438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2" name="Google Shape;5882;p67"/>
            <p:cNvSpPr/>
            <p:nvPr/>
          </p:nvSpPr>
          <p:spPr>
            <a:xfrm>
              <a:off x="6684935" y="2213918"/>
              <a:ext cx="1338511" cy="775737"/>
            </a:xfrm>
            <a:custGeom>
              <a:avLst/>
              <a:gdLst/>
              <a:ahLst/>
              <a:cxnLst/>
              <a:rect l="l" t="t" r="r" b="b"/>
              <a:pathLst>
                <a:path w="24382" h="14130" extrusionOk="0">
                  <a:moveTo>
                    <a:pt x="1" y="1"/>
                  </a:moveTo>
                  <a:lnTo>
                    <a:pt x="1" y="14129"/>
                  </a:lnTo>
                  <a:lnTo>
                    <a:pt x="24381" y="14129"/>
                  </a:lnTo>
                  <a:lnTo>
                    <a:pt x="2438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3" name="Google Shape;5883;p67"/>
            <p:cNvSpPr/>
            <p:nvPr/>
          </p:nvSpPr>
          <p:spPr>
            <a:xfrm>
              <a:off x="6684935" y="3237294"/>
              <a:ext cx="1338511" cy="23168"/>
            </a:xfrm>
            <a:custGeom>
              <a:avLst/>
              <a:gdLst/>
              <a:ahLst/>
              <a:cxnLst/>
              <a:rect l="l" t="t" r="r" b="b"/>
              <a:pathLst>
                <a:path w="24382" h="422" extrusionOk="0">
                  <a:moveTo>
                    <a:pt x="1" y="1"/>
                  </a:moveTo>
                  <a:lnTo>
                    <a:pt x="1" y="421"/>
                  </a:lnTo>
                  <a:lnTo>
                    <a:pt x="24381" y="421"/>
                  </a:lnTo>
                  <a:lnTo>
                    <a:pt x="2438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4" name="Google Shape;5884;p67"/>
            <p:cNvSpPr/>
            <p:nvPr/>
          </p:nvSpPr>
          <p:spPr>
            <a:xfrm>
              <a:off x="6684935" y="3353790"/>
              <a:ext cx="1338511" cy="23113"/>
            </a:xfrm>
            <a:custGeom>
              <a:avLst/>
              <a:gdLst/>
              <a:ahLst/>
              <a:cxnLst/>
              <a:rect l="l" t="t" r="r" b="b"/>
              <a:pathLst>
                <a:path w="24382" h="421" extrusionOk="0">
                  <a:moveTo>
                    <a:pt x="1" y="0"/>
                  </a:moveTo>
                  <a:lnTo>
                    <a:pt x="1" y="421"/>
                  </a:lnTo>
                  <a:lnTo>
                    <a:pt x="24381" y="421"/>
                  </a:lnTo>
                  <a:lnTo>
                    <a:pt x="2438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5" name="Google Shape;5885;p67"/>
            <p:cNvSpPr/>
            <p:nvPr/>
          </p:nvSpPr>
          <p:spPr>
            <a:xfrm>
              <a:off x="7691622" y="2244002"/>
              <a:ext cx="303473" cy="704971"/>
            </a:xfrm>
            <a:custGeom>
              <a:avLst/>
              <a:gdLst/>
              <a:ahLst/>
              <a:cxnLst/>
              <a:rect l="l" t="t" r="r" b="b"/>
              <a:pathLst>
                <a:path w="5528" h="12841" extrusionOk="0">
                  <a:moveTo>
                    <a:pt x="0" y="0"/>
                  </a:moveTo>
                  <a:lnTo>
                    <a:pt x="0" y="12841"/>
                  </a:lnTo>
                  <a:lnTo>
                    <a:pt x="5527" y="12841"/>
                  </a:lnTo>
                  <a:lnTo>
                    <a:pt x="552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6" name="Google Shape;5886;p67"/>
            <p:cNvSpPr/>
            <p:nvPr/>
          </p:nvSpPr>
          <p:spPr>
            <a:xfrm>
              <a:off x="6716722" y="2244002"/>
              <a:ext cx="944841" cy="704971"/>
            </a:xfrm>
            <a:custGeom>
              <a:avLst/>
              <a:gdLst/>
              <a:ahLst/>
              <a:cxnLst/>
              <a:rect l="l" t="t" r="r" b="b"/>
              <a:pathLst>
                <a:path w="17211" h="12841" extrusionOk="0">
                  <a:moveTo>
                    <a:pt x="1" y="0"/>
                  </a:moveTo>
                  <a:lnTo>
                    <a:pt x="1" y="12841"/>
                  </a:lnTo>
                  <a:lnTo>
                    <a:pt x="17211" y="12841"/>
                  </a:lnTo>
                  <a:lnTo>
                    <a:pt x="1721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7" name="Google Shape;5887;p67"/>
            <p:cNvSpPr/>
            <p:nvPr/>
          </p:nvSpPr>
          <p:spPr>
            <a:xfrm>
              <a:off x="7714405" y="2276612"/>
              <a:ext cx="253626" cy="204722"/>
            </a:xfrm>
            <a:custGeom>
              <a:avLst/>
              <a:gdLst/>
              <a:ahLst/>
              <a:cxnLst/>
              <a:rect l="l" t="t" r="r" b="b"/>
              <a:pathLst>
                <a:path w="4620" h="3729" extrusionOk="0">
                  <a:moveTo>
                    <a:pt x="2305" y="0"/>
                  </a:moveTo>
                  <a:cubicBezTo>
                    <a:pt x="989" y="0"/>
                    <a:pt x="0" y="1363"/>
                    <a:pt x="646" y="2747"/>
                  </a:cubicBezTo>
                  <a:cubicBezTo>
                    <a:pt x="808" y="3086"/>
                    <a:pt x="1078" y="3360"/>
                    <a:pt x="1417" y="3518"/>
                  </a:cubicBezTo>
                  <a:cubicBezTo>
                    <a:pt x="1724" y="3663"/>
                    <a:pt x="2028" y="3728"/>
                    <a:pt x="2316" y="3728"/>
                  </a:cubicBezTo>
                  <a:cubicBezTo>
                    <a:pt x="3633" y="3728"/>
                    <a:pt x="4619" y="2366"/>
                    <a:pt x="3971" y="980"/>
                  </a:cubicBezTo>
                  <a:cubicBezTo>
                    <a:pt x="3813" y="644"/>
                    <a:pt x="3539" y="371"/>
                    <a:pt x="3199" y="209"/>
                  </a:cubicBezTo>
                  <a:cubicBezTo>
                    <a:pt x="2895" y="65"/>
                    <a:pt x="2592" y="0"/>
                    <a:pt x="23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8" name="Google Shape;5888;p67"/>
            <p:cNvSpPr/>
            <p:nvPr/>
          </p:nvSpPr>
          <p:spPr>
            <a:xfrm>
              <a:off x="7737847" y="2296266"/>
              <a:ext cx="206524" cy="165414"/>
            </a:xfrm>
            <a:custGeom>
              <a:avLst/>
              <a:gdLst/>
              <a:ahLst/>
              <a:cxnLst/>
              <a:rect l="l" t="t" r="r" b="b"/>
              <a:pathLst>
                <a:path w="3762" h="3013" extrusionOk="0">
                  <a:moveTo>
                    <a:pt x="1884" y="0"/>
                  </a:moveTo>
                  <a:cubicBezTo>
                    <a:pt x="811" y="0"/>
                    <a:pt x="1" y="1113"/>
                    <a:pt x="555" y="2246"/>
                  </a:cubicBezTo>
                  <a:cubicBezTo>
                    <a:pt x="686" y="2504"/>
                    <a:pt x="894" y="2713"/>
                    <a:pt x="1152" y="2840"/>
                  </a:cubicBezTo>
                  <a:cubicBezTo>
                    <a:pt x="1401" y="2959"/>
                    <a:pt x="1649" y="3012"/>
                    <a:pt x="1884" y="3012"/>
                  </a:cubicBezTo>
                  <a:cubicBezTo>
                    <a:pt x="2954" y="3012"/>
                    <a:pt x="3762" y="1901"/>
                    <a:pt x="3208" y="769"/>
                  </a:cubicBezTo>
                  <a:cubicBezTo>
                    <a:pt x="3081" y="510"/>
                    <a:pt x="2869" y="302"/>
                    <a:pt x="2614" y="171"/>
                  </a:cubicBezTo>
                  <a:cubicBezTo>
                    <a:pt x="2366" y="53"/>
                    <a:pt x="2119" y="0"/>
                    <a:pt x="188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9" name="Google Shape;5889;p67"/>
            <p:cNvSpPr/>
            <p:nvPr/>
          </p:nvSpPr>
          <p:spPr>
            <a:xfrm>
              <a:off x="7752395" y="2357699"/>
              <a:ext cx="103372" cy="104255"/>
            </a:xfrm>
            <a:custGeom>
              <a:avLst/>
              <a:gdLst/>
              <a:ahLst/>
              <a:cxnLst/>
              <a:rect l="l" t="t" r="r" b="b"/>
              <a:pathLst>
                <a:path w="1883" h="1899" extrusionOk="0">
                  <a:moveTo>
                    <a:pt x="50" y="1"/>
                  </a:moveTo>
                  <a:lnTo>
                    <a:pt x="0" y="51"/>
                  </a:lnTo>
                  <a:lnTo>
                    <a:pt x="1852" y="1898"/>
                  </a:lnTo>
                  <a:lnTo>
                    <a:pt x="1883" y="1848"/>
                  </a:lnTo>
                  <a:lnTo>
                    <a:pt x="5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0" name="Google Shape;5890;p67"/>
            <p:cNvSpPr/>
            <p:nvPr/>
          </p:nvSpPr>
          <p:spPr>
            <a:xfrm>
              <a:off x="7760410" y="2334861"/>
              <a:ext cx="121818" cy="120945"/>
            </a:xfrm>
            <a:custGeom>
              <a:avLst/>
              <a:gdLst/>
              <a:ahLst/>
              <a:cxnLst/>
              <a:rect l="l" t="t" r="r" b="b"/>
              <a:pathLst>
                <a:path w="2219" h="2203" extrusionOk="0">
                  <a:moveTo>
                    <a:pt x="47" y="0"/>
                  </a:moveTo>
                  <a:lnTo>
                    <a:pt x="1" y="31"/>
                  </a:lnTo>
                  <a:lnTo>
                    <a:pt x="2169" y="2202"/>
                  </a:lnTo>
                  <a:lnTo>
                    <a:pt x="2219" y="2152"/>
                  </a:lnTo>
                  <a:lnTo>
                    <a:pt x="4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1" name="Google Shape;5891;p67"/>
            <p:cNvSpPr/>
            <p:nvPr/>
          </p:nvSpPr>
          <p:spPr>
            <a:xfrm>
              <a:off x="7780778" y="2313669"/>
              <a:ext cx="125166" cy="126270"/>
            </a:xfrm>
            <a:custGeom>
              <a:avLst/>
              <a:gdLst/>
              <a:ahLst/>
              <a:cxnLst/>
              <a:rect l="l" t="t" r="r" b="b"/>
              <a:pathLst>
                <a:path w="2280" h="2300" extrusionOk="0">
                  <a:moveTo>
                    <a:pt x="31" y="0"/>
                  </a:moveTo>
                  <a:lnTo>
                    <a:pt x="0" y="47"/>
                  </a:lnTo>
                  <a:lnTo>
                    <a:pt x="2249" y="2299"/>
                  </a:lnTo>
                  <a:lnTo>
                    <a:pt x="2280" y="2249"/>
                  </a:lnTo>
                  <a:lnTo>
                    <a:pt x="3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2" name="Google Shape;5892;p67"/>
            <p:cNvSpPr/>
            <p:nvPr/>
          </p:nvSpPr>
          <p:spPr>
            <a:xfrm>
              <a:off x="7802793" y="2297804"/>
              <a:ext cx="118194" cy="118200"/>
            </a:xfrm>
            <a:custGeom>
              <a:avLst/>
              <a:gdLst/>
              <a:ahLst/>
              <a:cxnLst/>
              <a:rect l="l" t="t" r="r" b="b"/>
              <a:pathLst>
                <a:path w="2153" h="2153" extrusionOk="0">
                  <a:moveTo>
                    <a:pt x="47" y="0"/>
                  </a:moveTo>
                  <a:lnTo>
                    <a:pt x="0" y="46"/>
                  </a:lnTo>
                  <a:lnTo>
                    <a:pt x="2106" y="2152"/>
                  </a:lnTo>
                  <a:lnTo>
                    <a:pt x="2152" y="2106"/>
                  </a:lnTo>
                  <a:lnTo>
                    <a:pt x="4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3" name="Google Shape;5893;p67"/>
            <p:cNvSpPr/>
            <p:nvPr/>
          </p:nvSpPr>
          <p:spPr>
            <a:xfrm>
              <a:off x="7837105" y="2291655"/>
              <a:ext cx="93600" cy="93440"/>
            </a:xfrm>
            <a:custGeom>
              <a:avLst/>
              <a:gdLst/>
              <a:ahLst/>
              <a:cxnLst/>
              <a:rect l="l" t="t" r="r" b="b"/>
              <a:pathLst>
                <a:path w="1705" h="1702" extrusionOk="0">
                  <a:moveTo>
                    <a:pt x="50" y="0"/>
                  </a:moveTo>
                  <a:lnTo>
                    <a:pt x="0" y="47"/>
                  </a:lnTo>
                  <a:lnTo>
                    <a:pt x="1659" y="1701"/>
                  </a:lnTo>
                  <a:lnTo>
                    <a:pt x="1705" y="1655"/>
                  </a:lnTo>
                  <a:lnTo>
                    <a:pt x="5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4" name="Google Shape;5894;p67"/>
            <p:cNvSpPr/>
            <p:nvPr/>
          </p:nvSpPr>
          <p:spPr>
            <a:xfrm>
              <a:off x="7752395" y="2389485"/>
              <a:ext cx="72465" cy="73292"/>
            </a:xfrm>
            <a:custGeom>
              <a:avLst/>
              <a:gdLst/>
              <a:ahLst/>
              <a:cxnLst/>
              <a:rect l="l" t="t" r="r" b="b"/>
              <a:pathLst>
                <a:path w="1320" h="1335" extrusionOk="0">
                  <a:moveTo>
                    <a:pt x="50" y="0"/>
                  </a:moveTo>
                  <a:lnTo>
                    <a:pt x="0" y="50"/>
                  </a:lnTo>
                  <a:lnTo>
                    <a:pt x="1289" y="1335"/>
                  </a:lnTo>
                  <a:lnTo>
                    <a:pt x="1319" y="1288"/>
                  </a:lnTo>
                  <a:lnTo>
                    <a:pt x="5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5" name="Google Shape;5895;p67"/>
            <p:cNvSpPr/>
            <p:nvPr/>
          </p:nvSpPr>
          <p:spPr>
            <a:xfrm>
              <a:off x="7751517" y="2290776"/>
              <a:ext cx="98980" cy="91738"/>
            </a:xfrm>
            <a:custGeom>
              <a:avLst/>
              <a:gdLst/>
              <a:ahLst/>
              <a:cxnLst/>
              <a:rect l="l" t="t" r="r" b="b"/>
              <a:pathLst>
                <a:path w="1803" h="1671" extrusionOk="0">
                  <a:moveTo>
                    <a:pt x="1752" y="1"/>
                  </a:moveTo>
                  <a:cubicBezTo>
                    <a:pt x="1158" y="529"/>
                    <a:pt x="579" y="1077"/>
                    <a:pt x="1" y="1621"/>
                  </a:cubicBezTo>
                  <a:lnTo>
                    <a:pt x="51" y="1671"/>
                  </a:lnTo>
                  <a:cubicBezTo>
                    <a:pt x="614" y="1123"/>
                    <a:pt x="1208" y="579"/>
                    <a:pt x="1802" y="47"/>
                  </a:cubicBezTo>
                  <a:lnTo>
                    <a:pt x="175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6" name="Google Shape;5896;p67"/>
            <p:cNvSpPr/>
            <p:nvPr/>
          </p:nvSpPr>
          <p:spPr>
            <a:xfrm>
              <a:off x="7758763" y="2296102"/>
              <a:ext cx="114571" cy="114576"/>
            </a:xfrm>
            <a:custGeom>
              <a:avLst/>
              <a:gdLst/>
              <a:ahLst/>
              <a:cxnLst/>
              <a:rect l="l" t="t" r="r" b="b"/>
              <a:pathLst>
                <a:path w="2087" h="2087" extrusionOk="0">
                  <a:moveTo>
                    <a:pt x="2040" y="0"/>
                  </a:moveTo>
                  <a:lnTo>
                    <a:pt x="0" y="2056"/>
                  </a:lnTo>
                  <a:lnTo>
                    <a:pt x="31" y="2087"/>
                  </a:lnTo>
                  <a:lnTo>
                    <a:pt x="2087" y="47"/>
                  </a:lnTo>
                  <a:lnTo>
                    <a:pt x="20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7" name="Google Shape;5897;p67"/>
            <p:cNvSpPr/>
            <p:nvPr/>
          </p:nvSpPr>
          <p:spPr>
            <a:xfrm>
              <a:off x="7770182" y="2306697"/>
              <a:ext cx="127088" cy="127094"/>
            </a:xfrm>
            <a:custGeom>
              <a:avLst/>
              <a:gdLst/>
              <a:ahLst/>
              <a:cxnLst/>
              <a:rect l="l" t="t" r="r" b="b"/>
              <a:pathLst>
                <a:path w="2315" h="2315" extrusionOk="0">
                  <a:moveTo>
                    <a:pt x="2264" y="0"/>
                  </a:moveTo>
                  <a:lnTo>
                    <a:pt x="0" y="2264"/>
                  </a:lnTo>
                  <a:lnTo>
                    <a:pt x="31" y="2314"/>
                  </a:lnTo>
                  <a:lnTo>
                    <a:pt x="2315" y="46"/>
                  </a:lnTo>
                  <a:lnTo>
                    <a:pt x="22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8" name="Google Shape;5898;p67"/>
            <p:cNvSpPr/>
            <p:nvPr/>
          </p:nvSpPr>
          <p:spPr>
            <a:xfrm>
              <a:off x="7786872" y="2322563"/>
              <a:ext cx="126264" cy="126050"/>
            </a:xfrm>
            <a:custGeom>
              <a:avLst/>
              <a:gdLst/>
              <a:ahLst/>
              <a:cxnLst/>
              <a:rect l="l" t="t" r="r" b="b"/>
              <a:pathLst>
                <a:path w="2300" h="2296" extrusionOk="0">
                  <a:moveTo>
                    <a:pt x="2265" y="0"/>
                  </a:moveTo>
                  <a:lnTo>
                    <a:pt x="1" y="2264"/>
                  </a:lnTo>
                  <a:lnTo>
                    <a:pt x="47" y="2295"/>
                  </a:lnTo>
                  <a:lnTo>
                    <a:pt x="2300" y="47"/>
                  </a:lnTo>
                  <a:lnTo>
                    <a:pt x="226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9" name="Google Shape;5899;p67"/>
            <p:cNvSpPr/>
            <p:nvPr/>
          </p:nvSpPr>
          <p:spPr>
            <a:xfrm>
              <a:off x="7808941" y="2350726"/>
              <a:ext cx="112869" cy="112929"/>
            </a:xfrm>
            <a:custGeom>
              <a:avLst/>
              <a:gdLst/>
              <a:ahLst/>
              <a:cxnLst/>
              <a:rect l="l" t="t" r="r" b="b"/>
              <a:pathLst>
                <a:path w="2056" h="2057" extrusionOk="0">
                  <a:moveTo>
                    <a:pt x="2010" y="0"/>
                  </a:moveTo>
                  <a:lnTo>
                    <a:pt x="0" y="2010"/>
                  </a:lnTo>
                  <a:lnTo>
                    <a:pt x="50" y="2056"/>
                  </a:lnTo>
                  <a:lnTo>
                    <a:pt x="2056" y="47"/>
                  </a:lnTo>
                  <a:lnTo>
                    <a:pt x="201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0" name="Google Shape;5900;p67"/>
            <p:cNvSpPr/>
            <p:nvPr/>
          </p:nvSpPr>
          <p:spPr>
            <a:xfrm>
              <a:off x="7846822" y="2382458"/>
              <a:ext cx="83883" cy="83942"/>
            </a:xfrm>
            <a:custGeom>
              <a:avLst/>
              <a:gdLst/>
              <a:ahLst/>
              <a:cxnLst/>
              <a:rect l="l" t="t" r="r" b="b"/>
              <a:pathLst>
                <a:path w="1528" h="1529" extrusionOk="0">
                  <a:moveTo>
                    <a:pt x="1482" y="1"/>
                  </a:moveTo>
                  <a:lnTo>
                    <a:pt x="35" y="1447"/>
                  </a:lnTo>
                  <a:cubicBezTo>
                    <a:pt x="35" y="1463"/>
                    <a:pt x="16" y="1463"/>
                    <a:pt x="16" y="1463"/>
                  </a:cubicBezTo>
                  <a:lnTo>
                    <a:pt x="1" y="1478"/>
                  </a:lnTo>
                  <a:lnTo>
                    <a:pt x="35" y="1528"/>
                  </a:lnTo>
                  <a:lnTo>
                    <a:pt x="51" y="1513"/>
                  </a:lnTo>
                  <a:cubicBezTo>
                    <a:pt x="66" y="1513"/>
                    <a:pt x="66" y="1513"/>
                    <a:pt x="82" y="1494"/>
                  </a:cubicBezTo>
                  <a:lnTo>
                    <a:pt x="1528" y="47"/>
                  </a:lnTo>
                  <a:lnTo>
                    <a:pt x="148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1" name="Google Shape;5901;p67"/>
            <p:cNvSpPr/>
            <p:nvPr/>
          </p:nvSpPr>
          <p:spPr>
            <a:xfrm>
              <a:off x="7758763" y="2522671"/>
              <a:ext cx="164967" cy="385618"/>
            </a:xfrm>
            <a:custGeom>
              <a:avLst/>
              <a:gdLst/>
              <a:ahLst/>
              <a:cxnLst/>
              <a:rect l="l" t="t" r="r" b="b"/>
              <a:pathLst>
                <a:path w="3005" h="7024" extrusionOk="0">
                  <a:moveTo>
                    <a:pt x="0" y="0"/>
                  </a:moveTo>
                  <a:lnTo>
                    <a:pt x="0" y="7024"/>
                  </a:lnTo>
                  <a:lnTo>
                    <a:pt x="3005" y="7024"/>
                  </a:lnTo>
                  <a:lnTo>
                    <a:pt x="300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2" name="Google Shape;5902;p67"/>
            <p:cNvSpPr/>
            <p:nvPr/>
          </p:nvSpPr>
          <p:spPr>
            <a:xfrm>
              <a:off x="7776331" y="2542160"/>
              <a:ext cx="127088" cy="257756"/>
            </a:xfrm>
            <a:custGeom>
              <a:avLst/>
              <a:gdLst/>
              <a:ahLst/>
              <a:cxnLst/>
              <a:rect l="l" t="t" r="r" b="b"/>
              <a:pathLst>
                <a:path w="2315" h="4695" extrusionOk="0">
                  <a:moveTo>
                    <a:pt x="0" y="0"/>
                  </a:moveTo>
                  <a:lnTo>
                    <a:pt x="0" y="4694"/>
                  </a:lnTo>
                  <a:lnTo>
                    <a:pt x="2314" y="4694"/>
                  </a:lnTo>
                  <a:lnTo>
                    <a:pt x="231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3" name="Google Shape;5903;p67"/>
            <p:cNvSpPr/>
            <p:nvPr/>
          </p:nvSpPr>
          <p:spPr>
            <a:xfrm>
              <a:off x="7776331" y="2822695"/>
              <a:ext cx="127088" cy="62751"/>
            </a:xfrm>
            <a:custGeom>
              <a:avLst/>
              <a:gdLst/>
              <a:ahLst/>
              <a:cxnLst/>
              <a:rect l="l" t="t" r="r" b="b"/>
              <a:pathLst>
                <a:path w="2315" h="1143" extrusionOk="0">
                  <a:moveTo>
                    <a:pt x="0" y="1"/>
                  </a:moveTo>
                  <a:lnTo>
                    <a:pt x="0" y="1142"/>
                  </a:lnTo>
                  <a:lnTo>
                    <a:pt x="2314" y="1142"/>
                  </a:lnTo>
                  <a:lnTo>
                    <a:pt x="231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4" name="Google Shape;5904;p67"/>
            <p:cNvSpPr/>
            <p:nvPr/>
          </p:nvSpPr>
          <p:spPr>
            <a:xfrm>
              <a:off x="7802683" y="2573398"/>
              <a:ext cx="77790" cy="62586"/>
            </a:xfrm>
            <a:custGeom>
              <a:avLst/>
              <a:gdLst/>
              <a:ahLst/>
              <a:cxnLst/>
              <a:rect l="l" t="t" r="r" b="b"/>
              <a:pathLst>
                <a:path w="1417" h="1140" extrusionOk="0">
                  <a:moveTo>
                    <a:pt x="696" y="0"/>
                  </a:moveTo>
                  <a:cubicBezTo>
                    <a:pt x="301" y="0"/>
                    <a:pt x="1" y="427"/>
                    <a:pt x="211" y="847"/>
                  </a:cubicBezTo>
                  <a:cubicBezTo>
                    <a:pt x="261" y="943"/>
                    <a:pt x="322" y="1024"/>
                    <a:pt x="419" y="1070"/>
                  </a:cubicBezTo>
                  <a:cubicBezTo>
                    <a:pt x="516" y="1118"/>
                    <a:pt x="613" y="1139"/>
                    <a:pt x="705" y="1139"/>
                  </a:cubicBezTo>
                  <a:cubicBezTo>
                    <a:pt x="1113" y="1139"/>
                    <a:pt x="1417" y="715"/>
                    <a:pt x="1206" y="284"/>
                  </a:cubicBezTo>
                  <a:cubicBezTo>
                    <a:pt x="1159" y="187"/>
                    <a:pt x="1078" y="106"/>
                    <a:pt x="982" y="75"/>
                  </a:cubicBezTo>
                  <a:cubicBezTo>
                    <a:pt x="885" y="24"/>
                    <a:pt x="788" y="0"/>
                    <a:pt x="6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5" name="Google Shape;5905;p67"/>
            <p:cNvSpPr/>
            <p:nvPr/>
          </p:nvSpPr>
          <p:spPr>
            <a:xfrm>
              <a:off x="7802628" y="2654813"/>
              <a:ext cx="77845" cy="62257"/>
            </a:xfrm>
            <a:custGeom>
              <a:avLst/>
              <a:gdLst/>
              <a:ahLst/>
              <a:cxnLst/>
              <a:rect l="l" t="t" r="r" b="b"/>
              <a:pathLst>
                <a:path w="1418" h="1134" extrusionOk="0">
                  <a:moveTo>
                    <a:pt x="705" y="1"/>
                  </a:moveTo>
                  <a:cubicBezTo>
                    <a:pt x="306" y="1"/>
                    <a:pt x="1" y="422"/>
                    <a:pt x="212" y="841"/>
                  </a:cubicBezTo>
                  <a:cubicBezTo>
                    <a:pt x="262" y="937"/>
                    <a:pt x="323" y="1018"/>
                    <a:pt x="420" y="1065"/>
                  </a:cubicBezTo>
                  <a:cubicBezTo>
                    <a:pt x="518" y="1112"/>
                    <a:pt x="615" y="1134"/>
                    <a:pt x="707" y="1134"/>
                  </a:cubicBezTo>
                  <a:cubicBezTo>
                    <a:pt x="1115" y="1134"/>
                    <a:pt x="1418" y="712"/>
                    <a:pt x="1207" y="278"/>
                  </a:cubicBezTo>
                  <a:cubicBezTo>
                    <a:pt x="1160" y="181"/>
                    <a:pt x="1079" y="120"/>
                    <a:pt x="983" y="69"/>
                  </a:cubicBezTo>
                  <a:cubicBezTo>
                    <a:pt x="889" y="22"/>
                    <a:pt x="794" y="1"/>
                    <a:pt x="70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6" name="Google Shape;5906;p67"/>
            <p:cNvSpPr/>
            <p:nvPr/>
          </p:nvSpPr>
          <p:spPr>
            <a:xfrm>
              <a:off x="7771006" y="2744134"/>
              <a:ext cx="142130" cy="17842"/>
            </a:xfrm>
            <a:custGeom>
              <a:avLst/>
              <a:gdLst/>
              <a:ahLst/>
              <a:cxnLst/>
              <a:rect l="l" t="t" r="r" b="b"/>
              <a:pathLst>
                <a:path w="2589" h="325" extrusionOk="0">
                  <a:moveTo>
                    <a:pt x="1" y="1"/>
                  </a:moveTo>
                  <a:lnTo>
                    <a:pt x="1" y="325"/>
                  </a:lnTo>
                  <a:lnTo>
                    <a:pt x="2589" y="325"/>
                  </a:lnTo>
                  <a:lnTo>
                    <a:pt x="25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7" name="Google Shape;5907;p67"/>
            <p:cNvSpPr/>
            <p:nvPr/>
          </p:nvSpPr>
          <p:spPr>
            <a:xfrm>
              <a:off x="6684935" y="3058377"/>
              <a:ext cx="1338511" cy="11474"/>
            </a:xfrm>
            <a:custGeom>
              <a:avLst/>
              <a:gdLst/>
              <a:ahLst/>
              <a:cxnLst/>
              <a:rect l="l" t="t" r="r" b="b"/>
              <a:pathLst>
                <a:path w="24382" h="209" extrusionOk="0">
                  <a:moveTo>
                    <a:pt x="1" y="1"/>
                  </a:moveTo>
                  <a:lnTo>
                    <a:pt x="1" y="209"/>
                  </a:lnTo>
                  <a:lnTo>
                    <a:pt x="24381" y="209"/>
                  </a:lnTo>
                  <a:lnTo>
                    <a:pt x="2438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8" name="Google Shape;5908;p67"/>
            <p:cNvSpPr/>
            <p:nvPr/>
          </p:nvSpPr>
          <p:spPr>
            <a:xfrm>
              <a:off x="6684935" y="3083796"/>
              <a:ext cx="1338511" cy="11694"/>
            </a:xfrm>
            <a:custGeom>
              <a:avLst/>
              <a:gdLst/>
              <a:ahLst/>
              <a:cxnLst/>
              <a:rect l="l" t="t" r="r" b="b"/>
              <a:pathLst>
                <a:path w="24382" h="213" extrusionOk="0">
                  <a:moveTo>
                    <a:pt x="1" y="0"/>
                  </a:moveTo>
                  <a:lnTo>
                    <a:pt x="1" y="213"/>
                  </a:lnTo>
                  <a:lnTo>
                    <a:pt x="24381" y="213"/>
                  </a:lnTo>
                  <a:lnTo>
                    <a:pt x="2438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9" name="Google Shape;5909;p67"/>
            <p:cNvSpPr/>
            <p:nvPr/>
          </p:nvSpPr>
          <p:spPr>
            <a:xfrm>
              <a:off x="6684935" y="3109434"/>
              <a:ext cx="1338511" cy="11474"/>
            </a:xfrm>
            <a:custGeom>
              <a:avLst/>
              <a:gdLst/>
              <a:ahLst/>
              <a:cxnLst/>
              <a:rect l="l" t="t" r="r" b="b"/>
              <a:pathLst>
                <a:path w="24382" h="209" extrusionOk="0">
                  <a:moveTo>
                    <a:pt x="1" y="0"/>
                  </a:moveTo>
                  <a:lnTo>
                    <a:pt x="1" y="208"/>
                  </a:lnTo>
                  <a:lnTo>
                    <a:pt x="24381" y="208"/>
                  </a:lnTo>
                  <a:lnTo>
                    <a:pt x="2438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0" name="Google Shape;5910;p67"/>
            <p:cNvSpPr/>
            <p:nvPr/>
          </p:nvSpPr>
          <p:spPr>
            <a:xfrm>
              <a:off x="6684935" y="3135017"/>
              <a:ext cx="1338511" cy="11529"/>
            </a:xfrm>
            <a:custGeom>
              <a:avLst/>
              <a:gdLst/>
              <a:ahLst/>
              <a:cxnLst/>
              <a:rect l="l" t="t" r="r" b="b"/>
              <a:pathLst>
                <a:path w="24382" h="210" extrusionOk="0">
                  <a:moveTo>
                    <a:pt x="1" y="1"/>
                  </a:moveTo>
                  <a:lnTo>
                    <a:pt x="1" y="209"/>
                  </a:lnTo>
                  <a:lnTo>
                    <a:pt x="24381" y="209"/>
                  </a:lnTo>
                  <a:lnTo>
                    <a:pt x="2438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1" name="Google Shape;5911;p67"/>
            <p:cNvSpPr/>
            <p:nvPr/>
          </p:nvSpPr>
          <p:spPr>
            <a:xfrm>
              <a:off x="6684935" y="3160655"/>
              <a:ext cx="1338511" cy="11474"/>
            </a:xfrm>
            <a:custGeom>
              <a:avLst/>
              <a:gdLst/>
              <a:ahLst/>
              <a:cxnLst/>
              <a:rect l="l" t="t" r="r" b="b"/>
              <a:pathLst>
                <a:path w="24382" h="209" extrusionOk="0">
                  <a:moveTo>
                    <a:pt x="1" y="1"/>
                  </a:moveTo>
                  <a:lnTo>
                    <a:pt x="1" y="209"/>
                  </a:lnTo>
                  <a:lnTo>
                    <a:pt x="24381" y="209"/>
                  </a:lnTo>
                  <a:lnTo>
                    <a:pt x="2438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2" name="Google Shape;5912;p67"/>
            <p:cNvSpPr/>
            <p:nvPr/>
          </p:nvSpPr>
          <p:spPr>
            <a:xfrm>
              <a:off x="6684935" y="3186293"/>
              <a:ext cx="1338511" cy="11474"/>
            </a:xfrm>
            <a:custGeom>
              <a:avLst/>
              <a:gdLst/>
              <a:ahLst/>
              <a:cxnLst/>
              <a:rect l="l" t="t" r="r" b="b"/>
              <a:pathLst>
                <a:path w="24382" h="209" extrusionOk="0">
                  <a:moveTo>
                    <a:pt x="1" y="0"/>
                  </a:moveTo>
                  <a:lnTo>
                    <a:pt x="1" y="209"/>
                  </a:lnTo>
                  <a:lnTo>
                    <a:pt x="24381" y="209"/>
                  </a:lnTo>
                  <a:lnTo>
                    <a:pt x="2438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3" name="Google Shape;5913;p67"/>
            <p:cNvSpPr/>
            <p:nvPr/>
          </p:nvSpPr>
          <p:spPr>
            <a:xfrm>
              <a:off x="6684935" y="3211876"/>
              <a:ext cx="1338511" cy="10651"/>
            </a:xfrm>
            <a:custGeom>
              <a:avLst/>
              <a:gdLst/>
              <a:ahLst/>
              <a:cxnLst/>
              <a:rect l="l" t="t" r="r" b="b"/>
              <a:pathLst>
                <a:path w="24382" h="194" extrusionOk="0">
                  <a:moveTo>
                    <a:pt x="1" y="1"/>
                  </a:moveTo>
                  <a:lnTo>
                    <a:pt x="1" y="194"/>
                  </a:lnTo>
                  <a:lnTo>
                    <a:pt x="24381" y="194"/>
                  </a:lnTo>
                  <a:lnTo>
                    <a:pt x="2438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4" name="Google Shape;5914;p67"/>
            <p:cNvSpPr/>
            <p:nvPr/>
          </p:nvSpPr>
          <p:spPr>
            <a:xfrm>
              <a:off x="7046446" y="3051021"/>
              <a:ext cx="215582" cy="172551"/>
            </a:xfrm>
            <a:custGeom>
              <a:avLst/>
              <a:gdLst/>
              <a:ahLst/>
              <a:cxnLst/>
              <a:rect l="l" t="t" r="r" b="b"/>
              <a:pathLst>
                <a:path w="3927" h="3143" extrusionOk="0">
                  <a:moveTo>
                    <a:pt x="1969" y="1"/>
                  </a:moveTo>
                  <a:cubicBezTo>
                    <a:pt x="848" y="1"/>
                    <a:pt x="1" y="1163"/>
                    <a:pt x="567" y="2333"/>
                  </a:cubicBezTo>
                  <a:cubicBezTo>
                    <a:pt x="694" y="2607"/>
                    <a:pt x="922" y="2835"/>
                    <a:pt x="1192" y="2962"/>
                  </a:cubicBezTo>
                  <a:cubicBezTo>
                    <a:pt x="1452" y="3086"/>
                    <a:pt x="1712" y="3142"/>
                    <a:pt x="1958" y="3142"/>
                  </a:cubicBezTo>
                  <a:cubicBezTo>
                    <a:pt x="3079" y="3142"/>
                    <a:pt x="3927" y="1980"/>
                    <a:pt x="3348" y="810"/>
                  </a:cubicBezTo>
                  <a:cubicBezTo>
                    <a:pt x="3217" y="536"/>
                    <a:pt x="2993" y="308"/>
                    <a:pt x="2735" y="181"/>
                  </a:cubicBezTo>
                  <a:cubicBezTo>
                    <a:pt x="2474" y="57"/>
                    <a:pt x="2215" y="1"/>
                    <a:pt x="19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5" name="Google Shape;5915;p67"/>
            <p:cNvSpPr/>
            <p:nvPr/>
          </p:nvSpPr>
          <p:spPr>
            <a:xfrm>
              <a:off x="7237056" y="3051021"/>
              <a:ext cx="215528" cy="172551"/>
            </a:xfrm>
            <a:custGeom>
              <a:avLst/>
              <a:gdLst/>
              <a:ahLst/>
              <a:cxnLst/>
              <a:rect l="l" t="t" r="r" b="b"/>
              <a:pathLst>
                <a:path w="3926" h="3143" extrusionOk="0">
                  <a:moveTo>
                    <a:pt x="1968" y="1"/>
                  </a:moveTo>
                  <a:cubicBezTo>
                    <a:pt x="847" y="1"/>
                    <a:pt x="0" y="1163"/>
                    <a:pt x="566" y="2333"/>
                  </a:cubicBezTo>
                  <a:cubicBezTo>
                    <a:pt x="694" y="2607"/>
                    <a:pt x="921" y="2835"/>
                    <a:pt x="1191" y="2962"/>
                  </a:cubicBezTo>
                  <a:cubicBezTo>
                    <a:pt x="1451" y="3086"/>
                    <a:pt x="1711" y="3142"/>
                    <a:pt x="1957" y="3142"/>
                  </a:cubicBezTo>
                  <a:cubicBezTo>
                    <a:pt x="3078" y="3142"/>
                    <a:pt x="3926" y="1980"/>
                    <a:pt x="3347" y="810"/>
                  </a:cubicBezTo>
                  <a:cubicBezTo>
                    <a:pt x="3216" y="536"/>
                    <a:pt x="3008" y="308"/>
                    <a:pt x="2734" y="181"/>
                  </a:cubicBezTo>
                  <a:cubicBezTo>
                    <a:pt x="2473" y="57"/>
                    <a:pt x="2214" y="1"/>
                    <a:pt x="19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6" name="Google Shape;5916;p67"/>
            <p:cNvSpPr/>
            <p:nvPr/>
          </p:nvSpPr>
          <p:spPr>
            <a:xfrm>
              <a:off x="7427776" y="3051021"/>
              <a:ext cx="215582" cy="172551"/>
            </a:xfrm>
            <a:custGeom>
              <a:avLst/>
              <a:gdLst/>
              <a:ahLst/>
              <a:cxnLst/>
              <a:rect l="l" t="t" r="r" b="b"/>
              <a:pathLst>
                <a:path w="3927" h="3143" extrusionOk="0">
                  <a:moveTo>
                    <a:pt x="1966" y="1"/>
                  </a:moveTo>
                  <a:cubicBezTo>
                    <a:pt x="845" y="1"/>
                    <a:pt x="0" y="1163"/>
                    <a:pt x="579" y="2333"/>
                  </a:cubicBezTo>
                  <a:cubicBezTo>
                    <a:pt x="706" y="2607"/>
                    <a:pt x="918" y="2835"/>
                    <a:pt x="1188" y="2962"/>
                  </a:cubicBezTo>
                  <a:cubicBezTo>
                    <a:pt x="1449" y="3086"/>
                    <a:pt x="1708" y="3142"/>
                    <a:pt x="1955" y="3142"/>
                  </a:cubicBezTo>
                  <a:cubicBezTo>
                    <a:pt x="3076" y="3142"/>
                    <a:pt x="3926" y="1980"/>
                    <a:pt x="3360" y="810"/>
                  </a:cubicBezTo>
                  <a:cubicBezTo>
                    <a:pt x="3213" y="536"/>
                    <a:pt x="3005" y="308"/>
                    <a:pt x="2731" y="181"/>
                  </a:cubicBezTo>
                  <a:cubicBezTo>
                    <a:pt x="2471" y="57"/>
                    <a:pt x="2212" y="1"/>
                    <a:pt x="19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7" name="Google Shape;5917;p67"/>
            <p:cNvSpPr/>
            <p:nvPr/>
          </p:nvSpPr>
          <p:spPr>
            <a:xfrm>
              <a:off x="6742360" y="2274911"/>
              <a:ext cx="883026" cy="631734"/>
            </a:xfrm>
            <a:custGeom>
              <a:avLst/>
              <a:gdLst/>
              <a:ahLst/>
              <a:cxnLst/>
              <a:rect l="l" t="t" r="r" b="b"/>
              <a:pathLst>
                <a:path w="16085" h="11507" extrusionOk="0">
                  <a:moveTo>
                    <a:pt x="945" y="1"/>
                  </a:moveTo>
                  <a:cubicBezTo>
                    <a:pt x="0" y="3665"/>
                    <a:pt x="31" y="7873"/>
                    <a:pt x="1061" y="11506"/>
                  </a:cubicBezTo>
                  <a:lnTo>
                    <a:pt x="15023" y="11506"/>
                  </a:lnTo>
                  <a:cubicBezTo>
                    <a:pt x="16053" y="7873"/>
                    <a:pt x="16084" y="3665"/>
                    <a:pt x="15120" y="1"/>
                  </a:cubicBezTo>
                  <a:close/>
                </a:path>
              </a:pathLst>
            </a:custGeom>
            <a:solidFill>
              <a:srgbClr val="CCE5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8" name="Google Shape;5918;p67"/>
            <p:cNvSpPr/>
            <p:nvPr/>
          </p:nvSpPr>
          <p:spPr>
            <a:xfrm>
              <a:off x="7431400" y="2332061"/>
              <a:ext cx="68018" cy="506562"/>
            </a:xfrm>
            <a:custGeom>
              <a:avLst/>
              <a:gdLst/>
              <a:ahLst/>
              <a:cxnLst/>
              <a:rect l="l" t="t" r="r" b="b"/>
              <a:pathLst>
                <a:path w="1239" h="9227" extrusionOk="0">
                  <a:moveTo>
                    <a:pt x="609" y="1"/>
                  </a:moveTo>
                  <a:lnTo>
                    <a:pt x="609" y="1"/>
                  </a:lnTo>
                  <a:cubicBezTo>
                    <a:pt x="255" y="518"/>
                    <a:pt x="224" y="1193"/>
                    <a:pt x="320" y="1818"/>
                  </a:cubicBezTo>
                  <a:cubicBezTo>
                    <a:pt x="401" y="2446"/>
                    <a:pt x="579" y="3056"/>
                    <a:pt x="544" y="3684"/>
                  </a:cubicBezTo>
                  <a:cubicBezTo>
                    <a:pt x="513" y="4680"/>
                    <a:pt x="0" y="5644"/>
                    <a:pt x="112" y="6623"/>
                  </a:cubicBezTo>
                  <a:cubicBezTo>
                    <a:pt x="158" y="7156"/>
                    <a:pt x="401" y="7638"/>
                    <a:pt x="513" y="8151"/>
                  </a:cubicBezTo>
                  <a:cubicBezTo>
                    <a:pt x="609" y="8521"/>
                    <a:pt x="594" y="8872"/>
                    <a:pt x="498" y="9227"/>
                  </a:cubicBezTo>
                  <a:cubicBezTo>
                    <a:pt x="1076" y="9100"/>
                    <a:pt x="1045" y="7715"/>
                    <a:pt x="949" y="7268"/>
                  </a:cubicBezTo>
                  <a:cubicBezTo>
                    <a:pt x="852" y="6882"/>
                    <a:pt x="690" y="6512"/>
                    <a:pt x="660" y="6110"/>
                  </a:cubicBezTo>
                  <a:cubicBezTo>
                    <a:pt x="579" y="5208"/>
                    <a:pt x="1238" y="4375"/>
                    <a:pt x="1238" y="3472"/>
                  </a:cubicBezTo>
                  <a:cubicBezTo>
                    <a:pt x="1238" y="2863"/>
                    <a:pt x="949" y="2315"/>
                    <a:pt x="721" y="1756"/>
                  </a:cubicBezTo>
                  <a:cubicBezTo>
                    <a:pt x="498" y="1193"/>
                    <a:pt x="351" y="549"/>
                    <a:pt x="60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9" name="Google Shape;5919;p67"/>
            <p:cNvSpPr/>
            <p:nvPr/>
          </p:nvSpPr>
          <p:spPr>
            <a:xfrm>
              <a:off x="7510784" y="2419515"/>
              <a:ext cx="55501" cy="411311"/>
            </a:xfrm>
            <a:custGeom>
              <a:avLst/>
              <a:gdLst/>
              <a:ahLst/>
              <a:cxnLst/>
              <a:rect l="l" t="t" r="r" b="b"/>
              <a:pathLst>
                <a:path w="1011" h="7492" extrusionOk="0">
                  <a:moveTo>
                    <a:pt x="513" y="1"/>
                  </a:moveTo>
                  <a:cubicBezTo>
                    <a:pt x="722" y="452"/>
                    <a:pt x="594" y="965"/>
                    <a:pt x="417" y="1432"/>
                  </a:cubicBezTo>
                  <a:cubicBezTo>
                    <a:pt x="224" y="1879"/>
                    <a:pt x="0" y="2331"/>
                    <a:pt x="0" y="2813"/>
                  </a:cubicBezTo>
                  <a:cubicBezTo>
                    <a:pt x="0" y="3553"/>
                    <a:pt x="529" y="4228"/>
                    <a:pt x="467" y="4965"/>
                  </a:cubicBezTo>
                  <a:cubicBezTo>
                    <a:pt x="448" y="5289"/>
                    <a:pt x="305" y="5594"/>
                    <a:pt x="240" y="5898"/>
                  </a:cubicBezTo>
                  <a:cubicBezTo>
                    <a:pt x="159" y="6269"/>
                    <a:pt x="128" y="7395"/>
                    <a:pt x="594" y="7491"/>
                  </a:cubicBezTo>
                  <a:cubicBezTo>
                    <a:pt x="513" y="7202"/>
                    <a:pt x="513" y="6913"/>
                    <a:pt x="579" y="6623"/>
                  </a:cubicBezTo>
                  <a:cubicBezTo>
                    <a:pt x="675" y="6203"/>
                    <a:pt x="868" y="5802"/>
                    <a:pt x="915" y="5385"/>
                  </a:cubicBezTo>
                  <a:cubicBezTo>
                    <a:pt x="1011" y="4579"/>
                    <a:pt x="579" y="3808"/>
                    <a:pt x="544" y="2990"/>
                  </a:cubicBezTo>
                  <a:cubicBezTo>
                    <a:pt x="529" y="2493"/>
                    <a:pt x="675" y="1995"/>
                    <a:pt x="737" y="1478"/>
                  </a:cubicBezTo>
                  <a:cubicBezTo>
                    <a:pt x="803" y="981"/>
                    <a:pt x="803" y="417"/>
                    <a:pt x="51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0" name="Google Shape;5920;p67"/>
            <p:cNvSpPr/>
            <p:nvPr/>
          </p:nvSpPr>
          <p:spPr>
            <a:xfrm>
              <a:off x="6857758" y="2310924"/>
              <a:ext cx="68018" cy="507386"/>
            </a:xfrm>
            <a:custGeom>
              <a:avLst/>
              <a:gdLst/>
              <a:ahLst/>
              <a:cxnLst/>
              <a:rect l="l" t="t" r="r" b="b"/>
              <a:pathLst>
                <a:path w="1239" h="9242" extrusionOk="0">
                  <a:moveTo>
                    <a:pt x="614" y="0"/>
                  </a:moveTo>
                  <a:cubicBezTo>
                    <a:pt x="259" y="532"/>
                    <a:pt x="228" y="1207"/>
                    <a:pt x="324" y="1832"/>
                  </a:cubicBezTo>
                  <a:cubicBezTo>
                    <a:pt x="405" y="2446"/>
                    <a:pt x="579" y="3070"/>
                    <a:pt x="548" y="3699"/>
                  </a:cubicBezTo>
                  <a:cubicBezTo>
                    <a:pt x="517" y="4694"/>
                    <a:pt x="0" y="5643"/>
                    <a:pt x="116" y="6638"/>
                  </a:cubicBezTo>
                  <a:cubicBezTo>
                    <a:pt x="162" y="7155"/>
                    <a:pt x="405" y="7653"/>
                    <a:pt x="517" y="8150"/>
                  </a:cubicBezTo>
                  <a:cubicBezTo>
                    <a:pt x="614" y="8520"/>
                    <a:pt x="598" y="8871"/>
                    <a:pt x="502" y="9242"/>
                  </a:cubicBezTo>
                  <a:cubicBezTo>
                    <a:pt x="1080" y="9099"/>
                    <a:pt x="1046" y="7714"/>
                    <a:pt x="949" y="7282"/>
                  </a:cubicBezTo>
                  <a:cubicBezTo>
                    <a:pt x="853" y="6881"/>
                    <a:pt x="675" y="6511"/>
                    <a:pt x="660" y="6110"/>
                  </a:cubicBezTo>
                  <a:cubicBezTo>
                    <a:pt x="579" y="5207"/>
                    <a:pt x="1238" y="4390"/>
                    <a:pt x="1238" y="3472"/>
                  </a:cubicBezTo>
                  <a:cubicBezTo>
                    <a:pt x="1238" y="2878"/>
                    <a:pt x="949" y="2314"/>
                    <a:pt x="725" y="1755"/>
                  </a:cubicBezTo>
                  <a:cubicBezTo>
                    <a:pt x="502" y="1192"/>
                    <a:pt x="355" y="548"/>
                    <a:pt x="61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1" name="Google Shape;5921;p67"/>
            <p:cNvSpPr/>
            <p:nvPr/>
          </p:nvSpPr>
          <p:spPr>
            <a:xfrm>
              <a:off x="6804835" y="2393054"/>
              <a:ext cx="37111" cy="271755"/>
            </a:xfrm>
            <a:custGeom>
              <a:avLst/>
              <a:gdLst/>
              <a:ahLst/>
              <a:cxnLst/>
              <a:rect l="l" t="t" r="r" b="b"/>
              <a:pathLst>
                <a:path w="676" h="4950" extrusionOk="0">
                  <a:moveTo>
                    <a:pt x="339" y="1"/>
                  </a:moveTo>
                  <a:cubicBezTo>
                    <a:pt x="147" y="290"/>
                    <a:pt x="131" y="645"/>
                    <a:pt x="177" y="980"/>
                  </a:cubicBezTo>
                  <a:cubicBezTo>
                    <a:pt x="228" y="1320"/>
                    <a:pt x="324" y="1640"/>
                    <a:pt x="309" y="1976"/>
                  </a:cubicBezTo>
                  <a:cubicBezTo>
                    <a:pt x="289" y="2523"/>
                    <a:pt x="0" y="3036"/>
                    <a:pt x="66" y="3569"/>
                  </a:cubicBezTo>
                  <a:cubicBezTo>
                    <a:pt x="96" y="3842"/>
                    <a:pt x="228" y="4097"/>
                    <a:pt x="289" y="4371"/>
                  </a:cubicBezTo>
                  <a:cubicBezTo>
                    <a:pt x="339" y="4579"/>
                    <a:pt x="324" y="4756"/>
                    <a:pt x="274" y="4949"/>
                  </a:cubicBezTo>
                  <a:cubicBezTo>
                    <a:pt x="598" y="4888"/>
                    <a:pt x="563" y="4147"/>
                    <a:pt x="517" y="3904"/>
                  </a:cubicBezTo>
                  <a:cubicBezTo>
                    <a:pt x="467" y="3696"/>
                    <a:pt x="370" y="3488"/>
                    <a:pt x="355" y="3279"/>
                  </a:cubicBezTo>
                  <a:cubicBezTo>
                    <a:pt x="324" y="2797"/>
                    <a:pt x="675" y="2346"/>
                    <a:pt x="675" y="1864"/>
                  </a:cubicBezTo>
                  <a:cubicBezTo>
                    <a:pt x="675" y="1544"/>
                    <a:pt x="517" y="1239"/>
                    <a:pt x="405" y="950"/>
                  </a:cubicBezTo>
                  <a:cubicBezTo>
                    <a:pt x="274" y="645"/>
                    <a:pt x="193" y="290"/>
                    <a:pt x="33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2" name="Google Shape;5922;p67"/>
            <p:cNvSpPr/>
            <p:nvPr/>
          </p:nvSpPr>
          <p:spPr>
            <a:xfrm>
              <a:off x="6934617" y="2435436"/>
              <a:ext cx="55501" cy="411256"/>
            </a:xfrm>
            <a:custGeom>
              <a:avLst/>
              <a:gdLst/>
              <a:ahLst/>
              <a:cxnLst/>
              <a:rect l="l" t="t" r="r" b="b"/>
              <a:pathLst>
                <a:path w="1011" h="7491" extrusionOk="0">
                  <a:moveTo>
                    <a:pt x="513" y="0"/>
                  </a:moveTo>
                  <a:cubicBezTo>
                    <a:pt x="722" y="432"/>
                    <a:pt x="594" y="964"/>
                    <a:pt x="417" y="1416"/>
                  </a:cubicBezTo>
                  <a:cubicBezTo>
                    <a:pt x="240" y="1863"/>
                    <a:pt x="0" y="2314"/>
                    <a:pt x="0" y="2812"/>
                  </a:cubicBezTo>
                  <a:cubicBezTo>
                    <a:pt x="0" y="3553"/>
                    <a:pt x="529" y="4212"/>
                    <a:pt x="483" y="4949"/>
                  </a:cubicBezTo>
                  <a:cubicBezTo>
                    <a:pt x="452" y="5273"/>
                    <a:pt x="321" y="5577"/>
                    <a:pt x="240" y="5898"/>
                  </a:cubicBezTo>
                  <a:cubicBezTo>
                    <a:pt x="162" y="6252"/>
                    <a:pt x="128" y="7375"/>
                    <a:pt x="594" y="7491"/>
                  </a:cubicBezTo>
                  <a:cubicBezTo>
                    <a:pt x="529" y="7182"/>
                    <a:pt x="513" y="6912"/>
                    <a:pt x="594" y="6603"/>
                  </a:cubicBezTo>
                  <a:cubicBezTo>
                    <a:pt x="691" y="6187"/>
                    <a:pt x="868" y="5801"/>
                    <a:pt x="915" y="5369"/>
                  </a:cubicBezTo>
                  <a:cubicBezTo>
                    <a:pt x="1011" y="4563"/>
                    <a:pt x="594" y="3792"/>
                    <a:pt x="564" y="2989"/>
                  </a:cubicBezTo>
                  <a:cubicBezTo>
                    <a:pt x="548" y="2476"/>
                    <a:pt x="691" y="1975"/>
                    <a:pt x="756" y="1477"/>
                  </a:cubicBezTo>
                  <a:cubicBezTo>
                    <a:pt x="818" y="964"/>
                    <a:pt x="803" y="417"/>
                    <a:pt x="51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3" name="Google Shape;5923;p67"/>
            <p:cNvSpPr/>
            <p:nvPr/>
          </p:nvSpPr>
          <p:spPr>
            <a:xfrm>
              <a:off x="7231072" y="2368459"/>
              <a:ext cx="118194" cy="97063"/>
            </a:xfrm>
            <a:custGeom>
              <a:avLst/>
              <a:gdLst/>
              <a:ahLst/>
              <a:cxnLst/>
              <a:rect l="l" t="t" r="r" b="b"/>
              <a:pathLst>
                <a:path w="2153" h="1768" extrusionOk="0">
                  <a:moveTo>
                    <a:pt x="493" y="0"/>
                  </a:moveTo>
                  <a:cubicBezTo>
                    <a:pt x="471" y="0"/>
                    <a:pt x="451" y="4"/>
                    <a:pt x="432" y="13"/>
                  </a:cubicBezTo>
                  <a:cubicBezTo>
                    <a:pt x="401" y="48"/>
                    <a:pt x="386" y="63"/>
                    <a:pt x="371" y="94"/>
                  </a:cubicBezTo>
                  <a:cubicBezTo>
                    <a:pt x="239" y="287"/>
                    <a:pt x="112" y="480"/>
                    <a:pt x="0" y="672"/>
                  </a:cubicBezTo>
                  <a:lnTo>
                    <a:pt x="2152" y="1768"/>
                  </a:lnTo>
                  <a:cubicBezTo>
                    <a:pt x="2056" y="1301"/>
                    <a:pt x="1817" y="850"/>
                    <a:pt x="1478" y="514"/>
                  </a:cubicBezTo>
                  <a:cubicBezTo>
                    <a:pt x="1416" y="561"/>
                    <a:pt x="1366" y="611"/>
                    <a:pt x="1319" y="657"/>
                  </a:cubicBezTo>
                  <a:lnTo>
                    <a:pt x="1319" y="464"/>
                  </a:lnTo>
                  <a:cubicBezTo>
                    <a:pt x="1269" y="495"/>
                    <a:pt x="1223" y="545"/>
                    <a:pt x="1173" y="576"/>
                  </a:cubicBezTo>
                  <a:cubicBezTo>
                    <a:pt x="1142" y="495"/>
                    <a:pt x="1238" y="383"/>
                    <a:pt x="1188" y="321"/>
                  </a:cubicBezTo>
                  <a:cubicBezTo>
                    <a:pt x="1173" y="287"/>
                    <a:pt x="1142" y="271"/>
                    <a:pt x="1107" y="256"/>
                  </a:cubicBezTo>
                  <a:cubicBezTo>
                    <a:pt x="965" y="190"/>
                    <a:pt x="803" y="109"/>
                    <a:pt x="660" y="48"/>
                  </a:cubicBezTo>
                  <a:cubicBezTo>
                    <a:pt x="602" y="23"/>
                    <a:pt x="545" y="0"/>
                    <a:pt x="49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4" name="Google Shape;5924;p67"/>
            <p:cNvSpPr/>
            <p:nvPr/>
          </p:nvSpPr>
          <p:spPr>
            <a:xfrm>
              <a:off x="7211583" y="2523714"/>
              <a:ext cx="62748" cy="57206"/>
            </a:xfrm>
            <a:custGeom>
              <a:avLst/>
              <a:gdLst/>
              <a:ahLst/>
              <a:cxnLst/>
              <a:rect l="l" t="t" r="r" b="b"/>
              <a:pathLst>
                <a:path w="1143" h="1042" extrusionOk="0">
                  <a:moveTo>
                    <a:pt x="35" y="1"/>
                  </a:moveTo>
                  <a:lnTo>
                    <a:pt x="35" y="1"/>
                  </a:lnTo>
                  <a:cubicBezTo>
                    <a:pt x="0" y="271"/>
                    <a:pt x="132" y="560"/>
                    <a:pt x="340" y="737"/>
                  </a:cubicBezTo>
                  <a:cubicBezTo>
                    <a:pt x="548" y="930"/>
                    <a:pt x="837" y="1027"/>
                    <a:pt x="1111" y="1042"/>
                  </a:cubicBezTo>
                  <a:cubicBezTo>
                    <a:pt x="1142" y="691"/>
                    <a:pt x="1096" y="336"/>
                    <a:pt x="949" y="16"/>
                  </a:cubicBezTo>
                  <a:lnTo>
                    <a:pt x="3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5" name="Google Shape;5925;p67"/>
            <p:cNvSpPr/>
            <p:nvPr/>
          </p:nvSpPr>
          <p:spPr>
            <a:xfrm>
              <a:off x="7119023" y="2399751"/>
              <a:ext cx="219645" cy="147736"/>
            </a:xfrm>
            <a:custGeom>
              <a:avLst/>
              <a:gdLst/>
              <a:ahLst/>
              <a:cxnLst/>
              <a:rect l="l" t="t" r="r" b="b"/>
              <a:pathLst>
                <a:path w="4001" h="2691" extrusionOk="0">
                  <a:moveTo>
                    <a:pt x="2040" y="1"/>
                  </a:moveTo>
                  <a:cubicBezTo>
                    <a:pt x="1991" y="1"/>
                    <a:pt x="1943" y="2"/>
                    <a:pt x="1895" y="6"/>
                  </a:cubicBezTo>
                  <a:cubicBezTo>
                    <a:pt x="1046" y="72"/>
                    <a:pt x="275" y="681"/>
                    <a:pt x="1" y="1487"/>
                  </a:cubicBezTo>
                  <a:cubicBezTo>
                    <a:pt x="225" y="1487"/>
                    <a:pt x="545" y="1406"/>
                    <a:pt x="691" y="1260"/>
                  </a:cubicBezTo>
                  <a:lnTo>
                    <a:pt x="691" y="1260"/>
                  </a:lnTo>
                  <a:cubicBezTo>
                    <a:pt x="662" y="1523"/>
                    <a:pt x="421" y="1758"/>
                    <a:pt x="145" y="1758"/>
                  </a:cubicBezTo>
                  <a:cubicBezTo>
                    <a:pt x="134" y="1758"/>
                    <a:pt x="124" y="1758"/>
                    <a:pt x="113" y="1757"/>
                  </a:cubicBezTo>
                  <a:lnTo>
                    <a:pt x="113" y="1757"/>
                  </a:lnTo>
                  <a:cubicBezTo>
                    <a:pt x="682" y="2250"/>
                    <a:pt x="1314" y="2691"/>
                    <a:pt x="2050" y="2691"/>
                  </a:cubicBezTo>
                  <a:cubicBezTo>
                    <a:pt x="2062" y="2691"/>
                    <a:pt x="2075" y="2691"/>
                    <a:pt x="2088" y="2691"/>
                  </a:cubicBezTo>
                  <a:cubicBezTo>
                    <a:pt x="2844" y="2660"/>
                    <a:pt x="3600" y="2289"/>
                    <a:pt x="4001" y="1630"/>
                  </a:cubicBezTo>
                  <a:lnTo>
                    <a:pt x="3985" y="1163"/>
                  </a:lnTo>
                  <a:cubicBezTo>
                    <a:pt x="3622" y="469"/>
                    <a:pt x="2830" y="1"/>
                    <a:pt x="204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6" name="Google Shape;5926;p67"/>
            <p:cNvSpPr/>
            <p:nvPr/>
          </p:nvSpPr>
          <p:spPr>
            <a:xfrm>
              <a:off x="7310457" y="2410621"/>
              <a:ext cx="83938" cy="146583"/>
            </a:xfrm>
            <a:custGeom>
              <a:avLst/>
              <a:gdLst/>
              <a:ahLst/>
              <a:cxnLst/>
              <a:rect l="l" t="t" r="r" b="b"/>
              <a:pathLst>
                <a:path w="1529" h="2670" extrusionOk="0">
                  <a:moveTo>
                    <a:pt x="1493" y="1"/>
                  </a:moveTo>
                  <a:cubicBezTo>
                    <a:pt x="1239" y="579"/>
                    <a:pt x="660" y="981"/>
                    <a:pt x="32" y="1031"/>
                  </a:cubicBezTo>
                  <a:cubicBezTo>
                    <a:pt x="32" y="1046"/>
                    <a:pt x="1" y="1112"/>
                    <a:pt x="1" y="1127"/>
                  </a:cubicBezTo>
                  <a:lnTo>
                    <a:pt x="1" y="1463"/>
                  </a:lnTo>
                  <a:cubicBezTo>
                    <a:pt x="691" y="1463"/>
                    <a:pt x="1254" y="2026"/>
                    <a:pt x="1528" y="2670"/>
                  </a:cubicBezTo>
                  <a:lnTo>
                    <a:pt x="149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7" name="Google Shape;5927;p67"/>
            <p:cNvSpPr/>
            <p:nvPr/>
          </p:nvSpPr>
          <p:spPr>
            <a:xfrm>
              <a:off x="7156080" y="2442408"/>
              <a:ext cx="31841" cy="25474"/>
            </a:xfrm>
            <a:custGeom>
              <a:avLst/>
              <a:gdLst/>
              <a:ahLst/>
              <a:cxnLst/>
              <a:rect l="l" t="t" r="r" b="b"/>
              <a:pathLst>
                <a:path w="580" h="464" extrusionOk="0">
                  <a:moveTo>
                    <a:pt x="579" y="0"/>
                  </a:moveTo>
                  <a:cubicBezTo>
                    <a:pt x="579" y="0"/>
                    <a:pt x="579" y="16"/>
                    <a:pt x="564" y="35"/>
                  </a:cubicBezTo>
                  <a:cubicBezTo>
                    <a:pt x="564" y="66"/>
                    <a:pt x="545" y="112"/>
                    <a:pt x="529" y="147"/>
                  </a:cubicBezTo>
                  <a:cubicBezTo>
                    <a:pt x="529" y="178"/>
                    <a:pt x="514" y="193"/>
                    <a:pt x="514" y="228"/>
                  </a:cubicBezTo>
                  <a:cubicBezTo>
                    <a:pt x="498" y="228"/>
                    <a:pt x="498" y="243"/>
                    <a:pt x="483" y="259"/>
                  </a:cubicBezTo>
                  <a:cubicBezTo>
                    <a:pt x="483" y="274"/>
                    <a:pt x="468" y="274"/>
                    <a:pt x="468" y="290"/>
                  </a:cubicBezTo>
                  <a:cubicBezTo>
                    <a:pt x="433" y="340"/>
                    <a:pt x="387" y="371"/>
                    <a:pt x="321" y="386"/>
                  </a:cubicBezTo>
                  <a:cubicBezTo>
                    <a:pt x="313" y="394"/>
                    <a:pt x="302" y="398"/>
                    <a:pt x="288" y="398"/>
                  </a:cubicBezTo>
                  <a:cubicBezTo>
                    <a:pt x="274" y="398"/>
                    <a:pt x="257" y="394"/>
                    <a:pt x="240" y="386"/>
                  </a:cubicBezTo>
                  <a:cubicBezTo>
                    <a:pt x="225" y="386"/>
                    <a:pt x="194" y="371"/>
                    <a:pt x="178" y="355"/>
                  </a:cubicBezTo>
                  <a:cubicBezTo>
                    <a:pt x="128" y="324"/>
                    <a:pt x="97" y="290"/>
                    <a:pt x="63" y="243"/>
                  </a:cubicBezTo>
                  <a:cubicBezTo>
                    <a:pt x="47" y="209"/>
                    <a:pt x="32" y="162"/>
                    <a:pt x="16" y="147"/>
                  </a:cubicBezTo>
                  <a:cubicBezTo>
                    <a:pt x="1" y="112"/>
                    <a:pt x="1" y="97"/>
                    <a:pt x="1" y="97"/>
                  </a:cubicBezTo>
                  <a:lnTo>
                    <a:pt x="1" y="147"/>
                  </a:lnTo>
                  <a:cubicBezTo>
                    <a:pt x="1" y="178"/>
                    <a:pt x="16" y="209"/>
                    <a:pt x="32" y="259"/>
                  </a:cubicBezTo>
                  <a:cubicBezTo>
                    <a:pt x="47" y="305"/>
                    <a:pt x="82" y="371"/>
                    <a:pt x="128" y="402"/>
                  </a:cubicBezTo>
                  <a:cubicBezTo>
                    <a:pt x="159" y="436"/>
                    <a:pt x="194" y="452"/>
                    <a:pt x="225" y="452"/>
                  </a:cubicBezTo>
                  <a:cubicBezTo>
                    <a:pt x="250" y="459"/>
                    <a:pt x="270" y="463"/>
                    <a:pt x="288" y="463"/>
                  </a:cubicBezTo>
                  <a:cubicBezTo>
                    <a:pt x="306" y="463"/>
                    <a:pt x="321" y="459"/>
                    <a:pt x="336" y="452"/>
                  </a:cubicBezTo>
                  <a:cubicBezTo>
                    <a:pt x="417" y="436"/>
                    <a:pt x="483" y="386"/>
                    <a:pt x="514" y="324"/>
                  </a:cubicBezTo>
                  <a:cubicBezTo>
                    <a:pt x="514" y="305"/>
                    <a:pt x="529" y="290"/>
                    <a:pt x="529" y="290"/>
                  </a:cubicBezTo>
                  <a:cubicBezTo>
                    <a:pt x="545" y="274"/>
                    <a:pt x="545" y="259"/>
                    <a:pt x="545" y="243"/>
                  </a:cubicBezTo>
                  <a:cubicBezTo>
                    <a:pt x="564" y="209"/>
                    <a:pt x="564" y="178"/>
                    <a:pt x="579" y="162"/>
                  </a:cubicBezTo>
                  <a:lnTo>
                    <a:pt x="579" y="35"/>
                  </a:lnTo>
                  <a:lnTo>
                    <a:pt x="57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8" name="Google Shape;5928;p67"/>
            <p:cNvSpPr/>
            <p:nvPr/>
          </p:nvSpPr>
          <p:spPr>
            <a:xfrm>
              <a:off x="7209881" y="2413421"/>
              <a:ext cx="17622" cy="119023"/>
            </a:xfrm>
            <a:custGeom>
              <a:avLst/>
              <a:gdLst/>
              <a:ahLst/>
              <a:cxnLst/>
              <a:rect l="l" t="t" r="r" b="b"/>
              <a:pathLst>
                <a:path w="321" h="2168" extrusionOk="0">
                  <a:moveTo>
                    <a:pt x="1" y="0"/>
                  </a:moveTo>
                  <a:lnTo>
                    <a:pt x="1" y="0"/>
                  </a:lnTo>
                  <a:cubicBezTo>
                    <a:pt x="31" y="31"/>
                    <a:pt x="66" y="46"/>
                    <a:pt x="82" y="81"/>
                  </a:cubicBezTo>
                  <a:cubicBezTo>
                    <a:pt x="112" y="96"/>
                    <a:pt x="143" y="127"/>
                    <a:pt x="163" y="158"/>
                  </a:cubicBezTo>
                  <a:cubicBezTo>
                    <a:pt x="178" y="193"/>
                    <a:pt x="193" y="224"/>
                    <a:pt x="209" y="255"/>
                  </a:cubicBezTo>
                  <a:cubicBezTo>
                    <a:pt x="224" y="289"/>
                    <a:pt x="224" y="320"/>
                    <a:pt x="240" y="370"/>
                  </a:cubicBezTo>
                  <a:lnTo>
                    <a:pt x="240" y="417"/>
                  </a:lnTo>
                  <a:lnTo>
                    <a:pt x="240" y="467"/>
                  </a:lnTo>
                  <a:cubicBezTo>
                    <a:pt x="224" y="513"/>
                    <a:pt x="224" y="544"/>
                    <a:pt x="209" y="579"/>
                  </a:cubicBezTo>
                  <a:cubicBezTo>
                    <a:pt x="178" y="640"/>
                    <a:pt x="128" y="706"/>
                    <a:pt x="82" y="737"/>
                  </a:cubicBezTo>
                  <a:lnTo>
                    <a:pt x="47" y="771"/>
                  </a:lnTo>
                  <a:lnTo>
                    <a:pt x="82" y="802"/>
                  </a:lnTo>
                  <a:cubicBezTo>
                    <a:pt x="128" y="833"/>
                    <a:pt x="178" y="883"/>
                    <a:pt x="193" y="930"/>
                  </a:cubicBezTo>
                  <a:cubicBezTo>
                    <a:pt x="224" y="980"/>
                    <a:pt x="240" y="1045"/>
                    <a:pt x="240" y="1107"/>
                  </a:cubicBezTo>
                  <a:lnTo>
                    <a:pt x="240" y="1122"/>
                  </a:lnTo>
                  <a:lnTo>
                    <a:pt x="240" y="1157"/>
                  </a:lnTo>
                  <a:lnTo>
                    <a:pt x="240" y="1188"/>
                  </a:lnTo>
                  <a:cubicBezTo>
                    <a:pt x="224" y="1219"/>
                    <a:pt x="224" y="1254"/>
                    <a:pt x="209" y="1284"/>
                  </a:cubicBezTo>
                  <a:cubicBezTo>
                    <a:pt x="178" y="1335"/>
                    <a:pt x="143" y="1381"/>
                    <a:pt x="82" y="1412"/>
                  </a:cubicBezTo>
                  <a:lnTo>
                    <a:pt x="66" y="1431"/>
                  </a:lnTo>
                  <a:lnTo>
                    <a:pt x="82" y="1462"/>
                  </a:lnTo>
                  <a:lnTo>
                    <a:pt x="112" y="1493"/>
                  </a:lnTo>
                  <a:lnTo>
                    <a:pt x="143" y="1527"/>
                  </a:lnTo>
                  <a:lnTo>
                    <a:pt x="178" y="1574"/>
                  </a:lnTo>
                  <a:lnTo>
                    <a:pt x="193" y="1624"/>
                  </a:lnTo>
                  <a:lnTo>
                    <a:pt x="209" y="1655"/>
                  </a:lnTo>
                  <a:lnTo>
                    <a:pt x="224" y="1701"/>
                  </a:lnTo>
                  <a:lnTo>
                    <a:pt x="224" y="1751"/>
                  </a:lnTo>
                  <a:lnTo>
                    <a:pt x="240" y="1797"/>
                  </a:lnTo>
                  <a:lnTo>
                    <a:pt x="240" y="1848"/>
                  </a:lnTo>
                  <a:lnTo>
                    <a:pt x="240" y="1894"/>
                  </a:lnTo>
                  <a:lnTo>
                    <a:pt x="224" y="1944"/>
                  </a:lnTo>
                  <a:lnTo>
                    <a:pt x="209" y="1990"/>
                  </a:lnTo>
                  <a:lnTo>
                    <a:pt x="209" y="2040"/>
                  </a:lnTo>
                  <a:lnTo>
                    <a:pt x="178" y="2087"/>
                  </a:lnTo>
                  <a:lnTo>
                    <a:pt x="163" y="2121"/>
                  </a:lnTo>
                  <a:lnTo>
                    <a:pt x="128" y="2168"/>
                  </a:lnTo>
                  <a:lnTo>
                    <a:pt x="128" y="2168"/>
                  </a:lnTo>
                  <a:lnTo>
                    <a:pt x="163" y="2137"/>
                  </a:lnTo>
                  <a:lnTo>
                    <a:pt x="193" y="2087"/>
                  </a:lnTo>
                  <a:lnTo>
                    <a:pt x="224" y="2040"/>
                  </a:lnTo>
                  <a:lnTo>
                    <a:pt x="240" y="2010"/>
                  </a:lnTo>
                  <a:lnTo>
                    <a:pt x="259" y="1959"/>
                  </a:lnTo>
                  <a:lnTo>
                    <a:pt x="274" y="1894"/>
                  </a:lnTo>
                  <a:lnTo>
                    <a:pt x="274" y="1848"/>
                  </a:lnTo>
                  <a:lnTo>
                    <a:pt x="274" y="1797"/>
                  </a:lnTo>
                  <a:lnTo>
                    <a:pt x="274" y="1751"/>
                  </a:lnTo>
                  <a:lnTo>
                    <a:pt x="274" y="1701"/>
                  </a:lnTo>
                  <a:lnTo>
                    <a:pt x="259" y="1639"/>
                  </a:lnTo>
                  <a:lnTo>
                    <a:pt x="240" y="1589"/>
                  </a:lnTo>
                  <a:lnTo>
                    <a:pt x="224" y="1543"/>
                  </a:lnTo>
                  <a:lnTo>
                    <a:pt x="193" y="1493"/>
                  </a:lnTo>
                  <a:lnTo>
                    <a:pt x="163" y="1462"/>
                  </a:lnTo>
                  <a:lnTo>
                    <a:pt x="151" y="1445"/>
                  </a:lnTo>
                  <a:lnTo>
                    <a:pt x="151" y="1445"/>
                  </a:lnTo>
                  <a:cubicBezTo>
                    <a:pt x="192" y="1411"/>
                    <a:pt x="230" y="1355"/>
                    <a:pt x="259" y="1300"/>
                  </a:cubicBezTo>
                  <a:cubicBezTo>
                    <a:pt x="274" y="1284"/>
                    <a:pt x="290" y="1238"/>
                    <a:pt x="305" y="1203"/>
                  </a:cubicBezTo>
                  <a:lnTo>
                    <a:pt x="305" y="1157"/>
                  </a:lnTo>
                  <a:lnTo>
                    <a:pt x="321" y="1122"/>
                  </a:lnTo>
                  <a:lnTo>
                    <a:pt x="321" y="1107"/>
                  </a:lnTo>
                  <a:cubicBezTo>
                    <a:pt x="307" y="977"/>
                    <a:pt x="251" y="844"/>
                    <a:pt x="145" y="760"/>
                  </a:cubicBezTo>
                  <a:lnTo>
                    <a:pt x="145" y="760"/>
                  </a:lnTo>
                  <a:cubicBezTo>
                    <a:pt x="194" y="715"/>
                    <a:pt x="230" y="661"/>
                    <a:pt x="259" y="594"/>
                  </a:cubicBezTo>
                  <a:cubicBezTo>
                    <a:pt x="274" y="563"/>
                    <a:pt x="274" y="513"/>
                    <a:pt x="290" y="482"/>
                  </a:cubicBezTo>
                  <a:lnTo>
                    <a:pt x="290" y="417"/>
                  </a:lnTo>
                  <a:cubicBezTo>
                    <a:pt x="290" y="401"/>
                    <a:pt x="290" y="386"/>
                    <a:pt x="274" y="351"/>
                  </a:cubicBezTo>
                  <a:cubicBezTo>
                    <a:pt x="274" y="274"/>
                    <a:pt x="224" y="208"/>
                    <a:pt x="178" y="143"/>
                  </a:cubicBezTo>
                  <a:cubicBezTo>
                    <a:pt x="128" y="81"/>
                    <a:pt x="66" y="31"/>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9" name="Google Shape;5929;p67"/>
            <p:cNvSpPr/>
            <p:nvPr/>
          </p:nvSpPr>
          <p:spPr>
            <a:xfrm>
              <a:off x="7242491" y="2413421"/>
              <a:ext cx="17622" cy="119023"/>
            </a:xfrm>
            <a:custGeom>
              <a:avLst/>
              <a:gdLst/>
              <a:ahLst/>
              <a:cxnLst/>
              <a:rect l="l" t="t" r="r" b="b"/>
              <a:pathLst>
                <a:path w="321" h="2168" extrusionOk="0">
                  <a:moveTo>
                    <a:pt x="1" y="0"/>
                  </a:moveTo>
                  <a:cubicBezTo>
                    <a:pt x="31" y="31"/>
                    <a:pt x="66" y="46"/>
                    <a:pt x="82" y="81"/>
                  </a:cubicBezTo>
                  <a:cubicBezTo>
                    <a:pt x="112" y="96"/>
                    <a:pt x="147" y="127"/>
                    <a:pt x="163" y="158"/>
                  </a:cubicBezTo>
                  <a:cubicBezTo>
                    <a:pt x="178" y="193"/>
                    <a:pt x="193" y="224"/>
                    <a:pt x="209" y="255"/>
                  </a:cubicBezTo>
                  <a:cubicBezTo>
                    <a:pt x="224" y="289"/>
                    <a:pt x="244" y="320"/>
                    <a:pt x="244" y="370"/>
                  </a:cubicBezTo>
                  <a:lnTo>
                    <a:pt x="244" y="417"/>
                  </a:lnTo>
                  <a:lnTo>
                    <a:pt x="244" y="467"/>
                  </a:lnTo>
                  <a:cubicBezTo>
                    <a:pt x="224" y="513"/>
                    <a:pt x="224" y="544"/>
                    <a:pt x="209" y="579"/>
                  </a:cubicBezTo>
                  <a:cubicBezTo>
                    <a:pt x="178" y="640"/>
                    <a:pt x="128" y="706"/>
                    <a:pt x="82" y="737"/>
                  </a:cubicBezTo>
                  <a:lnTo>
                    <a:pt x="51" y="771"/>
                  </a:lnTo>
                  <a:lnTo>
                    <a:pt x="82" y="802"/>
                  </a:lnTo>
                  <a:cubicBezTo>
                    <a:pt x="128" y="833"/>
                    <a:pt x="178" y="883"/>
                    <a:pt x="193" y="930"/>
                  </a:cubicBezTo>
                  <a:cubicBezTo>
                    <a:pt x="224" y="980"/>
                    <a:pt x="244" y="1045"/>
                    <a:pt x="244" y="1107"/>
                  </a:cubicBezTo>
                  <a:lnTo>
                    <a:pt x="244" y="1122"/>
                  </a:lnTo>
                  <a:lnTo>
                    <a:pt x="244" y="1157"/>
                  </a:lnTo>
                  <a:lnTo>
                    <a:pt x="244" y="1188"/>
                  </a:lnTo>
                  <a:cubicBezTo>
                    <a:pt x="224" y="1219"/>
                    <a:pt x="224" y="1254"/>
                    <a:pt x="209" y="1284"/>
                  </a:cubicBezTo>
                  <a:cubicBezTo>
                    <a:pt x="178" y="1335"/>
                    <a:pt x="147" y="1381"/>
                    <a:pt x="82" y="1412"/>
                  </a:cubicBezTo>
                  <a:lnTo>
                    <a:pt x="66" y="1431"/>
                  </a:lnTo>
                  <a:lnTo>
                    <a:pt x="82" y="1462"/>
                  </a:lnTo>
                  <a:lnTo>
                    <a:pt x="112" y="1493"/>
                  </a:lnTo>
                  <a:lnTo>
                    <a:pt x="147" y="1527"/>
                  </a:lnTo>
                  <a:lnTo>
                    <a:pt x="178" y="1574"/>
                  </a:lnTo>
                  <a:lnTo>
                    <a:pt x="193" y="1624"/>
                  </a:lnTo>
                  <a:lnTo>
                    <a:pt x="209" y="1655"/>
                  </a:lnTo>
                  <a:lnTo>
                    <a:pt x="224" y="1701"/>
                  </a:lnTo>
                  <a:lnTo>
                    <a:pt x="224" y="1751"/>
                  </a:lnTo>
                  <a:lnTo>
                    <a:pt x="244" y="1797"/>
                  </a:lnTo>
                  <a:lnTo>
                    <a:pt x="244" y="1848"/>
                  </a:lnTo>
                  <a:lnTo>
                    <a:pt x="244" y="1894"/>
                  </a:lnTo>
                  <a:lnTo>
                    <a:pt x="224" y="1944"/>
                  </a:lnTo>
                  <a:lnTo>
                    <a:pt x="224" y="1990"/>
                  </a:lnTo>
                  <a:lnTo>
                    <a:pt x="209" y="2040"/>
                  </a:lnTo>
                  <a:lnTo>
                    <a:pt x="178" y="2087"/>
                  </a:lnTo>
                  <a:lnTo>
                    <a:pt x="163" y="2121"/>
                  </a:lnTo>
                  <a:lnTo>
                    <a:pt x="128" y="2168"/>
                  </a:lnTo>
                  <a:lnTo>
                    <a:pt x="163" y="2137"/>
                  </a:lnTo>
                  <a:lnTo>
                    <a:pt x="193" y="2087"/>
                  </a:lnTo>
                  <a:lnTo>
                    <a:pt x="224" y="2040"/>
                  </a:lnTo>
                  <a:lnTo>
                    <a:pt x="244" y="2010"/>
                  </a:lnTo>
                  <a:lnTo>
                    <a:pt x="259" y="1959"/>
                  </a:lnTo>
                  <a:lnTo>
                    <a:pt x="274" y="1894"/>
                  </a:lnTo>
                  <a:lnTo>
                    <a:pt x="274" y="1848"/>
                  </a:lnTo>
                  <a:lnTo>
                    <a:pt x="274" y="1797"/>
                  </a:lnTo>
                  <a:lnTo>
                    <a:pt x="274" y="1751"/>
                  </a:lnTo>
                  <a:lnTo>
                    <a:pt x="274" y="1701"/>
                  </a:lnTo>
                  <a:lnTo>
                    <a:pt x="259" y="1639"/>
                  </a:lnTo>
                  <a:lnTo>
                    <a:pt x="244" y="1589"/>
                  </a:lnTo>
                  <a:lnTo>
                    <a:pt x="224" y="1543"/>
                  </a:lnTo>
                  <a:lnTo>
                    <a:pt x="193" y="1493"/>
                  </a:lnTo>
                  <a:lnTo>
                    <a:pt x="163" y="1462"/>
                  </a:lnTo>
                  <a:lnTo>
                    <a:pt x="151" y="1445"/>
                  </a:lnTo>
                  <a:lnTo>
                    <a:pt x="151" y="1445"/>
                  </a:lnTo>
                  <a:cubicBezTo>
                    <a:pt x="192" y="1411"/>
                    <a:pt x="230" y="1355"/>
                    <a:pt x="259" y="1300"/>
                  </a:cubicBezTo>
                  <a:cubicBezTo>
                    <a:pt x="274" y="1284"/>
                    <a:pt x="290" y="1238"/>
                    <a:pt x="305" y="1203"/>
                  </a:cubicBezTo>
                  <a:lnTo>
                    <a:pt x="305" y="1157"/>
                  </a:lnTo>
                  <a:lnTo>
                    <a:pt x="321" y="1122"/>
                  </a:lnTo>
                  <a:lnTo>
                    <a:pt x="321" y="1107"/>
                  </a:lnTo>
                  <a:cubicBezTo>
                    <a:pt x="307" y="977"/>
                    <a:pt x="254" y="843"/>
                    <a:pt x="145" y="759"/>
                  </a:cubicBezTo>
                  <a:lnTo>
                    <a:pt x="145" y="759"/>
                  </a:lnTo>
                  <a:cubicBezTo>
                    <a:pt x="194" y="714"/>
                    <a:pt x="230" y="661"/>
                    <a:pt x="259" y="594"/>
                  </a:cubicBezTo>
                  <a:cubicBezTo>
                    <a:pt x="274" y="563"/>
                    <a:pt x="274" y="513"/>
                    <a:pt x="290" y="482"/>
                  </a:cubicBezTo>
                  <a:lnTo>
                    <a:pt x="290" y="417"/>
                  </a:lnTo>
                  <a:cubicBezTo>
                    <a:pt x="290" y="401"/>
                    <a:pt x="290" y="386"/>
                    <a:pt x="274" y="351"/>
                  </a:cubicBezTo>
                  <a:cubicBezTo>
                    <a:pt x="274" y="274"/>
                    <a:pt x="224" y="208"/>
                    <a:pt x="178" y="143"/>
                  </a:cubicBezTo>
                  <a:cubicBezTo>
                    <a:pt x="128" y="81"/>
                    <a:pt x="66" y="31"/>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0" name="Google Shape;5930;p67"/>
            <p:cNvSpPr/>
            <p:nvPr/>
          </p:nvSpPr>
          <p:spPr>
            <a:xfrm>
              <a:off x="7275102" y="2413421"/>
              <a:ext cx="17842" cy="119023"/>
            </a:xfrm>
            <a:custGeom>
              <a:avLst/>
              <a:gdLst/>
              <a:ahLst/>
              <a:cxnLst/>
              <a:rect l="l" t="t" r="r" b="b"/>
              <a:pathLst>
                <a:path w="325" h="2168" extrusionOk="0">
                  <a:moveTo>
                    <a:pt x="1" y="0"/>
                  </a:moveTo>
                  <a:lnTo>
                    <a:pt x="1" y="0"/>
                  </a:lnTo>
                  <a:cubicBezTo>
                    <a:pt x="35" y="31"/>
                    <a:pt x="66" y="46"/>
                    <a:pt x="82" y="81"/>
                  </a:cubicBezTo>
                  <a:cubicBezTo>
                    <a:pt x="112" y="96"/>
                    <a:pt x="147" y="127"/>
                    <a:pt x="163" y="158"/>
                  </a:cubicBezTo>
                  <a:cubicBezTo>
                    <a:pt x="178" y="193"/>
                    <a:pt x="193" y="224"/>
                    <a:pt x="209" y="255"/>
                  </a:cubicBezTo>
                  <a:cubicBezTo>
                    <a:pt x="228" y="289"/>
                    <a:pt x="244" y="320"/>
                    <a:pt x="244" y="370"/>
                  </a:cubicBezTo>
                  <a:lnTo>
                    <a:pt x="244" y="417"/>
                  </a:lnTo>
                  <a:lnTo>
                    <a:pt x="244" y="467"/>
                  </a:lnTo>
                  <a:cubicBezTo>
                    <a:pt x="228" y="513"/>
                    <a:pt x="228" y="544"/>
                    <a:pt x="209" y="579"/>
                  </a:cubicBezTo>
                  <a:cubicBezTo>
                    <a:pt x="178" y="640"/>
                    <a:pt x="132" y="706"/>
                    <a:pt x="82" y="737"/>
                  </a:cubicBezTo>
                  <a:lnTo>
                    <a:pt x="51" y="771"/>
                  </a:lnTo>
                  <a:lnTo>
                    <a:pt x="82" y="802"/>
                  </a:lnTo>
                  <a:cubicBezTo>
                    <a:pt x="132" y="833"/>
                    <a:pt x="178" y="883"/>
                    <a:pt x="209" y="930"/>
                  </a:cubicBezTo>
                  <a:cubicBezTo>
                    <a:pt x="228" y="980"/>
                    <a:pt x="244" y="1045"/>
                    <a:pt x="244" y="1107"/>
                  </a:cubicBezTo>
                  <a:lnTo>
                    <a:pt x="244" y="1122"/>
                  </a:lnTo>
                  <a:lnTo>
                    <a:pt x="244" y="1157"/>
                  </a:lnTo>
                  <a:lnTo>
                    <a:pt x="244" y="1188"/>
                  </a:lnTo>
                  <a:cubicBezTo>
                    <a:pt x="228" y="1219"/>
                    <a:pt x="228" y="1254"/>
                    <a:pt x="209" y="1284"/>
                  </a:cubicBezTo>
                  <a:cubicBezTo>
                    <a:pt x="178" y="1335"/>
                    <a:pt x="147" y="1381"/>
                    <a:pt x="82" y="1412"/>
                  </a:cubicBezTo>
                  <a:lnTo>
                    <a:pt x="66" y="1431"/>
                  </a:lnTo>
                  <a:lnTo>
                    <a:pt x="82" y="1462"/>
                  </a:lnTo>
                  <a:lnTo>
                    <a:pt x="112" y="1493"/>
                  </a:lnTo>
                  <a:lnTo>
                    <a:pt x="147" y="1527"/>
                  </a:lnTo>
                  <a:lnTo>
                    <a:pt x="178" y="1574"/>
                  </a:lnTo>
                  <a:lnTo>
                    <a:pt x="193" y="1624"/>
                  </a:lnTo>
                  <a:lnTo>
                    <a:pt x="209" y="1655"/>
                  </a:lnTo>
                  <a:lnTo>
                    <a:pt x="228" y="1701"/>
                  </a:lnTo>
                  <a:lnTo>
                    <a:pt x="228" y="1751"/>
                  </a:lnTo>
                  <a:lnTo>
                    <a:pt x="244" y="1797"/>
                  </a:lnTo>
                  <a:lnTo>
                    <a:pt x="244" y="1848"/>
                  </a:lnTo>
                  <a:lnTo>
                    <a:pt x="244" y="1894"/>
                  </a:lnTo>
                  <a:lnTo>
                    <a:pt x="228" y="1944"/>
                  </a:lnTo>
                  <a:lnTo>
                    <a:pt x="228" y="1990"/>
                  </a:lnTo>
                  <a:lnTo>
                    <a:pt x="209" y="2040"/>
                  </a:lnTo>
                  <a:lnTo>
                    <a:pt x="178" y="2087"/>
                  </a:lnTo>
                  <a:lnTo>
                    <a:pt x="163" y="2121"/>
                  </a:lnTo>
                  <a:lnTo>
                    <a:pt x="132" y="2168"/>
                  </a:lnTo>
                  <a:lnTo>
                    <a:pt x="163" y="2137"/>
                  </a:lnTo>
                  <a:lnTo>
                    <a:pt x="193" y="2087"/>
                  </a:lnTo>
                  <a:lnTo>
                    <a:pt x="228" y="2040"/>
                  </a:lnTo>
                  <a:lnTo>
                    <a:pt x="244" y="2010"/>
                  </a:lnTo>
                  <a:lnTo>
                    <a:pt x="259" y="1959"/>
                  </a:lnTo>
                  <a:lnTo>
                    <a:pt x="274" y="1894"/>
                  </a:lnTo>
                  <a:lnTo>
                    <a:pt x="274" y="1848"/>
                  </a:lnTo>
                  <a:lnTo>
                    <a:pt x="274" y="1797"/>
                  </a:lnTo>
                  <a:lnTo>
                    <a:pt x="274" y="1751"/>
                  </a:lnTo>
                  <a:lnTo>
                    <a:pt x="274" y="1701"/>
                  </a:lnTo>
                  <a:lnTo>
                    <a:pt x="259" y="1639"/>
                  </a:lnTo>
                  <a:lnTo>
                    <a:pt x="244" y="1589"/>
                  </a:lnTo>
                  <a:lnTo>
                    <a:pt x="228" y="1543"/>
                  </a:lnTo>
                  <a:lnTo>
                    <a:pt x="193" y="1493"/>
                  </a:lnTo>
                  <a:lnTo>
                    <a:pt x="163" y="1462"/>
                  </a:lnTo>
                  <a:lnTo>
                    <a:pt x="153" y="1446"/>
                  </a:lnTo>
                  <a:lnTo>
                    <a:pt x="153" y="1446"/>
                  </a:lnTo>
                  <a:cubicBezTo>
                    <a:pt x="193" y="1411"/>
                    <a:pt x="233" y="1356"/>
                    <a:pt x="259" y="1300"/>
                  </a:cubicBezTo>
                  <a:cubicBezTo>
                    <a:pt x="274" y="1284"/>
                    <a:pt x="290" y="1238"/>
                    <a:pt x="305" y="1203"/>
                  </a:cubicBezTo>
                  <a:lnTo>
                    <a:pt x="305" y="1157"/>
                  </a:lnTo>
                  <a:lnTo>
                    <a:pt x="325" y="1122"/>
                  </a:lnTo>
                  <a:lnTo>
                    <a:pt x="325" y="1107"/>
                  </a:lnTo>
                  <a:cubicBezTo>
                    <a:pt x="325" y="977"/>
                    <a:pt x="257" y="843"/>
                    <a:pt x="145" y="759"/>
                  </a:cubicBezTo>
                  <a:lnTo>
                    <a:pt x="145" y="759"/>
                  </a:lnTo>
                  <a:cubicBezTo>
                    <a:pt x="195" y="714"/>
                    <a:pt x="234" y="661"/>
                    <a:pt x="259" y="594"/>
                  </a:cubicBezTo>
                  <a:cubicBezTo>
                    <a:pt x="274" y="563"/>
                    <a:pt x="274" y="513"/>
                    <a:pt x="290" y="482"/>
                  </a:cubicBezTo>
                  <a:lnTo>
                    <a:pt x="290" y="417"/>
                  </a:lnTo>
                  <a:cubicBezTo>
                    <a:pt x="290" y="401"/>
                    <a:pt x="290" y="386"/>
                    <a:pt x="274" y="351"/>
                  </a:cubicBezTo>
                  <a:cubicBezTo>
                    <a:pt x="274" y="274"/>
                    <a:pt x="228" y="208"/>
                    <a:pt x="178" y="143"/>
                  </a:cubicBezTo>
                  <a:cubicBezTo>
                    <a:pt x="132" y="81"/>
                    <a:pt x="66" y="31"/>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1" name="Google Shape;5931;p67"/>
            <p:cNvSpPr/>
            <p:nvPr/>
          </p:nvSpPr>
          <p:spPr>
            <a:xfrm>
              <a:off x="7334173" y="2441585"/>
              <a:ext cx="59344" cy="30964"/>
            </a:xfrm>
            <a:custGeom>
              <a:avLst/>
              <a:gdLst/>
              <a:ahLst/>
              <a:cxnLst/>
              <a:rect l="l" t="t" r="r" b="b"/>
              <a:pathLst>
                <a:path w="1081" h="564" extrusionOk="0">
                  <a:moveTo>
                    <a:pt x="1081" y="0"/>
                  </a:moveTo>
                  <a:lnTo>
                    <a:pt x="1081" y="0"/>
                  </a:lnTo>
                  <a:cubicBezTo>
                    <a:pt x="1080" y="0"/>
                    <a:pt x="1061" y="16"/>
                    <a:pt x="1030" y="31"/>
                  </a:cubicBezTo>
                  <a:cubicBezTo>
                    <a:pt x="1015" y="66"/>
                    <a:pt x="984" y="96"/>
                    <a:pt x="934" y="147"/>
                  </a:cubicBezTo>
                  <a:cubicBezTo>
                    <a:pt x="919" y="162"/>
                    <a:pt x="888" y="177"/>
                    <a:pt x="868" y="208"/>
                  </a:cubicBezTo>
                  <a:cubicBezTo>
                    <a:pt x="838" y="224"/>
                    <a:pt x="807" y="243"/>
                    <a:pt x="791" y="258"/>
                  </a:cubicBezTo>
                  <a:cubicBezTo>
                    <a:pt x="726" y="305"/>
                    <a:pt x="660" y="355"/>
                    <a:pt x="598" y="386"/>
                  </a:cubicBezTo>
                  <a:cubicBezTo>
                    <a:pt x="517" y="417"/>
                    <a:pt x="452" y="451"/>
                    <a:pt x="386" y="482"/>
                  </a:cubicBezTo>
                  <a:cubicBezTo>
                    <a:pt x="340" y="482"/>
                    <a:pt x="309" y="498"/>
                    <a:pt x="274" y="498"/>
                  </a:cubicBezTo>
                  <a:cubicBezTo>
                    <a:pt x="244" y="513"/>
                    <a:pt x="213" y="532"/>
                    <a:pt x="193" y="532"/>
                  </a:cubicBezTo>
                  <a:cubicBezTo>
                    <a:pt x="132" y="548"/>
                    <a:pt x="82" y="548"/>
                    <a:pt x="51" y="548"/>
                  </a:cubicBezTo>
                  <a:cubicBezTo>
                    <a:pt x="20" y="563"/>
                    <a:pt x="1" y="563"/>
                    <a:pt x="1" y="563"/>
                  </a:cubicBezTo>
                  <a:lnTo>
                    <a:pt x="116" y="563"/>
                  </a:lnTo>
                  <a:cubicBezTo>
                    <a:pt x="132" y="548"/>
                    <a:pt x="163" y="548"/>
                    <a:pt x="193" y="548"/>
                  </a:cubicBezTo>
                  <a:cubicBezTo>
                    <a:pt x="228" y="548"/>
                    <a:pt x="259" y="532"/>
                    <a:pt x="290" y="532"/>
                  </a:cubicBezTo>
                  <a:cubicBezTo>
                    <a:pt x="325" y="532"/>
                    <a:pt x="355" y="513"/>
                    <a:pt x="386" y="498"/>
                  </a:cubicBezTo>
                  <a:cubicBezTo>
                    <a:pt x="467" y="482"/>
                    <a:pt x="533" y="451"/>
                    <a:pt x="614" y="417"/>
                  </a:cubicBezTo>
                  <a:cubicBezTo>
                    <a:pt x="676" y="370"/>
                    <a:pt x="741" y="339"/>
                    <a:pt x="807" y="289"/>
                  </a:cubicBezTo>
                  <a:cubicBezTo>
                    <a:pt x="822" y="274"/>
                    <a:pt x="853" y="243"/>
                    <a:pt x="888" y="224"/>
                  </a:cubicBezTo>
                  <a:cubicBezTo>
                    <a:pt x="903" y="193"/>
                    <a:pt x="934" y="177"/>
                    <a:pt x="949" y="162"/>
                  </a:cubicBezTo>
                  <a:cubicBezTo>
                    <a:pt x="965" y="127"/>
                    <a:pt x="984" y="112"/>
                    <a:pt x="1000" y="96"/>
                  </a:cubicBezTo>
                  <a:cubicBezTo>
                    <a:pt x="1015" y="81"/>
                    <a:pt x="1030" y="66"/>
                    <a:pt x="1046" y="50"/>
                  </a:cubicBezTo>
                  <a:cubicBezTo>
                    <a:pt x="1061" y="16"/>
                    <a:pt x="1080" y="0"/>
                    <a:pt x="10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2" name="Google Shape;5932;p67"/>
            <p:cNvSpPr/>
            <p:nvPr/>
          </p:nvSpPr>
          <p:spPr>
            <a:xfrm>
              <a:off x="7338620" y="2490061"/>
              <a:ext cx="56599" cy="23991"/>
            </a:xfrm>
            <a:custGeom>
              <a:avLst/>
              <a:gdLst/>
              <a:ahLst/>
              <a:cxnLst/>
              <a:rect l="l" t="t" r="r" b="b"/>
              <a:pathLst>
                <a:path w="1031" h="437" extrusionOk="0">
                  <a:moveTo>
                    <a:pt x="1" y="0"/>
                  </a:moveTo>
                  <a:cubicBezTo>
                    <a:pt x="35" y="0"/>
                    <a:pt x="82" y="16"/>
                    <a:pt x="147" y="16"/>
                  </a:cubicBezTo>
                  <a:cubicBezTo>
                    <a:pt x="163" y="35"/>
                    <a:pt x="193" y="35"/>
                    <a:pt x="228" y="50"/>
                  </a:cubicBezTo>
                  <a:cubicBezTo>
                    <a:pt x="259" y="50"/>
                    <a:pt x="290" y="66"/>
                    <a:pt x="325" y="66"/>
                  </a:cubicBezTo>
                  <a:cubicBezTo>
                    <a:pt x="386" y="81"/>
                    <a:pt x="452" y="112"/>
                    <a:pt x="533" y="131"/>
                  </a:cubicBezTo>
                  <a:cubicBezTo>
                    <a:pt x="595" y="162"/>
                    <a:pt x="660" y="193"/>
                    <a:pt x="726" y="228"/>
                  </a:cubicBezTo>
                  <a:cubicBezTo>
                    <a:pt x="741" y="243"/>
                    <a:pt x="772" y="259"/>
                    <a:pt x="807" y="274"/>
                  </a:cubicBezTo>
                  <a:cubicBezTo>
                    <a:pt x="838" y="290"/>
                    <a:pt x="853" y="305"/>
                    <a:pt x="884" y="324"/>
                  </a:cubicBezTo>
                  <a:cubicBezTo>
                    <a:pt x="919" y="355"/>
                    <a:pt x="965" y="386"/>
                    <a:pt x="980" y="401"/>
                  </a:cubicBezTo>
                  <a:cubicBezTo>
                    <a:pt x="1015" y="421"/>
                    <a:pt x="1030" y="436"/>
                    <a:pt x="1030" y="436"/>
                  </a:cubicBezTo>
                  <a:cubicBezTo>
                    <a:pt x="1030" y="436"/>
                    <a:pt x="1015" y="421"/>
                    <a:pt x="1000" y="401"/>
                  </a:cubicBezTo>
                  <a:cubicBezTo>
                    <a:pt x="965" y="371"/>
                    <a:pt x="934" y="340"/>
                    <a:pt x="884" y="305"/>
                  </a:cubicBezTo>
                  <a:cubicBezTo>
                    <a:pt x="853" y="274"/>
                    <a:pt x="787" y="243"/>
                    <a:pt x="741" y="209"/>
                  </a:cubicBezTo>
                  <a:cubicBezTo>
                    <a:pt x="676" y="162"/>
                    <a:pt x="614" y="131"/>
                    <a:pt x="533" y="97"/>
                  </a:cubicBezTo>
                  <a:cubicBezTo>
                    <a:pt x="467" y="81"/>
                    <a:pt x="402" y="50"/>
                    <a:pt x="325" y="35"/>
                  </a:cubicBezTo>
                  <a:cubicBezTo>
                    <a:pt x="259" y="16"/>
                    <a:pt x="193" y="16"/>
                    <a:pt x="1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3" name="Google Shape;5933;p67"/>
            <p:cNvSpPr/>
            <p:nvPr/>
          </p:nvSpPr>
          <p:spPr>
            <a:xfrm>
              <a:off x="7338620" y="2478587"/>
              <a:ext cx="53854" cy="1757"/>
            </a:xfrm>
            <a:custGeom>
              <a:avLst/>
              <a:gdLst/>
              <a:ahLst/>
              <a:cxnLst/>
              <a:rect l="l" t="t" r="r" b="b"/>
              <a:pathLst>
                <a:path w="981" h="32" extrusionOk="0">
                  <a:moveTo>
                    <a:pt x="305" y="1"/>
                  </a:moveTo>
                  <a:cubicBezTo>
                    <a:pt x="259" y="16"/>
                    <a:pt x="193" y="16"/>
                    <a:pt x="147" y="16"/>
                  </a:cubicBezTo>
                  <a:lnTo>
                    <a:pt x="1" y="16"/>
                  </a:lnTo>
                  <a:cubicBezTo>
                    <a:pt x="1" y="16"/>
                    <a:pt x="66" y="32"/>
                    <a:pt x="147" y="32"/>
                  </a:cubicBezTo>
                  <a:lnTo>
                    <a:pt x="838" y="32"/>
                  </a:lnTo>
                  <a:cubicBezTo>
                    <a:pt x="934" y="32"/>
                    <a:pt x="980" y="16"/>
                    <a:pt x="980" y="16"/>
                  </a:cubicBezTo>
                  <a:lnTo>
                    <a:pt x="838" y="16"/>
                  </a:lnTo>
                  <a:cubicBezTo>
                    <a:pt x="787" y="16"/>
                    <a:pt x="726" y="1"/>
                    <a:pt x="6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4" name="Google Shape;5934;p67"/>
            <p:cNvSpPr/>
            <p:nvPr/>
          </p:nvSpPr>
          <p:spPr>
            <a:xfrm>
              <a:off x="7237221" y="2546607"/>
              <a:ext cx="35409" cy="33489"/>
            </a:xfrm>
            <a:custGeom>
              <a:avLst/>
              <a:gdLst/>
              <a:ahLst/>
              <a:cxnLst/>
              <a:rect l="l" t="t" r="r" b="b"/>
              <a:pathLst>
                <a:path w="645" h="610" extrusionOk="0">
                  <a:moveTo>
                    <a:pt x="0" y="0"/>
                  </a:moveTo>
                  <a:lnTo>
                    <a:pt x="0" y="31"/>
                  </a:lnTo>
                  <a:cubicBezTo>
                    <a:pt x="16" y="66"/>
                    <a:pt x="31" y="97"/>
                    <a:pt x="50" y="127"/>
                  </a:cubicBezTo>
                  <a:cubicBezTo>
                    <a:pt x="66" y="178"/>
                    <a:pt x="97" y="224"/>
                    <a:pt x="127" y="259"/>
                  </a:cubicBezTo>
                  <a:cubicBezTo>
                    <a:pt x="147" y="289"/>
                    <a:pt x="162" y="305"/>
                    <a:pt x="178" y="320"/>
                  </a:cubicBezTo>
                  <a:cubicBezTo>
                    <a:pt x="193" y="355"/>
                    <a:pt x="208" y="370"/>
                    <a:pt x="243" y="386"/>
                  </a:cubicBezTo>
                  <a:cubicBezTo>
                    <a:pt x="259" y="401"/>
                    <a:pt x="274" y="432"/>
                    <a:pt x="305" y="451"/>
                  </a:cubicBezTo>
                  <a:cubicBezTo>
                    <a:pt x="320" y="467"/>
                    <a:pt x="355" y="482"/>
                    <a:pt x="370" y="498"/>
                  </a:cubicBezTo>
                  <a:cubicBezTo>
                    <a:pt x="417" y="529"/>
                    <a:pt x="467" y="548"/>
                    <a:pt x="498" y="563"/>
                  </a:cubicBezTo>
                  <a:cubicBezTo>
                    <a:pt x="548" y="579"/>
                    <a:pt x="579" y="594"/>
                    <a:pt x="594" y="594"/>
                  </a:cubicBezTo>
                  <a:cubicBezTo>
                    <a:pt x="629" y="610"/>
                    <a:pt x="644" y="610"/>
                    <a:pt x="644" y="610"/>
                  </a:cubicBezTo>
                  <a:lnTo>
                    <a:pt x="610" y="579"/>
                  </a:lnTo>
                  <a:cubicBezTo>
                    <a:pt x="579" y="579"/>
                    <a:pt x="563" y="548"/>
                    <a:pt x="513" y="529"/>
                  </a:cubicBezTo>
                  <a:cubicBezTo>
                    <a:pt x="498" y="513"/>
                    <a:pt x="482" y="498"/>
                    <a:pt x="467" y="498"/>
                  </a:cubicBezTo>
                  <a:cubicBezTo>
                    <a:pt x="451" y="482"/>
                    <a:pt x="436" y="467"/>
                    <a:pt x="401" y="451"/>
                  </a:cubicBezTo>
                  <a:cubicBezTo>
                    <a:pt x="370" y="417"/>
                    <a:pt x="320" y="386"/>
                    <a:pt x="289" y="336"/>
                  </a:cubicBezTo>
                  <a:cubicBezTo>
                    <a:pt x="243" y="305"/>
                    <a:pt x="208" y="259"/>
                    <a:pt x="178" y="224"/>
                  </a:cubicBezTo>
                  <a:cubicBezTo>
                    <a:pt x="162" y="208"/>
                    <a:pt x="127" y="193"/>
                    <a:pt x="127" y="162"/>
                  </a:cubicBezTo>
                  <a:cubicBezTo>
                    <a:pt x="112" y="143"/>
                    <a:pt x="97" y="127"/>
                    <a:pt x="81" y="112"/>
                  </a:cubicBezTo>
                  <a:cubicBezTo>
                    <a:pt x="50" y="81"/>
                    <a:pt x="31" y="46"/>
                    <a:pt x="16" y="31"/>
                  </a:cubicBezTo>
                  <a:cubicBezTo>
                    <a:pt x="0" y="16"/>
                    <a:pt x="0" y="0"/>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5" name="Google Shape;5935;p67"/>
            <p:cNvSpPr/>
            <p:nvPr/>
          </p:nvSpPr>
          <p:spPr>
            <a:xfrm>
              <a:off x="7250562" y="2547430"/>
              <a:ext cx="23771" cy="21246"/>
            </a:xfrm>
            <a:custGeom>
              <a:avLst/>
              <a:gdLst/>
              <a:ahLst/>
              <a:cxnLst/>
              <a:rect l="l" t="t" r="r" b="b"/>
              <a:pathLst>
                <a:path w="433" h="387" extrusionOk="0">
                  <a:moveTo>
                    <a:pt x="0" y="1"/>
                  </a:moveTo>
                  <a:cubicBezTo>
                    <a:pt x="0" y="1"/>
                    <a:pt x="16" y="31"/>
                    <a:pt x="46" y="82"/>
                  </a:cubicBezTo>
                  <a:cubicBezTo>
                    <a:pt x="77" y="128"/>
                    <a:pt x="127" y="193"/>
                    <a:pt x="174" y="244"/>
                  </a:cubicBezTo>
                  <a:cubicBezTo>
                    <a:pt x="239" y="290"/>
                    <a:pt x="305" y="321"/>
                    <a:pt x="351" y="355"/>
                  </a:cubicBezTo>
                  <a:cubicBezTo>
                    <a:pt x="401" y="371"/>
                    <a:pt x="432" y="386"/>
                    <a:pt x="432" y="386"/>
                  </a:cubicBezTo>
                  <a:cubicBezTo>
                    <a:pt x="432" y="386"/>
                    <a:pt x="417" y="355"/>
                    <a:pt x="367" y="321"/>
                  </a:cubicBezTo>
                  <a:cubicBezTo>
                    <a:pt x="336" y="274"/>
                    <a:pt x="270" y="224"/>
                    <a:pt x="224" y="178"/>
                  </a:cubicBezTo>
                  <a:cubicBezTo>
                    <a:pt x="174" y="147"/>
                    <a:pt x="112" y="97"/>
                    <a:pt x="77" y="51"/>
                  </a:cubicBezTo>
                  <a:cubicBezTo>
                    <a:pt x="31" y="16"/>
                    <a:pt x="0" y="1"/>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6" name="Google Shape;5936;p67"/>
            <p:cNvSpPr/>
            <p:nvPr/>
          </p:nvSpPr>
          <p:spPr>
            <a:xfrm>
              <a:off x="7072249" y="2582017"/>
              <a:ext cx="119073" cy="96953"/>
            </a:xfrm>
            <a:custGeom>
              <a:avLst/>
              <a:gdLst/>
              <a:ahLst/>
              <a:cxnLst/>
              <a:rect l="l" t="t" r="r" b="b"/>
              <a:pathLst>
                <a:path w="2169" h="1766" extrusionOk="0">
                  <a:moveTo>
                    <a:pt x="1659" y="0"/>
                  </a:moveTo>
                  <a:cubicBezTo>
                    <a:pt x="1609" y="0"/>
                    <a:pt x="1556" y="24"/>
                    <a:pt x="1512" y="46"/>
                  </a:cubicBezTo>
                  <a:cubicBezTo>
                    <a:pt x="1350" y="111"/>
                    <a:pt x="1204" y="192"/>
                    <a:pt x="1046" y="254"/>
                  </a:cubicBezTo>
                  <a:cubicBezTo>
                    <a:pt x="1011" y="269"/>
                    <a:pt x="980" y="289"/>
                    <a:pt x="965" y="319"/>
                  </a:cubicBezTo>
                  <a:cubicBezTo>
                    <a:pt x="915" y="385"/>
                    <a:pt x="1011" y="497"/>
                    <a:pt x="996" y="578"/>
                  </a:cubicBezTo>
                  <a:cubicBezTo>
                    <a:pt x="949" y="543"/>
                    <a:pt x="884" y="497"/>
                    <a:pt x="837" y="462"/>
                  </a:cubicBezTo>
                  <a:lnTo>
                    <a:pt x="837" y="462"/>
                  </a:lnTo>
                  <a:cubicBezTo>
                    <a:pt x="837" y="528"/>
                    <a:pt x="853" y="593"/>
                    <a:pt x="853" y="655"/>
                  </a:cubicBezTo>
                  <a:cubicBezTo>
                    <a:pt x="787" y="609"/>
                    <a:pt x="741" y="559"/>
                    <a:pt x="691" y="512"/>
                  </a:cubicBezTo>
                  <a:cubicBezTo>
                    <a:pt x="336" y="848"/>
                    <a:pt x="112" y="1299"/>
                    <a:pt x="0" y="1766"/>
                  </a:cubicBezTo>
                  <a:lnTo>
                    <a:pt x="2168" y="674"/>
                  </a:lnTo>
                  <a:cubicBezTo>
                    <a:pt x="2041" y="481"/>
                    <a:pt x="1914" y="289"/>
                    <a:pt x="1802" y="96"/>
                  </a:cubicBezTo>
                  <a:cubicBezTo>
                    <a:pt x="1782" y="61"/>
                    <a:pt x="1752" y="46"/>
                    <a:pt x="1721" y="15"/>
                  </a:cubicBezTo>
                  <a:cubicBezTo>
                    <a:pt x="1701" y="4"/>
                    <a:pt x="1681" y="0"/>
                    <a:pt x="165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7" name="Google Shape;5937;p67"/>
            <p:cNvSpPr/>
            <p:nvPr/>
          </p:nvSpPr>
          <p:spPr>
            <a:xfrm>
              <a:off x="7147186" y="2737162"/>
              <a:ext cx="62748" cy="56602"/>
            </a:xfrm>
            <a:custGeom>
              <a:avLst/>
              <a:gdLst/>
              <a:ahLst/>
              <a:cxnLst/>
              <a:rect l="l" t="t" r="r" b="b"/>
              <a:pathLst>
                <a:path w="1143" h="1031" extrusionOk="0">
                  <a:moveTo>
                    <a:pt x="1127" y="0"/>
                  </a:moveTo>
                  <a:lnTo>
                    <a:pt x="194" y="16"/>
                  </a:lnTo>
                  <a:cubicBezTo>
                    <a:pt x="66" y="336"/>
                    <a:pt x="1" y="691"/>
                    <a:pt x="32" y="1030"/>
                  </a:cubicBezTo>
                  <a:cubicBezTo>
                    <a:pt x="321" y="1030"/>
                    <a:pt x="595" y="934"/>
                    <a:pt x="803" y="741"/>
                  </a:cubicBezTo>
                  <a:cubicBezTo>
                    <a:pt x="1015" y="564"/>
                    <a:pt x="1143" y="274"/>
                    <a:pt x="112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8" name="Google Shape;5938;p67"/>
            <p:cNvSpPr/>
            <p:nvPr/>
          </p:nvSpPr>
          <p:spPr>
            <a:xfrm>
              <a:off x="7083668" y="2613364"/>
              <a:ext cx="218821" cy="147626"/>
            </a:xfrm>
            <a:custGeom>
              <a:avLst/>
              <a:gdLst/>
              <a:ahLst/>
              <a:cxnLst/>
              <a:rect l="l" t="t" r="r" b="b"/>
              <a:pathLst>
                <a:path w="3986" h="2689" extrusionOk="0">
                  <a:moveTo>
                    <a:pt x="1951" y="1"/>
                  </a:moveTo>
                  <a:cubicBezTo>
                    <a:pt x="1152" y="1"/>
                    <a:pt x="377" y="468"/>
                    <a:pt x="1" y="1164"/>
                  </a:cubicBezTo>
                  <a:lnTo>
                    <a:pt x="1" y="1627"/>
                  </a:lnTo>
                  <a:cubicBezTo>
                    <a:pt x="386" y="2286"/>
                    <a:pt x="1142" y="2657"/>
                    <a:pt x="1898" y="2687"/>
                  </a:cubicBezTo>
                  <a:cubicBezTo>
                    <a:pt x="1914" y="2688"/>
                    <a:pt x="1930" y="2688"/>
                    <a:pt x="1945" y="2688"/>
                  </a:cubicBezTo>
                  <a:cubicBezTo>
                    <a:pt x="2681" y="2688"/>
                    <a:pt x="3322" y="2245"/>
                    <a:pt x="3873" y="1758"/>
                  </a:cubicBezTo>
                  <a:lnTo>
                    <a:pt x="3873" y="1758"/>
                  </a:lnTo>
                  <a:cubicBezTo>
                    <a:pt x="3865" y="1758"/>
                    <a:pt x="3857" y="1759"/>
                    <a:pt x="3848" y="1759"/>
                  </a:cubicBezTo>
                  <a:cubicBezTo>
                    <a:pt x="3583" y="1759"/>
                    <a:pt x="3328" y="1522"/>
                    <a:pt x="3295" y="1260"/>
                  </a:cubicBezTo>
                  <a:lnTo>
                    <a:pt x="3295" y="1260"/>
                  </a:lnTo>
                  <a:cubicBezTo>
                    <a:pt x="3441" y="1403"/>
                    <a:pt x="3777" y="1484"/>
                    <a:pt x="3985" y="1484"/>
                  </a:cubicBezTo>
                  <a:cubicBezTo>
                    <a:pt x="3715" y="682"/>
                    <a:pt x="2944" y="69"/>
                    <a:pt x="2107" y="7"/>
                  </a:cubicBezTo>
                  <a:cubicBezTo>
                    <a:pt x="2055" y="3"/>
                    <a:pt x="2003" y="1"/>
                    <a:pt x="195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9" name="Google Shape;5939;p67"/>
            <p:cNvSpPr/>
            <p:nvPr/>
          </p:nvSpPr>
          <p:spPr>
            <a:xfrm>
              <a:off x="7028220" y="2624289"/>
              <a:ext cx="82840" cy="146363"/>
            </a:xfrm>
            <a:custGeom>
              <a:avLst/>
              <a:gdLst/>
              <a:ahLst/>
              <a:cxnLst/>
              <a:rect l="l" t="t" r="r" b="b"/>
              <a:pathLst>
                <a:path w="1509" h="2666" extrusionOk="0">
                  <a:moveTo>
                    <a:pt x="31" y="1"/>
                  </a:moveTo>
                  <a:lnTo>
                    <a:pt x="0" y="2666"/>
                  </a:lnTo>
                  <a:cubicBezTo>
                    <a:pt x="255" y="2026"/>
                    <a:pt x="818" y="1462"/>
                    <a:pt x="1508" y="1462"/>
                  </a:cubicBezTo>
                  <a:lnTo>
                    <a:pt x="1508" y="1123"/>
                  </a:lnTo>
                  <a:cubicBezTo>
                    <a:pt x="1508" y="1108"/>
                    <a:pt x="1477" y="1042"/>
                    <a:pt x="1477" y="1027"/>
                  </a:cubicBezTo>
                  <a:cubicBezTo>
                    <a:pt x="868" y="980"/>
                    <a:pt x="289" y="579"/>
                    <a:pt x="3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0" name="Google Shape;5940;p67"/>
            <p:cNvSpPr/>
            <p:nvPr/>
          </p:nvSpPr>
          <p:spPr>
            <a:xfrm>
              <a:off x="7194839" y="2626815"/>
              <a:ext cx="17622" cy="119298"/>
            </a:xfrm>
            <a:custGeom>
              <a:avLst/>
              <a:gdLst/>
              <a:ahLst/>
              <a:cxnLst/>
              <a:rect l="l" t="t" r="r" b="b"/>
              <a:pathLst>
                <a:path w="321" h="2173" extrusionOk="0">
                  <a:moveTo>
                    <a:pt x="321" y="1"/>
                  </a:moveTo>
                  <a:lnTo>
                    <a:pt x="321" y="1"/>
                  </a:lnTo>
                  <a:cubicBezTo>
                    <a:pt x="244" y="32"/>
                    <a:pt x="178" y="82"/>
                    <a:pt x="128" y="148"/>
                  </a:cubicBezTo>
                  <a:cubicBezTo>
                    <a:pt x="82" y="209"/>
                    <a:pt x="51" y="275"/>
                    <a:pt x="32" y="356"/>
                  </a:cubicBezTo>
                  <a:lnTo>
                    <a:pt x="32" y="418"/>
                  </a:lnTo>
                  <a:lnTo>
                    <a:pt x="32" y="483"/>
                  </a:lnTo>
                  <a:cubicBezTo>
                    <a:pt x="32" y="514"/>
                    <a:pt x="51" y="564"/>
                    <a:pt x="51" y="595"/>
                  </a:cubicBezTo>
                  <a:cubicBezTo>
                    <a:pt x="77" y="663"/>
                    <a:pt x="114" y="720"/>
                    <a:pt x="164" y="764"/>
                  </a:cubicBezTo>
                  <a:lnTo>
                    <a:pt x="164" y="764"/>
                  </a:lnTo>
                  <a:cubicBezTo>
                    <a:pt x="114" y="804"/>
                    <a:pt x="77" y="848"/>
                    <a:pt x="51" y="900"/>
                  </a:cubicBezTo>
                  <a:cubicBezTo>
                    <a:pt x="32" y="934"/>
                    <a:pt x="16" y="965"/>
                    <a:pt x="16" y="996"/>
                  </a:cubicBezTo>
                  <a:cubicBezTo>
                    <a:pt x="1" y="1015"/>
                    <a:pt x="1" y="1031"/>
                    <a:pt x="1" y="1046"/>
                  </a:cubicBezTo>
                  <a:lnTo>
                    <a:pt x="1" y="1112"/>
                  </a:lnTo>
                  <a:lnTo>
                    <a:pt x="1" y="1158"/>
                  </a:lnTo>
                  <a:cubicBezTo>
                    <a:pt x="1" y="1173"/>
                    <a:pt x="1" y="1189"/>
                    <a:pt x="16" y="1208"/>
                  </a:cubicBezTo>
                  <a:cubicBezTo>
                    <a:pt x="16" y="1239"/>
                    <a:pt x="32" y="1285"/>
                    <a:pt x="51" y="1305"/>
                  </a:cubicBezTo>
                  <a:cubicBezTo>
                    <a:pt x="77" y="1357"/>
                    <a:pt x="114" y="1411"/>
                    <a:pt x="164" y="1446"/>
                  </a:cubicBezTo>
                  <a:lnTo>
                    <a:pt x="164" y="1446"/>
                  </a:lnTo>
                  <a:lnTo>
                    <a:pt x="147" y="1463"/>
                  </a:lnTo>
                  <a:lnTo>
                    <a:pt x="113" y="1497"/>
                  </a:lnTo>
                  <a:lnTo>
                    <a:pt x="97" y="1544"/>
                  </a:lnTo>
                  <a:lnTo>
                    <a:pt x="82" y="1594"/>
                  </a:lnTo>
                  <a:lnTo>
                    <a:pt x="66" y="1640"/>
                  </a:lnTo>
                  <a:lnTo>
                    <a:pt x="51" y="1706"/>
                  </a:lnTo>
                  <a:lnTo>
                    <a:pt x="32" y="1752"/>
                  </a:lnTo>
                  <a:lnTo>
                    <a:pt x="32" y="1802"/>
                  </a:lnTo>
                  <a:lnTo>
                    <a:pt x="32" y="1848"/>
                  </a:lnTo>
                  <a:lnTo>
                    <a:pt x="51" y="1899"/>
                  </a:lnTo>
                  <a:lnTo>
                    <a:pt x="66" y="1960"/>
                  </a:lnTo>
                  <a:lnTo>
                    <a:pt x="82" y="2010"/>
                  </a:lnTo>
                  <a:lnTo>
                    <a:pt x="97" y="2041"/>
                  </a:lnTo>
                  <a:lnTo>
                    <a:pt x="113" y="2091"/>
                  </a:lnTo>
                  <a:lnTo>
                    <a:pt x="147" y="2138"/>
                  </a:lnTo>
                  <a:lnTo>
                    <a:pt x="178" y="2172"/>
                  </a:lnTo>
                  <a:lnTo>
                    <a:pt x="163" y="2122"/>
                  </a:lnTo>
                  <a:lnTo>
                    <a:pt x="128" y="2091"/>
                  </a:lnTo>
                  <a:lnTo>
                    <a:pt x="113" y="2041"/>
                  </a:lnTo>
                  <a:lnTo>
                    <a:pt x="97" y="1995"/>
                  </a:lnTo>
                  <a:lnTo>
                    <a:pt x="82" y="1945"/>
                  </a:lnTo>
                  <a:lnTo>
                    <a:pt x="82" y="1899"/>
                  </a:lnTo>
                  <a:lnTo>
                    <a:pt x="82" y="1848"/>
                  </a:lnTo>
                  <a:lnTo>
                    <a:pt x="82" y="1802"/>
                  </a:lnTo>
                  <a:lnTo>
                    <a:pt x="82" y="1752"/>
                  </a:lnTo>
                  <a:lnTo>
                    <a:pt x="97" y="1706"/>
                  </a:lnTo>
                  <a:lnTo>
                    <a:pt x="97" y="1656"/>
                  </a:lnTo>
                  <a:lnTo>
                    <a:pt x="113" y="1625"/>
                  </a:lnTo>
                  <a:lnTo>
                    <a:pt x="147" y="1575"/>
                  </a:lnTo>
                  <a:lnTo>
                    <a:pt x="163" y="1528"/>
                  </a:lnTo>
                  <a:lnTo>
                    <a:pt x="194" y="1497"/>
                  </a:lnTo>
                  <a:lnTo>
                    <a:pt x="224" y="1463"/>
                  </a:lnTo>
                  <a:lnTo>
                    <a:pt x="259" y="1432"/>
                  </a:lnTo>
                  <a:lnTo>
                    <a:pt x="224" y="1416"/>
                  </a:lnTo>
                  <a:cubicBezTo>
                    <a:pt x="178" y="1382"/>
                    <a:pt x="128" y="1335"/>
                    <a:pt x="113" y="1285"/>
                  </a:cubicBezTo>
                  <a:cubicBezTo>
                    <a:pt x="97" y="1254"/>
                    <a:pt x="82" y="1224"/>
                    <a:pt x="82" y="1189"/>
                  </a:cubicBezTo>
                  <a:cubicBezTo>
                    <a:pt x="66" y="1173"/>
                    <a:pt x="66" y="1158"/>
                    <a:pt x="66" y="1158"/>
                  </a:cubicBezTo>
                  <a:lnTo>
                    <a:pt x="66" y="1112"/>
                  </a:lnTo>
                  <a:lnTo>
                    <a:pt x="66" y="1062"/>
                  </a:lnTo>
                  <a:cubicBezTo>
                    <a:pt x="66" y="1046"/>
                    <a:pt x="82" y="1031"/>
                    <a:pt x="82" y="1015"/>
                  </a:cubicBezTo>
                  <a:cubicBezTo>
                    <a:pt x="82" y="981"/>
                    <a:pt x="97" y="965"/>
                    <a:pt x="113" y="934"/>
                  </a:cubicBezTo>
                  <a:cubicBezTo>
                    <a:pt x="147" y="884"/>
                    <a:pt x="178" y="838"/>
                    <a:pt x="224" y="803"/>
                  </a:cubicBezTo>
                  <a:lnTo>
                    <a:pt x="275" y="772"/>
                  </a:lnTo>
                  <a:lnTo>
                    <a:pt x="244" y="741"/>
                  </a:lnTo>
                  <a:cubicBezTo>
                    <a:pt x="178" y="707"/>
                    <a:pt x="128" y="645"/>
                    <a:pt x="113" y="579"/>
                  </a:cubicBezTo>
                  <a:cubicBezTo>
                    <a:pt x="97" y="549"/>
                    <a:pt x="82" y="514"/>
                    <a:pt x="82" y="468"/>
                  </a:cubicBezTo>
                  <a:lnTo>
                    <a:pt x="82" y="418"/>
                  </a:lnTo>
                  <a:lnTo>
                    <a:pt x="82" y="371"/>
                  </a:lnTo>
                  <a:cubicBezTo>
                    <a:pt x="82" y="321"/>
                    <a:pt x="82" y="290"/>
                    <a:pt x="97" y="259"/>
                  </a:cubicBezTo>
                  <a:cubicBezTo>
                    <a:pt x="113" y="225"/>
                    <a:pt x="128" y="194"/>
                    <a:pt x="147" y="163"/>
                  </a:cubicBezTo>
                  <a:cubicBezTo>
                    <a:pt x="178" y="128"/>
                    <a:pt x="194" y="97"/>
                    <a:pt x="224" y="82"/>
                  </a:cubicBezTo>
                  <a:cubicBezTo>
                    <a:pt x="259" y="51"/>
                    <a:pt x="290" y="32"/>
                    <a:pt x="3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1" name="Google Shape;5941;p67"/>
            <p:cNvSpPr/>
            <p:nvPr/>
          </p:nvSpPr>
          <p:spPr>
            <a:xfrm>
              <a:off x="7162229" y="2626815"/>
              <a:ext cx="17622" cy="119298"/>
            </a:xfrm>
            <a:custGeom>
              <a:avLst/>
              <a:gdLst/>
              <a:ahLst/>
              <a:cxnLst/>
              <a:rect l="l" t="t" r="r" b="b"/>
              <a:pathLst>
                <a:path w="321" h="2173" extrusionOk="0">
                  <a:moveTo>
                    <a:pt x="321" y="1"/>
                  </a:moveTo>
                  <a:lnTo>
                    <a:pt x="321" y="1"/>
                  </a:lnTo>
                  <a:cubicBezTo>
                    <a:pt x="240" y="32"/>
                    <a:pt x="178" y="82"/>
                    <a:pt x="128" y="148"/>
                  </a:cubicBezTo>
                  <a:cubicBezTo>
                    <a:pt x="82" y="209"/>
                    <a:pt x="47" y="275"/>
                    <a:pt x="32" y="356"/>
                  </a:cubicBezTo>
                  <a:lnTo>
                    <a:pt x="32" y="418"/>
                  </a:lnTo>
                  <a:lnTo>
                    <a:pt x="32" y="483"/>
                  </a:lnTo>
                  <a:cubicBezTo>
                    <a:pt x="32" y="514"/>
                    <a:pt x="47" y="564"/>
                    <a:pt x="47" y="595"/>
                  </a:cubicBezTo>
                  <a:cubicBezTo>
                    <a:pt x="76" y="663"/>
                    <a:pt x="113" y="720"/>
                    <a:pt x="164" y="764"/>
                  </a:cubicBezTo>
                  <a:lnTo>
                    <a:pt x="164" y="764"/>
                  </a:lnTo>
                  <a:cubicBezTo>
                    <a:pt x="113" y="804"/>
                    <a:pt x="76" y="848"/>
                    <a:pt x="47" y="900"/>
                  </a:cubicBezTo>
                  <a:cubicBezTo>
                    <a:pt x="32" y="934"/>
                    <a:pt x="16" y="965"/>
                    <a:pt x="16" y="996"/>
                  </a:cubicBezTo>
                  <a:cubicBezTo>
                    <a:pt x="1" y="1015"/>
                    <a:pt x="1" y="1031"/>
                    <a:pt x="1" y="1046"/>
                  </a:cubicBezTo>
                  <a:lnTo>
                    <a:pt x="1" y="1112"/>
                  </a:lnTo>
                  <a:lnTo>
                    <a:pt x="1" y="1158"/>
                  </a:lnTo>
                  <a:cubicBezTo>
                    <a:pt x="1" y="1173"/>
                    <a:pt x="1" y="1189"/>
                    <a:pt x="16" y="1208"/>
                  </a:cubicBezTo>
                  <a:cubicBezTo>
                    <a:pt x="16" y="1239"/>
                    <a:pt x="32" y="1285"/>
                    <a:pt x="47" y="1305"/>
                  </a:cubicBezTo>
                  <a:cubicBezTo>
                    <a:pt x="76" y="1356"/>
                    <a:pt x="113" y="1410"/>
                    <a:pt x="163" y="1445"/>
                  </a:cubicBezTo>
                  <a:lnTo>
                    <a:pt x="163" y="1445"/>
                  </a:lnTo>
                  <a:lnTo>
                    <a:pt x="143" y="1463"/>
                  </a:lnTo>
                  <a:lnTo>
                    <a:pt x="113" y="1497"/>
                  </a:lnTo>
                  <a:lnTo>
                    <a:pt x="97" y="1544"/>
                  </a:lnTo>
                  <a:lnTo>
                    <a:pt x="82" y="1594"/>
                  </a:lnTo>
                  <a:lnTo>
                    <a:pt x="66" y="1640"/>
                  </a:lnTo>
                  <a:lnTo>
                    <a:pt x="47" y="1706"/>
                  </a:lnTo>
                  <a:lnTo>
                    <a:pt x="32" y="1752"/>
                  </a:lnTo>
                  <a:lnTo>
                    <a:pt x="32" y="1802"/>
                  </a:lnTo>
                  <a:lnTo>
                    <a:pt x="32" y="1848"/>
                  </a:lnTo>
                  <a:lnTo>
                    <a:pt x="47" y="1899"/>
                  </a:lnTo>
                  <a:lnTo>
                    <a:pt x="66" y="1960"/>
                  </a:lnTo>
                  <a:lnTo>
                    <a:pt x="82" y="2010"/>
                  </a:lnTo>
                  <a:lnTo>
                    <a:pt x="97" y="2041"/>
                  </a:lnTo>
                  <a:lnTo>
                    <a:pt x="113" y="2091"/>
                  </a:lnTo>
                  <a:lnTo>
                    <a:pt x="143" y="2138"/>
                  </a:lnTo>
                  <a:lnTo>
                    <a:pt x="178" y="2172"/>
                  </a:lnTo>
                  <a:lnTo>
                    <a:pt x="163" y="2122"/>
                  </a:lnTo>
                  <a:lnTo>
                    <a:pt x="128" y="2091"/>
                  </a:lnTo>
                  <a:lnTo>
                    <a:pt x="113" y="2041"/>
                  </a:lnTo>
                  <a:lnTo>
                    <a:pt x="97" y="1995"/>
                  </a:lnTo>
                  <a:lnTo>
                    <a:pt x="82" y="1945"/>
                  </a:lnTo>
                  <a:lnTo>
                    <a:pt x="82" y="1899"/>
                  </a:lnTo>
                  <a:lnTo>
                    <a:pt x="82" y="1848"/>
                  </a:lnTo>
                  <a:lnTo>
                    <a:pt x="82" y="1802"/>
                  </a:lnTo>
                  <a:lnTo>
                    <a:pt x="82" y="1752"/>
                  </a:lnTo>
                  <a:lnTo>
                    <a:pt x="97" y="1706"/>
                  </a:lnTo>
                  <a:lnTo>
                    <a:pt x="97" y="1656"/>
                  </a:lnTo>
                  <a:lnTo>
                    <a:pt x="113" y="1625"/>
                  </a:lnTo>
                  <a:lnTo>
                    <a:pt x="143" y="1575"/>
                  </a:lnTo>
                  <a:lnTo>
                    <a:pt x="163" y="1528"/>
                  </a:lnTo>
                  <a:lnTo>
                    <a:pt x="194" y="1497"/>
                  </a:lnTo>
                  <a:lnTo>
                    <a:pt x="224" y="1463"/>
                  </a:lnTo>
                  <a:lnTo>
                    <a:pt x="259" y="1432"/>
                  </a:lnTo>
                  <a:lnTo>
                    <a:pt x="224" y="1416"/>
                  </a:lnTo>
                  <a:cubicBezTo>
                    <a:pt x="178" y="1382"/>
                    <a:pt x="128" y="1335"/>
                    <a:pt x="113" y="1285"/>
                  </a:cubicBezTo>
                  <a:cubicBezTo>
                    <a:pt x="97" y="1254"/>
                    <a:pt x="82" y="1224"/>
                    <a:pt x="82" y="1189"/>
                  </a:cubicBezTo>
                  <a:cubicBezTo>
                    <a:pt x="66" y="1173"/>
                    <a:pt x="66" y="1158"/>
                    <a:pt x="66" y="1158"/>
                  </a:cubicBezTo>
                  <a:lnTo>
                    <a:pt x="66" y="1112"/>
                  </a:lnTo>
                  <a:lnTo>
                    <a:pt x="66" y="1062"/>
                  </a:lnTo>
                  <a:cubicBezTo>
                    <a:pt x="66" y="1046"/>
                    <a:pt x="82" y="1031"/>
                    <a:pt x="82" y="1015"/>
                  </a:cubicBezTo>
                  <a:cubicBezTo>
                    <a:pt x="82" y="981"/>
                    <a:pt x="97" y="965"/>
                    <a:pt x="113" y="934"/>
                  </a:cubicBezTo>
                  <a:cubicBezTo>
                    <a:pt x="143" y="884"/>
                    <a:pt x="178" y="838"/>
                    <a:pt x="224" y="803"/>
                  </a:cubicBezTo>
                  <a:lnTo>
                    <a:pt x="275" y="772"/>
                  </a:lnTo>
                  <a:lnTo>
                    <a:pt x="240" y="741"/>
                  </a:lnTo>
                  <a:cubicBezTo>
                    <a:pt x="178" y="707"/>
                    <a:pt x="128" y="645"/>
                    <a:pt x="113" y="579"/>
                  </a:cubicBezTo>
                  <a:cubicBezTo>
                    <a:pt x="97" y="549"/>
                    <a:pt x="82" y="514"/>
                    <a:pt x="82" y="468"/>
                  </a:cubicBezTo>
                  <a:lnTo>
                    <a:pt x="82" y="418"/>
                  </a:lnTo>
                  <a:lnTo>
                    <a:pt x="82" y="371"/>
                  </a:lnTo>
                  <a:cubicBezTo>
                    <a:pt x="82" y="321"/>
                    <a:pt x="82" y="290"/>
                    <a:pt x="97" y="259"/>
                  </a:cubicBezTo>
                  <a:cubicBezTo>
                    <a:pt x="113" y="225"/>
                    <a:pt x="128" y="194"/>
                    <a:pt x="143" y="163"/>
                  </a:cubicBezTo>
                  <a:cubicBezTo>
                    <a:pt x="178" y="128"/>
                    <a:pt x="194" y="97"/>
                    <a:pt x="224" y="82"/>
                  </a:cubicBezTo>
                  <a:cubicBezTo>
                    <a:pt x="259" y="51"/>
                    <a:pt x="290" y="32"/>
                    <a:pt x="3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2" name="Google Shape;5942;p67"/>
            <p:cNvSpPr/>
            <p:nvPr/>
          </p:nvSpPr>
          <p:spPr>
            <a:xfrm>
              <a:off x="7129619" y="2626815"/>
              <a:ext cx="17622" cy="119298"/>
            </a:xfrm>
            <a:custGeom>
              <a:avLst/>
              <a:gdLst/>
              <a:ahLst/>
              <a:cxnLst/>
              <a:rect l="l" t="t" r="r" b="b"/>
              <a:pathLst>
                <a:path w="321" h="2173" extrusionOk="0">
                  <a:moveTo>
                    <a:pt x="321" y="1"/>
                  </a:moveTo>
                  <a:lnTo>
                    <a:pt x="321" y="1"/>
                  </a:lnTo>
                  <a:cubicBezTo>
                    <a:pt x="240" y="32"/>
                    <a:pt x="178" y="82"/>
                    <a:pt x="128" y="148"/>
                  </a:cubicBezTo>
                  <a:cubicBezTo>
                    <a:pt x="82" y="209"/>
                    <a:pt x="47" y="275"/>
                    <a:pt x="32" y="356"/>
                  </a:cubicBezTo>
                  <a:lnTo>
                    <a:pt x="32" y="418"/>
                  </a:lnTo>
                  <a:lnTo>
                    <a:pt x="32" y="483"/>
                  </a:lnTo>
                  <a:cubicBezTo>
                    <a:pt x="32" y="514"/>
                    <a:pt x="47" y="564"/>
                    <a:pt x="47" y="595"/>
                  </a:cubicBezTo>
                  <a:cubicBezTo>
                    <a:pt x="76" y="663"/>
                    <a:pt x="114" y="721"/>
                    <a:pt x="164" y="765"/>
                  </a:cubicBezTo>
                  <a:lnTo>
                    <a:pt x="164" y="765"/>
                  </a:lnTo>
                  <a:cubicBezTo>
                    <a:pt x="68" y="848"/>
                    <a:pt x="1" y="978"/>
                    <a:pt x="1" y="1112"/>
                  </a:cubicBezTo>
                  <a:lnTo>
                    <a:pt x="1" y="1127"/>
                  </a:lnTo>
                  <a:lnTo>
                    <a:pt x="1" y="1158"/>
                  </a:lnTo>
                  <a:cubicBezTo>
                    <a:pt x="1" y="1173"/>
                    <a:pt x="1" y="1189"/>
                    <a:pt x="16" y="1208"/>
                  </a:cubicBezTo>
                  <a:cubicBezTo>
                    <a:pt x="16" y="1239"/>
                    <a:pt x="32" y="1285"/>
                    <a:pt x="47" y="1305"/>
                  </a:cubicBezTo>
                  <a:cubicBezTo>
                    <a:pt x="76" y="1356"/>
                    <a:pt x="113" y="1410"/>
                    <a:pt x="163" y="1445"/>
                  </a:cubicBezTo>
                  <a:lnTo>
                    <a:pt x="163" y="1445"/>
                  </a:lnTo>
                  <a:lnTo>
                    <a:pt x="143" y="1463"/>
                  </a:lnTo>
                  <a:lnTo>
                    <a:pt x="113" y="1497"/>
                  </a:lnTo>
                  <a:lnTo>
                    <a:pt x="97" y="1544"/>
                  </a:lnTo>
                  <a:lnTo>
                    <a:pt x="62" y="1594"/>
                  </a:lnTo>
                  <a:lnTo>
                    <a:pt x="47" y="1640"/>
                  </a:lnTo>
                  <a:lnTo>
                    <a:pt x="47" y="1706"/>
                  </a:lnTo>
                  <a:lnTo>
                    <a:pt x="32" y="1752"/>
                  </a:lnTo>
                  <a:lnTo>
                    <a:pt x="32" y="1802"/>
                  </a:lnTo>
                  <a:lnTo>
                    <a:pt x="32" y="1848"/>
                  </a:lnTo>
                  <a:lnTo>
                    <a:pt x="47" y="1899"/>
                  </a:lnTo>
                  <a:lnTo>
                    <a:pt x="62" y="1960"/>
                  </a:lnTo>
                  <a:lnTo>
                    <a:pt x="82" y="2010"/>
                  </a:lnTo>
                  <a:lnTo>
                    <a:pt x="97" y="2041"/>
                  </a:lnTo>
                  <a:lnTo>
                    <a:pt x="113" y="2091"/>
                  </a:lnTo>
                  <a:lnTo>
                    <a:pt x="143" y="2138"/>
                  </a:lnTo>
                  <a:lnTo>
                    <a:pt x="178" y="2172"/>
                  </a:lnTo>
                  <a:lnTo>
                    <a:pt x="159" y="2122"/>
                  </a:lnTo>
                  <a:lnTo>
                    <a:pt x="128" y="2091"/>
                  </a:lnTo>
                  <a:lnTo>
                    <a:pt x="113" y="2041"/>
                  </a:lnTo>
                  <a:lnTo>
                    <a:pt x="97" y="1995"/>
                  </a:lnTo>
                  <a:lnTo>
                    <a:pt x="82" y="1945"/>
                  </a:lnTo>
                  <a:lnTo>
                    <a:pt x="82" y="1899"/>
                  </a:lnTo>
                  <a:lnTo>
                    <a:pt x="82" y="1848"/>
                  </a:lnTo>
                  <a:lnTo>
                    <a:pt x="82" y="1802"/>
                  </a:lnTo>
                  <a:lnTo>
                    <a:pt x="82" y="1752"/>
                  </a:lnTo>
                  <a:lnTo>
                    <a:pt x="97" y="1706"/>
                  </a:lnTo>
                  <a:lnTo>
                    <a:pt x="97" y="1656"/>
                  </a:lnTo>
                  <a:lnTo>
                    <a:pt x="113" y="1625"/>
                  </a:lnTo>
                  <a:lnTo>
                    <a:pt x="143" y="1575"/>
                  </a:lnTo>
                  <a:lnTo>
                    <a:pt x="159" y="1528"/>
                  </a:lnTo>
                  <a:lnTo>
                    <a:pt x="194" y="1497"/>
                  </a:lnTo>
                  <a:lnTo>
                    <a:pt x="224" y="1463"/>
                  </a:lnTo>
                  <a:lnTo>
                    <a:pt x="255" y="1432"/>
                  </a:lnTo>
                  <a:lnTo>
                    <a:pt x="224" y="1416"/>
                  </a:lnTo>
                  <a:cubicBezTo>
                    <a:pt x="178" y="1382"/>
                    <a:pt x="128" y="1335"/>
                    <a:pt x="113" y="1285"/>
                  </a:cubicBezTo>
                  <a:cubicBezTo>
                    <a:pt x="97" y="1254"/>
                    <a:pt x="82" y="1224"/>
                    <a:pt x="82" y="1189"/>
                  </a:cubicBezTo>
                  <a:cubicBezTo>
                    <a:pt x="62" y="1173"/>
                    <a:pt x="62" y="1158"/>
                    <a:pt x="62" y="1158"/>
                  </a:cubicBezTo>
                  <a:lnTo>
                    <a:pt x="62" y="1127"/>
                  </a:lnTo>
                  <a:lnTo>
                    <a:pt x="62" y="1112"/>
                  </a:lnTo>
                  <a:cubicBezTo>
                    <a:pt x="62" y="1046"/>
                    <a:pt x="82" y="981"/>
                    <a:pt x="113" y="934"/>
                  </a:cubicBezTo>
                  <a:cubicBezTo>
                    <a:pt x="143" y="884"/>
                    <a:pt x="178" y="838"/>
                    <a:pt x="224" y="803"/>
                  </a:cubicBezTo>
                  <a:lnTo>
                    <a:pt x="275" y="772"/>
                  </a:lnTo>
                  <a:lnTo>
                    <a:pt x="240" y="741"/>
                  </a:lnTo>
                  <a:cubicBezTo>
                    <a:pt x="178" y="707"/>
                    <a:pt x="128" y="645"/>
                    <a:pt x="113" y="579"/>
                  </a:cubicBezTo>
                  <a:cubicBezTo>
                    <a:pt x="97" y="549"/>
                    <a:pt x="82" y="514"/>
                    <a:pt x="82" y="468"/>
                  </a:cubicBezTo>
                  <a:lnTo>
                    <a:pt x="82" y="418"/>
                  </a:lnTo>
                  <a:cubicBezTo>
                    <a:pt x="62" y="402"/>
                    <a:pt x="82" y="387"/>
                    <a:pt x="82" y="371"/>
                  </a:cubicBezTo>
                  <a:cubicBezTo>
                    <a:pt x="82" y="321"/>
                    <a:pt x="82" y="290"/>
                    <a:pt x="97" y="259"/>
                  </a:cubicBezTo>
                  <a:cubicBezTo>
                    <a:pt x="113" y="225"/>
                    <a:pt x="128" y="194"/>
                    <a:pt x="143" y="163"/>
                  </a:cubicBezTo>
                  <a:cubicBezTo>
                    <a:pt x="178" y="128"/>
                    <a:pt x="194" y="97"/>
                    <a:pt x="224" y="82"/>
                  </a:cubicBezTo>
                  <a:cubicBezTo>
                    <a:pt x="255" y="51"/>
                    <a:pt x="290" y="32"/>
                    <a:pt x="3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3" name="Google Shape;5943;p67"/>
            <p:cNvSpPr/>
            <p:nvPr/>
          </p:nvSpPr>
          <p:spPr>
            <a:xfrm>
              <a:off x="7029043" y="2654978"/>
              <a:ext cx="59125" cy="31019"/>
            </a:xfrm>
            <a:custGeom>
              <a:avLst/>
              <a:gdLst/>
              <a:ahLst/>
              <a:cxnLst/>
              <a:rect l="l" t="t" r="r" b="b"/>
              <a:pathLst>
                <a:path w="1077" h="565" extrusionOk="0">
                  <a:moveTo>
                    <a:pt x="1" y="1"/>
                  </a:moveTo>
                  <a:lnTo>
                    <a:pt x="1" y="1"/>
                  </a:lnTo>
                  <a:cubicBezTo>
                    <a:pt x="1" y="1"/>
                    <a:pt x="16" y="21"/>
                    <a:pt x="31" y="51"/>
                  </a:cubicBezTo>
                  <a:cubicBezTo>
                    <a:pt x="31" y="66"/>
                    <a:pt x="47" y="82"/>
                    <a:pt x="62" y="97"/>
                  </a:cubicBezTo>
                  <a:cubicBezTo>
                    <a:pt x="82" y="117"/>
                    <a:pt x="97" y="132"/>
                    <a:pt x="112" y="163"/>
                  </a:cubicBezTo>
                  <a:cubicBezTo>
                    <a:pt x="143" y="178"/>
                    <a:pt x="159" y="194"/>
                    <a:pt x="193" y="228"/>
                  </a:cubicBezTo>
                  <a:cubicBezTo>
                    <a:pt x="209" y="244"/>
                    <a:pt x="240" y="275"/>
                    <a:pt x="274" y="290"/>
                  </a:cubicBezTo>
                  <a:cubicBezTo>
                    <a:pt x="321" y="340"/>
                    <a:pt x="402" y="371"/>
                    <a:pt x="467" y="421"/>
                  </a:cubicBezTo>
                  <a:cubicBezTo>
                    <a:pt x="529" y="452"/>
                    <a:pt x="610" y="483"/>
                    <a:pt x="676" y="502"/>
                  </a:cubicBezTo>
                  <a:cubicBezTo>
                    <a:pt x="706" y="518"/>
                    <a:pt x="757" y="533"/>
                    <a:pt x="787" y="533"/>
                  </a:cubicBezTo>
                  <a:cubicBezTo>
                    <a:pt x="818" y="533"/>
                    <a:pt x="853" y="549"/>
                    <a:pt x="868" y="549"/>
                  </a:cubicBezTo>
                  <a:cubicBezTo>
                    <a:pt x="899" y="549"/>
                    <a:pt x="930" y="549"/>
                    <a:pt x="949" y="564"/>
                  </a:cubicBezTo>
                  <a:lnTo>
                    <a:pt x="1077" y="564"/>
                  </a:lnTo>
                  <a:cubicBezTo>
                    <a:pt x="1077" y="564"/>
                    <a:pt x="1046" y="564"/>
                    <a:pt x="1011" y="549"/>
                  </a:cubicBezTo>
                  <a:cubicBezTo>
                    <a:pt x="980" y="549"/>
                    <a:pt x="930" y="549"/>
                    <a:pt x="884" y="533"/>
                  </a:cubicBezTo>
                  <a:cubicBezTo>
                    <a:pt x="853" y="533"/>
                    <a:pt x="818" y="518"/>
                    <a:pt x="787" y="502"/>
                  </a:cubicBezTo>
                  <a:cubicBezTo>
                    <a:pt x="757" y="502"/>
                    <a:pt x="722" y="483"/>
                    <a:pt x="691" y="468"/>
                  </a:cubicBezTo>
                  <a:cubicBezTo>
                    <a:pt x="625" y="452"/>
                    <a:pt x="544" y="421"/>
                    <a:pt x="483" y="387"/>
                  </a:cubicBezTo>
                  <a:cubicBezTo>
                    <a:pt x="417" y="356"/>
                    <a:pt x="336" y="309"/>
                    <a:pt x="290" y="259"/>
                  </a:cubicBezTo>
                  <a:cubicBezTo>
                    <a:pt x="255" y="244"/>
                    <a:pt x="224" y="228"/>
                    <a:pt x="209" y="194"/>
                  </a:cubicBezTo>
                  <a:cubicBezTo>
                    <a:pt x="178" y="178"/>
                    <a:pt x="159" y="163"/>
                    <a:pt x="128" y="147"/>
                  </a:cubicBezTo>
                  <a:cubicBezTo>
                    <a:pt x="97" y="97"/>
                    <a:pt x="47" y="66"/>
                    <a:pt x="31" y="36"/>
                  </a:cubicBezTo>
                  <a:cubicBezTo>
                    <a:pt x="16" y="20"/>
                    <a:pt x="1" y="1"/>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4" name="Google Shape;5944;p67"/>
            <p:cNvSpPr/>
            <p:nvPr/>
          </p:nvSpPr>
          <p:spPr>
            <a:xfrm>
              <a:off x="7029043" y="2703728"/>
              <a:ext cx="53854" cy="22070"/>
            </a:xfrm>
            <a:custGeom>
              <a:avLst/>
              <a:gdLst/>
              <a:ahLst/>
              <a:cxnLst/>
              <a:rect l="l" t="t" r="r" b="b"/>
              <a:pathLst>
                <a:path w="981" h="402" extrusionOk="0">
                  <a:moveTo>
                    <a:pt x="853" y="0"/>
                  </a:moveTo>
                  <a:cubicBezTo>
                    <a:pt x="787" y="15"/>
                    <a:pt x="722" y="15"/>
                    <a:pt x="660" y="31"/>
                  </a:cubicBezTo>
                  <a:cubicBezTo>
                    <a:pt x="595" y="46"/>
                    <a:pt x="514" y="77"/>
                    <a:pt x="448" y="96"/>
                  </a:cubicBezTo>
                  <a:cubicBezTo>
                    <a:pt x="386" y="127"/>
                    <a:pt x="321" y="158"/>
                    <a:pt x="255" y="208"/>
                  </a:cubicBezTo>
                  <a:cubicBezTo>
                    <a:pt x="193" y="239"/>
                    <a:pt x="143" y="270"/>
                    <a:pt x="97" y="305"/>
                  </a:cubicBezTo>
                  <a:cubicBezTo>
                    <a:pt x="47" y="336"/>
                    <a:pt x="16" y="366"/>
                    <a:pt x="1" y="401"/>
                  </a:cubicBezTo>
                  <a:cubicBezTo>
                    <a:pt x="31" y="386"/>
                    <a:pt x="62" y="351"/>
                    <a:pt x="112" y="320"/>
                  </a:cubicBezTo>
                  <a:cubicBezTo>
                    <a:pt x="128" y="305"/>
                    <a:pt x="159" y="289"/>
                    <a:pt x="178" y="270"/>
                  </a:cubicBezTo>
                  <a:cubicBezTo>
                    <a:pt x="209" y="255"/>
                    <a:pt x="240" y="239"/>
                    <a:pt x="274" y="224"/>
                  </a:cubicBezTo>
                  <a:cubicBezTo>
                    <a:pt x="321" y="193"/>
                    <a:pt x="402" y="158"/>
                    <a:pt x="467" y="127"/>
                  </a:cubicBezTo>
                  <a:cubicBezTo>
                    <a:pt x="529" y="112"/>
                    <a:pt x="595" y="77"/>
                    <a:pt x="660" y="62"/>
                  </a:cubicBezTo>
                  <a:cubicBezTo>
                    <a:pt x="706" y="62"/>
                    <a:pt x="737" y="46"/>
                    <a:pt x="757" y="31"/>
                  </a:cubicBezTo>
                  <a:cubicBezTo>
                    <a:pt x="787" y="31"/>
                    <a:pt x="818" y="31"/>
                    <a:pt x="853" y="15"/>
                  </a:cubicBezTo>
                  <a:cubicBezTo>
                    <a:pt x="899" y="15"/>
                    <a:pt x="949" y="0"/>
                    <a:pt x="9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5" name="Google Shape;5945;p67"/>
            <p:cNvSpPr/>
            <p:nvPr/>
          </p:nvSpPr>
          <p:spPr>
            <a:xfrm>
              <a:off x="7029043" y="2692035"/>
              <a:ext cx="54678" cy="1976"/>
            </a:xfrm>
            <a:custGeom>
              <a:avLst/>
              <a:gdLst/>
              <a:ahLst/>
              <a:cxnLst/>
              <a:rect l="l" t="t" r="r" b="b"/>
              <a:pathLst>
                <a:path w="996" h="36" extrusionOk="0">
                  <a:moveTo>
                    <a:pt x="321" y="1"/>
                  </a:moveTo>
                  <a:cubicBezTo>
                    <a:pt x="255" y="1"/>
                    <a:pt x="209" y="20"/>
                    <a:pt x="159" y="20"/>
                  </a:cubicBezTo>
                  <a:lnTo>
                    <a:pt x="1" y="20"/>
                  </a:lnTo>
                  <a:cubicBezTo>
                    <a:pt x="1" y="20"/>
                    <a:pt x="62" y="36"/>
                    <a:pt x="159" y="36"/>
                  </a:cubicBezTo>
                  <a:lnTo>
                    <a:pt x="834" y="36"/>
                  </a:lnTo>
                  <a:cubicBezTo>
                    <a:pt x="930" y="36"/>
                    <a:pt x="996" y="20"/>
                    <a:pt x="996" y="20"/>
                  </a:cubicBezTo>
                  <a:lnTo>
                    <a:pt x="834" y="20"/>
                  </a:lnTo>
                  <a:cubicBezTo>
                    <a:pt x="787" y="20"/>
                    <a:pt x="737" y="1"/>
                    <a:pt x="6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6" name="Google Shape;5946;p67"/>
            <p:cNvSpPr/>
            <p:nvPr/>
          </p:nvSpPr>
          <p:spPr>
            <a:xfrm>
              <a:off x="7149986" y="2760055"/>
              <a:ext cx="35189" cy="33709"/>
            </a:xfrm>
            <a:custGeom>
              <a:avLst/>
              <a:gdLst/>
              <a:ahLst/>
              <a:cxnLst/>
              <a:rect l="l" t="t" r="r" b="b"/>
              <a:pathLst>
                <a:path w="641" h="614" extrusionOk="0">
                  <a:moveTo>
                    <a:pt x="640" y="0"/>
                  </a:moveTo>
                  <a:cubicBezTo>
                    <a:pt x="640" y="0"/>
                    <a:pt x="625" y="16"/>
                    <a:pt x="609" y="35"/>
                  </a:cubicBezTo>
                  <a:cubicBezTo>
                    <a:pt x="594" y="50"/>
                    <a:pt x="579" y="81"/>
                    <a:pt x="544" y="112"/>
                  </a:cubicBezTo>
                  <a:cubicBezTo>
                    <a:pt x="544" y="131"/>
                    <a:pt x="528" y="147"/>
                    <a:pt x="513" y="162"/>
                  </a:cubicBezTo>
                  <a:cubicBezTo>
                    <a:pt x="498" y="193"/>
                    <a:pt x="482" y="208"/>
                    <a:pt x="463" y="228"/>
                  </a:cubicBezTo>
                  <a:cubicBezTo>
                    <a:pt x="432" y="258"/>
                    <a:pt x="386" y="305"/>
                    <a:pt x="351" y="339"/>
                  </a:cubicBezTo>
                  <a:cubicBezTo>
                    <a:pt x="305" y="386"/>
                    <a:pt x="270" y="420"/>
                    <a:pt x="224" y="451"/>
                  </a:cubicBezTo>
                  <a:cubicBezTo>
                    <a:pt x="208" y="467"/>
                    <a:pt x="193" y="482"/>
                    <a:pt x="158" y="498"/>
                  </a:cubicBezTo>
                  <a:cubicBezTo>
                    <a:pt x="143" y="498"/>
                    <a:pt x="127" y="517"/>
                    <a:pt x="112" y="532"/>
                  </a:cubicBezTo>
                  <a:cubicBezTo>
                    <a:pt x="77" y="548"/>
                    <a:pt x="46" y="579"/>
                    <a:pt x="31" y="579"/>
                  </a:cubicBezTo>
                  <a:cubicBezTo>
                    <a:pt x="0" y="594"/>
                    <a:pt x="0" y="613"/>
                    <a:pt x="0" y="613"/>
                  </a:cubicBezTo>
                  <a:lnTo>
                    <a:pt x="31" y="594"/>
                  </a:lnTo>
                  <a:cubicBezTo>
                    <a:pt x="46" y="594"/>
                    <a:pt x="96" y="579"/>
                    <a:pt x="127" y="563"/>
                  </a:cubicBezTo>
                  <a:cubicBezTo>
                    <a:pt x="174" y="548"/>
                    <a:pt x="208" y="532"/>
                    <a:pt x="255" y="498"/>
                  </a:cubicBezTo>
                  <a:cubicBezTo>
                    <a:pt x="289" y="482"/>
                    <a:pt x="305" y="467"/>
                    <a:pt x="336" y="451"/>
                  </a:cubicBezTo>
                  <a:cubicBezTo>
                    <a:pt x="351" y="436"/>
                    <a:pt x="366" y="401"/>
                    <a:pt x="401" y="386"/>
                  </a:cubicBezTo>
                  <a:cubicBezTo>
                    <a:pt x="417" y="370"/>
                    <a:pt x="432" y="355"/>
                    <a:pt x="447" y="324"/>
                  </a:cubicBezTo>
                  <a:cubicBezTo>
                    <a:pt x="482" y="305"/>
                    <a:pt x="498" y="289"/>
                    <a:pt x="513" y="258"/>
                  </a:cubicBezTo>
                  <a:cubicBezTo>
                    <a:pt x="544" y="228"/>
                    <a:pt x="559" y="177"/>
                    <a:pt x="594" y="131"/>
                  </a:cubicBezTo>
                  <a:cubicBezTo>
                    <a:pt x="609" y="96"/>
                    <a:pt x="625" y="66"/>
                    <a:pt x="625" y="35"/>
                  </a:cubicBezTo>
                  <a:cubicBezTo>
                    <a:pt x="625" y="16"/>
                    <a:pt x="640" y="0"/>
                    <a:pt x="6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7" name="Google Shape;5947;p67"/>
            <p:cNvSpPr/>
            <p:nvPr/>
          </p:nvSpPr>
          <p:spPr>
            <a:xfrm>
              <a:off x="7147186" y="2760879"/>
              <a:ext cx="23990" cy="21246"/>
            </a:xfrm>
            <a:custGeom>
              <a:avLst/>
              <a:gdLst/>
              <a:ahLst/>
              <a:cxnLst/>
              <a:rect l="l" t="t" r="r" b="b"/>
              <a:pathLst>
                <a:path w="437" h="387" extrusionOk="0">
                  <a:moveTo>
                    <a:pt x="437" y="0"/>
                  </a:moveTo>
                  <a:cubicBezTo>
                    <a:pt x="437" y="0"/>
                    <a:pt x="402" y="20"/>
                    <a:pt x="371" y="51"/>
                  </a:cubicBezTo>
                  <a:cubicBezTo>
                    <a:pt x="321" y="97"/>
                    <a:pt x="275" y="147"/>
                    <a:pt x="209" y="178"/>
                  </a:cubicBezTo>
                  <a:lnTo>
                    <a:pt x="66" y="324"/>
                  </a:lnTo>
                  <a:cubicBezTo>
                    <a:pt x="32" y="355"/>
                    <a:pt x="1" y="386"/>
                    <a:pt x="1" y="386"/>
                  </a:cubicBezTo>
                  <a:cubicBezTo>
                    <a:pt x="1" y="386"/>
                    <a:pt x="51" y="371"/>
                    <a:pt x="97" y="355"/>
                  </a:cubicBezTo>
                  <a:cubicBezTo>
                    <a:pt x="147" y="324"/>
                    <a:pt x="209" y="290"/>
                    <a:pt x="259" y="243"/>
                  </a:cubicBezTo>
                  <a:cubicBezTo>
                    <a:pt x="321" y="193"/>
                    <a:pt x="371" y="132"/>
                    <a:pt x="387" y="81"/>
                  </a:cubicBezTo>
                  <a:cubicBezTo>
                    <a:pt x="417" y="35"/>
                    <a:pt x="437" y="0"/>
                    <a:pt x="4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8" name="Google Shape;5948;p67"/>
            <p:cNvSpPr/>
            <p:nvPr/>
          </p:nvSpPr>
          <p:spPr>
            <a:xfrm>
              <a:off x="7223935" y="2653660"/>
              <a:ext cx="30962" cy="25034"/>
            </a:xfrm>
            <a:custGeom>
              <a:avLst/>
              <a:gdLst/>
              <a:ahLst/>
              <a:cxnLst/>
              <a:rect l="l" t="t" r="r" b="b"/>
              <a:pathLst>
                <a:path w="564" h="456" extrusionOk="0">
                  <a:moveTo>
                    <a:pt x="283" y="1"/>
                  </a:moveTo>
                  <a:cubicBezTo>
                    <a:pt x="119" y="1"/>
                    <a:pt x="0" y="176"/>
                    <a:pt x="80" y="349"/>
                  </a:cubicBezTo>
                  <a:cubicBezTo>
                    <a:pt x="99" y="380"/>
                    <a:pt x="130" y="411"/>
                    <a:pt x="161" y="430"/>
                  </a:cubicBezTo>
                  <a:cubicBezTo>
                    <a:pt x="199" y="447"/>
                    <a:pt x="237" y="455"/>
                    <a:pt x="273" y="455"/>
                  </a:cubicBezTo>
                  <a:cubicBezTo>
                    <a:pt x="436" y="455"/>
                    <a:pt x="564" y="295"/>
                    <a:pt x="485" y="121"/>
                  </a:cubicBezTo>
                  <a:cubicBezTo>
                    <a:pt x="466" y="75"/>
                    <a:pt x="435" y="44"/>
                    <a:pt x="389" y="25"/>
                  </a:cubicBezTo>
                  <a:cubicBezTo>
                    <a:pt x="352" y="8"/>
                    <a:pt x="317" y="1"/>
                    <a:pt x="2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9" name="Google Shape;5949;p67"/>
            <p:cNvSpPr/>
            <p:nvPr/>
          </p:nvSpPr>
          <p:spPr>
            <a:xfrm>
              <a:off x="7016581" y="2447678"/>
              <a:ext cx="32829" cy="32665"/>
            </a:xfrm>
            <a:custGeom>
              <a:avLst/>
              <a:gdLst/>
              <a:ahLst/>
              <a:cxnLst/>
              <a:rect l="l" t="t" r="r" b="b"/>
              <a:pathLst>
                <a:path w="598" h="595" extrusionOk="0">
                  <a:moveTo>
                    <a:pt x="309" y="1"/>
                  </a:moveTo>
                  <a:cubicBezTo>
                    <a:pt x="131" y="1"/>
                    <a:pt x="0" y="147"/>
                    <a:pt x="0" y="306"/>
                  </a:cubicBezTo>
                  <a:cubicBezTo>
                    <a:pt x="0" y="468"/>
                    <a:pt x="131" y="595"/>
                    <a:pt x="309" y="595"/>
                  </a:cubicBezTo>
                  <a:cubicBezTo>
                    <a:pt x="467" y="595"/>
                    <a:pt x="598" y="468"/>
                    <a:pt x="598" y="306"/>
                  </a:cubicBezTo>
                  <a:cubicBezTo>
                    <a:pt x="598" y="147"/>
                    <a:pt x="467" y="1"/>
                    <a:pt x="30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0" name="Google Shape;5950;p67"/>
            <p:cNvSpPr/>
            <p:nvPr/>
          </p:nvSpPr>
          <p:spPr>
            <a:xfrm>
              <a:off x="7034204" y="2378505"/>
              <a:ext cx="81303" cy="65386"/>
            </a:xfrm>
            <a:custGeom>
              <a:avLst/>
              <a:gdLst/>
              <a:ahLst/>
              <a:cxnLst/>
              <a:rect l="l" t="t" r="r" b="b"/>
              <a:pathLst>
                <a:path w="1481" h="1191" extrusionOk="0">
                  <a:moveTo>
                    <a:pt x="735" y="0"/>
                  </a:moveTo>
                  <a:cubicBezTo>
                    <a:pt x="316" y="0"/>
                    <a:pt x="0" y="447"/>
                    <a:pt x="211" y="891"/>
                  </a:cubicBezTo>
                  <a:cubicBezTo>
                    <a:pt x="258" y="987"/>
                    <a:pt x="339" y="1068"/>
                    <a:pt x="435" y="1118"/>
                  </a:cubicBezTo>
                  <a:cubicBezTo>
                    <a:pt x="538" y="1168"/>
                    <a:pt x="641" y="1191"/>
                    <a:pt x="737" y="1191"/>
                  </a:cubicBezTo>
                  <a:cubicBezTo>
                    <a:pt x="1166" y="1191"/>
                    <a:pt x="1480" y="744"/>
                    <a:pt x="1257" y="297"/>
                  </a:cubicBezTo>
                  <a:cubicBezTo>
                    <a:pt x="1206" y="200"/>
                    <a:pt x="1125" y="119"/>
                    <a:pt x="1029" y="73"/>
                  </a:cubicBezTo>
                  <a:cubicBezTo>
                    <a:pt x="929" y="23"/>
                    <a:pt x="830" y="0"/>
                    <a:pt x="7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1" name="Google Shape;5951;p67"/>
            <p:cNvSpPr/>
            <p:nvPr/>
          </p:nvSpPr>
          <p:spPr>
            <a:xfrm>
              <a:off x="7057207" y="2325967"/>
              <a:ext cx="29260" cy="29262"/>
            </a:xfrm>
            <a:custGeom>
              <a:avLst/>
              <a:gdLst/>
              <a:ahLst/>
              <a:cxnLst/>
              <a:rect l="l" t="t" r="r" b="b"/>
              <a:pathLst>
                <a:path w="533" h="533" extrusionOk="0">
                  <a:moveTo>
                    <a:pt x="274" y="0"/>
                  </a:moveTo>
                  <a:cubicBezTo>
                    <a:pt x="112" y="0"/>
                    <a:pt x="1" y="112"/>
                    <a:pt x="1" y="258"/>
                  </a:cubicBezTo>
                  <a:cubicBezTo>
                    <a:pt x="1" y="420"/>
                    <a:pt x="112" y="532"/>
                    <a:pt x="274" y="532"/>
                  </a:cubicBezTo>
                  <a:cubicBezTo>
                    <a:pt x="417" y="532"/>
                    <a:pt x="533" y="420"/>
                    <a:pt x="533" y="258"/>
                  </a:cubicBezTo>
                  <a:cubicBezTo>
                    <a:pt x="533" y="112"/>
                    <a:pt x="417" y="0"/>
                    <a:pt x="2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2" name="Google Shape;5952;p67"/>
            <p:cNvSpPr/>
            <p:nvPr/>
          </p:nvSpPr>
          <p:spPr>
            <a:xfrm>
              <a:off x="7115619" y="2344468"/>
              <a:ext cx="49957" cy="38979"/>
            </a:xfrm>
            <a:custGeom>
              <a:avLst/>
              <a:gdLst/>
              <a:ahLst/>
              <a:cxnLst/>
              <a:rect l="l" t="t" r="r" b="b"/>
              <a:pathLst>
                <a:path w="910" h="710" extrusionOk="0">
                  <a:moveTo>
                    <a:pt x="452" y="0"/>
                  </a:moveTo>
                  <a:cubicBezTo>
                    <a:pt x="193" y="0"/>
                    <a:pt x="0" y="274"/>
                    <a:pt x="144" y="546"/>
                  </a:cubicBezTo>
                  <a:cubicBezTo>
                    <a:pt x="175" y="596"/>
                    <a:pt x="206" y="627"/>
                    <a:pt x="271" y="662"/>
                  </a:cubicBezTo>
                  <a:cubicBezTo>
                    <a:pt x="334" y="695"/>
                    <a:pt x="397" y="709"/>
                    <a:pt x="457" y="709"/>
                  </a:cubicBezTo>
                  <a:cubicBezTo>
                    <a:pt x="716" y="709"/>
                    <a:pt x="910" y="436"/>
                    <a:pt x="753" y="161"/>
                  </a:cubicBezTo>
                  <a:cubicBezTo>
                    <a:pt x="738" y="114"/>
                    <a:pt x="688" y="64"/>
                    <a:pt x="641" y="49"/>
                  </a:cubicBezTo>
                  <a:cubicBezTo>
                    <a:pt x="577" y="15"/>
                    <a:pt x="513" y="0"/>
                    <a:pt x="45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3" name="Google Shape;5953;p67"/>
            <p:cNvSpPr/>
            <p:nvPr/>
          </p:nvSpPr>
          <p:spPr>
            <a:xfrm>
              <a:off x="6759927" y="2654319"/>
              <a:ext cx="841743" cy="253144"/>
            </a:xfrm>
            <a:custGeom>
              <a:avLst/>
              <a:gdLst/>
              <a:ahLst/>
              <a:cxnLst/>
              <a:rect l="l" t="t" r="r" b="b"/>
              <a:pathLst>
                <a:path w="15333" h="4611" extrusionOk="0">
                  <a:moveTo>
                    <a:pt x="1744" y="0"/>
                  </a:moveTo>
                  <a:cubicBezTo>
                    <a:pt x="1141" y="0"/>
                    <a:pt x="537" y="115"/>
                    <a:pt x="0" y="383"/>
                  </a:cubicBezTo>
                  <a:cubicBezTo>
                    <a:pt x="112" y="1830"/>
                    <a:pt x="355" y="3261"/>
                    <a:pt x="741" y="4611"/>
                  </a:cubicBezTo>
                  <a:lnTo>
                    <a:pt x="14703" y="4611"/>
                  </a:lnTo>
                  <a:cubicBezTo>
                    <a:pt x="14993" y="3581"/>
                    <a:pt x="15205" y="2520"/>
                    <a:pt x="15332" y="1428"/>
                  </a:cubicBezTo>
                  <a:cubicBezTo>
                    <a:pt x="14885" y="1267"/>
                    <a:pt x="14405" y="1200"/>
                    <a:pt x="13924" y="1200"/>
                  </a:cubicBezTo>
                  <a:cubicBezTo>
                    <a:pt x="13591" y="1200"/>
                    <a:pt x="13259" y="1232"/>
                    <a:pt x="12937" y="1286"/>
                  </a:cubicBezTo>
                  <a:cubicBezTo>
                    <a:pt x="11795" y="1479"/>
                    <a:pt x="10704" y="1926"/>
                    <a:pt x="9593" y="2265"/>
                  </a:cubicBezTo>
                  <a:cubicBezTo>
                    <a:pt x="9119" y="2403"/>
                    <a:pt x="8636" y="2520"/>
                    <a:pt x="8149" y="2520"/>
                  </a:cubicBezTo>
                  <a:cubicBezTo>
                    <a:pt x="8010" y="2520"/>
                    <a:pt x="7870" y="2511"/>
                    <a:pt x="7730" y="2489"/>
                  </a:cubicBezTo>
                  <a:cubicBezTo>
                    <a:pt x="6796" y="2362"/>
                    <a:pt x="6025" y="1733"/>
                    <a:pt x="5223" y="1220"/>
                  </a:cubicBezTo>
                  <a:cubicBezTo>
                    <a:pt x="4370" y="657"/>
                    <a:pt x="3422" y="206"/>
                    <a:pt x="2426" y="48"/>
                  </a:cubicBezTo>
                  <a:cubicBezTo>
                    <a:pt x="2201" y="17"/>
                    <a:pt x="1973" y="0"/>
                    <a:pt x="174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4" name="Google Shape;5954;p67"/>
            <p:cNvSpPr/>
            <p:nvPr/>
          </p:nvSpPr>
          <p:spPr>
            <a:xfrm>
              <a:off x="6784687" y="2843008"/>
              <a:ext cx="798319" cy="65276"/>
            </a:xfrm>
            <a:custGeom>
              <a:avLst/>
              <a:gdLst/>
              <a:ahLst/>
              <a:cxnLst/>
              <a:rect l="l" t="t" r="r" b="b"/>
              <a:pathLst>
                <a:path w="14542" h="1189" extrusionOk="0">
                  <a:moveTo>
                    <a:pt x="1" y="1"/>
                  </a:moveTo>
                  <a:cubicBezTo>
                    <a:pt x="78" y="402"/>
                    <a:pt x="193" y="803"/>
                    <a:pt x="305" y="1189"/>
                  </a:cubicBezTo>
                  <a:lnTo>
                    <a:pt x="14237" y="1189"/>
                  </a:lnTo>
                  <a:cubicBezTo>
                    <a:pt x="14349" y="803"/>
                    <a:pt x="14445" y="402"/>
                    <a:pt x="1454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5" name="Google Shape;5955;p67"/>
            <p:cNvSpPr/>
            <p:nvPr/>
          </p:nvSpPr>
          <p:spPr>
            <a:xfrm>
              <a:off x="6756304" y="2574221"/>
              <a:ext cx="341627" cy="334067"/>
            </a:xfrm>
            <a:custGeom>
              <a:avLst/>
              <a:gdLst/>
              <a:ahLst/>
              <a:cxnLst/>
              <a:rect l="l" t="t" r="r" b="b"/>
              <a:pathLst>
                <a:path w="6223" h="6085" extrusionOk="0">
                  <a:moveTo>
                    <a:pt x="4278" y="4480"/>
                  </a:moveTo>
                  <a:cubicBezTo>
                    <a:pt x="4278" y="4481"/>
                    <a:pt x="4278" y="4481"/>
                    <a:pt x="4278" y="4481"/>
                  </a:cubicBezTo>
                  <a:lnTo>
                    <a:pt x="4278" y="4481"/>
                  </a:lnTo>
                  <a:cubicBezTo>
                    <a:pt x="4278" y="4481"/>
                    <a:pt x="4278" y="4481"/>
                    <a:pt x="4278" y="4480"/>
                  </a:cubicBezTo>
                  <a:close/>
                  <a:moveTo>
                    <a:pt x="465" y="0"/>
                  </a:moveTo>
                  <a:cubicBezTo>
                    <a:pt x="308" y="0"/>
                    <a:pt x="152" y="24"/>
                    <a:pt x="1" y="76"/>
                  </a:cubicBezTo>
                  <a:cubicBezTo>
                    <a:pt x="1" y="832"/>
                    <a:pt x="35" y="1568"/>
                    <a:pt x="113" y="2309"/>
                  </a:cubicBezTo>
                  <a:cubicBezTo>
                    <a:pt x="244" y="3613"/>
                    <a:pt x="467" y="4882"/>
                    <a:pt x="822" y="6085"/>
                  </a:cubicBezTo>
                  <a:lnTo>
                    <a:pt x="6222" y="6085"/>
                  </a:lnTo>
                  <a:cubicBezTo>
                    <a:pt x="6207" y="5989"/>
                    <a:pt x="6187" y="5892"/>
                    <a:pt x="6172" y="5796"/>
                  </a:cubicBezTo>
                  <a:cubicBezTo>
                    <a:pt x="5979" y="5780"/>
                    <a:pt x="5771" y="5734"/>
                    <a:pt x="5609" y="5618"/>
                  </a:cubicBezTo>
                  <a:cubicBezTo>
                    <a:pt x="5339" y="5460"/>
                    <a:pt x="5146" y="5171"/>
                    <a:pt x="5096" y="4866"/>
                  </a:cubicBezTo>
                  <a:cubicBezTo>
                    <a:pt x="5096" y="5040"/>
                    <a:pt x="5065" y="5202"/>
                    <a:pt x="4999" y="5364"/>
                  </a:cubicBezTo>
                  <a:cubicBezTo>
                    <a:pt x="4984" y="5410"/>
                    <a:pt x="4969" y="5460"/>
                    <a:pt x="4934" y="5491"/>
                  </a:cubicBezTo>
                  <a:cubicBezTo>
                    <a:pt x="4905" y="5513"/>
                    <a:pt x="4874" y="5522"/>
                    <a:pt x="4841" y="5522"/>
                  </a:cubicBezTo>
                  <a:cubicBezTo>
                    <a:pt x="4731" y="5522"/>
                    <a:pt x="4611" y="5411"/>
                    <a:pt x="4548" y="5298"/>
                  </a:cubicBezTo>
                  <a:cubicBezTo>
                    <a:pt x="4406" y="5059"/>
                    <a:pt x="4309" y="4770"/>
                    <a:pt x="4278" y="4481"/>
                  </a:cubicBezTo>
                  <a:lnTo>
                    <a:pt x="4278" y="4481"/>
                  </a:lnTo>
                  <a:cubicBezTo>
                    <a:pt x="4293" y="4624"/>
                    <a:pt x="4212" y="4770"/>
                    <a:pt x="4085" y="4831"/>
                  </a:cubicBezTo>
                  <a:cubicBezTo>
                    <a:pt x="4030" y="4859"/>
                    <a:pt x="3967" y="4872"/>
                    <a:pt x="3903" y="4872"/>
                  </a:cubicBezTo>
                  <a:cubicBezTo>
                    <a:pt x="3816" y="4872"/>
                    <a:pt x="3730" y="4847"/>
                    <a:pt x="3665" y="4801"/>
                  </a:cubicBezTo>
                  <a:cubicBezTo>
                    <a:pt x="3553" y="4704"/>
                    <a:pt x="3507" y="4558"/>
                    <a:pt x="3472" y="4415"/>
                  </a:cubicBezTo>
                  <a:cubicBezTo>
                    <a:pt x="3329" y="3933"/>
                    <a:pt x="3279" y="3420"/>
                    <a:pt x="3329" y="2918"/>
                  </a:cubicBezTo>
                  <a:cubicBezTo>
                    <a:pt x="3311" y="2917"/>
                    <a:pt x="3293" y="2916"/>
                    <a:pt x="3275" y="2916"/>
                  </a:cubicBezTo>
                  <a:cubicBezTo>
                    <a:pt x="3104" y="2916"/>
                    <a:pt x="2950" y="2984"/>
                    <a:pt x="2863" y="3130"/>
                  </a:cubicBezTo>
                  <a:cubicBezTo>
                    <a:pt x="2813" y="2806"/>
                    <a:pt x="2751" y="2486"/>
                    <a:pt x="2654" y="2166"/>
                  </a:cubicBezTo>
                  <a:cubicBezTo>
                    <a:pt x="2523" y="1665"/>
                    <a:pt x="2330" y="1183"/>
                    <a:pt x="2010" y="797"/>
                  </a:cubicBezTo>
                  <a:cubicBezTo>
                    <a:pt x="1643" y="329"/>
                    <a:pt x="1048" y="0"/>
                    <a:pt x="4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6" name="Google Shape;5956;p67"/>
            <p:cNvSpPr/>
            <p:nvPr/>
          </p:nvSpPr>
          <p:spPr>
            <a:xfrm>
              <a:off x="6762453" y="2644437"/>
              <a:ext cx="335479" cy="263849"/>
            </a:xfrm>
            <a:custGeom>
              <a:avLst/>
              <a:gdLst/>
              <a:ahLst/>
              <a:cxnLst/>
              <a:rect l="l" t="t" r="r" b="b"/>
              <a:pathLst>
                <a:path w="6111" h="4806" extrusionOk="0">
                  <a:moveTo>
                    <a:pt x="4166" y="3201"/>
                  </a:moveTo>
                  <a:cubicBezTo>
                    <a:pt x="4166" y="3202"/>
                    <a:pt x="4166" y="3202"/>
                    <a:pt x="4166" y="3202"/>
                  </a:cubicBezTo>
                  <a:lnTo>
                    <a:pt x="4166" y="3202"/>
                  </a:lnTo>
                  <a:cubicBezTo>
                    <a:pt x="4166" y="3202"/>
                    <a:pt x="4166" y="3202"/>
                    <a:pt x="4166" y="3201"/>
                  </a:cubicBezTo>
                  <a:close/>
                  <a:moveTo>
                    <a:pt x="1466" y="0"/>
                  </a:moveTo>
                  <a:lnTo>
                    <a:pt x="1466" y="0"/>
                  </a:lnTo>
                  <a:cubicBezTo>
                    <a:pt x="1482" y="212"/>
                    <a:pt x="1466" y="420"/>
                    <a:pt x="1401" y="629"/>
                  </a:cubicBezTo>
                  <a:cubicBezTo>
                    <a:pt x="1370" y="756"/>
                    <a:pt x="1289" y="887"/>
                    <a:pt x="1158" y="918"/>
                  </a:cubicBezTo>
                  <a:cubicBezTo>
                    <a:pt x="1143" y="921"/>
                    <a:pt x="1129" y="922"/>
                    <a:pt x="1114" y="922"/>
                  </a:cubicBezTo>
                  <a:cubicBezTo>
                    <a:pt x="975" y="922"/>
                    <a:pt x="859" y="793"/>
                    <a:pt x="772" y="660"/>
                  </a:cubicBezTo>
                  <a:cubicBezTo>
                    <a:pt x="695" y="501"/>
                    <a:pt x="614" y="324"/>
                    <a:pt x="579" y="147"/>
                  </a:cubicBezTo>
                  <a:cubicBezTo>
                    <a:pt x="548" y="339"/>
                    <a:pt x="517" y="532"/>
                    <a:pt x="436" y="694"/>
                  </a:cubicBezTo>
                  <a:cubicBezTo>
                    <a:pt x="355" y="868"/>
                    <a:pt x="213" y="1014"/>
                    <a:pt x="20" y="1030"/>
                  </a:cubicBezTo>
                  <a:lnTo>
                    <a:pt x="1" y="1030"/>
                  </a:lnTo>
                  <a:cubicBezTo>
                    <a:pt x="132" y="2334"/>
                    <a:pt x="355" y="3603"/>
                    <a:pt x="710" y="4806"/>
                  </a:cubicBezTo>
                  <a:lnTo>
                    <a:pt x="6110" y="4806"/>
                  </a:lnTo>
                  <a:cubicBezTo>
                    <a:pt x="6095" y="4710"/>
                    <a:pt x="6075" y="4613"/>
                    <a:pt x="6060" y="4517"/>
                  </a:cubicBezTo>
                  <a:cubicBezTo>
                    <a:pt x="5867" y="4501"/>
                    <a:pt x="5659" y="4455"/>
                    <a:pt x="5497" y="4339"/>
                  </a:cubicBezTo>
                  <a:cubicBezTo>
                    <a:pt x="5227" y="4181"/>
                    <a:pt x="5034" y="3892"/>
                    <a:pt x="4984" y="3587"/>
                  </a:cubicBezTo>
                  <a:cubicBezTo>
                    <a:pt x="4984" y="3761"/>
                    <a:pt x="4953" y="3923"/>
                    <a:pt x="4887" y="4085"/>
                  </a:cubicBezTo>
                  <a:cubicBezTo>
                    <a:pt x="4872" y="4131"/>
                    <a:pt x="4857" y="4181"/>
                    <a:pt x="4822" y="4212"/>
                  </a:cubicBezTo>
                  <a:cubicBezTo>
                    <a:pt x="4793" y="4234"/>
                    <a:pt x="4762" y="4243"/>
                    <a:pt x="4729" y="4243"/>
                  </a:cubicBezTo>
                  <a:cubicBezTo>
                    <a:pt x="4619" y="4243"/>
                    <a:pt x="4499" y="4132"/>
                    <a:pt x="4436" y="4019"/>
                  </a:cubicBezTo>
                  <a:cubicBezTo>
                    <a:pt x="4294" y="3780"/>
                    <a:pt x="4197" y="3491"/>
                    <a:pt x="4166" y="3202"/>
                  </a:cubicBezTo>
                  <a:lnTo>
                    <a:pt x="4166" y="3202"/>
                  </a:lnTo>
                  <a:cubicBezTo>
                    <a:pt x="4181" y="3345"/>
                    <a:pt x="4100" y="3491"/>
                    <a:pt x="3973" y="3552"/>
                  </a:cubicBezTo>
                  <a:cubicBezTo>
                    <a:pt x="3918" y="3580"/>
                    <a:pt x="3855" y="3593"/>
                    <a:pt x="3791" y="3593"/>
                  </a:cubicBezTo>
                  <a:cubicBezTo>
                    <a:pt x="3704" y="3593"/>
                    <a:pt x="3618" y="3568"/>
                    <a:pt x="3553" y="3522"/>
                  </a:cubicBezTo>
                  <a:cubicBezTo>
                    <a:pt x="3441" y="3425"/>
                    <a:pt x="3395" y="3279"/>
                    <a:pt x="3360" y="3136"/>
                  </a:cubicBezTo>
                  <a:cubicBezTo>
                    <a:pt x="3217" y="2654"/>
                    <a:pt x="3167" y="2141"/>
                    <a:pt x="3217" y="1639"/>
                  </a:cubicBezTo>
                  <a:cubicBezTo>
                    <a:pt x="3199" y="1638"/>
                    <a:pt x="3181" y="1637"/>
                    <a:pt x="3163" y="1637"/>
                  </a:cubicBezTo>
                  <a:cubicBezTo>
                    <a:pt x="2992" y="1637"/>
                    <a:pt x="2838" y="1705"/>
                    <a:pt x="2751" y="1851"/>
                  </a:cubicBezTo>
                  <a:cubicBezTo>
                    <a:pt x="2701" y="1527"/>
                    <a:pt x="2639" y="1207"/>
                    <a:pt x="2542" y="887"/>
                  </a:cubicBezTo>
                  <a:cubicBezTo>
                    <a:pt x="2510" y="892"/>
                    <a:pt x="2477" y="895"/>
                    <a:pt x="2445" y="895"/>
                  </a:cubicBezTo>
                  <a:cubicBezTo>
                    <a:pt x="2281" y="895"/>
                    <a:pt x="2114" y="834"/>
                    <a:pt x="1979" y="741"/>
                  </a:cubicBezTo>
                  <a:cubicBezTo>
                    <a:pt x="1721" y="563"/>
                    <a:pt x="1578" y="274"/>
                    <a:pt x="14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7" name="Google Shape;5957;p67"/>
            <p:cNvSpPr/>
            <p:nvPr/>
          </p:nvSpPr>
          <p:spPr>
            <a:xfrm>
              <a:off x="6756304" y="2574221"/>
              <a:ext cx="145753" cy="126764"/>
            </a:xfrm>
            <a:custGeom>
              <a:avLst/>
              <a:gdLst/>
              <a:ahLst/>
              <a:cxnLst/>
              <a:rect l="l" t="t" r="r" b="b"/>
              <a:pathLst>
                <a:path w="2655" h="2309" extrusionOk="0">
                  <a:moveTo>
                    <a:pt x="465" y="0"/>
                  </a:moveTo>
                  <a:cubicBezTo>
                    <a:pt x="308" y="0"/>
                    <a:pt x="152" y="24"/>
                    <a:pt x="1" y="76"/>
                  </a:cubicBezTo>
                  <a:cubicBezTo>
                    <a:pt x="1" y="832"/>
                    <a:pt x="35" y="1568"/>
                    <a:pt x="113" y="2309"/>
                  </a:cubicBezTo>
                  <a:lnTo>
                    <a:pt x="132" y="2309"/>
                  </a:lnTo>
                  <a:cubicBezTo>
                    <a:pt x="325" y="2293"/>
                    <a:pt x="467" y="2147"/>
                    <a:pt x="548" y="1973"/>
                  </a:cubicBezTo>
                  <a:cubicBezTo>
                    <a:pt x="629" y="1811"/>
                    <a:pt x="660" y="1618"/>
                    <a:pt x="691" y="1426"/>
                  </a:cubicBezTo>
                  <a:cubicBezTo>
                    <a:pt x="726" y="1603"/>
                    <a:pt x="807" y="1780"/>
                    <a:pt x="884" y="1939"/>
                  </a:cubicBezTo>
                  <a:cubicBezTo>
                    <a:pt x="971" y="2072"/>
                    <a:pt x="1087" y="2201"/>
                    <a:pt x="1226" y="2201"/>
                  </a:cubicBezTo>
                  <a:cubicBezTo>
                    <a:pt x="1241" y="2201"/>
                    <a:pt x="1255" y="2200"/>
                    <a:pt x="1270" y="2197"/>
                  </a:cubicBezTo>
                  <a:cubicBezTo>
                    <a:pt x="1401" y="2166"/>
                    <a:pt x="1482" y="2035"/>
                    <a:pt x="1513" y="1908"/>
                  </a:cubicBezTo>
                  <a:cubicBezTo>
                    <a:pt x="1578" y="1699"/>
                    <a:pt x="1594" y="1491"/>
                    <a:pt x="1578" y="1279"/>
                  </a:cubicBezTo>
                  <a:lnTo>
                    <a:pt x="1578" y="1279"/>
                  </a:lnTo>
                  <a:cubicBezTo>
                    <a:pt x="1690" y="1553"/>
                    <a:pt x="1833" y="1842"/>
                    <a:pt x="2091" y="2020"/>
                  </a:cubicBezTo>
                  <a:cubicBezTo>
                    <a:pt x="2226" y="2113"/>
                    <a:pt x="2393" y="2174"/>
                    <a:pt x="2557" y="2174"/>
                  </a:cubicBezTo>
                  <a:cubicBezTo>
                    <a:pt x="2589" y="2174"/>
                    <a:pt x="2622" y="2171"/>
                    <a:pt x="2654" y="2166"/>
                  </a:cubicBezTo>
                  <a:cubicBezTo>
                    <a:pt x="2523" y="1665"/>
                    <a:pt x="2330" y="1183"/>
                    <a:pt x="2010" y="797"/>
                  </a:cubicBezTo>
                  <a:cubicBezTo>
                    <a:pt x="1643" y="329"/>
                    <a:pt x="1048" y="0"/>
                    <a:pt x="4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8" name="Google Shape;5958;p67"/>
            <p:cNvSpPr/>
            <p:nvPr/>
          </p:nvSpPr>
          <p:spPr>
            <a:xfrm>
              <a:off x="7306888" y="2772133"/>
              <a:ext cx="289475" cy="136152"/>
            </a:xfrm>
            <a:custGeom>
              <a:avLst/>
              <a:gdLst/>
              <a:ahLst/>
              <a:cxnLst/>
              <a:rect l="l" t="t" r="r" b="b"/>
              <a:pathLst>
                <a:path w="5273" h="2480" extrusionOk="0">
                  <a:moveTo>
                    <a:pt x="5151" y="1"/>
                  </a:moveTo>
                  <a:cubicBezTo>
                    <a:pt x="4888" y="1"/>
                    <a:pt x="4635" y="97"/>
                    <a:pt x="4451" y="278"/>
                  </a:cubicBezTo>
                  <a:cubicBezTo>
                    <a:pt x="4374" y="200"/>
                    <a:pt x="4278" y="119"/>
                    <a:pt x="4181" y="69"/>
                  </a:cubicBezTo>
                  <a:cubicBezTo>
                    <a:pt x="4146" y="200"/>
                    <a:pt x="4116" y="328"/>
                    <a:pt x="4065" y="440"/>
                  </a:cubicBezTo>
                  <a:cubicBezTo>
                    <a:pt x="4004" y="602"/>
                    <a:pt x="3907" y="760"/>
                    <a:pt x="3745" y="825"/>
                  </a:cubicBezTo>
                  <a:cubicBezTo>
                    <a:pt x="3708" y="841"/>
                    <a:pt x="3667" y="848"/>
                    <a:pt x="3628" y="848"/>
                  </a:cubicBezTo>
                  <a:cubicBezTo>
                    <a:pt x="3497" y="848"/>
                    <a:pt x="3371" y="769"/>
                    <a:pt x="3360" y="632"/>
                  </a:cubicBezTo>
                  <a:cubicBezTo>
                    <a:pt x="3360" y="779"/>
                    <a:pt x="3344" y="937"/>
                    <a:pt x="3294" y="1084"/>
                  </a:cubicBezTo>
                  <a:cubicBezTo>
                    <a:pt x="3248" y="1226"/>
                    <a:pt x="3136" y="1358"/>
                    <a:pt x="2989" y="1388"/>
                  </a:cubicBezTo>
                  <a:cubicBezTo>
                    <a:pt x="2967" y="1392"/>
                    <a:pt x="2946" y="1394"/>
                    <a:pt x="2924" y="1394"/>
                  </a:cubicBezTo>
                  <a:cubicBezTo>
                    <a:pt x="2680" y="1394"/>
                    <a:pt x="2483" y="1161"/>
                    <a:pt x="2380" y="937"/>
                  </a:cubicBezTo>
                  <a:cubicBezTo>
                    <a:pt x="2330" y="1242"/>
                    <a:pt x="2268" y="1612"/>
                    <a:pt x="1979" y="1743"/>
                  </a:cubicBezTo>
                  <a:cubicBezTo>
                    <a:pt x="1911" y="1775"/>
                    <a:pt x="1839" y="1789"/>
                    <a:pt x="1765" y="1789"/>
                  </a:cubicBezTo>
                  <a:cubicBezTo>
                    <a:pt x="1662" y="1789"/>
                    <a:pt x="1557" y="1762"/>
                    <a:pt x="1462" y="1724"/>
                  </a:cubicBezTo>
                  <a:cubicBezTo>
                    <a:pt x="1416" y="1840"/>
                    <a:pt x="1385" y="1967"/>
                    <a:pt x="1350" y="2079"/>
                  </a:cubicBezTo>
                  <a:cubicBezTo>
                    <a:pt x="1231" y="2031"/>
                    <a:pt x="1105" y="2009"/>
                    <a:pt x="978" y="2009"/>
                  </a:cubicBezTo>
                  <a:cubicBezTo>
                    <a:pt x="677" y="2009"/>
                    <a:pt x="372" y="2134"/>
                    <a:pt x="147" y="2337"/>
                  </a:cubicBezTo>
                  <a:cubicBezTo>
                    <a:pt x="81" y="2384"/>
                    <a:pt x="35" y="2434"/>
                    <a:pt x="0" y="2480"/>
                  </a:cubicBezTo>
                  <a:lnTo>
                    <a:pt x="4725" y="2480"/>
                  </a:lnTo>
                  <a:cubicBezTo>
                    <a:pt x="4953" y="1693"/>
                    <a:pt x="5126" y="856"/>
                    <a:pt x="5273" y="8"/>
                  </a:cubicBezTo>
                  <a:cubicBezTo>
                    <a:pt x="5232" y="3"/>
                    <a:pt x="5191" y="1"/>
                    <a:pt x="51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9" name="Google Shape;5959;p67"/>
            <p:cNvSpPr/>
            <p:nvPr/>
          </p:nvSpPr>
          <p:spPr>
            <a:xfrm>
              <a:off x="7387096" y="2766314"/>
              <a:ext cx="149376" cy="104035"/>
            </a:xfrm>
            <a:custGeom>
              <a:avLst/>
              <a:gdLst/>
              <a:ahLst/>
              <a:cxnLst/>
              <a:rect l="l" t="t" r="r" b="b"/>
              <a:pathLst>
                <a:path w="2721" h="1895" extrusionOk="0">
                  <a:moveTo>
                    <a:pt x="2006" y="1"/>
                  </a:moveTo>
                  <a:cubicBezTo>
                    <a:pt x="1645" y="1"/>
                    <a:pt x="1279" y="118"/>
                    <a:pt x="984" y="337"/>
                  </a:cubicBezTo>
                  <a:cubicBezTo>
                    <a:pt x="483" y="692"/>
                    <a:pt x="178" y="1236"/>
                    <a:pt x="1" y="1830"/>
                  </a:cubicBezTo>
                  <a:cubicBezTo>
                    <a:pt x="96" y="1868"/>
                    <a:pt x="201" y="1895"/>
                    <a:pt x="304" y="1895"/>
                  </a:cubicBezTo>
                  <a:cubicBezTo>
                    <a:pt x="378" y="1895"/>
                    <a:pt x="450" y="1881"/>
                    <a:pt x="518" y="1849"/>
                  </a:cubicBezTo>
                  <a:cubicBezTo>
                    <a:pt x="807" y="1718"/>
                    <a:pt x="869" y="1348"/>
                    <a:pt x="919" y="1043"/>
                  </a:cubicBezTo>
                  <a:cubicBezTo>
                    <a:pt x="1022" y="1267"/>
                    <a:pt x="1219" y="1500"/>
                    <a:pt x="1463" y="1500"/>
                  </a:cubicBezTo>
                  <a:cubicBezTo>
                    <a:pt x="1485" y="1500"/>
                    <a:pt x="1506" y="1498"/>
                    <a:pt x="1528" y="1494"/>
                  </a:cubicBezTo>
                  <a:cubicBezTo>
                    <a:pt x="1675" y="1464"/>
                    <a:pt x="1787" y="1332"/>
                    <a:pt x="1833" y="1190"/>
                  </a:cubicBezTo>
                  <a:cubicBezTo>
                    <a:pt x="1883" y="1043"/>
                    <a:pt x="1899" y="900"/>
                    <a:pt x="1899" y="738"/>
                  </a:cubicBezTo>
                  <a:cubicBezTo>
                    <a:pt x="1911" y="881"/>
                    <a:pt x="2060" y="961"/>
                    <a:pt x="2193" y="961"/>
                  </a:cubicBezTo>
                  <a:cubicBezTo>
                    <a:pt x="2225" y="961"/>
                    <a:pt x="2256" y="957"/>
                    <a:pt x="2284" y="947"/>
                  </a:cubicBezTo>
                  <a:cubicBezTo>
                    <a:pt x="2446" y="885"/>
                    <a:pt x="2543" y="723"/>
                    <a:pt x="2604" y="561"/>
                  </a:cubicBezTo>
                  <a:cubicBezTo>
                    <a:pt x="2655" y="434"/>
                    <a:pt x="2685" y="306"/>
                    <a:pt x="2720" y="175"/>
                  </a:cubicBezTo>
                  <a:cubicBezTo>
                    <a:pt x="2502" y="57"/>
                    <a:pt x="2256" y="1"/>
                    <a:pt x="200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0" name="Google Shape;5960;p67"/>
            <p:cNvSpPr/>
            <p:nvPr/>
          </p:nvSpPr>
          <p:spPr>
            <a:xfrm>
              <a:off x="6937142" y="2735460"/>
              <a:ext cx="158050" cy="156959"/>
            </a:xfrm>
            <a:custGeom>
              <a:avLst/>
              <a:gdLst/>
              <a:ahLst/>
              <a:cxnLst/>
              <a:rect l="l" t="t" r="r" b="b"/>
              <a:pathLst>
                <a:path w="2879" h="2859" extrusionOk="0">
                  <a:moveTo>
                    <a:pt x="35" y="1"/>
                  </a:moveTo>
                  <a:cubicBezTo>
                    <a:pt x="1" y="498"/>
                    <a:pt x="51" y="1011"/>
                    <a:pt x="178" y="1493"/>
                  </a:cubicBezTo>
                  <a:cubicBezTo>
                    <a:pt x="213" y="1621"/>
                    <a:pt x="259" y="1767"/>
                    <a:pt x="371" y="1864"/>
                  </a:cubicBezTo>
                  <a:cubicBezTo>
                    <a:pt x="438" y="1921"/>
                    <a:pt x="527" y="1950"/>
                    <a:pt x="617" y="1950"/>
                  </a:cubicBezTo>
                  <a:cubicBezTo>
                    <a:pt x="678" y="1950"/>
                    <a:pt x="738" y="1936"/>
                    <a:pt x="791" y="1910"/>
                  </a:cubicBezTo>
                  <a:cubicBezTo>
                    <a:pt x="919" y="1848"/>
                    <a:pt x="1000" y="1702"/>
                    <a:pt x="1000" y="1559"/>
                  </a:cubicBezTo>
                  <a:cubicBezTo>
                    <a:pt x="1031" y="1848"/>
                    <a:pt x="1127" y="2122"/>
                    <a:pt x="1274" y="2377"/>
                  </a:cubicBezTo>
                  <a:cubicBezTo>
                    <a:pt x="1333" y="2478"/>
                    <a:pt x="1443" y="2586"/>
                    <a:pt x="1548" y="2586"/>
                  </a:cubicBezTo>
                  <a:cubicBezTo>
                    <a:pt x="1580" y="2586"/>
                    <a:pt x="1611" y="2576"/>
                    <a:pt x="1640" y="2554"/>
                  </a:cubicBezTo>
                  <a:cubicBezTo>
                    <a:pt x="1675" y="2523"/>
                    <a:pt x="1705" y="2473"/>
                    <a:pt x="1721" y="2427"/>
                  </a:cubicBezTo>
                  <a:cubicBezTo>
                    <a:pt x="1771" y="2265"/>
                    <a:pt x="1802" y="2103"/>
                    <a:pt x="1802" y="1945"/>
                  </a:cubicBezTo>
                  <a:cubicBezTo>
                    <a:pt x="1852" y="2249"/>
                    <a:pt x="2045" y="2539"/>
                    <a:pt x="2315" y="2701"/>
                  </a:cubicBezTo>
                  <a:cubicBezTo>
                    <a:pt x="2477" y="2797"/>
                    <a:pt x="2685" y="2859"/>
                    <a:pt x="2878" y="2859"/>
                  </a:cubicBezTo>
                  <a:cubicBezTo>
                    <a:pt x="2766" y="2296"/>
                    <a:pt x="2492" y="1752"/>
                    <a:pt x="2107" y="1316"/>
                  </a:cubicBezTo>
                  <a:cubicBezTo>
                    <a:pt x="1948" y="1123"/>
                    <a:pt x="1756" y="965"/>
                    <a:pt x="1513" y="884"/>
                  </a:cubicBezTo>
                  <a:cubicBezTo>
                    <a:pt x="1437" y="858"/>
                    <a:pt x="1356" y="845"/>
                    <a:pt x="1276" y="845"/>
                  </a:cubicBezTo>
                  <a:cubicBezTo>
                    <a:pt x="1103" y="845"/>
                    <a:pt x="933" y="905"/>
                    <a:pt x="822" y="1027"/>
                  </a:cubicBezTo>
                  <a:cubicBezTo>
                    <a:pt x="757" y="722"/>
                    <a:pt x="660" y="386"/>
                    <a:pt x="421" y="159"/>
                  </a:cubicBezTo>
                  <a:cubicBezTo>
                    <a:pt x="325" y="62"/>
                    <a:pt x="178" y="1"/>
                    <a:pt x="3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1" name="Google Shape;5961;p67"/>
            <p:cNvSpPr/>
            <p:nvPr/>
          </p:nvSpPr>
          <p:spPr>
            <a:xfrm>
              <a:off x="6741262" y="2272166"/>
              <a:ext cx="884124" cy="636126"/>
            </a:xfrm>
            <a:custGeom>
              <a:avLst/>
              <a:gdLst/>
              <a:ahLst/>
              <a:cxnLst/>
              <a:rect l="l" t="t" r="r" b="b"/>
              <a:pathLst>
                <a:path w="16105" h="11587" extrusionOk="0">
                  <a:moveTo>
                    <a:pt x="14835" y="371"/>
                  </a:moveTo>
                  <a:cubicBezTo>
                    <a:pt x="15703" y="3857"/>
                    <a:pt x="15672" y="7780"/>
                    <a:pt x="14739" y="11236"/>
                  </a:cubicBezTo>
                  <a:lnTo>
                    <a:pt x="1351" y="11236"/>
                  </a:lnTo>
                  <a:cubicBezTo>
                    <a:pt x="437" y="7780"/>
                    <a:pt x="387" y="3857"/>
                    <a:pt x="1254" y="371"/>
                  </a:cubicBezTo>
                  <a:close/>
                  <a:moveTo>
                    <a:pt x="984" y="0"/>
                  </a:moveTo>
                  <a:cubicBezTo>
                    <a:pt x="1" y="3695"/>
                    <a:pt x="36" y="7938"/>
                    <a:pt x="1081" y="11587"/>
                  </a:cubicBezTo>
                  <a:lnTo>
                    <a:pt x="15028" y="11587"/>
                  </a:lnTo>
                  <a:cubicBezTo>
                    <a:pt x="16058" y="7938"/>
                    <a:pt x="16104" y="3695"/>
                    <a:pt x="151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63" name="Google Shape;5963;p67"/>
          <p:cNvGrpSpPr/>
          <p:nvPr/>
        </p:nvGrpSpPr>
        <p:grpSpPr>
          <a:xfrm>
            <a:off x="7570464" y="4160864"/>
            <a:ext cx="523382" cy="675189"/>
            <a:chOff x="5676382" y="3012427"/>
            <a:chExt cx="401520" cy="517982"/>
          </a:xfrm>
        </p:grpSpPr>
        <p:sp>
          <p:nvSpPr>
            <p:cNvPr id="5964" name="Google Shape;5964;p67"/>
            <p:cNvSpPr/>
            <p:nvPr/>
          </p:nvSpPr>
          <p:spPr>
            <a:xfrm>
              <a:off x="5676382" y="3012427"/>
              <a:ext cx="401520" cy="517982"/>
            </a:xfrm>
            <a:custGeom>
              <a:avLst/>
              <a:gdLst/>
              <a:ahLst/>
              <a:cxnLst/>
              <a:rect l="l" t="t" r="r" b="b"/>
              <a:pathLst>
                <a:path w="7314" h="9435" extrusionOk="0">
                  <a:moveTo>
                    <a:pt x="1158" y="1"/>
                  </a:moveTo>
                  <a:lnTo>
                    <a:pt x="1158" y="868"/>
                  </a:lnTo>
                  <a:lnTo>
                    <a:pt x="1848" y="868"/>
                  </a:lnTo>
                  <a:cubicBezTo>
                    <a:pt x="1868" y="1046"/>
                    <a:pt x="1868" y="1204"/>
                    <a:pt x="1833" y="1381"/>
                  </a:cubicBezTo>
                  <a:cubicBezTo>
                    <a:pt x="1771" y="1721"/>
                    <a:pt x="1609" y="2072"/>
                    <a:pt x="1335" y="2265"/>
                  </a:cubicBezTo>
                  <a:cubicBezTo>
                    <a:pt x="1077" y="2442"/>
                    <a:pt x="741" y="2508"/>
                    <a:pt x="533" y="2731"/>
                  </a:cubicBezTo>
                  <a:cubicBezTo>
                    <a:pt x="340" y="2940"/>
                    <a:pt x="290" y="3248"/>
                    <a:pt x="259" y="3538"/>
                  </a:cubicBezTo>
                  <a:cubicBezTo>
                    <a:pt x="97" y="5158"/>
                    <a:pt x="16" y="6781"/>
                    <a:pt x="1" y="8421"/>
                  </a:cubicBezTo>
                  <a:cubicBezTo>
                    <a:pt x="1" y="8968"/>
                    <a:pt x="452" y="9435"/>
                    <a:pt x="1015" y="9435"/>
                  </a:cubicBezTo>
                  <a:lnTo>
                    <a:pt x="6303" y="9435"/>
                  </a:lnTo>
                  <a:cubicBezTo>
                    <a:pt x="6863" y="9435"/>
                    <a:pt x="7314" y="8968"/>
                    <a:pt x="7298" y="8421"/>
                  </a:cubicBezTo>
                  <a:cubicBezTo>
                    <a:pt x="7298" y="6781"/>
                    <a:pt x="7202" y="5158"/>
                    <a:pt x="7040" y="3538"/>
                  </a:cubicBezTo>
                  <a:cubicBezTo>
                    <a:pt x="7009" y="3248"/>
                    <a:pt x="6978" y="2940"/>
                    <a:pt x="6766" y="2731"/>
                  </a:cubicBezTo>
                  <a:cubicBezTo>
                    <a:pt x="6558" y="2508"/>
                    <a:pt x="6238" y="2442"/>
                    <a:pt x="5979" y="2265"/>
                  </a:cubicBezTo>
                  <a:cubicBezTo>
                    <a:pt x="5690" y="2072"/>
                    <a:pt x="5532" y="1721"/>
                    <a:pt x="5482" y="1381"/>
                  </a:cubicBezTo>
                  <a:cubicBezTo>
                    <a:pt x="5451" y="1204"/>
                    <a:pt x="5451" y="1046"/>
                    <a:pt x="5451" y="868"/>
                  </a:cubicBezTo>
                  <a:lnTo>
                    <a:pt x="6157" y="868"/>
                  </a:lnTo>
                  <a:lnTo>
                    <a:pt x="615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5" name="Google Shape;5965;p67"/>
            <p:cNvSpPr/>
            <p:nvPr/>
          </p:nvSpPr>
          <p:spPr>
            <a:xfrm>
              <a:off x="5676382" y="3029995"/>
              <a:ext cx="401520" cy="500414"/>
            </a:xfrm>
            <a:custGeom>
              <a:avLst/>
              <a:gdLst/>
              <a:ahLst/>
              <a:cxnLst/>
              <a:rect l="l" t="t" r="r" b="b"/>
              <a:pathLst>
                <a:path w="7314" h="9115" extrusionOk="0">
                  <a:moveTo>
                    <a:pt x="1818" y="1"/>
                  </a:moveTo>
                  <a:cubicBezTo>
                    <a:pt x="1848" y="356"/>
                    <a:pt x="1883" y="710"/>
                    <a:pt x="1833" y="1061"/>
                  </a:cubicBezTo>
                  <a:cubicBezTo>
                    <a:pt x="1771" y="1401"/>
                    <a:pt x="1609" y="1752"/>
                    <a:pt x="1335" y="1945"/>
                  </a:cubicBezTo>
                  <a:cubicBezTo>
                    <a:pt x="1077" y="2122"/>
                    <a:pt x="741" y="2188"/>
                    <a:pt x="533" y="2411"/>
                  </a:cubicBezTo>
                  <a:cubicBezTo>
                    <a:pt x="340" y="2620"/>
                    <a:pt x="290" y="2928"/>
                    <a:pt x="259" y="3218"/>
                  </a:cubicBezTo>
                  <a:cubicBezTo>
                    <a:pt x="97" y="4838"/>
                    <a:pt x="16" y="6461"/>
                    <a:pt x="1" y="8101"/>
                  </a:cubicBezTo>
                  <a:cubicBezTo>
                    <a:pt x="1" y="8648"/>
                    <a:pt x="452" y="9115"/>
                    <a:pt x="1015" y="9115"/>
                  </a:cubicBezTo>
                  <a:lnTo>
                    <a:pt x="6303" y="9115"/>
                  </a:lnTo>
                  <a:cubicBezTo>
                    <a:pt x="6863" y="9115"/>
                    <a:pt x="7314" y="8648"/>
                    <a:pt x="7298" y="8101"/>
                  </a:cubicBezTo>
                  <a:cubicBezTo>
                    <a:pt x="7298" y="6461"/>
                    <a:pt x="7202" y="4838"/>
                    <a:pt x="7040" y="3218"/>
                  </a:cubicBezTo>
                  <a:cubicBezTo>
                    <a:pt x="7009" y="2928"/>
                    <a:pt x="6978" y="2620"/>
                    <a:pt x="6766" y="2411"/>
                  </a:cubicBezTo>
                  <a:cubicBezTo>
                    <a:pt x="6558" y="2188"/>
                    <a:pt x="6238" y="2122"/>
                    <a:pt x="5979" y="1945"/>
                  </a:cubicBezTo>
                  <a:cubicBezTo>
                    <a:pt x="5690" y="1752"/>
                    <a:pt x="5532" y="1401"/>
                    <a:pt x="5482" y="1061"/>
                  </a:cubicBezTo>
                  <a:cubicBezTo>
                    <a:pt x="5416" y="710"/>
                    <a:pt x="5466" y="356"/>
                    <a:pt x="549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6" name="Google Shape;5966;p67"/>
            <p:cNvSpPr/>
            <p:nvPr/>
          </p:nvSpPr>
          <p:spPr>
            <a:xfrm>
              <a:off x="5704765" y="3180913"/>
              <a:ext cx="344976" cy="323032"/>
            </a:xfrm>
            <a:custGeom>
              <a:avLst/>
              <a:gdLst/>
              <a:ahLst/>
              <a:cxnLst/>
              <a:rect l="l" t="t" r="r" b="b"/>
              <a:pathLst>
                <a:path w="6284" h="5884" extrusionOk="0">
                  <a:moveTo>
                    <a:pt x="2172" y="1"/>
                  </a:moveTo>
                  <a:cubicBezTo>
                    <a:pt x="2160" y="1"/>
                    <a:pt x="2149" y="1"/>
                    <a:pt x="2138" y="2"/>
                  </a:cubicBezTo>
                  <a:cubicBezTo>
                    <a:pt x="1833" y="2"/>
                    <a:pt x="1544" y="226"/>
                    <a:pt x="1447" y="515"/>
                  </a:cubicBezTo>
                  <a:cubicBezTo>
                    <a:pt x="1357" y="411"/>
                    <a:pt x="1218" y="358"/>
                    <a:pt x="1077" y="358"/>
                  </a:cubicBezTo>
                  <a:cubicBezTo>
                    <a:pt x="915" y="358"/>
                    <a:pt x="751" y="427"/>
                    <a:pt x="656" y="565"/>
                  </a:cubicBezTo>
                  <a:cubicBezTo>
                    <a:pt x="626" y="418"/>
                    <a:pt x="529" y="291"/>
                    <a:pt x="402" y="210"/>
                  </a:cubicBezTo>
                  <a:cubicBezTo>
                    <a:pt x="271" y="388"/>
                    <a:pt x="255" y="611"/>
                    <a:pt x="224" y="820"/>
                  </a:cubicBezTo>
                  <a:cubicBezTo>
                    <a:pt x="78" y="2204"/>
                    <a:pt x="16" y="3600"/>
                    <a:pt x="1" y="5001"/>
                  </a:cubicBezTo>
                  <a:cubicBezTo>
                    <a:pt x="1" y="5483"/>
                    <a:pt x="386" y="5884"/>
                    <a:pt x="869" y="5884"/>
                  </a:cubicBezTo>
                  <a:lnTo>
                    <a:pt x="5416" y="5884"/>
                  </a:lnTo>
                  <a:cubicBezTo>
                    <a:pt x="5883" y="5884"/>
                    <a:pt x="6284" y="5483"/>
                    <a:pt x="6268" y="5001"/>
                  </a:cubicBezTo>
                  <a:cubicBezTo>
                    <a:pt x="6268" y="3600"/>
                    <a:pt x="6187" y="2204"/>
                    <a:pt x="6041" y="820"/>
                  </a:cubicBezTo>
                  <a:cubicBezTo>
                    <a:pt x="6025" y="580"/>
                    <a:pt x="5995" y="307"/>
                    <a:pt x="5817" y="129"/>
                  </a:cubicBezTo>
                  <a:cubicBezTo>
                    <a:pt x="5777" y="120"/>
                    <a:pt x="5735" y="116"/>
                    <a:pt x="5693" y="116"/>
                  </a:cubicBezTo>
                  <a:cubicBezTo>
                    <a:pt x="5438" y="116"/>
                    <a:pt x="5178" y="282"/>
                    <a:pt x="5111" y="530"/>
                  </a:cubicBezTo>
                  <a:cubicBezTo>
                    <a:pt x="5002" y="366"/>
                    <a:pt x="4804" y="280"/>
                    <a:pt x="4610" y="280"/>
                  </a:cubicBezTo>
                  <a:cubicBezTo>
                    <a:pt x="4461" y="280"/>
                    <a:pt x="4314" y="330"/>
                    <a:pt x="4209" y="434"/>
                  </a:cubicBezTo>
                  <a:cubicBezTo>
                    <a:pt x="4139" y="349"/>
                    <a:pt x="4031" y="308"/>
                    <a:pt x="3922" y="308"/>
                  </a:cubicBezTo>
                  <a:cubicBezTo>
                    <a:pt x="3782" y="308"/>
                    <a:pt x="3640" y="374"/>
                    <a:pt x="3568" y="499"/>
                  </a:cubicBezTo>
                  <a:cubicBezTo>
                    <a:pt x="3472" y="403"/>
                    <a:pt x="3323" y="350"/>
                    <a:pt x="3179" y="350"/>
                  </a:cubicBezTo>
                  <a:cubicBezTo>
                    <a:pt x="3058" y="350"/>
                    <a:pt x="2940" y="388"/>
                    <a:pt x="2859" y="469"/>
                  </a:cubicBezTo>
                  <a:cubicBezTo>
                    <a:pt x="2751" y="190"/>
                    <a:pt x="2465" y="1"/>
                    <a:pt x="217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7" name="Google Shape;5967;p67"/>
            <p:cNvSpPr/>
            <p:nvPr/>
          </p:nvSpPr>
          <p:spPr>
            <a:xfrm>
              <a:off x="5739900" y="3013305"/>
              <a:ext cx="274488" cy="46830"/>
            </a:xfrm>
            <a:custGeom>
              <a:avLst/>
              <a:gdLst/>
              <a:ahLst/>
              <a:cxnLst/>
              <a:rect l="l" t="t" r="r" b="b"/>
              <a:pathLst>
                <a:path w="5000" h="853" extrusionOk="0">
                  <a:moveTo>
                    <a:pt x="1" y="0"/>
                  </a:moveTo>
                  <a:lnTo>
                    <a:pt x="1" y="852"/>
                  </a:lnTo>
                  <a:lnTo>
                    <a:pt x="5000" y="852"/>
                  </a:lnTo>
                  <a:lnTo>
                    <a:pt x="500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8" name="Google Shape;5968;p67"/>
            <p:cNvSpPr/>
            <p:nvPr/>
          </p:nvSpPr>
          <p:spPr>
            <a:xfrm>
              <a:off x="5749672" y="3013305"/>
              <a:ext cx="8070" cy="46830"/>
            </a:xfrm>
            <a:custGeom>
              <a:avLst/>
              <a:gdLst/>
              <a:ahLst/>
              <a:cxnLst/>
              <a:rect l="l" t="t" r="r" b="b"/>
              <a:pathLst>
                <a:path w="147" h="853" extrusionOk="0">
                  <a:moveTo>
                    <a:pt x="0" y="0"/>
                  </a:moveTo>
                  <a:lnTo>
                    <a:pt x="0" y="852"/>
                  </a:lnTo>
                  <a:lnTo>
                    <a:pt x="147" y="852"/>
                  </a:lnTo>
                  <a:lnTo>
                    <a:pt x="14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9" name="Google Shape;5969;p67"/>
            <p:cNvSpPr/>
            <p:nvPr/>
          </p:nvSpPr>
          <p:spPr>
            <a:xfrm>
              <a:off x="5769162" y="3013305"/>
              <a:ext cx="7850" cy="46830"/>
            </a:xfrm>
            <a:custGeom>
              <a:avLst/>
              <a:gdLst/>
              <a:ahLst/>
              <a:cxnLst/>
              <a:rect l="l" t="t" r="r" b="b"/>
              <a:pathLst>
                <a:path w="143" h="853" extrusionOk="0">
                  <a:moveTo>
                    <a:pt x="0" y="0"/>
                  </a:moveTo>
                  <a:lnTo>
                    <a:pt x="0" y="852"/>
                  </a:lnTo>
                  <a:lnTo>
                    <a:pt x="143" y="852"/>
                  </a:lnTo>
                  <a:lnTo>
                    <a:pt x="14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0" name="Google Shape;5970;p67"/>
            <p:cNvSpPr/>
            <p:nvPr/>
          </p:nvSpPr>
          <p:spPr>
            <a:xfrm>
              <a:off x="5787553" y="3013305"/>
              <a:ext cx="8125" cy="46830"/>
            </a:xfrm>
            <a:custGeom>
              <a:avLst/>
              <a:gdLst/>
              <a:ahLst/>
              <a:cxnLst/>
              <a:rect l="l" t="t" r="r" b="b"/>
              <a:pathLst>
                <a:path w="148" h="853" extrusionOk="0">
                  <a:moveTo>
                    <a:pt x="1" y="0"/>
                  </a:moveTo>
                  <a:lnTo>
                    <a:pt x="1" y="852"/>
                  </a:lnTo>
                  <a:lnTo>
                    <a:pt x="147" y="852"/>
                  </a:lnTo>
                  <a:lnTo>
                    <a:pt x="14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1" name="Google Shape;5971;p67"/>
            <p:cNvSpPr/>
            <p:nvPr/>
          </p:nvSpPr>
          <p:spPr>
            <a:xfrm>
              <a:off x="5807042" y="3013305"/>
              <a:ext cx="7905" cy="46830"/>
            </a:xfrm>
            <a:custGeom>
              <a:avLst/>
              <a:gdLst/>
              <a:ahLst/>
              <a:cxnLst/>
              <a:rect l="l" t="t" r="r" b="b"/>
              <a:pathLst>
                <a:path w="144" h="853" extrusionOk="0">
                  <a:moveTo>
                    <a:pt x="1" y="0"/>
                  </a:moveTo>
                  <a:lnTo>
                    <a:pt x="1" y="852"/>
                  </a:lnTo>
                  <a:lnTo>
                    <a:pt x="143" y="852"/>
                  </a:lnTo>
                  <a:lnTo>
                    <a:pt x="14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2" name="Google Shape;5972;p67"/>
            <p:cNvSpPr/>
            <p:nvPr/>
          </p:nvSpPr>
          <p:spPr>
            <a:xfrm>
              <a:off x="5825488" y="3013305"/>
              <a:ext cx="8070" cy="46830"/>
            </a:xfrm>
            <a:custGeom>
              <a:avLst/>
              <a:gdLst/>
              <a:ahLst/>
              <a:cxnLst/>
              <a:rect l="l" t="t" r="r" b="b"/>
              <a:pathLst>
                <a:path w="147" h="853" extrusionOk="0">
                  <a:moveTo>
                    <a:pt x="0" y="0"/>
                  </a:moveTo>
                  <a:lnTo>
                    <a:pt x="0" y="852"/>
                  </a:lnTo>
                  <a:lnTo>
                    <a:pt x="147" y="852"/>
                  </a:lnTo>
                  <a:lnTo>
                    <a:pt x="14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3" name="Google Shape;5973;p67"/>
            <p:cNvSpPr/>
            <p:nvPr/>
          </p:nvSpPr>
          <p:spPr>
            <a:xfrm>
              <a:off x="5844977" y="3013305"/>
              <a:ext cx="8070" cy="46830"/>
            </a:xfrm>
            <a:custGeom>
              <a:avLst/>
              <a:gdLst/>
              <a:ahLst/>
              <a:cxnLst/>
              <a:rect l="l" t="t" r="r" b="b"/>
              <a:pathLst>
                <a:path w="147" h="853" extrusionOk="0">
                  <a:moveTo>
                    <a:pt x="0" y="0"/>
                  </a:moveTo>
                  <a:lnTo>
                    <a:pt x="0" y="852"/>
                  </a:lnTo>
                  <a:lnTo>
                    <a:pt x="147" y="852"/>
                  </a:lnTo>
                  <a:lnTo>
                    <a:pt x="14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4" name="Google Shape;5974;p67"/>
            <p:cNvSpPr/>
            <p:nvPr/>
          </p:nvSpPr>
          <p:spPr>
            <a:xfrm>
              <a:off x="5863588" y="3013305"/>
              <a:ext cx="7905" cy="46830"/>
            </a:xfrm>
            <a:custGeom>
              <a:avLst/>
              <a:gdLst/>
              <a:ahLst/>
              <a:cxnLst/>
              <a:rect l="l" t="t" r="r" b="b"/>
              <a:pathLst>
                <a:path w="144" h="853" extrusionOk="0">
                  <a:moveTo>
                    <a:pt x="0" y="0"/>
                  </a:moveTo>
                  <a:lnTo>
                    <a:pt x="0" y="852"/>
                  </a:lnTo>
                  <a:lnTo>
                    <a:pt x="143" y="852"/>
                  </a:lnTo>
                  <a:lnTo>
                    <a:pt x="14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5" name="Google Shape;5975;p67"/>
            <p:cNvSpPr/>
            <p:nvPr/>
          </p:nvSpPr>
          <p:spPr>
            <a:xfrm>
              <a:off x="5882034" y="3013305"/>
              <a:ext cx="8948" cy="46830"/>
            </a:xfrm>
            <a:custGeom>
              <a:avLst/>
              <a:gdLst/>
              <a:ahLst/>
              <a:cxnLst/>
              <a:rect l="l" t="t" r="r" b="b"/>
              <a:pathLst>
                <a:path w="163" h="853" extrusionOk="0">
                  <a:moveTo>
                    <a:pt x="0" y="0"/>
                  </a:moveTo>
                  <a:lnTo>
                    <a:pt x="0" y="852"/>
                  </a:lnTo>
                  <a:lnTo>
                    <a:pt x="162" y="852"/>
                  </a:lnTo>
                  <a:lnTo>
                    <a:pt x="16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6" name="Google Shape;5976;p67"/>
            <p:cNvSpPr/>
            <p:nvPr/>
          </p:nvSpPr>
          <p:spPr>
            <a:xfrm>
              <a:off x="5901469" y="3013305"/>
              <a:ext cx="7905" cy="46830"/>
            </a:xfrm>
            <a:custGeom>
              <a:avLst/>
              <a:gdLst/>
              <a:ahLst/>
              <a:cxnLst/>
              <a:rect l="l" t="t" r="r" b="b"/>
              <a:pathLst>
                <a:path w="144" h="853" extrusionOk="0">
                  <a:moveTo>
                    <a:pt x="1" y="0"/>
                  </a:moveTo>
                  <a:lnTo>
                    <a:pt x="1" y="852"/>
                  </a:lnTo>
                  <a:lnTo>
                    <a:pt x="144" y="852"/>
                  </a:lnTo>
                  <a:lnTo>
                    <a:pt x="14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7" name="Google Shape;5977;p67"/>
            <p:cNvSpPr/>
            <p:nvPr/>
          </p:nvSpPr>
          <p:spPr>
            <a:xfrm>
              <a:off x="5919915" y="3013305"/>
              <a:ext cx="8125" cy="46830"/>
            </a:xfrm>
            <a:custGeom>
              <a:avLst/>
              <a:gdLst/>
              <a:ahLst/>
              <a:cxnLst/>
              <a:rect l="l" t="t" r="r" b="b"/>
              <a:pathLst>
                <a:path w="148" h="853" extrusionOk="0">
                  <a:moveTo>
                    <a:pt x="0" y="0"/>
                  </a:moveTo>
                  <a:lnTo>
                    <a:pt x="0" y="852"/>
                  </a:lnTo>
                  <a:lnTo>
                    <a:pt x="147" y="852"/>
                  </a:lnTo>
                  <a:lnTo>
                    <a:pt x="14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8" name="Google Shape;5978;p67"/>
            <p:cNvSpPr/>
            <p:nvPr/>
          </p:nvSpPr>
          <p:spPr>
            <a:xfrm>
              <a:off x="5939404" y="3013305"/>
              <a:ext cx="7905" cy="46830"/>
            </a:xfrm>
            <a:custGeom>
              <a:avLst/>
              <a:gdLst/>
              <a:ahLst/>
              <a:cxnLst/>
              <a:rect l="l" t="t" r="r" b="b"/>
              <a:pathLst>
                <a:path w="144" h="853" extrusionOk="0">
                  <a:moveTo>
                    <a:pt x="0" y="0"/>
                  </a:moveTo>
                  <a:lnTo>
                    <a:pt x="0" y="852"/>
                  </a:lnTo>
                  <a:lnTo>
                    <a:pt x="143" y="852"/>
                  </a:lnTo>
                  <a:lnTo>
                    <a:pt x="14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9" name="Google Shape;5979;p67"/>
            <p:cNvSpPr/>
            <p:nvPr/>
          </p:nvSpPr>
          <p:spPr>
            <a:xfrm>
              <a:off x="5957795" y="3013305"/>
              <a:ext cx="8125" cy="46830"/>
            </a:xfrm>
            <a:custGeom>
              <a:avLst/>
              <a:gdLst/>
              <a:ahLst/>
              <a:cxnLst/>
              <a:rect l="l" t="t" r="r" b="b"/>
              <a:pathLst>
                <a:path w="148" h="853" extrusionOk="0">
                  <a:moveTo>
                    <a:pt x="1" y="0"/>
                  </a:moveTo>
                  <a:lnTo>
                    <a:pt x="1" y="852"/>
                  </a:lnTo>
                  <a:lnTo>
                    <a:pt x="147" y="852"/>
                  </a:lnTo>
                  <a:lnTo>
                    <a:pt x="14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0" name="Google Shape;5980;p67"/>
            <p:cNvSpPr/>
            <p:nvPr/>
          </p:nvSpPr>
          <p:spPr>
            <a:xfrm>
              <a:off x="5977285" y="3013305"/>
              <a:ext cx="8125" cy="46830"/>
            </a:xfrm>
            <a:custGeom>
              <a:avLst/>
              <a:gdLst/>
              <a:ahLst/>
              <a:cxnLst/>
              <a:rect l="l" t="t" r="r" b="b"/>
              <a:pathLst>
                <a:path w="148" h="853" extrusionOk="0">
                  <a:moveTo>
                    <a:pt x="1" y="0"/>
                  </a:moveTo>
                  <a:lnTo>
                    <a:pt x="1" y="852"/>
                  </a:lnTo>
                  <a:lnTo>
                    <a:pt x="147" y="852"/>
                  </a:lnTo>
                  <a:lnTo>
                    <a:pt x="14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1" name="Google Shape;5981;p67"/>
            <p:cNvSpPr/>
            <p:nvPr/>
          </p:nvSpPr>
          <p:spPr>
            <a:xfrm>
              <a:off x="5995950" y="3013305"/>
              <a:ext cx="7850" cy="46830"/>
            </a:xfrm>
            <a:custGeom>
              <a:avLst/>
              <a:gdLst/>
              <a:ahLst/>
              <a:cxnLst/>
              <a:rect l="l" t="t" r="r" b="b"/>
              <a:pathLst>
                <a:path w="143" h="853" extrusionOk="0">
                  <a:moveTo>
                    <a:pt x="0" y="0"/>
                  </a:moveTo>
                  <a:lnTo>
                    <a:pt x="0" y="852"/>
                  </a:lnTo>
                  <a:lnTo>
                    <a:pt x="143" y="852"/>
                  </a:lnTo>
                  <a:lnTo>
                    <a:pt x="14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2" name="Google Shape;5982;p67"/>
            <p:cNvSpPr/>
            <p:nvPr/>
          </p:nvSpPr>
          <p:spPr>
            <a:xfrm>
              <a:off x="5745226" y="3151761"/>
              <a:ext cx="263892" cy="306232"/>
            </a:xfrm>
            <a:custGeom>
              <a:avLst/>
              <a:gdLst/>
              <a:ahLst/>
              <a:cxnLst/>
              <a:rect l="l" t="t" r="r" b="b"/>
              <a:pathLst>
                <a:path w="4807" h="5578" extrusionOk="0">
                  <a:moveTo>
                    <a:pt x="2396" y="1"/>
                  </a:moveTo>
                  <a:cubicBezTo>
                    <a:pt x="1077" y="1"/>
                    <a:pt x="0" y="1254"/>
                    <a:pt x="0" y="2782"/>
                  </a:cubicBezTo>
                  <a:cubicBezTo>
                    <a:pt x="0" y="4324"/>
                    <a:pt x="1077" y="5578"/>
                    <a:pt x="2396" y="5578"/>
                  </a:cubicBezTo>
                  <a:cubicBezTo>
                    <a:pt x="3730" y="5578"/>
                    <a:pt x="4806" y="4324"/>
                    <a:pt x="4806" y="2782"/>
                  </a:cubicBezTo>
                  <a:cubicBezTo>
                    <a:pt x="4806" y="1254"/>
                    <a:pt x="3730" y="1"/>
                    <a:pt x="23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3" name="Google Shape;5983;p67"/>
            <p:cNvSpPr/>
            <p:nvPr/>
          </p:nvSpPr>
          <p:spPr>
            <a:xfrm>
              <a:off x="5723211" y="3090164"/>
              <a:ext cx="81139" cy="234643"/>
            </a:xfrm>
            <a:custGeom>
              <a:avLst/>
              <a:gdLst/>
              <a:ahLst/>
              <a:cxnLst/>
              <a:rect l="l" t="t" r="r" b="b"/>
              <a:pathLst>
                <a:path w="1478" h="4274" extrusionOk="0">
                  <a:moveTo>
                    <a:pt x="1478" y="0"/>
                  </a:moveTo>
                  <a:cubicBezTo>
                    <a:pt x="1478" y="0"/>
                    <a:pt x="1462" y="62"/>
                    <a:pt x="1416" y="193"/>
                  </a:cubicBezTo>
                  <a:cubicBezTo>
                    <a:pt x="1381" y="320"/>
                    <a:pt x="1335" y="498"/>
                    <a:pt x="1223" y="675"/>
                  </a:cubicBezTo>
                  <a:cubicBezTo>
                    <a:pt x="1173" y="772"/>
                    <a:pt x="1111" y="849"/>
                    <a:pt x="1015" y="930"/>
                  </a:cubicBezTo>
                  <a:cubicBezTo>
                    <a:pt x="918" y="1011"/>
                    <a:pt x="803" y="1076"/>
                    <a:pt x="691" y="1173"/>
                  </a:cubicBezTo>
                  <a:cubicBezTo>
                    <a:pt x="579" y="1254"/>
                    <a:pt x="467" y="1350"/>
                    <a:pt x="386" y="1493"/>
                  </a:cubicBezTo>
                  <a:cubicBezTo>
                    <a:pt x="305" y="1620"/>
                    <a:pt x="259" y="1782"/>
                    <a:pt x="224" y="1929"/>
                  </a:cubicBezTo>
                  <a:cubicBezTo>
                    <a:pt x="209" y="2006"/>
                    <a:pt x="193" y="2071"/>
                    <a:pt x="178" y="2152"/>
                  </a:cubicBezTo>
                  <a:cubicBezTo>
                    <a:pt x="162" y="2218"/>
                    <a:pt x="147" y="2295"/>
                    <a:pt x="128" y="2361"/>
                  </a:cubicBezTo>
                  <a:cubicBezTo>
                    <a:pt x="112" y="2507"/>
                    <a:pt x="81" y="2650"/>
                    <a:pt x="66" y="2777"/>
                  </a:cubicBezTo>
                  <a:cubicBezTo>
                    <a:pt x="31" y="3051"/>
                    <a:pt x="16" y="3310"/>
                    <a:pt x="0" y="3533"/>
                  </a:cubicBezTo>
                  <a:lnTo>
                    <a:pt x="0" y="4081"/>
                  </a:lnTo>
                  <a:cubicBezTo>
                    <a:pt x="0" y="4147"/>
                    <a:pt x="0" y="4193"/>
                    <a:pt x="16" y="4224"/>
                  </a:cubicBezTo>
                  <a:lnTo>
                    <a:pt x="16" y="4274"/>
                  </a:lnTo>
                  <a:cubicBezTo>
                    <a:pt x="16" y="4274"/>
                    <a:pt x="16" y="4208"/>
                    <a:pt x="31" y="4081"/>
                  </a:cubicBezTo>
                  <a:cubicBezTo>
                    <a:pt x="50" y="3954"/>
                    <a:pt x="81" y="3761"/>
                    <a:pt x="112" y="3549"/>
                  </a:cubicBezTo>
                  <a:cubicBezTo>
                    <a:pt x="147" y="3325"/>
                    <a:pt x="178" y="3086"/>
                    <a:pt x="224" y="2812"/>
                  </a:cubicBezTo>
                  <a:cubicBezTo>
                    <a:pt x="259" y="2665"/>
                    <a:pt x="274" y="2538"/>
                    <a:pt x="305" y="2392"/>
                  </a:cubicBezTo>
                  <a:cubicBezTo>
                    <a:pt x="320" y="2330"/>
                    <a:pt x="340" y="2249"/>
                    <a:pt x="355" y="2183"/>
                  </a:cubicBezTo>
                  <a:cubicBezTo>
                    <a:pt x="371" y="2102"/>
                    <a:pt x="386" y="2041"/>
                    <a:pt x="401" y="1975"/>
                  </a:cubicBezTo>
                  <a:cubicBezTo>
                    <a:pt x="436" y="1832"/>
                    <a:pt x="467" y="1701"/>
                    <a:pt x="533" y="1574"/>
                  </a:cubicBezTo>
                  <a:cubicBezTo>
                    <a:pt x="594" y="1462"/>
                    <a:pt x="691" y="1381"/>
                    <a:pt x="787" y="1285"/>
                  </a:cubicBezTo>
                  <a:cubicBezTo>
                    <a:pt x="899" y="1204"/>
                    <a:pt x="1015" y="1123"/>
                    <a:pt x="1111" y="1026"/>
                  </a:cubicBezTo>
                  <a:lnTo>
                    <a:pt x="1173" y="964"/>
                  </a:lnTo>
                  <a:cubicBezTo>
                    <a:pt x="1188" y="930"/>
                    <a:pt x="1208" y="914"/>
                    <a:pt x="1223" y="883"/>
                  </a:cubicBezTo>
                  <a:cubicBezTo>
                    <a:pt x="1269" y="833"/>
                    <a:pt x="1285" y="772"/>
                    <a:pt x="1319" y="721"/>
                  </a:cubicBezTo>
                  <a:cubicBezTo>
                    <a:pt x="1366" y="625"/>
                    <a:pt x="1400" y="513"/>
                    <a:pt x="1416" y="432"/>
                  </a:cubicBezTo>
                  <a:cubicBezTo>
                    <a:pt x="1431" y="336"/>
                    <a:pt x="1447" y="270"/>
                    <a:pt x="1462" y="208"/>
                  </a:cubicBezTo>
                  <a:cubicBezTo>
                    <a:pt x="1462" y="143"/>
                    <a:pt x="1478" y="77"/>
                    <a:pt x="1478" y="46"/>
                  </a:cubicBezTo>
                  <a:lnTo>
                    <a:pt x="147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4" name="Google Shape;5984;p67"/>
            <p:cNvSpPr/>
            <p:nvPr/>
          </p:nvSpPr>
          <p:spPr>
            <a:xfrm>
              <a:off x="5904872" y="3391890"/>
              <a:ext cx="133456" cy="97667"/>
            </a:xfrm>
            <a:custGeom>
              <a:avLst/>
              <a:gdLst/>
              <a:ahLst/>
              <a:cxnLst/>
              <a:rect l="l" t="t" r="r" b="b"/>
              <a:pathLst>
                <a:path w="2431" h="1779" extrusionOk="0">
                  <a:moveTo>
                    <a:pt x="2365" y="0"/>
                  </a:moveTo>
                  <a:cubicBezTo>
                    <a:pt x="2365" y="0"/>
                    <a:pt x="2334" y="240"/>
                    <a:pt x="2299" y="594"/>
                  </a:cubicBezTo>
                  <a:cubicBezTo>
                    <a:pt x="2284" y="675"/>
                    <a:pt x="2284" y="772"/>
                    <a:pt x="2284" y="884"/>
                  </a:cubicBezTo>
                  <a:cubicBezTo>
                    <a:pt x="2269" y="980"/>
                    <a:pt x="2269" y="1092"/>
                    <a:pt x="2253" y="1188"/>
                  </a:cubicBezTo>
                  <a:cubicBezTo>
                    <a:pt x="2238" y="1285"/>
                    <a:pt x="2203" y="1366"/>
                    <a:pt x="2141" y="1447"/>
                  </a:cubicBezTo>
                  <a:cubicBezTo>
                    <a:pt x="2060" y="1509"/>
                    <a:pt x="1979" y="1574"/>
                    <a:pt x="1883" y="1590"/>
                  </a:cubicBezTo>
                  <a:cubicBezTo>
                    <a:pt x="1827" y="1597"/>
                    <a:pt x="1771" y="1601"/>
                    <a:pt x="1715" y="1601"/>
                  </a:cubicBezTo>
                  <a:cubicBezTo>
                    <a:pt x="1658" y="1601"/>
                    <a:pt x="1601" y="1597"/>
                    <a:pt x="1543" y="1590"/>
                  </a:cubicBezTo>
                  <a:lnTo>
                    <a:pt x="1208" y="1590"/>
                  </a:lnTo>
                  <a:cubicBezTo>
                    <a:pt x="984" y="1605"/>
                    <a:pt x="772" y="1620"/>
                    <a:pt x="598" y="1640"/>
                  </a:cubicBezTo>
                  <a:cubicBezTo>
                    <a:pt x="421" y="1671"/>
                    <a:pt x="274" y="1701"/>
                    <a:pt x="163" y="1717"/>
                  </a:cubicBezTo>
                  <a:cubicBezTo>
                    <a:pt x="116" y="1736"/>
                    <a:pt x="82" y="1736"/>
                    <a:pt x="51" y="1752"/>
                  </a:cubicBezTo>
                  <a:cubicBezTo>
                    <a:pt x="20" y="1752"/>
                    <a:pt x="1" y="1767"/>
                    <a:pt x="1" y="1767"/>
                  </a:cubicBezTo>
                  <a:cubicBezTo>
                    <a:pt x="1" y="1767"/>
                    <a:pt x="66" y="1767"/>
                    <a:pt x="163" y="1752"/>
                  </a:cubicBezTo>
                  <a:lnTo>
                    <a:pt x="1208" y="1752"/>
                  </a:lnTo>
                  <a:cubicBezTo>
                    <a:pt x="1304" y="1767"/>
                    <a:pt x="1416" y="1767"/>
                    <a:pt x="1543" y="1767"/>
                  </a:cubicBezTo>
                  <a:cubicBezTo>
                    <a:pt x="1601" y="1775"/>
                    <a:pt x="1662" y="1779"/>
                    <a:pt x="1724" y="1779"/>
                  </a:cubicBezTo>
                  <a:cubicBezTo>
                    <a:pt x="1786" y="1779"/>
                    <a:pt x="1850" y="1775"/>
                    <a:pt x="1914" y="1767"/>
                  </a:cubicBezTo>
                  <a:cubicBezTo>
                    <a:pt x="2045" y="1736"/>
                    <a:pt x="2172" y="1671"/>
                    <a:pt x="2269" y="1559"/>
                  </a:cubicBezTo>
                  <a:cubicBezTo>
                    <a:pt x="2350" y="1462"/>
                    <a:pt x="2396" y="1331"/>
                    <a:pt x="2411" y="1204"/>
                  </a:cubicBezTo>
                  <a:cubicBezTo>
                    <a:pt x="2431" y="1092"/>
                    <a:pt x="2411" y="980"/>
                    <a:pt x="2411" y="884"/>
                  </a:cubicBezTo>
                  <a:cubicBezTo>
                    <a:pt x="2411" y="772"/>
                    <a:pt x="2411" y="675"/>
                    <a:pt x="2396" y="594"/>
                  </a:cubicBezTo>
                  <a:cubicBezTo>
                    <a:pt x="2380" y="240"/>
                    <a:pt x="2365" y="0"/>
                    <a:pt x="236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5" name="Google Shape;5985;p67"/>
            <p:cNvSpPr/>
            <p:nvPr/>
          </p:nvSpPr>
          <p:spPr>
            <a:xfrm>
              <a:off x="5815936" y="3214456"/>
              <a:ext cx="29096" cy="41559"/>
            </a:xfrm>
            <a:custGeom>
              <a:avLst/>
              <a:gdLst/>
              <a:ahLst/>
              <a:cxnLst/>
              <a:rect l="l" t="t" r="r" b="b"/>
              <a:pathLst>
                <a:path w="530" h="757" extrusionOk="0">
                  <a:moveTo>
                    <a:pt x="1" y="0"/>
                  </a:moveTo>
                  <a:lnTo>
                    <a:pt x="1" y="756"/>
                  </a:lnTo>
                  <a:lnTo>
                    <a:pt x="224" y="756"/>
                  </a:lnTo>
                  <a:lnTo>
                    <a:pt x="224" y="482"/>
                  </a:lnTo>
                  <a:lnTo>
                    <a:pt x="448" y="482"/>
                  </a:lnTo>
                  <a:lnTo>
                    <a:pt x="448" y="290"/>
                  </a:lnTo>
                  <a:lnTo>
                    <a:pt x="224" y="290"/>
                  </a:lnTo>
                  <a:lnTo>
                    <a:pt x="224" y="193"/>
                  </a:lnTo>
                  <a:lnTo>
                    <a:pt x="529" y="193"/>
                  </a:lnTo>
                  <a:lnTo>
                    <a:pt x="52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6" name="Google Shape;5986;p67"/>
            <p:cNvSpPr/>
            <p:nvPr/>
          </p:nvSpPr>
          <p:spPr>
            <a:xfrm>
              <a:off x="5849424" y="3214456"/>
              <a:ext cx="13175" cy="41559"/>
            </a:xfrm>
            <a:custGeom>
              <a:avLst/>
              <a:gdLst/>
              <a:ahLst/>
              <a:cxnLst/>
              <a:rect l="l" t="t" r="r" b="b"/>
              <a:pathLst>
                <a:path w="240" h="757" extrusionOk="0">
                  <a:moveTo>
                    <a:pt x="0" y="0"/>
                  </a:moveTo>
                  <a:lnTo>
                    <a:pt x="0" y="756"/>
                  </a:lnTo>
                  <a:lnTo>
                    <a:pt x="239" y="756"/>
                  </a:lnTo>
                  <a:lnTo>
                    <a:pt x="23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7" name="Google Shape;5987;p67"/>
            <p:cNvSpPr/>
            <p:nvPr/>
          </p:nvSpPr>
          <p:spPr>
            <a:xfrm>
              <a:off x="5866992" y="3213578"/>
              <a:ext cx="33707" cy="43261"/>
            </a:xfrm>
            <a:custGeom>
              <a:avLst/>
              <a:gdLst/>
              <a:ahLst/>
              <a:cxnLst/>
              <a:rect l="l" t="t" r="r" b="b"/>
              <a:pathLst>
                <a:path w="614" h="788" extrusionOk="0">
                  <a:moveTo>
                    <a:pt x="289" y="1"/>
                  </a:moveTo>
                  <a:cubicBezTo>
                    <a:pt x="243" y="1"/>
                    <a:pt x="193" y="16"/>
                    <a:pt x="147" y="32"/>
                  </a:cubicBezTo>
                  <a:cubicBezTo>
                    <a:pt x="97" y="47"/>
                    <a:pt x="66" y="82"/>
                    <a:pt x="50" y="113"/>
                  </a:cubicBezTo>
                  <a:cubicBezTo>
                    <a:pt x="16" y="144"/>
                    <a:pt x="0" y="194"/>
                    <a:pt x="0" y="240"/>
                  </a:cubicBezTo>
                  <a:cubicBezTo>
                    <a:pt x="0" y="290"/>
                    <a:pt x="16" y="321"/>
                    <a:pt x="35" y="356"/>
                  </a:cubicBezTo>
                  <a:cubicBezTo>
                    <a:pt x="66" y="387"/>
                    <a:pt x="97" y="417"/>
                    <a:pt x="131" y="433"/>
                  </a:cubicBezTo>
                  <a:cubicBezTo>
                    <a:pt x="162" y="452"/>
                    <a:pt x="193" y="468"/>
                    <a:pt x="243" y="483"/>
                  </a:cubicBezTo>
                  <a:cubicBezTo>
                    <a:pt x="289" y="498"/>
                    <a:pt x="324" y="514"/>
                    <a:pt x="340" y="514"/>
                  </a:cubicBezTo>
                  <a:cubicBezTo>
                    <a:pt x="355" y="529"/>
                    <a:pt x="355" y="549"/>
                    <a:pt x="355" y="564"/>
                  </a:cubicBezTo>
                  <a:lnTo>
                    <a:pt x="355" y="595"/>
                  </a:lnTo>
                  <a:lnTo>
                    <a:pt x="324" y="595"/>
                  </a:lnTo>
                  <a:cubicBezTo>
                    <a:pt x="289" y="595"/>
                    <a:pt x="259" y="579"/>
                    <a:pt x="259" y="529"/>
                  </a:cubicBezTo>
                  <a:lnTo>
                    <a:pt x="0" y="529"/>
                  </a:lnTo>
                  <a:cubicBezTo>
                    <a:pt x="16" y="610"/>
                    <a:pt x="50" y="676"/>
                    <a:pt x="97" y="722"/>
                  </a:cubicBezTo>
                  <a:cubicBezTo>
                    <a:pt x="162" y="772"/>
                    <a:pt x="243" y="788"/>
                    <a:pt x="324" y="788"/>
                  </a:cubicBezTo>
                  <a:cubicBezTo>
                    <a:pt x="386" y="788"/>
                    <a:pt x="436" y="772"/>
                    <a:pt x="482" y="757"/>
                  </a:cubicBezTo>
                  <a:cubicBezTo>
                    <a:pt x="532" y="741"/>
                    <a:pt x="563" y="707"/>
                    <a:pt x="579" y="676"/>
                  </a:cubicBezTo>
                  <a:cubicBezTo>
                    <a:pt x="613" y="645"/>
                    <a:pt x="613" y="595"/>
                    <a:pt x="613" y="549"/>
                  </a:cubicBezTo>
                  <a:cubicBezTo>
                    <a:pt x="613" y="498"/>
                    <a:pt x="594" y="468"/>
                    <a:pt x="579" y="433"/>
                  </a:cubicBezTo>
                  <a:cubicBezTo>
                    <a:pt x="548" y="402"/>
                    <a:pt x="532" y="371"/>
                    <a:pt x="498" y="356"/>
                  </a:cubicBezTo>
                  <a:cubicBezTo>
                    <a:pt x="467" y="336"/>
                    <a:pt x="421" y="321"/>
                    <a:pt x="370" y="306"/>
                  </a:cubicBezTo>
                  <a:cubicBezTo>
                    <a:pt x="340" y="290"/>
                    <a:pt x="305" y="275"/>
                    <a:pt x="289" y="275"/>
                  </a:cubicBezTo>
                  <a:cubicBezTo>
                    <a:pt x="274" y="259"/>
                    <a:pt x="259" y="240"/>
                    <a:pt x="259" y="225"/>
                  </a:cubicBezTo>
                  <a:cubicBezTo>
                    <a:pt x="259" y="209"/>
                    <a:pt x="259" y="209"/>
                    <a:pt x="274" y="194"/>
                  </a:cubicBezTo>
                  <a:lnTo>
                    <a:pt x="289" y="194"/>
                  </a:lnTo>
                  <a:cubicBezTo>
                    <a:pt x="324" y="194"/>
                    <a:pt x="340" y="209"/>
                    <a:pt x="340" y="259"/>
                  </a:cubicBezTo>
                  <a:lnTo>
                    <a:pt x="594" y="259"/>
                  </a:lnTo>
                  <a:cubicBezTo>
                    <a:pt x="594" y="178"/>
                    <a:pt x="563" y="113"/>
                    <a:pt x="517" y="66"/>
                  </a:cubicBezTo>
                  <a:cubicBezTo>
                    <a:pt x="467" y="32"/>
                    <a:pt x="386" y="1"/>
                    <a:pt x="2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8" name="Google Shape;5988;p67"/>
            <p:cNvSpPr/>
            <p:nvPr/>
          </p:nvSpPr>
          <p:spPr>
            <a:xfrm>
              <a:off x="5904872" y="3214456"/>
              <a:ext cx="39032" cy="41559"/>
            </a:xfrm>
            <a:custGeom>
              <a:avLst/>
              <a:gdLst/>
              <a:ahLst/>
              <a:cxnLst/>
              <a:rect l="l" t="t" r="r" b="b"/>
              <a:pathLst>
                <a:path w="711" h="757" extrusionOk="0">
                  <a:moveTo>
                    <a:pt x="1" y="0"/>
                  </a:moveTo>
                  <a:lnTo>
                    <a:pt x="1" y="756"/>
                  </a:lnTo>
                  <a:lnTo>
                    <a:pt x="244" y="756"/>
                  </a:lnTo>
                  <a:lnTo>
                    <a:pt x="244" y="467"/>
                  </a:lnTo>
                  <a:lnTo>
                    <a:pt x="467" y="467"/>
                  </a:lnTo>
                  <a:lnTo>
                    <a:pt x="467" y="756"/>
                  </a:lnTo>
                  <a:lnTo>
                    <a:pt x="710" y="756"/>
                  </a:lnTo>
                  <a:lnTo>
                    <a:pt x="710" y="0"/>
                  </a:lnTo>
                  <a:lnTo>
                    <a:pt x="467" y="0"/>
                  </a:lnTo>
                  <a:lnTo>
                    <a:pt x="467" y="274"/>
                  </a:lnTo>
                  <a:lnTo>
                    <a:pt x="244" y="274"/>
                  </a:lnTo>
                  <a:lnTo>
                    <a:pt x="24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9" name="Google Shape;5989;p67"/>
            <p:cNvSpPr/>
            <p:nvPr/>
          </p:nvSpPr>
          <p:spPr>
            <a:xfrm>
              <a:off x="5797325" y="3260407"/>
              <a:ext cx="29260" cy="41559"/>
            </a:xfrm>
            <a:custGeom>
              <a:avLst/>
              <a:gdLst/>
              <a:ahLst/>
              <a:cxnLst/>
              <a:rect l="l" t="t" r="r" b="b"/>
              <a:pathLst>
                <a:path w="533" h="757" extrusionOk="0">
                  <a:moveTo>
                    <a:pt x="0" y="0"/>
                  </a:moveTo>
                  <a:lnTo>
                    <a:pt x="0" y="756"/>
                  </a:lnTo>
                  <a:lnTo>
                    <a:pt x="243" y="756"/>
                  </a:lnTo>
                  <a:lnTo>
                    <a:pt x="243" y="482"/>
                  </a:lnTo>
                  <a:lnTo>
                    <a:pt x="452" y="482"/>
                  </a:lnTo>
                  <a:lnTo>
                    <a:pt x="452" y="290"/>
                  </a:lnTo>
                  <a:lnTo>
                    <a:pt x="243" y="290"/>
                  </a:lnTo>
                  <a:lnTo>
                    <a:pt x="243" y="193"/>
                  </a:lnTo>
                  <a:lnTo>
                    <a:pt x="533" y="193"/>
                  </a:lnTo>
                  <a:lnTo>
                    <a:pt x="53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0" name="Google Shape;5990;p67"/>
            <p:cNvSpPr/>
            <p:nvPr/>
          </p:nvSpPr>
          <p:spPr>
            <a:xfrm>
              <a:off x="5829935" y="3259528"/>
              <a:ext cx="43259" cy="43261"/>
            </a:xfrm>
            <a:custGeom>
              <a:avLst/>
              <a:gdLst/>
              <a:ahLst/>
              <a:cxnLst/>
              <a:rect l="l" t="t" r="r" b="b"/>
              <a:pathLst>
                <a:path w="788" h="788" extrusionOk="0">
                  <a:moveTo>
                    <a:pt x="401" y="225"/>
                  </a:moveTo>
                  <a:cubicBezTo>
                    <a:pt x="436" y="225"/>
                    <a:pt x="482" y="240"/>
                    <a:pt x="498" y="271"/>
                  </a:cubicBezTo>
                  <a:cubicBezTo>
                    <a:pt x="532" y="306"/>
                    <a:pt x="548" y="336"/>
                    <a:pt x="548" y="402"/>
                  </a:cubicBezTo>
                  <a:cubicBezTo>
                    <a:pt x="548" y="448"/>
                    <a:pt x="532" y="483"/>
                    <a:pt x="498" y="514"/>
                  </a:cubicBezTo>
                  <a:cubicBezTo>
                    <a:pt x="482" y="545"/>
                    <a:pt x="436" y="560"/>
                    <a:pt x="401" y="560"/>
                  </a:cubicBezTo>
                  <a:cubicBezTo>
                    <a:pt x="355" y="560"/>
                    <a:pt x="305" y="545"/>
                    <a:pt x="290" y="514"/>
                  </a:cubicBezTo>
                  <a:cubicBezTo>
                    <a:pt x="259" y="483"/>
                    <a:pt x="243" y="448"/>
                    <a:pt x="243" y="402"/>
                  </a:cubicBezTo>
                  <a:cubicBezTo>
                    <a:pt x="243" y="336"/>
                    <a:pt x="259" y="306"/>
                    <a:pt x="290" y="271"/>
                  </a:cubicBezTo>
                  <a:cubicBezTo>
                    <a:pt x="305" y="240"/>
                    <a:pt x="355" y="225"/>
                    <a:pt x="401" y="225"/>
                  </a:cubicBezTo>
                  <a:close/>
                  <a:moveTo>
                    <a:pt x="401" y="1"/>
                  </a:moveTo>
                  <a:cubicBezTo>
                    <a:pt x="324" y="1"/>
                    <a:pt x="259" y="16"/>
                    <a:pt x="193" y="47"/>
                  </a:cubicBezTo>
                  <a:cubicBezTo>
                    <a:pt x="147" y="78"/>
                    <a:pt x="97" y="128"/>
                    <a:pt x="50" y="194"/>
                  </a:cubicBezTo>
                  <a:cubicBezTo>
                    <a:pt x="16" y="255"/>
                    <a:pt x="0" y="321"/>
                    <a:pt x="0" y="402"/>
                  </a:cubicBezTo>
                  <a:cubicBezTo>
                    <a:pt x="0" y="464"/>
                    <a:pt x="16" y="529"/>
                    <a:pt x="50" y="595"/>
                  </a:cubicBezTo>
                  <a:cubicBezTo>
                    <a:pt x="97" y="657"/>
                    <a:pt x="147" y="707"/>
                    <a:pt x="193" y="738"/>
                  </a:cubicBezTo>
                  <a:cubicBezTo>
                    <a:pt x="259" y="772"/>
                    <a:pt x="324" y="788"/>
                    <a:pt x="401" y="788"/>
                  </a:cubicBezTo>
                  <a:cubicBezTo>
                    <a:pt x="467" y="788"/>
                    <a:pt x="532" y="772"/>
                    <a:pt x="594" y="738"/>
                  </a:cubicBezTo>
                  <a:cubicBezTo>
                    <a:pt x="644" y="707"/>
                    <a:pt x="691" y="657"/>
                    <a:pt x="741" y="595"/>
                  </a:cubicBezTo>
                  <a:cubicBezTo>
                    <a:pt x="772" y="529"/>
                    <a:pt x="787" y="464"/>
                    <a:pt x="787" y="402"/>
                  </a:cubicBezTo>
                  <a:cubicBezTo>
                    <a:pt x="787" y="321"/>
                    <a:pt x="772" y="255"/>
                    <a:pt x="741" y="194"/>
                  </a:cubicBezTo>
                  <a:cubicBezTo>
                    <a:pt x="691" y="128"/>
                    <a:pt x="644" y="78"/>
                    <a:pt x="594" y="47"/>
                  </a:cubicBezTo>
                  <a:cubicBezTo>
                    <a:pt x="532" y="16"/>
                    <a:pt x="467" y="1"/>
                    <a:pt x="4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1" name="Google Shape;5991;p67"/>
            <p:cNvSpPr/>
            <p:nvPr/>
          </p:nvSpPr>
          <p:spPr>
            <a:xfrm>
              <a:off x="5876709" y="3259528"/>
              <a:ext cx="43259" cy="43261"/>
            </a:xfrm>
            <a:custGeom>
              <a:avLst/>
              <a:gdLst/>
              <a:ahLst/>
              <a:cxnLst/>
              <a:rect l="l" t="t" r="r" b="b"/>
              <a:pathLst>
                <a:path w="788" h="788" extrusionOk="0">
                  <a:moveTo>
                    <a:pt x="386" y="225"/>
                  </a:moveTo>
                  <a:cubicBezTo>
                    <a:pt x="436" y="225"/>
                    <a:pt x="467" y="240"/>
                    <a:pt x="498" y="271"/>
                  </a:cubicBezTo>
                  <a:cubicBezTo>
                    <a:pt x="533" y="306"/>
                    <a:pt x="533" y="336"/>
                    <a:pt x="533" y="402"/>
                  </a:cubicBezTo>
                  <a:cubicBezTo>
                    <a:pt x="533" y="448"/>
                    <a:pt x="533" y="483"/>
                    <a:pt x="498" y="514"/>
                  </a:cubicBezTo>
                  <a:cubicBezTo>
                    <a:pt x="467" y="545"/>
                    <a:pt x="436" y="560"/>
                    <a:pt x="386" y="560"/>
                  </a:cubicBezTo>
                  <a:cubicBezTo>
                    <a:pt x="340" y="560"/>
                    <a:pt x="305" y="545"/>
                    <a:pt x="274" y="514"/>
                  </a:cubicBezTo>
                  <a:cubicBezTo>
                    <a:pt x="259" y="483"/>
                    <a:pt x="244" y="448"/>
                    <a:pt x="244" y="402"/>
                  </a:cubicBezTo>
                  <a:cubicBezTo>
                    <a:pt x="244" y="336"/>
                    <a:pt x="259" y="306"/>
                    <a:pt x="274" y="271"/>
                  </a:cubicBezTo>
                  <a:cubicBezTo>
                    <a:pt x="305" y="240"/>
                    <a:pt x="340" y="225"/>
                    <a:pt x="386" y="225"/>
                  </a:cubicBezTo>
                  <a:close/>
                  <a:moveTo>
                    <a:pt x="386" y="1"/>
                  </a:moveTo>
                  <a:cubicBezTo>
                    <a:pt x="321" y="1"/>
                    <a:pt x="259" y="16"/>
                    <a:pt x="193" y="47"/>
                  </a:cubicBezTo>
                  <a:cubicBezTo>
                    <a:pt x="128" y="78"/>
                    <a:pt x="82" y="128"/>
                    <a:pt x="51" y="194"/>
                  </a:cubicBezTo>
                  <a:cubicBezTo>
                    <a:pt x="16" y="255"/>
                    <a:pt x="1" y="321"/>
                    <a:pt x="1" y="402"/>
                  </a:cubicBezTo>
                  <a:cubicBezTo>
                    <a:pt x="1" y="464"/>
                    <a:pt x="16" y="529"/>
                    <a:pt x="51" y="595"/>
                  </a:cubicBezTo>
                  <a:cubicBezTo>
                    <a:pt x="82" y="657"/>
                    <a:pt x="128" y="707"/>
                    <a:pt x="193" y="738"/>
                  </a:cubicBezTo>
                  <a:cubicBezTo>
                    <a:pt x="259" y="772"/>
                    <a:pt x="321" y="788"/>
                    <a:pt x="386" y="788"/>
                  </a:cubicBezTo>
                  <a:cubicBezTo>
                    <a:pt x="467" y="788"/>
                    <a:pt x="533" y="772"/>
                    <a:pt x="579" y="738"/>
                  </a:cubicBezTo>
                  <a:cubicBezTo>
                    <a:pt x="645" y="707"/>
                    <a:pt x="691" y="657"/>
                    <a:pt x="726" y="595"/>
                  </a:cubicBezTo>
                  <a:cubicBezTo>
                    <a:pt x="757" y="529"/>
                    <a:pt x="787" y="464"/>
                    <a:pt x="787" y="402"/>
                  </a:cubicBezTo>
                  <a:cubicBezTo>
                    <a:pt x="787" y="321"/>
                    <a:pt x="757" y="255"/>
                    <a:pt x="726" y="194"/>
                  </a:cubicBezTo>
                  <a:cubicBezTo>
                    <a:pt x="691" y="128"/>
                    <a:pt x="645" y="78"/>
                    <a:pt x="579" y="47"/>
                  </a:cubicBezTo>
                  <a:cubicBezTo>
                    <a:pt x="533" y="16"/>
                    <a:pt x="467" y="1"/>
                    <a:pt x="3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2" name="Google Shape;5992;p67"/>
            <p:cNvSpPr/>
            <p:nvPr/>
          </p:nvSpPr>
          <p:spPr>
            <a:xfrm>
              <a:off x="5924362" y="3260407"/>
              <a:ext cx="38813" cy="41559"/>
            </a:xfrm>
            <a:custGeom>
              <a:avLst/>
              <a:gdLst/>
              <a:ahLst/>
              <a:cxnLst/>
              <a:rect l="l" t="t" r="r" b="b"/>
              <a:pathLst>
                <a:path w="707" h="757" extrusionOk="0">
                  <a:moveTo>
                    <a:pt x="290" y="209"/>
                  </a:moveTo>
                  <a:cubicBezTo>
                    <a:pt x="355" y="209"/>
                    <a:pt x="386" y="224"/>
                    <a:pt x="417" y="255"/>
                  </a:cubicBezTo>
                  <a:cubicBezTo>
                    <a:pt x="452" y="290"/>
                    <a:pt x="467" y="320"/>
                    <a:pt x="467" y="386"/>
                  </a:cubicBezTo>
                  <a:cubicBezTo>
                    <a:pt x="467" y="432"/>
                    <a:pt x="452" y="482"/>
                    <a:pt x="417" y="498"/>
                  </a:cubicBezTo>
                  <a:cubicBezTo>
                    <a:pt x="386" y="529"/>
                    <a:pt x="355" y="544"/>
                    <a:pt x="290" y="544"/>
                  </a:cubicBezTo>
                  <a:lnTo>
                    <a:pt x="243" y="544"/>
                  </a:lnTo>
                  <a:lnTo>
                    <a:pt x="243" y="209"/>
                  </a:lnTo>
                  <a:close/>
                  <a:moveTo>
                    <a:pt x="0" y="0"/>
                  </a:moveTo>
                  <a:lnTo>
                    <a:pt x="0" y="756"/>
                  </a:lnTo>
                  <a:lnTo>
                    <a:pt x="321" y="756"/>
                  </a:lnTo>
                  <a:cubicBezTo>
                    <a:pt x="402" y="756"/>
                    <a:pt x="467" y="737"/>
                    <a:pt x="533" y="706"/>
                  </a:cubicBezTo>
                  <a:cubicBezTo>
                    <a:pt x="579" y="675"/>
                    <a:pt x="629" y="625"/>
                    <a:pt x="660" y="579"/>
                  </a:cubicBezTo>
                  <a:cubicBezTo>
                    <a:pt x="691" y="513"/>
                    <a:pt x="706" y="448"/>
                    <a:pt x="706" y="386"/>
                  </a:cubicBezTo>
                  <a:cubicBezTo>
                    <a:pt x="706" y="305"/>
                    <a:pt x="691" y="239"/>
                    <a:pt x="660" y="178"/>
                  </a:cubicBezTo>
                  <a:cubicBezTo>
                    <a:pt x="629" y="128"/>
                    <a:pt x="579" y="81"/>
                    <a:pt x="533" y="47"/>
                  </a:cubicBezTo>
                  <a:cubicBezTo>
                    <a:pt x="467" y="16"/>
                    <a:pt x="402" y="0"/>
                    <a:pt x="32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3" name="Google Shape;5993;p67"/>
            <p:cNvSpPr/>
            <p:nvPr/>
          </p:nvSpPr>
          <p:spPr>
            <a:xfrm>
              <a:off x="5814014" y="3324913"/>
              <a:ext cx="138561" cy="59896"/>
            </a:xfrm>
            <a:custGeom>
              <a:avLst/>
              <a:gdLst/>
              <a:ahLst/>
              <a:cxnLst/>
              <a:rect l="l" t="t" r="r" b="b"/>
              <a:pathLst>
                <a:path w="2524" h="1091" extrusionOk="0">
                  <a:moveTo>
                    <a:pt x="953" y="1"/>
                  </a:moveTo>
                  <a:cubicBezTo>
                    <a:pt x="702" y="1"/>
                    <a:pt x="414" y="59"/>
                    <a:pt x="97" y="222"/>
                  </a:cubicBezTo>
                  <a:cubicBezTo>
                    <a:pt x="194" y="272"/>
                    <a:pt x="325" y="495"/>
                    <a:pt x="325" y="495"/>
                  </a:cubicBezTo>
                  <a:cubicBezTo>
                    <a:pt x="325" y="495"/>
                    <a:pt x="148" y="607"/>
                    <a:pt x="1" y="657"/>
                  </a:cubicBezTo>
                  <a:cubicBezTo>
                    <a:pt x="264" y="920"/>
                    <a:pt x="615" y="1090"/>
                    <a:pt x="983" y="1090"/>
                  </a:cubicBezTo>
                  <a:cubicBezTo>
                    <a:pt x="999" y="1090"/>
                    <a:pt x="1015" y="1090"/>
                    <a:pt x="1031" y="1089"/>
                  </a:cubicBezTo>
                  <a:cubicBezTo>
                    <a:pt x="1416" y="1089"/>
                    <a:pt x="1802" y="912"/>
                    <a:pt x="2061" y="642"/>
                  </a:cubicBezTo>
                  <a:cubicBezTo>
                    <a:pt x="2188" y="688"/>
                    <a:pt x="2350" y="754"/>
                    <a:pt x="2462" y="835"/>
                  </a:cubicBezTo>
                  <a:cubicBezTo>
                    <a:pt x="2508" y="607"/>
                    <a:pt x="2523" y="29"/>
                    <a:pt x="2523" y="29"/>
                  </a:cubicBezTo>
                  <a:lnTo>
                    <a:pt x="2523" y="29"/>
                  </a:lnTo>
                  <a:lnTo>
                    <a:pt x="1995" y="384"/>
                  </a:lnTo>
                  <a:cubicBezTo>
                    <a:pt x="1995" y="384"/>
                    <a:pt x="1596" y="1"/>
                    <a:pt x="95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94" name="Google Shape;5994;p67"/>
          <p:cNvGrpSpPr/>
          <p:nvPr/>
        </p:nvGrpSpPr>
        <p:grpSpPr>
          <a:xfrm>
            <a:off x="7085844" y="2407102"/>
            <a:ext cx="507066" cy="1426234"/>
            <a:chOff x="1297769" y="2326852"/>
            <a:chExt cx="507066" cy="1426234"/>
          </a:xfrm>
        </p:grpSpPr>
        <p:sp>
          <p:nvSpPr>
            <p:cNvPr id="5995" name="Google Shape;5995;p67"/>
            <p:cNvSpPr/>
            <p:nvPr/>
          </p:nvSpPr>
          <p:spPr>
            <a:xfrm>
              <a:off x="1297769" y="2326852"/>
              <a:ext cx="507066" cy="1426234"/>
            </a:xfrm>
            <a:custGeom>
              <a:avLst/>
              <a:gdLst/>
              <a:ahLst/>
              <a:cxnLst/>
              <a:rect l="l" t="t" r="r" b="b"/>
              <a:pathLst>
                <a:path w="7086" h="19930" extrusionOk="0">
                  <a:moveTo>
                    <a:pt x="3472" y="0"/>
                  </a:moveTo>
                  <a:lnTo>
                    <a:pt x="3472" y="10784"/>
                  </a:lnTo>
                  <a:lnTo>
                    <a:pt x="1127" y="10784"/>
                  </a:lnTo>
                  <a:lnTo>
                    <a:pt x="1127" y="11617"/>
                  </a:lnTo>
                  <a:lnTo>
                    <a:pt x="1802" y="11617"/>
                  </a:lnTo>
                  <a:cubicBezTo>
                    <a:pt x="1817" y="11779"/>
                    <a:pt x="1802" y="11941"/>
                    <a:pt x="1783" y="12100"/>
                  </a:cubicBezTo>
                  <a:cubicBezTo>
                    <a:pt x="1721" y="12439"/>
                    <a:pt x="1574" y="12775"/>
                    <a:pt x="1285" y="12967"/>
                  </a:cubicBezTo>
                  <a:cubicBezTo>
                    <a:pt x="1046" y="13145"/>
                    <a:pt x="722" y="13195"/>
                    <a:pt x="514" y="13419"/>
                  </a:cubicBezTo>
                  <a:cubicBezTo>
                    <a:pt x="321" y="13627"/>
                    <a:pt x="290" y="13916"/>
                    <a:pt x="259" y="14206"/>
                  </a:cubicBezTo>
                  <a:cubicBezTo>
                    <a:pt x="97" y="15783"/>
                    <a:pt x="16" y="17357"/>
                    <a:pt x="1" y="18930"/>
                  </a:cubicBezTo>
                  <a:cubicBezTo>
                    <a:pt x="1" y="19478"/>
                    <a:pt x="433" y="19929"/>
                    <a:pt x="980" y="19929"/>
                  </a:cubicBezTo>
                  <a:lnTo>
                    <a:pt x="6106" y="19929"/>
                  </a:lnTo>
                  <a:cubicBezTo>
                    <a:pt x="6654" y="19929"/>
                    <a:pt x="7086" y="19478"/>
                    <a:pt x="7086" y="18930"/>
                  </a:cubicBezTo>
                  <a:cubicBezTo>
                    <a:pt x="7086" y="17357"/>
                    <a:pt x="6990" y="15783"/>
                    <a:pt x="6831" y="14206"/>
                  </a:cubicBezTo>
                  <a:cubicBezTo>
                    <a:pt x="6816" y="13916"/>
                    <a:pt x="6766" y="13627"/>
                    <a:pt x="6573" y="13419"/>
                  </a:cubicBezTo>
                  <a:cubicBezTo>
                    <a:pt x="6365" y="13195"/>
                    <a:pt x="6045" y="13145"/>
                    <a:pt x="5802" y="12967"/>
                  </a:cubicBezTo>
                  <a:cubicBezTo>
                    <a:pt x="5528" y="12775"/>
                    <a:pt x="5370" y="12439"/>
                    <a:pt x="5319" y="12100"/>
                  </a:cubicBezTo>
                  <a:cubicBezTo>
                    <a:pt x="5289" y="11941"/>
                    <a:pt x="5289" y="11779"/>
                    <a:pt x="5289" y="11617"/>
                  </a:cubicBezTo>
                  <a:lnTo>
                    <a:pt x="5979" y="11617"/>
                  </a:lnTo>
                  <a:lnTo>
                    <a:pt x="5979" y="10784"/>
                  </a:lnTo>
                  <a:lnTo>
                    <a:pt x="3665" y="10784"/>
                  </a:lnTo>
                  <a:lnTo>
                    <a:pt x="3665" y="0"/>
                  </a:lnTo>
                  <a:close/>
                </a:path>
              </a:pathLst>
            </a:custGeom>
            <a:solidFill>
              <a:schemeClr val="lt1">
                <a:alpha val="148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6" name="Google Shape;5996;p67"/>
            <p:cNvSpPr/>
            <p:nvPr/>
          </p:nvSpPr>
          <p:spPr>
            <a:xfrm>
              <a:off x="1297769" y="3120394"/>
              <a:ext cx="507066" cy="632681"/>
            </a:xfrm>
            <a:custGeom>
              <a:avLst/>
              <a:gdLst/>
              <a:ahLst/>
              <a:cxnLst/>
              <a:rect l="l" t="t" r="r" b="b"/>
              <a:pathLst>
                <a:path w="7086" h="8841" extrusionOk="0">
                  <a:moveTo>
                    <a:pt x="1752" y="0"/>
                  </a:moveTo>
                  <a:cubicBezTo>
                    <a:pt x="1802" y="336"/>
                    <a:pt x="1833" y="675"/>
                    <a:pt x="1783" y="1011"/>
                  </a:cubicBezTo>
                  <a:cubicBezTo>
                    <a:pt x="1721" y="1350"/>
                    <a:pt x="1574" y="1686"/>
                    <a:pt x="1285" y="1878"/>
                  </a:cubicBezTo>
                  <a:cubicBezTo>
                    <a:pt x="1046" y="2056"/>
                    <a:pt x="722" y="2106"/>
                    <a:pt x="514" y="2330"/>
                  </a:cubicBezTo>
                  <a:cubicBezTo>
                    <a:pt x="321" y="2538"/>
                    <a:pt x="290" y="2827"/>
                    <a:pt x="259" y="3117"/>
                  </a:cubicBezTo>
                  <a:cubicBezTo>
                    <a:pt x="97" y="4694"/>
                    <a:pt x="16" y="6268"/>
                    <a:pt x="1" y="7841"/>
                  </a:cubicBezTo>
                  <a:cubicBezTo>
                    <a:pt x="1" y="8389"/>
                    <a:pt x="433" y="8840"/>
                    <a:pt x="980" y="8840"/>
                  </a:cubicBezTo>
                  <a:lnTo>
                    <a:pt x="6106" y="8840"/>
                  </a:lnTo>
                  <a:cubicBezTo>
                    <a:pt x="6654" y="8840"/>
                    <a:pt x="7086" y="8389"/>
                    <a:pt x="7086" y="7841"/>
                  </a:cubicBezTo>
                  <a:cubicBezTo>
                    <a:pt x="7086" y="6268"/>
                    <a:pt x="6990" y="4694"/>
                    <a:pt x="6831" y="3117"/>
                  </a:cubicBezTo>
                  <a:cubicBezTo>
                    <a:pt x="6816" y="2827"/>
                    <a:pt x="6766" y="2538"/>
                    <a:pt x="6573" y="2330"/>
                  </a:cubicBezTo>
                  <a:cubicBezTo>
                    <a:pt x="6365" y="2106"/>
                    <a:pt x="6045" y="2056"/>
                    <a:pt x="5802" y="1878"/>
                  </a:cubicBezTo>
                  <a:cubicBezTo>
                    <a:pt x="5528" y="1686"/>
                    <a:pt x="5370" y="1350"/>
                    <a:pt x="5319" y="1011"/>
                  </a:cubicBezTo>
                  <a:cubicBezTo>
                    <a:pt x="5254" y="675"/>
                    <a:pt x="5304" y="336"/>
                    <a:pt x="5335" y="0"/>
                  </a:cubicBezTo>
                  <a:close/>
                </a:path>
              </a:pathLst>
            </a:custGeom>
            <a:solidFill>
              <a:schemeClr val="lt1">
                <a:alpha val="148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7" name="Google Shape;5997;p67"/>
            <p:cNvSpPr/>
            <p:nvPr/>
          </p:nvSpPr>
          <p:spPr>
            <a:xfrm>
              <a:off x="1356306" y="3195175"/>
              <a:ext cx="103546" cy="297913"/>
            </a:xfrm>
            <a:custGeom>
              <a:avLst/>
              <a:gdLst/>
              <a:ahLst/>
              <a:cxnLst/>
              <a:rect l="l" t="t" r="r" b="b"/>
              <a:pathLst>
                <a:path w="1447" h="4163" extrusionOk="0">
                  <a:moveTo>
                    <a:pt x="1447" y="0"/>
                  </a:moveTo>
                  <a:cubicBezTo>
                    <a:pt x="1447" y="0"/>
                    <a:pt x="1431" y="81"/>
                    <a:pt x="1385" y="193"/>
                  </a:cubicBezTo>
                  <a:cubicBezTo>
                    <a:pt x="1350" y="320"/>
                    <a:pt x="1304" y="482"/>
                    <a:pt x="1208" y="660"/>
                  </a:cubicBezTo>
                  <a:cubicBezTo>
                    <a:pt x="1142" y="756"/>
                    <a:pt x="1080" y="833"/>
                    <a:pt x="999" y="914"/>
                  </a:cubicBezTo>
                  <a:cubicBezTo>
                    <a:pt x="903" y="995"/>
                    <a:pt x="791" y="1061"/>
                    <a:pt x="695" y="1142"/>
                  </a:cubicBezTo>
                  <a:cubicBezTo>
                    <a:pt x="579" y="1219"/>
                    <a:pt x="452" y="1316"/>
                    <a:pt x="386" y="1462"/>
                  </a:cubicBezTo>
                  <a:cubicBezTo>
                    <a:pt x="309" y="1589"/>
                    <a:pt x="259" y="1736"/>
                    <a:pt x="228" y="1879"/>
                  </a:cubicBezTo>
                  <a:cubicBezTo>
                    <a:pt x="212" y="1944"/>
                    <a:pt x="193" y="2025"/>
                    <a:pt x="178" y="2087"/>
                  </a:cubicBezTo>
                  <a:cubicBezTo>
                    <a:pt x="162" y="2153"/>
                    <a:pt x="147" y="2234"/>
                    <a:pt x="147" y="2299"/>
                  </a:cubicBezTo>
                  <a:cubicBezTo>
                    <a:pt x="116" y="2442"/>
                    <a:pt x="97" y="2569"/>
                    <a:pt x="81" y="2716"/>
                  </a:cubicBezTo>
                  <a:cubicBezTo>
                    <a:pt x="50" y="2974"/>
                    <a:pt x="20" y="3229"/>
                    <a:pt x="20" y="3437"/>
                  </a:cubicBezTo>
                  <a:cubicBezTo>
                    <a:pt x="0" y="3665"/>
                    <a:pt x="0" y="3842"/>
                    <a:pt x="20" y="3969"/>
                  </a:cubicBezTo>
                  <a:lnTo>
                    <a:pt x="20" y="4112"/>
                  </a:lnTo>
                  <a:lnTo>
                    <a:pt x="20" y="4162"/>
                  </a:lnTo>
                  <a:cubicBezTo>
                    <a:pt x="20" y="4162"/>
                    <a:pt x="35" y="4081"/>
                    <a:pt x="50" y="3969"/>
                  </a:cubicBezTo>
                  <a:cubicBezTo>
                    <a:pt x="66" y="3842"/>
                    <a:pt x="81" y="3665"/>
                    <a:pt x="116" y="3456"/>
                  </a:cubicBezTo>
                  <a:cubicBezTo>
                    <a:pt x="147" y="3244"/>
                    <a:pt x="178" y="2990"/>
                    <a:pt x="228" y="2731"/>
                  </a:cubicBezTo>
                  <a:cubicBezTo>
                    <a:pt x="259" y="2604"/>
                    <a:pt x="274" y="2473"/>
                    <a:pt x="309" y="2330"/>
                  </a:cubicBezTo>
                  <a:cubicBezTo>
                    <a:pt x="324" y="2264"/>
                    <a:pt x="340" y="2203"/>
                    <a:pt x="355" y="2122"/>
                  </a:cubicBezTo>
                  <a:cubicBezTo>
                    <a:pt x="371" y="2056"/>
                    <a:pt x="386" y="1991"/>
                    <a:pt x="405" y="1913"/>
                  </a:cubicBezTo>
                  <a:cubicBezTo>
                    <a:pt x="421" y="1782"/>
                    <a:pt x="467" y="1655"/>
                    <a:pt x="533" y="1543"/>
                  </a:cubicBezTo>
                  <a:cubicBezTo>
                    <a:pt x="598" y="1431"/>
                    <a:pt x="675" y="1350"/>
                    <a:pt x="772" y="1269"/>
                  </a:cubicBezTo>
                  <a:cubicBezTo>
                    <a:pt x="887" y="1173"/>
                    <a:pt x="984" y="1107"/>
                    <a:pt x="1080" y="1011"/>
                  </a:cubicBezTo>
                  <a:cubicBezTo>
                    <a:pt x="1111" y="980"/>
                    <a:pt x="1127" y="965"/>
                    <a:pt x="1142" y="949"/>
                  </a:cubicBezTo>
                  <a:cubicBezTo>
                    <a:pt x="1177" y="914"/>
                    <a:pt x="1192" y="884"/>
                    <a:pt x="1208" y="868"/>
                  </a:cubicBezTo>
                  <a:cubicBezTo>
                    <a:pt x="1238" y="818"/>
                    <a:pt x="1273" y="756"/>
                    <a:pt x="1289" y="706"/>
                  </a:cubicBezTo>
                  <a:cubicBezTo>
                    <a:pt x="1335" y="610"/>
                    <a:pt x="1370" y="513"/>
                    <a:pt x="1385" y="432"/>
                  </a:cubicBezTo>
                  <a:cubicBezTo>
                    <a:pt x="1400" y="336"/>
                    <a:pt x="1416" y="274"/>
                    <a:pt x="1431" y="209"/>
                  </a:cubicBezTo>
                  <a:cubicBezTo>
                    <a:pt x="1431" y="143"/>
                    <a:pt x="1431" y="97"/>
                    <a:pt x="1447" y="62"/>
                  </a:cubicBezTo>
                  <a:lnTo>
                    <a:pt x="144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8" name="Google Shape;5998;p67"/>
            <p:cNvSpPr/>
            <p:nvPr/>
          </p:nvSpPr>
          <p:spPr>
            <a:xfrm>
              <a:off x="1587592" y="3576882"/>
              <a:ext cx="167877" cy="124017"/>
            </a:xfrm>
            <a:custGeom>
              <a:avLst/>
              <a:gdLst/>
              <a:ahLst/>
              <a:cxnLst/>
              <a:rect l="l" t="t" r="r" b="b"/>
              <a:pathLst>
                <a:path w="2346" h="1733" extrusionOk="0">
                  <a:moveTo>
                    <a:pt x="2284" y="1"/>
                  </a:moveTo>
                  <a:cubicBezTo>
                    <a:pt x="2284" y="1"/>
                    <a:pt x="2249" y="244"/>
                    <a:pt x="2218" y="579"/>
                  </a:cubicBezTo>
                  <a:cubicBezTo>
                    <a:pt x="2218" y="660"/>
                    <a:pt x="2203" y="757"/>
                    <a:pt x="2203" y="853"/>
                  </a:cubicBezTo>
                  <a:cubicBezTo>
                    <a:pt x="2203" y="949"/>
                    <a:pt x="2187" y="1061"/>
                    <a:pt x="2187" y="1158"/>
                  </a:cubicBezTo>
                  <a:cubicBezTo>
                    <a:pt x="2168" y="1254"/>
                    <a:pt x="2122" y="1335"/>
                    <a:pt x="2056" y="1416"/>
                  </a:cubicBezTo>
                  <a:cubicBezTo>
                    <a:pt x="1995" y="1478"/>
                    <a:pt x="1914" y="1528"/>
                    <a:pt x="1817" y="1543"/>
                  </a:cubicBezTo>
                  <a:cubicBezTo>
                    <a:pt x="1721" y="1559"/>
                    <a:pt x="1609" y="1559"/>
                    <a:pt x="1493" y="1559"/>
                  </a:cubicBezTo>
                  <a:lnTo>
                    <a:pt x="1158" y="1559"/>
                  </a:lnTo>
                  <a:cubicBezTo>
                    <a:pt x="934" y="1559"/>
                    <a:pt x="741" y="1574"/>
                    <a:pt x="564" y="1609"/>
                  </a:cubicBezTo>
                  <a:cubicBezTo>
                    <a:pt x="386" y="1624"/>
                    <a:pt x="240" y="1655"/>
                    <a:pt x="143" y="1671"/>
                  </a:cubicBezTo>
                  <a:cubicBezTo>
                    <a:pt x="97" y="1690"/>
                    <a:pt x="66" y="1705"/>
                    <a:pt x="31" y="1705"/>
                  </a:cubicBezTo>
                  <a:cubicBezTo>
                    <a:pt x="16" y="1721"/>
                    <a:pt x="0" y="1721"/>
                    <a:pt x="0" y="1721"/>
                  </a:cubicBezTo>
                  <a:lnTo>
                    <a:pt x="162" y="1721"/>
                  </a:lnTo>
                  <a:cubicBezTo>
                    <a:pt x="259" y="1705"/>
                    <a:pt x="402" y="1705"/>
                    <a:pt x="564" y="1705"/>
                  </a:cubicBezTo>
                  <a:lnTo>
                    <a:pt x="853" y="1705"/>
                  </a:lnTo>
                  <a:cubicBezTo>
                    <a:pt x="949" y="1705"/>
                    <a:pt x="1046" y="1705"/>
                    <a:pt x="1158" y="1721"/>
                  </a:cubicBezTo>
                  <a:lnTo>
                    <a:pt x="1478" y="1721"/>
                  </a:lnTo>
                  <a:cubicBezTo>
                    <a:pt x="1534" y="1729"/>
                    <a:pt x="1594" y="1732"/>
                    <a:pt x="1657" y="1732"/>
                  </a:cubicBezTo>
                  <a:cubicBezTo>
                    <a:pt x="1720" y="1732"/>
                    <a:pt x="1784" y="1729"/>
                    <a:pt x="1848" y="1721"/>
                  </a:cubicBezTo>
                  <a:cubicBezTo>
                    <a:pt x="1975" y="1690"/>
                    <a:pt x="2106" y="1624"/>
                    <a:pt x="2187" y="1528"/>
                  </a:cubicBezTo>
                  <a:cubicBezTo>
                    <a:pt x="2284" y="1432"/>
                    <a:pt x="2330" y="1304"/>
                    <a:pt x="2330" y="1173"/>
                  </a:cubicBezTo>
                  <a:cubicBezTo>
                    <a:pt x="2346" y="1061"/>
                    <a:pt x="2330" y="965"/>
                    <a:pt x="2330" y="853"/>
                  </a:cubicBezTo>
                  <a:lnTo>
                    <a:pt x="2330" y="579"/>
                  </a:lnTo>
                  <a:cubicBezTo>
                    <a:pt x="2299" y="244"/>
                    <a:pt x="2284" y="1"/>
                    <a:pt x="22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9" name="Google Shape;5999;p67"/>
            <p:cNvSpPr/>
            <p:nvPr/>
          </p:nvSpPr>
          <p:spPr>
            <a:xfrm>
              <a:off x="1523258" y="3292856"/>
              <a:ext cx="55315" cy="17175"/>
            </a:xfrm>
            <a:custGeom>
              <a:avLst/>
              <a:gdLst/>
              <a:ahLst/>
              <a:cxnLst/>
              <a:rect l="l" t="t" r="r" b="b"/>
              <a:pathLst>
                <a:path w="773" h="240" extrusionOk="0">
                  <a:moveTo>
                    <a:pt x="97" y="1"/>
                  </a:moveTo>
                  <a:cubicBezTo>
                    <a:pt x="47" y="1"/>
                    <a:pt x="16" y="32"/>
                    <a:pt x="16" y="82"/>
                  </a:cubicBezTo>
                  <a:lnTo>
                    <a:pt x="1" y="240"/>
                  </a:lnTo>
                  <a:lnTo>
                    <a:pt x="772" y="240"/>
                  </a:lnTo>
                  <a:lnTo>
                    <a:pt x="772" y="82"/>
                  </a:lnTo>
                  <a:cubicBezTo>
                    <a:pt x="772" y="32"/>
                    <a:pt x="737" y="1"/>
                    <a:pt x="6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0" name="Google Shape;6000;p67"/>
            <p:cNvSpPr/>
            <p:nvPr/>
          </p:nvSpPr>
          <p:spPr>
            <a:xfrm>
              <a:off x="1405969" y="3314682"/>
              <a:ext cx="285162" cy="348651"/>
            </a:xfrm>
            <a:custGeom>
              <a:avLst/>
              <a:gdLst/>
              <a:ahLst/>
              <a:cxnLst/>
              <a:rect l="l" t="t" r="r" b="b"/>
              <a:pathLst>
                <a:path w="3985" h="4872" extrusionOk="0">
                  <a:moveTo>
                    <a:pt x="1042" y="0"/>
                  </a:moveTo>
                  <a:lnTo>
                    <a:pt x="1042" y="402"/>
                  </a:lnTo>
                  <a:cubicBezTo>
                    <a:pt x="1042" y="803"/>
                    <a:pt x="884" y="1188"/>
                    <a:pt x="595" y="1478"/>
                  </a:cubicBezTo>
                  <a:cubicBezTo>
                    <a:pt x="240" y="1833"/>
                    <a:pt x="16" y="2315"/>
                    <a:pt x="16" y="2862"/>
                  </a:cubicBezTo>
                  <a:cubicBezTo>
                    <a:pt x="1" y="3954"/>
                    <a:pt x="884" y="4853"/>
                    <a:pt x="1991" y="4872"/>
                  </a:cubicBezTo>
                  <a:cubicBezTo>
                    <a:pt x="3086" y="4872"/>
                    <a:pt x="3985" y="3954"/>
                    <a:pt x="3985" y="2862"/>
                  </a:cubicBezTo>
                  <a:cubicBezTo>
                    <a:pt x="3985" y="2330"/>
                    <a:pt x="3777" y="1863"/>
                    <a:pt x="3437" y="1512"/>
                  </a:cubicBezTo>
                  <a:cubicBezTo>
                    <a:pt x="3148" y="1208"/>
                    <a:pt x="3005" y="822"/>
                    <a:pt x="3005" y="402"/>
                  </a:cubicBezTo>
                  <a:lnTo>
                    <a:pt x="3005" y="16"/>
                  </a:lnTo>
                  <a:lnTo>
                    <a:pt x="1042" y="0"/>
                  </a:lnTo>
                  <a:close/>
                </a:path>
              </a:pathLst>
            </a:custGeom>
            <a:solidFill>
              <a:srgbClr val="F9A2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1" name="Google Shape;6001;p67"/>
            <p:cNvSpPr/>
            <p:nvPr/>
          </p:nvSpPr>
          <p:spPr>
            <a:xfrm>
              <a:off x="1532418" y="3300871"/>
              <a:ext cx="88661" cy="25476"/>
            </a:xfrm>
            <a:custGeom>
              <a:avLst/>
              <a:gdLst/>
              <a:ahLst/>
              <a:cxnLst/>
              <a:rect l="l" t="t" r="r" b="b"/>
              <a:pathLst>
                <a:path w="1239" h="356" extrusionOk="0">
                  <a:moveTo>
                    <a:pt x="0" y="1"/>
                  </a:moveTo>
                  <a:lnTo>
                    <a:pt x="1238" y="355"/>
                  </a:lnTo>
                  <a:lnTo>
                    <a:pt x="1238" y="259"/>
                  </a:lnTo>
                  <a:cubicBezTo>
                    <a:pt x="1238" y="128"/>
                    <a:pt x="1126" y="16"/>
                    <a:pt x="995" y="16"/>
                  </a:cubicBezTo>
                  <a:lnTo>
                    <a:pt x="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2" name="Google Shape;6002;p67"/>
            <p:cNvSpPr/>
            <p:nvPr/>
          </p:nvSpPr>
          <p:spPr>
            <a:xfrm>
              <a:off x="1480465" y="3328493"/>
              <a:ext cx="59966" cy="17461"/>
            </a:xfrm>
            <a:custGeom>
              <a:avLst/>
              <a:gdLst/>
              <a:ahLst/>
              <a:cxnLst/>
              <a:rect l="l" t="t" r="r" b="b"/>
              <a:pathLst>
                <a:path w="838" h="244" extrusionOk="0">
                  <a:moveTo>
                    <a:pt x="1" y="0"/>
                  </a:moveTo>
                  <a:lnTo>
                    <a:pt x="1" y="224"/>
                  </a:lnTo>
                  <a:lnTo>
                    <a:pt x="838" y="243"/>
                  </a:lnTo>
                  <a:lnTo>
                    <a:pt x="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3" name="Google Shape;6003;p67"/>
            <p:cNvSpPr/>
            <p:nvPr/>
          </p:nvSpPr>
          <p:spPr>
            <a:xfrm>
              <a:off x="1484114" y="3300871"/>
              <a:ext cx="136964" cy="45084"/>
            </a:xfrm>
            <a:custGeom>
              <a:avLst/>
              <a:gdLst/>
              <a:ahLst/>
              <a:cxnLst/>
              <a:rect l="l" t="t" r="r" b="b"/>
              <a:pathLst>
                <a:path w="1914" h="630" extrusionOk="0">
                  <a:moveTo>
                    <a:pt x="208" y="1"/>
                  </a:moveTo>
                  <a:cubicBezTo>
                    <a:pt x="112" y="1"/>
                    <a:pt x="31" y="51"/>
                    <a:pt x="0" y="112"/>
                  </a:cubicBezTo>
                  <a:lnTo>
                    <a:pt x="1817" y="629"/>
                  </a:lnTo>
                  <a:lnTo>
                    <a:pt x="1913" y="629"/>
                  </a:lnTo>
                  <a:lnTo>
                    <a:pt x="1913" y="355"/>
                  </a:lnTo>
                  <a:lnTo>
                    <a:pt x="67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4" name="Google Shape;6004;p67"/>
            <p:cNvSpPr/>
            <p:nvPr/>
          </p:nvSpPr>
          <p:spPr>
            <a:xfrm>
              <a:off x="1480465" y="3308886"/>
              <a:ext cx="133672" cy="37069"/>
            </a:xfrm>
            <a:custGeom>
              <a:avLst/>
              <a:gdLst/>
              <a:ahLst/>
              <a:cxnLst/>
              <a:rect l="l" t="t" r="r" b="b"/>
              <a:pathLst>
                <a:path w="1868" h="518" extrusionOk="0">
                  <a:moveTo>
                    <a:pt x="51" y="0"/>
                  </a:moveTo>
                  <a:cubicBezTo>
                    <a:pt x="20" y="51"/>
                    <a:pt x="1" y="81"/>
                    <a:pt x="1" y="132"/>
                  </a:cubicBezTo>
                  <a:lnTo>
                    <a:pt x="1" y="274"/>
                  </a:lnTo>
                  <a:lnTo>
                    <a:pt x="838" y="517"/>
                  </a:lnTo>
                  <a:lnTo>
                    <a:pt x="1868" y="517"/>
                  </a:lnTo>
                  <a:lnTo>
                    <a:pt x="5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5" name="Google Shape;6005;p67"/>
            <p:cNvSpPr/>
            <p:nvPr/>
          </p:nvSpPr>
          <p:spPr>
            <a:xfrm>
              <a:off x="1493202" y="3344523"/>
              <a:ext cx="108269" cy="224419"/>
            </a:xfrm>
            <a:custGeom>
              <a:avLst/>
              <a:gdLst/>
              <a:ahLst/>
              <a:cxnLst/>
              <a:rect l="l" t="t" r="r" b="b"/>
              <a:pathLst>
                <a:path w="1513" h="3136" extrusionOk="0">
                  <a:moveTo>
                    <a:pt x="548" y="1639"/>
                  </a:moveTo>
                  <a:lnTo>
                    <a:pt x="548" y="1639"/>
                  </a:lnTo>
                  <a:cubicBezTo>
                    <a:pt x="517" y="1851"/>
                    <a:pt x="482" y="2044"/>
                    <a:pt x="452" y="2253"/>
                  </a:cubicBezTo>
                  <a:cubicBezTo>
                    <a:pt x="421" y="2461"/>
                    <a:pt x="371" y="2685"/>
                    <a:pt x="274" y="2877"/>
                  </a:cubicBezTo>
                  <a:cubicBezTo>
                    <a:pt x="259" y="2893"/>
                    <a:pt x="243" y="2928"/>
                    <a:pt x="209" y="2943"/>
                  </a:cubicBezTo>
                  <a:cubicBezTo>
                    <a:pt x="209" y="2943"/>
                    <a:pt x="193" y="2943"/>
                    <a:pt x="178" y="2928"/>
                  </a:cubicBezTo>
                  <a:cubicBezTo>
                    <a:pt x="147" y="2912"/>
                    <a:pt x="112" y="2847"/>
                    <a:pt x="112" y="2781"/>
                  </a:cubicBezTo>
                  <a:cubicBezTo>
                    <a:pt x="97" y="2476"/>
                    <a:pt x="209" y="2156"/>
                    <a:pt x="436" y="1786"/>
                  </a:cubicBezTo>
                  <a:cubicBezTo>
                    <a:pt x="467" y="1736"/>
                    <a:pt x="498" y="1689"/>
                    <a:pt x="548" y="1639"/>
                  </a:cubicBezTo>
                  <a:close/>
                  <a:moveTo>
                    <a:pt x="1111" y="1770"/>
                  </a:moveTo>
                  <a:lnTo>
                    <a:pt x="1111" y="1770"/>
                  </a:lnTo>
                  <a:cubicBezTo>
                    <a:pt x="1254" y="1994"/>
                    <a:pt x="1350" y="2237"/>
                    <a:pt x="1385" y="2492"/>
                  </a:cubicBezTo>
                  <a:cubicBezTo>
                    <a:pt x="1400" y="2700"/>
                    <a:pt x="1385" y="2877"/>
                    <a:pt x="1319" y="3009"/>
                  </a:cubicBezTo>
                  <a:cubicBezTo>
                    <a:pt x="1319" y="3024"/>
                    <a:pt x="1304" y="3039"/>
                    <a:pt x="1304" y="3039"/>
                  </a:cubicBezTo>
                  <a:lnTo>
                    <a:pt x="1289" y="3009"/>
                  </a:lnTo>
                  <a:cubicBezTo>
                    <a:pt x="1223" y="2912"/>
                    <a:pt x="1173" y="2781"/>
                    <a:pt x="1142" y="2623"/>
                  </a:cubicBezTo>
                  <a:cubicBezTo>
                    <a:pt x="1096" y="2349"/>
                    <a:pt x="1096" y="2060"/>
                    <a:pt x="1111" y="1770"/>
                  </a:cubicBezTo>
                  <a:close/>
                  <a:moveTo>
                    <a:pt x="1111" y="0"/>
                  </a:moveTo>
                  <a:cubicBezTo>
                    <a:pt x="1061" y="548"/>
                    <a:pt x="1046" y="1061"/>
                    <a:pt x="1015" y="1512"/>
                  </a:cubicBezTo>
                  <a:cubicBezTo>
                    <a:pt x="934" y="1446"/>
                    <a:pt x="853" y="1416"/>
                    <a:pt x="756" y="1416"/>
                  </a:cubicBezTo>
                  <a:cubicBezTo>
                    <a:pt x="725" y="1416"/>
                    <a:pt x="691" y="1431"/>
                    <a:pt x="660" y="1431"/>
                  </a:cubicBezTo>
                  <a:cubicBezTo>
                    <a:pt x="710" y="949"/>
                    <a:pt x="725" y="467"/>
                    <a:pt x="691" y="19"/>
                  </a:cubicBezTo>
                  <a:lnTo>
                    <a:pt x="594" y="19"/>
                  </a:lnTo>
                  <a:cubicBezTo>
                    <a:pt x="614" y="501"/>
                    <a:pt x="614" y="999"/>
                    <a:pt x="563" y="1497"/>
                  </a:cubicBezTo>
                  <a:cubicBezTo>
                    <a:pt x="467" y="1562"/>
                    <a:pt x="401" y="1659"/>
                    <a:pt x="355" y="1736"/>
                  </a:cubicBezTo>
                  <a:cubicBezTo>
                    <a:pt x="112" y="2121"/>
                    <a:pt x="0" y="2461"/>
                    <a:pt x="16" y="2781"/>
                  </a:cubicBezTo>
                  <a:cubicBezTo>
                    <a:pt x="16" y="2862"/>
                    <a:pt x="50" y="2974"/>
                    <a:pt x="131" y="3009"/>
                  </a:cubicBezTo>
                  <a:cubicBezTo>
                    <a:pt x="150" y="3027"/>
                    <a:pt x="173" y="3034"/>
                    <a:pt x="196" y="3034"/>
                  </a:cubicBezTo>
                  <a:cubicBezTo>
                    <a:pt x="213" y="3034"/>
                    <a:pt x="229" y="3030"/>
                    <a:pt x="243" y="3024"/>
                  </a:cubicBezTo>
                  <a:cubicBezTo>
                    <a:pt x="305" y="3009"/>
                    <a:pt x="340" y="2958"/>
                    <a:pt x="355" y="2928"/>
                  </a:cubicBezTo>
                  <a:cubicBezTo>
                    <a:pt x="467" y="2719"/>
                    <a:pt x="517" y="2476"/>
                    <a:pt x="548" y="2268"/>
                  </a:cubicBezTo>
                  <a:cubicBezTo>
                    <a:pt x="594" y="2025"/>
                    <a:pt x="629" y="1786"/>
                    <a:pt x="644" y="1543"/>
                  </a:cubicBezTo>
                  <a:cubicBezTo>
                    <a:pt x="675" y="1527"/>
                    <a:pt x="725" y="1512"/>
                    <a:pt x="756" y="1512"/>
                  </a:cubicBezTo>
                  <a:cubicBezTo>
                    <a:pt x="853" y="1512"/>
                    <a:pt x="949" y="1578"/>
                    <a:pt x="1015" y="1639"/>
                  </a:cubicBezTo>
                  <a:lnTo>
                    <a:pt x="1015" y="1720"/>
                  </a:lnTo>
                  <a:cubicBezTo>
                    <a:pt x="999" y="2025"/>
                    <a:pt x="999" y="2334"/>
                    <a:pt x="1046" y="2638"/>
                  </a:cubicBezTo>
                  <a:cubicBezTo>
                    <a:pt x="1076" y="2816"/>
                    <a:pt x="1127" y="2943"/>
                    <a:pt x="1208" y="3070"/>
                  </a:cubicBezTo>
                  <a:cubicBezTo>
                    <a:pt x="1208" y="3086"/>
                    <a:pt x="1238" y="3136"/>
                    <a:pt x="1304" y="3136"/>
                  </a:cubicBezTo>
                  <a:cubicBezTo>
                    <a:pt x="1335" y="3136"/>
                    <a:pt x="1385" y="3120"/>
                    <a:pt x="1416" y="3055"/>
                  </a:cubicBezTo>
                  <a:cubicBezTo>
                    <a:pt x="1481" y="2893"/>
                    <a:pt x="1512" y="2700"/>
                    <a:pt x="1481" y="2492"/>
                  </a:cubicBezTo>
                  <a:cubicBezTo>
                    <a:pt x="1447" y="2202"/>
                    <a:pt x="1335" y="1929"/>
                    <a:pt x="1173" y="1689"/>
                  </a:cubicBezTo>
                  <a:cubicBezTo>
                    <a:pt x="1157" y="1659"/>
                    <a:pt x="1142" y="1639"/>
                    <a:pt x="1111" y="1608"/>
                  </a:cubicBezTo>
                  <a:cubicBezTo>
                    <a:pt x="1127" y="1126"/>
                    <a:pt x="1157" y="598"/>
                    <a:pt x="1208" y="19"/>
                  </a:cubicBezTo>
                  <a:lnTo>
                    <a:pt x="111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6" name="Google Shape;6006;p67"/>
            <p:cNvSpPr/>
            <p:nvPr/>
          </p:nvSpPr>
          <p:spPr>
            <a:xfrm>
              <a:off x="1603621" y="3482493"/>
              <a:ext cx="69054" cy="143911"/>
            </a:xfrm>
            <a:custGeom>
              <a:avLst/>
              <a:gdLst/>
              <a:ahLst/>
              <a:cxnLst/>
              <a:rect l="l" t="t" r="r" b="b"/>
              <a:pathLst>
                <a:path w="965" h="2011" extrusionOk="0">
                  <a:moveTo>
                    <a:pt x="853" y="1"/>
                  </a:moveTo>
                  <a:lnTo>
                    <a:pt x="853" y="20"/>
                  </a:lnTo>
                  <a:cubicBezTo>
                    <a:pt x="853" y="20"/>
                    <a:pt x="854" y="21"/>
                    <a:pt x="854" y="21"/>
                  </a:cubicBezTo>
                  <a:lnTo>
                    <a:pt x="854" y="21"/>
                  </a:lnTo>
                  <a:cubicBezTo>
                    <a:pt x="853" y="8"/>
                    <a:pt x="853" y="1"/>
                    <a:pt x="853" y="1"/>
                  </a:cubicBezTo>
                  <a:close/>
                  <a:moveTo>
                    <a:pt x="854" y="21"/>
                  </a:moveTo>
                  <a:cubicBezTo>
                    <a:pt x="856" y="38"/>
                    <a:pt x="860" y="63"/>
                    <a:pt x="868" y="97"/>
                  </a:cubicBezTo>
                  <a:lnTo>
                    <a:pt x="868" y="213"/>
                  </a:lnTo>
                  <a:lnTo>
                    <a:pt x="868" y="355"/>
                  </a:lnTo>
                  <a:lnTo>
                    <a:pt x="868" y="533"/>
                  </a:lnTo>
                  <a:cubicBezTo>
                    <a:pt x="853" y="598"/>
                    <a:pt x="853" y="660"/>
                    <a:pt x="837" y="726"/>
                  </a:cubicBezTo>
                  <a:cubicBezTo>
                    <a:pt x="822" y="791"/>
                    <a:pt x="806" y="853"/>
                    <a:pt x="787" y="934"/>
                  </a:cubicBezTo>
                  <a:cubicBezTo>
                    <a:pt x="772" y="1000"/>
                    <a:pt x="741" y="1061"/>
                    <a:pt x="725" y="1127"/>
                  </a:cubicBezTo>
                  <a:cubicBezTo>
                    <a:pt x="691" y="1192"/>
                    <a:pt x="660" y="1254"/>
                    <a:pt x="629" y="1320"/>
                  </a:cubicBezTo>
                  <a:cubicBezTo>
                    <a:pt x="594" y="1385"/>
                    <a:pt x="563" y="1431"/>
                    <a:pt x="517" y="1497"/>
                  </a:cubicBezTo>
                  <a:cubicBezTo>
                    <a:pt x="482" y="1543"/>
                    <a:pt x="436" y="1593"/>
                    <a:pt x="401" y="1640"/>
                  </a:cubicBezTo>
                  <a:cubicBezTo>
                    <a:pt x="355" y="1690"/>
                    <a:pt x="324" y="1736"/>
                    <a:pt x="274" y="1771"/>
                  </a:cubicBezTo>
                  <a:cubicBezTo>
                    <a:pt x="243" y="1802"/>
                    <a:pt x="208" y="1852"/>
                    <a:pt x="178" y="1867"/>
                  </a:cubicBezTo>
                  <a:cubicBezTo>
                    <a:pt x="147" y="1898"/>
                    <a:pt x="112" y="1929"/>
                    <a:pt x="81" y="1948"/>
                  </a:cubicBezTo>
                  <a:cubicBezTo>
                    <a:pt x="35" y="1995"/>
                    <a:pt x="0" y="2010"/>
                    <a:pt x="0" y="2010"/>
                  </a:cubicBezTo>
                  <a:cubicBezTo>
                    <a:pt x="0" y="2010"/>
                    <a:pt x="16" y="2010"/>
                    <a:pt x="35" y="1995"/>
                  </a:cubicBezTo>
                  <a:cubicBezTo>
                    <a:pt x="50" y="1995"/>
                    <a:pt x="66" y="1979"/>
                    <a:pt x="97" y="1964"/>
                  </a:cubicBezTo>
                  <a:cubicBezTo>
                    <a:pt x="131" y="1964"/>
                    <a:pt x="162" y="1929"/>
                    <a:pt x="193" y="1914"/>
                  </a:cubicBezTo>
                  <a:cubicBezTo>
                    <a:pt x="243" y="1898"/>
                    <a:pt x="289" y="1867"/>
                    <a:pt x="324" y="1833"/>
                  </a:cubicBezTo>
                  <a:cubicBezTo>
                    <a:pt x="421" y="1771"/>
                    <a:pt x="517" y="1674"/>
                    <a:pt x="613" y="1563"/>
                  </a:cubicBezTo>
                  <a:cubicBezTo>
                    <a:pt x="660" y="1512"/>
                    <a:pt x="691" y="1447"/>
                    <a:pt x="741" y="1385"/>
                  </a:cubicBezTo>
                  <a:cubicBezTo>
                    <a:pt x="772" y="1320"/>
                    <a:pt x="806" y="1239"/>
                    <a:pt x="837" y="1177"/>
                  </a:cubicBezTo>
                  <a:cubicBezTo>
                    <a:pt x="868" y="1111"/>
                    <a:pt x="903" y="1030"/>
                    <a:pt x="918" y="965"/>
                  </a:cubicBezTo>
                  <a:cubicBezTo>
                    <a:pt x="934" y="888"/>
                    <a:pt x="949" y="822"/>
                    <a:pt x="949" y="741"/>
                  </a:cubicBezTo>
                  <a:cubicBezTo>
                    <a:pt x="964" y="598"/>
                    <a:pt x="964" y="467"/>
                    <a:pt x="949" y="355"/>
                  </a:cubicBezTo>
                  <a:cubicBezTo>
                    <a:pt x="949" y="309"/>
                    <a:pt x="934" y="244"/>
                    <a:pt x="918" y="213"/>
                  </a:cubicBezTo>
                  <a:cubicBezTo>
                    <a:pt x="903" y="163"/>
                    <a:pt x="903" y="132"/>
                    <a:pt x="883" y="97"/>
                  </a:cubicBezTo>
                  <a:cubicBezTo>
                    <a:pt x="869" y="67"/>
                    <a:pt x="868" y="37"/>
                    <a:pt x="854" y="2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7" name="Google Shape;6007;p67"/>
            <p:cNvSpPr/>
            <p:nvPr/>
          </p:nvSpPr>
          <p:spPr>
            <a:xfrm>
              <a:off x="1546158" y="2326852"/>
              <a:ext cx="13882" cy="969452"/>
            </a:xfrm>
            <a:custGeom>
              <a:avLst/>
              <a:gdLst/>
              <a:ahLst/>
              <a:cxnLst/>
              <a:rect l="l" t="t" r="r" b="b"/>
              <a:pathLst>
                <a:path w="194" h="13547" extrusionOk="0">
                  <a:moveTo>
                    <a:pt x="1" y="0"/>
                  </a:moveTo>
                  <a:lnTo>
                    <a:pt x="1" y="13546"/>
                  </a:lnTo>
                  <a:lnTo>
                    <a:pt x="194" y="13546"/>
                  </a:lnTo>
                  <a:lnTo>
                    <a:pt x="19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8" name="Google Shape;6008;p67"/>
            <p:cNvSpPr/>
            <p:nvPr/>
          </p:nvSpPr>
          <p:spPr>
            <a:xfrm>
              <a:off x="1378347" y="3098567"/>
              <a:ext cx="347275" cy="59683"/>
            </a:xfrm>
            <a:custGeom>
              <a:avLst/>
              <a:gdLst/>
              <a:ahLst/>
              <a:cxnLst/>
              <a:rect l="l" t="t" r="r" b="b"/>
              <a:pathLst>
                <a:path w="4853" h="834" extrusionOk="0">
                  <a:moveTo>
                    <a:pt x="1" y="0"/>
                  </a:moveTo>
                  <a:lnTo>
                    <a:pt x="1" y="833"/>
                  </a:lnTo>
                  <a:lnTo>
                    <a:pt x="4853" y="833"/>
                  </a:lnTo>
                  <a:lnTo>
                    <a:pt x="485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9" name="Google Shape;6009;p67"/>
            <p:cNvSpPr/>
            <p:nvPr/>
          </p:nvSpPr>
          <p:spPr>
            <a:xfrm>
              <a:off x="1390798" y="3098567"/>
              <a:ext cx="10519" cy="59683"/>
            </a:xfrm>
            <a:custGeom>
              <a:avLst/>
              <a:gdLst/>
              <a:ahLst/>
              <a:cxnLst/>
              <a:rect l="l" t="t" r="r" b="b"/>
              <a:pathLst>
                <a:path w="147" h="834" extrusionOk="0">
                  <a:moveTo>
                    <a:pt x="0" y="0"/>
                  </a:moveTo>
                  <a:lnTo>
                    <a:pt x="0" y="833"/>
                  </a:lnTo>
                  <a:lnTo>
                    <a:pt x="147" y="833"/>
                  </a:lnTo>
                  <a:lnTo>
                    <a:pt x="14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0" name="Google Shape;6010;p67"/>
            <p:cNvSpPr/>
            <p:nvPr/>
          </p:nvSpPr>
          <p:spPr>
            <a:xfrm>
              <a:off x="1415058" y="3098567"/>
              <a:ext cx="10304" cy="59683"/>
            </a:xfrm>
            <a:custGeom>
              <a:avLst/>
              <a:gdLst/>
              <a:ahLst/>
              <a:cxnLst/>
              <a:rect l="l" t="t" r="r" b="b"/>
              <a:pathLst>
                <a:path w="144" h="834" extrusionOk="0">
                  <a:moveTo>
                    <a:pt x="1" y="0"/>
                  </a:moveTo>
                  <a:lnTo>
                    <a:pt x="1" y="833"/>
                  </a:lnTo>
                  <a:lnTo>
                    <a:pt x="144" y="833"/>
                  </a:lnTo>
                  <a:lnTo>
                    <a:pt x="14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1" name="Google Shape;6011;p67"/>
            <p:cNvSpPr/>
            <p:nvPr/>
          </p:nvSpPr>
          <p:spPr>
            <a:xfrm>
              <a:off x="1439102" y="3098567"/>
              <a:ext cx="9446" cy="59683"/>
            </a:xfrm>
            <a:custGeom>
              <a:avLst/>
              <a:gdLst/>
              <a:ahLst/>
              <a:cxnLst/>
              <a:rect l="l" t="t" r="r" b="b"/>
              <a:pathLst>
                <a:path w="132" h="834" extrusionOk="0">
                  <a:moveTo>
                    <a:pt x="0" y="0"/>
                  </a:moveTo>
                  <a:lnTo>
                    <a:pt x="0" y="833"/>
                  </a:lnTo>
                  <a:lnTo>
                    <a:pt x="132" y="833"/>
                  </a:lnTo>
                  <a:lnTo>
                    <a:pt x="13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2" name="Google Shape;6012;p67"/>
            <p:cNvSpPr/>
            <p:nvPr/>
          </p:nvSpPr>
          <p:spPr>
            <a:xfrm>
              <a:off x="1462288" y="3098567"/>
              <a:ext cx="10304" cy="59683"/>
            </a:xfrm>
            <a:custGeom>
              <a:avLst/>
              <a:gdLst/>
              <a:ahLst/>
              <a:cxnLst/>
              <a:rect l="l" t="t" r="r" b="b"/>
              <a:pathLst>
                <a:path w="144" h="834" extrusionOk="0">
                  <a:moveTo>
                    <a:pt x="0" y="0"/>
                  </a:moveTo>
                  <a:lnTo>
                    <a:pt x="0" y="833"/>
                  </a:lnTo>
                  <a:lnTo>
                    <a:pt x="143" y="833"/>
                  </a:lnTo>
                  <a:lnTo>
                    <a:pt x="14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3" name="Google Shape;6013;p67"/>
            <p:cNvSpPr/>
            <p:nvPr/>
          </p:nvSpPr>
          <p:spPr>
            <a:xfrm>
              <a:off x="1486261" y="3098567"/>
              <a:ext cx="10591" cy="59683"/>
            </a:xfrm>
            <a:custGeom>
              <a:avLst/>
              <a:gdLst/>
              <a:ahLst/>
              <a:cxnLst/>
              <a:rect l="l" t="t" r="r" b="b"/>
              <a:pathLst>
                <a:path w="148" h="834" extrusionOk="0">
                  <a:moveTo>
                    <a:pt x="1" y="0"/>
                  </a:moveTo>
                  <a:lnTo>
                    <a:pt x="1" y="833"/>
                  </a:lnTo>
                  <a:lnTo>
                    <a:pt x="147" y="833"/>
                  </a:lnTo>
                  <a:lnTo>
                    <a:pt x="14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4" name="Google Shape;6014;p67"/>
            <p:cNvSpPr/>
            <p:nvPr/>
          </p:nvSpPr>
          <p:spPr>
            <a:xfrm>
              <a:off x="1510592" y="3098567"/>
              <a:ext cx="10304" cy="59683"/>
            </a:xfrm>
            <a:custGeom>
              <a:avLst/>
              <a:gdLst/>
              <a:ahLst/>
              <a:cxnLst/>
              <a:rect l="l" t="t" r="r" b="b"/>
              <a:pathLst>
                <a:path w="144" h="834" extrusionOk="0">
                  <a:moveTo>
                    <a:pt x="0" y="0"/>
                  </a:moveTo>
                  <a:lnTo>
                    <a:pt x="0" y="833"/>
                  </a:lnTo>
                  <a:lnTo>
                    <a:pt x="143" y="833"/>
                  </a:lnTo>
                  <a:lnTo>
                    <a:pt x="14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5" name="Google Shape;6015;p67"/>
            <p:cNvSpPr/>
            <p:nvPr/>
          </p:nvSpPr>
          <p:spPr>
            <a:xfrm>
              <a:off x="1534565" y="3098567"/>
              <a:ext cx="10591" cy="59683"/>
            </a:xfrm>
            <a:custGeom>
              <a:avLst/>
              <a:gdLst/>
              <a:ahLst/>
              <a:cxnLst/>
              <a:rect l="l" t="t" r="r" b="b"/>
              <a:pathLst>
                <a:path w="148" h="834" extrusionOk="0">
                  <a:moveTo>
                    <a:pt x="1" y="0"/>
                  </a:moveTo>
                  <a:lnTo>
                    <a:pt x="1" y="833"/>
                  </a:lnTo>
                  <a:lnTo>
                    <a:pt x="147" y="833"/>
                  </a:lnTo>
                  <a:lnTo>
                    <a:pt x="14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6" name="Google Shape;6016;p67"/>
            <p:cNvSpPr/>
            <p:nvPr/>
          </p:nvSpPr>
          <p:spPr>
            <a:xfrm>
              <a:off x="1558895" y="3098567"/>
              <a:ext cx="9160" cy="59683"/>
            </a:xfrm>
            <a:custGeom>
              <a:avLst/>
              <a:gdLst/>
              <a:ahLst/>
              <a:cxnLst/>
              <a:rect l="l" t="t" r="r" b="b"/>
              <a:pathLst>
                <a:path w="128" h="834" extrusionOk="0">
                  <a:moveTo>
                    <a:pt x="0" y="0"/>
                  </a:moveTo>
                  <a:lnTo>
                    <a:pt x="0" y="833"/>
                  </a:lnTo>
                  <a:lnTo>
                    <a:pt x="128" y="833"/>
                  </a:lnTo>
                  <a:lnTo>
                    <a:pt x="12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7" name="Google Shape;6017;p67"/>
            <p:cNvSpPr/>
            <p:nvPr/>
          </p:nvSpPr>
          <p:spPr>
            <a:xfrm>
              <a:off x="1582868" y="3098567"/>
              <a:ext cx="9517" cy="59683"/>
            </a:xfrm>
            <a:custGeom>
              <a:avLst/>
              <a:gdLst/>
              <a:ahLst/>
              <a:cxnLst/>
              <a:rect l="l" t="t" r="r" b="b"/>
              <a:pathLst>
                <a:path w="133" h="834" extrusionOk="0">
                  <a:moveTo>
                    <a:pt x="1" y="0"/>
                  </a:moveTo>
                  <a:lnTo>
                    <a:pt x="1" y="833"/>
                  </a:lnTo>
                  <a:lnTo>
                    <a:pt x="132" y="833"/>
                  </a:lnTo>
                  <a:lnTo>
                    <a:pt x="13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8" name="Google Shape;6018;p67"/>
            <p:cNvSpPr/>
            <p:nvPr/>
          </p:nvSpPr>
          <p:spPr>
            <a:xfrm>
              <a:off x="1606054" y="3098567"/>
              <a:ext cx="10304" cy="59683"/>
            </a:xfrm>
            <a:custGeom>
              <a:avLst/>
              <a:gdLst/>
              <a:ahLst/>
              <a:cxnLst/>
              <a:rect l="l" t="t" r="r" b="b"/>
              <a:pathLst>
                <a:path w="144" h="834" extrusionOk="0">
                  <a:moveTo>
                    <a:pt x="1" y="0"/>
                  </a:moveTo>
                  <a:lnTo>
                    <a:pt x="1" y="833"/>
                  </a:lnTo>
                  <a:lnTo>
                    <a:pt x="144" y="833"/>
                  </a:lnTo>
                  <a:lnTo>
                    <a:pt x="14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9" name="Google Shape;6019;p67"/>
            <p:cNvSpPr/>
            <p:nvPr/>
          </p:nvSpPr>
          <p:spPr>
            <a:xfrm>
              <a:off x="1630099" y="3098567"/>
              <a:ext cx="10591" cy="59683"/>
            </a:xfrm>
            <a:custGeom>
              <a:avLst/>
              <a:gdLst/>
              <a:ahLst/>
              <a:cxnLst/>
              <a:rect l="l" t="t" r="r" b="b"/>
              <a:pathLst>
                <a:path w="148" h="834" extrusionOk="0">
                  <a:moveTo>
                    <a:pt x="0" y="0"/>
                  </a:moveTo>
                  <a:lnTo>
                    <a:pt x="0" y="833"/>
                  </a:lnTo>
                  <a:lnTo>
                    <a:pt x="147" y="833"/>
                  </a:lnTo>
                  <a:lnTo>
                    <a:pt x="14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0" name="Google Shape;6020;p67"/>
            <p:cNvSpPr/>
            <p:nvPr/>
          </p:nvSpPr>
          <p:spPr>
            <a:xfrm>
              <a:off x="1654358" y="3098567"/>
              <a:ext cx="10304" cy="59683"/>
            </a:xfrm>
            <a:custGeom>
              <a:avLst/>
              <a:gdLst/>
              <a:ahLst/>
              <a:cxnLst/>
              <a:rect l="l" t="t" r="r" b="b"/>
              <a:pathLst>
                <a:path w="144" h="834" extrusionOk="0">
                  <a:moveTo>
                    <a:pt x="1" y="0"/>
                  </a:moveTo>
                  <a:lnTo>
                    <a:pt x="1" y="833"/>
                  </a:lnTo>
                  <a:lnTo>
                    <a:pt x="144" y="833"/>
                  </a:lnTo>
                  <a:lnTo>
                    <a:pt x="14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1" name="Google Shape;6021;p67"/>
            <p:cNvSpPr/>
            <p:nvPr/>
          </p:nvSpPr>
          <p:spPr>
            <a:xfrm>
              <a:off x="1678403" y="3098567"/>
              <a:ext cx="10519" cy="59683"/>
            </a:xfrm>
            <a:custGeom>
              <a:avLst/>
              <a:gdLst/>
              <a:ahLst/>
              <a:cxnLst/>
              <a:rect l="l" t="t" r="r" b="b"/>
              <a:pathLst>
                <a:path w="147" h="834" extrusionOk="0">
                  <a:moveTo>
                    <a:pt x="0" y="0"/>
                  </a:moveTo>
                  <a:lnTo>
                    <a:pt x="0" y="833"/>
                  </a:lnTo>
                  <a:lnTo>
                    <a:pt x="147" y="833"/>
                  </a:lnTo>
                  <a:lnTo>
                    <a:pt x="14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2" name="Google Shape;6022;p67"/>
            <p:cNvSpPr/>
            <p:nvPr/>
          </p:nvSpPr>
          <p:spPr>
            <a:xfrm>
              <a:off x="1700428" y="3098567"/>
              <a:ext cx="10519" cy="59683"/>
            </a:xfrm>
            <a:custGeom>
              <a:avLst/>
              <a:gdLst/>
              <a:ahLst/>
              <a:cxnLst/>
              <a:rect l="l" t="t" r="r" b="b"/>
              <a:pathLst>
                <a:path w="147" h="834" extrusionOk="0">
                  <a:moveTo>
                    <a:pt x="0" y="0"/>
                  </a:moveTo>
                  <a:lnTo>
                    <a:pt x="0" y="833"/>
                  </a:lnTo>
                  <a:lnTo>
                    <a:pt x="147" y="833"/>
                  </a:lnTo>
                  <a:lnTo>
                    <a:pt x="14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Google Shape;1440;p38">
            <a:extLst>
              <a:ext uri="{FF2B5EF4-FFF2-40B4-BE49-F238E27FC236}">
                <a16:creationId xmlns:a16="http://schemas.microsoft.com/office/drawing/2014/main" id="{8B5050EB-B267-4EB5-42BE-914B71CDF6D8}"/>
              </a:ext>
            </a:extLst>
          </p:cNvPr>
          <p:cNvSpPr/>
          <p:nvPr/>
        </p:nvSpPr>
        <p:spPr>
          <a:xfrm>
            <a:off x="4154654" y="207263"/>
            <a:ext cx="894000" cy="894000"/>
          </a:xfrm>
          <a:prstGeom prst="roundRect">
            <a:avLst>
              <a:gd name="adj" fmla="val 16667"/>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1442;p38">
            <a:extLst>
              <a:ext uri="{FF2B5EF4-FFF2-40B4-BE49-F238E27FC236}">
                <a16:creationId xmlns:a16="http://schemas.microsoft.com/office/drawing/2014/main" id="{BAF342E3-51B7-4AC5-3CFB-A51D49F8B458}"/>
              </a:ext>
            </a:extLst>
          </p:cNvPr>
          <p:cNvSpPr txBox="1">
            <a:spLocks/>
          </p:cNvSpPr>
          <p:nvPr/>
        </p:nvSpPr>
        <p:spPr>
          <a:xfrm>
            <a:off x="4069701" y="232727"/>
            <a:ext cx="1041010" cy="8418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6000" b="1" dirty="0">
                <a:solidFill>
                  <a:schemeClr val="dk1"/>
                </a:solidFill>
                <a:latin typeface="Anek Devanagari"/>
                <a:cs typeface="Anek Devanagari"/>
                <a:sym typeface="Anek Devanagari"/>
              </a:rPr>
              <a:t>03</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diagram of a computer&#10;&#10;Description automatically generated">
            <a:extLst>
              <a:ext uri="{FF2B5EF4-FFF2-40B4-BE49-F238E27FC236}">
                <a16:creationId xmlns:a16="http://schemas.microsoft.com/office/drawing/2014/main" id="{A267F4C3-9595-18A5-CA25-13243360998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960" y="507660"/>
            <a:ext cx="9363919" cy="4128180"/>
          </a:xfrm>
          <a:prstGeom prst="rect">
            <a:avLst/>
          </a:prstGeom>
        </p:spPr>
      </p:pic>
      <p:sp>
        <p:nvSpPr>
          <p:cNvPr id="8" name="Title 7">
            <a:extLst>
              <a:ext uri="{FF2B5EF4-FFF2-40B4-BE49-F238E27FC236}">
                <a16:creationId xmlns:a16="http://schemas.microsoft.com/office/drawing/2014/main" id="{4DAB1C1E-DE94-6151-C02C-7E28AD090675}"/>
              </a:ext>
            </a:extLst>
          </p:cNvPr>
          <p:cNvSpPr>
            <a:spLocks noGrp="1"/>
          </p:cNvSpPr>
          <p:nvPr>
            <p:ph type="title"/>
          </p:nvPr>
        </p:nvSpPr>
        <p:spPr>
          <a:xfrm>
            <a:off x="5162309" y="354305"/>
            <a:ext cx="3852000" cy="1042200"/>
          </a:xfrm>
        </p:spPr>
        <p:txBody>
          <a:bodyPr/>
          <a:lstStyle/>
          <a:p>
            <a:r>
              <a:rPr lang="en-US" dirty="0"/>
              <a:t>Block diagram of Communication</a:t>
            </a:r>
          </a:p>
        </p:txBody>
      </p:sp>
    </p:spTree>
    <p:extLst>
      <p:ext uri="{BB962C8B-B14F-4D97-AF65-F5344CB8AC3E}">
        <p14:creationId xmlns:p14="http://schemas.microsoft.com/office/powerpoint/2010/main" val="18816530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387F4-EC8D-6F79-A8AF-E0F796D27F6F}"/>
              </a:ext>
            </a:extLst>
          </p:cNvPr>
          <p:cNvSpPr>
            <a:spLocks noGrp="1"/>
          </p:cNvSpPr>
          <p:nvPr>
            <p:ph type="title"/>
          </p:nvPr>
        </p:nvSpPr>
        <p:spPr>
          <a:xfrm>
            <a:off x="5139159" y="4498042"/>
            <a:ext cx="3852000" cy="1042200"/>
          </a:xfrm>
        </p:spPr>
        <p:txBody>
          <a:bodyPr/>
          <a:lstStyle/>
          <a:p>
            <a:r>
              <a:rPr lang="en-US" dirty="0"/>
              <a:t>Flowchart</a:t>
            </a:r>
          </a:p>
        </p:txBody>
      </p:sp>
      <p:pic>
        <p:nvPicPr>
          <p:cNvPr id="5" name="Picture 4" descr="A diagram of a flowchart&#10;&#10;Description automatically generated">
            <a:extLst>
              <a:ext uri="{FF2B5EF4-FFF2-40B4-BE49-F238E27FC236}">
                <a16:creationId xmlns:a16="http://schemas.microsoft.com/office/drawing/2014/main" id="{5A5A8382-1EFC-B01E-CB99-47CE862CBB24}"/>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15093" y="167742"/>
            <a:ext cx="5935345" cy="4851400"/>
          </a:xfrm>
          <a:prstGeom prst="rect">
            <a:avLst/>
          </a:prstGeom>
          <a:noFill/>
          <a:ln>
            <a:noFill/>
          </a:ln>
        </p:spPr>
      </p:pic>
    </p:spTree>
    <p:extLst>
      <p:ext uri="{BB962C8B-B14F-4D97-AF65-F5344CB8AC3E}">
        <p14:creationId xmlns:p14="http://schemas.microsoft.com/office/powerpoint/2010/main" val="25815246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874"/>
        <p:cNvGrpSpPr/>
        <p:nvPr/>
      </p:nvGrpSpPr>
      <p:grpSpPr>
        <a:xfrm>
          <a:off x="0" y="0"/>
          <a:ext cx="0" cy="0"/>
          <a:chOff x="0" y="0"/>
          <a:chExt cx="0" cy="0"/>
        </a:xfrm>
      </p:grpSpPr>
      <p:sp>
        <p:nvSpPr>
          <p:cNvPr id="3875" name="Google Shape;3875;p56"/>
          <p:cNvSpPr/>
          <p:nvPr/>
        </p:nvSpPr>
        <p:spPr>
          <a:xfrm>
            <a:off x="3731700" y="4680075"/>
            <a:ext cx="1692600" cy="237600"/>
          </a:xfrm>
          <a:prstGeom prst="ellipse">
            <a:avLst/>
          </a:prstGeom>
          <a:solidFill>
            <a:schemeClr val="dk1">
              <a:alpha val="532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6" name="Google Shape;3876;p56"/>
          <p:cNvSpPr txBox="1">
            <a:spLocks noGrp="1"/>
          </p:cNvSpPr>
          <p:nvPr>
            <p:ph type="title"/>
          </p:nvPr>
        </p:nvSpPr>
        <p:spPr>
          <a:xfrm>
            <a:off x="2992489" y="2393930"/>
            <a:ext cx="3310800" cy="841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5400" dirty="0"/>
              <a:t>Results</a:t>
            </a:r>
            <a:endParaRPr sz="5400" dirty="0"/>
          </a:p>
        </p:txBody>
      </p:sp>
      <p:sp>
        <p:nvSpPr>
          <p:cNvPr id="3879" name="Google Shape;3879;p56"/>
          <p:cNvSpPr/>
          <p:nvPr/>
        </p:nvSpPr>
        <p:spPr>
          <a:xfrm>
            <a:off x="2265908" y="4215808"/>
            <a:ext cx="208785" cy="208785"/>
          </a:xfrm>
          <a:custGeom>
            <a:avLst/>
            <a:gdLst/>
            <a:ahLst/>
            <a:cxnLst/>
            <a:rect l="l" t="t" r="r" b="b"/>
            <a:pathLst>
              <a:path w="1706" h="1706" extrusionOk="0">
                <a:moveTo>
                  <a:pt x="853" y="1"/>
                </a:moveTo>
                <a:cubicBezTo>
                  <a:pt x="853" y="467"/>
                  <a:pt x="467" y="853"/>
                  <a:pt x="1" y="853"/>
                </a:cubicBezTo>
                <a:cubicBezTo>
                  <a:pt x="467" y="853"/>
                  <a:pt x="853" y="1239"/>
                  <a:pt x="853" y="1706"/>
                </a:cubicBezTo>
                <a:cubicBezTo>
                  <a:pt x="853" y="1239"/>
                  <a:pt x="1223" y="853"/>
                  <a:pt x="1705" y="853"/>
                </a:cubicBezTo>
                <a:cubicBezTo>
                  <a:pt x="1223" y="853"/>
                  <a:pt x="853" y="467"/>
                  <a:pt x="8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80" name="Google Shape;3880;p56"/>
          <p:cNvGrpSpPr/>
          <p:nvPr/>
        </p:nvGrpSpPr>
        <p:grpSpPr>
          <a:xfrm>
            <a:off x="4611565" y="3996998"/>
            <a:ext cx="503729" cy="762910"/>
            <a:chOff x="6673046" y="1861217"/>
            <a:chExt cx="150520" cy="227966"/>
          </a:xfrm>
        </p:grpSpPr>
        <p:sp>
          <p:nvSpPr>
            <p:cNvPr id="3881" name="Google Shape;3881;p56"/>
            <p:cNvSpPr/>
            <p:nvPr/>
          </p:nvSpPr>
          <p:spPr>
            <a:xfrm>
              <a:off x="6707949" y="1871649"/>
              <a:ext cx="84296" cy="42571"/>
            </a:xfrm>
            <a:custGeom>
              <a:avLst/>
              <a:gdLst/>
              <a:ahLst/>
              <a:cxnLst/>
              <a:rect l="l" t="t" r="r" b="b"/>
              <a:pathLst>
                <a:path w="2990" h="1510" extrusionOk="0">
                  <a:moveTo>
                    <a:pt x="2588" y="1"/>
                  </a:moveTo>
                  <a:cubicBezTo>
                    <a:pt x="1929" y="352"/>
                    <a:pt x="1801" y="1062"/>
                    <a:pt x="1801" y="1062"/>
                  </a:cubicBezTo>
                  <a:lnTo>
                    <a:pt x="1238" y="930"/>
                  </a:lnTo>
                  <a:cubicBezTo>
                    <a:pt x="1238" y="930"/>
                    <a:pt x="1045" y="225"/>
                    <a:pt x="563" y="63"/>
                  </a:cubicBezTo>
                  <a:cubicBezTo>
                    <a:pt x="0" y="788"/>
                    <a:pt x="532" y="1509"/>
                    <a:pt x="532" y="1509"/>
                  </a:cubicBezTo>
                  <a:lnTo>
                    <a:pt x="2588" y="1254"/>
                  </a:lnTo>
                  <a:cubicBezTo>
                    <a:pt x="2588" y="1254"/>
                    <a:pt x="2989" y="579"/>
                    <a:pt x="25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2" name="Google Shape;3882;p56"/>
            <p:cNvSpPr/>
            <p:nvPr/>
          </p:nvSpPr>
          <p:spPr>
            <a:xfrm>
              <a:off x="6717957" y="1861217"/>
              <a:ext cx="61657" cy="48970"/>
            </a:xfrm>
            <a:custGeom>
              <a:avLst/>
              <a:gdLst/>
              <a:ahLst/>
              <a:cxnLst/>
              <a:rect l="l" t="t" r="r" b="b"/>
              <a:pathLst>
                <a:path w="2187" h="1737" extrusionOk="0">
                  <a:moveTo>
                    <a:pt x="899" y="1"/>
                  </a:moveTo>
                  <a:cubicBezTo>
                    <a:pt x="0" y="838"/>
                    <a:pt x="467" y="1736"/>
                    <a:pt x="467" y="1736"/>
                  </a:cubicBezTo>
                  <a:lnTo>
                    <a:pt x="1975" y="1223"/>
                  </a:lnTo>
                  <a:cubicBezTo>
                    <a:pt x="1975" y="1204"/>
                    <a:pt x="2187" y="467"/>
                    <a:pt x="8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3" name="Google Shape;3883;p56"/>
            <p:cNvSpPr/>
            <p:nvPr/>
          </p:nvSpPr>
          <p:spPr>
            <a:xfrm>
              <a:off x="6693035" y="1874383"/>
              <a:ext cx="117760" cy="72004"/>
            </a:xfrm>
            <a:custGeom>
              <a:avLst/>
              <a:gdLst/>
              <a:ahLst/>
              <a:cxnLst/>
              <a:rect l="l" t="t" r="r" b="b"/>
              <a:pathLst>
                <a:path w="4177" h="2554" extrusionOk="0">
                  <a:moveTo>
                    <a:pt x="2090" y="0"/>
                  </a:moveTo>
                  <a:cubicBezTo>
                    <a:pt x="2084" y="0"/>
                    <a:pt x="2078" y="0"/>
                    <a:pt x="2072" y="0"/>
                  </a:cubicBezTo>
                  <a:cubicBezTo>
                    <a:pt x="1478" y="16"/>
                    <a:pt x="1204" y="756"/>
                    <a:pt x="1204" y="756"/>
                  </a:cubicBezTo>
                  <a:cubicBezTo>
                    <a:pt x="1204" y="756"/>
                    <a:pt x="965" y="336"/>
                    <a:pt x="352" y="255"/>
                  </a:cubicBezTo>
                  <a:lnTo>
                    <a:pt x="352" y="255"/>
                  </a:lnTo>
                  <a:cubicBezTo>
                    <a:pt x="1" y="1204"/>
                    <a:pt x="818" y="2538"/>
                    <a:pt x="2041" y="2554"/>
                  </a:cubicBezTo>
                  <a:cubicBezTo>
                    <a:pt x="2048" y="2554"/>
                    <a:pt x="2056" y="2554"/>
                    <a:pt x="2063" y="2554"/>
                  </a:cubicBezTo>
                  <a:cubicBezTo>
                    <a:pt x="3479" y="2554"/>
                    <a:pt x="4176" y="1042"/>
                    <a:pt x="3823" y="274"/>
                  </a:cubicBezTo>
                  <a:lnTo>
                    <a:pt x="3823" y="274"/>
                  </a:lnTo>
                  <a:cubicBezTo>
                    <a:pt x="3437" y="320"/>
                    <a:pt x="2924" y="756"/>
                    <a:pt x="2924" y="756"/>
                  </a:cubicBezTo>
                  <a:cubicBezTo>
                    <a:pt x="2924" y="756"/>
                    <a:pt x="2671" y="0"/>
                    <a:pt x="209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4" name="Google Shape;3884;p56"/>
            <p:cNvSpPr/>
            <p:nvPr/>
          </p:nvSpPr>
          <p:spPr>
            <a:xfrm>
              <a:off x="6690328" y="1889720"/>
              <a:ext cx="122355" cy="58528"/>
            </a:xfrm>
            <a:custGeom>
              <a:avLst/>
              <a:gdLst/>
              <a:ahLst/>
              <a:cxnLst/>
              <a:rect l="l" t="t" r="r" b="b"/>
              <a:pathLst>
                <a:path w="4340" h="2076" extrusionOk="0">
                  <a:moveTo>
                    <a:pt x="2183" y="0"/>
                  </a:moveTo>
                  <a:cubicBezTo>
                    <a:pt x="2178" y="0"/>
                    <a:pt x="2173" y="0"/>
                    <a:pt x="2168" y="0"/>
                  </a:cubicBezTo>
                  <a:cubicBezTo>
                    <a:pt x="1508" y="0"/>
                    <a:pt x="1219" y="949"/>
                    <a:pt x="1219" y="949"/>
                  </a:cubicBezTo>
                  <a:cubicBezTo>
                    <a:pt x="1219" y="949"/>
                    <a:pt x="913" y="418"/>
                    <a:pt x="339" y="418"/>
                  </a:cubicBezTo>
                  <a:cubicBezTo>
                    <a:pt x="243" y="418"/>
                    <a:pt x="141" y="433"/>
                    <a:pt x="31" y="467"/>
                  </a:cubicBezTo>
                  <a:cubicBezTo>
                    <a:pt x="0" y="1528"/>
                    <a:pt x="787" y="2060"/>
                    <a:pt x="2137" y="2075"/>
                  </a:cubicBezTo>
                  <a:cubicBezTo>
                    <a:pt x="2163" y="2076"/>
                    <a:pt x="2189" y="2076"/>
                    <a:pt x="2214" y="2076"/>
                  </a:cubicBezTo>
                  <a:cubicBezTo>
                    <a:pt x="3731" y="2076"/>
                    <a:pt x="4340" y="1620"/>
                    <a:pt x="4340" y="451"/>
                  </a:cubicBezTo>
                  <a:cubicBezTo>
                    <a:pt x="4234" y="432"/>
                    <a:pt x="4137" y="423"/>
                    <a:pt x="4047" y="423"/>
                  </a:cubicBezTo>
                  <a:cubicBezTo>
                    <a:pt x="3330" y="423"/>
                    <a:pt x="3101" y="984"/>
                    <a:pt x="3101" y="984"/>
                  </a:cubicBezTo>
                  <a:cubicBezTo>
                    <a:pt x="3101" y="984"/>
                    <a:pt x="2817" y="0"/>
                    <a:pt x="218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5" name="Google Shape;3885;p56"/>
            <p:cNvSpPr/>
            <p:nvPr/>
          </p:nvSpPr>
          <p:spPr>
            <a:xfrm>
              <a:off x="6683900" y="1929528"/>
              <a:ext cx="128783" cy="42740"/>
            </a:xfrm>
            <a:custGeom>
              <a:avLst/>
              <a:gdLst/>
              <a:ahLst/>
              <a:cxnLst/>
              <a:rect l="l" t="t" r="r" b="b"/>
              <a:pathLst>
                <a:path w="4568" h="1516" extrusionOk="0">
                  <a:moveTo>
                    <a:pt x="2108" y="1"/>
                  </a:moveTo>
                  <a:cubicBezTo>
                    <a:pt x="247" y="1"/>
                    <a:pt x="1" y="1516"/>
                    <a:pt x="1" y="1516"/>
                  </a:cubicBezTo>
                  <a:lnTo>
                    <a:pt x="4568" y="1516"/>
                  </a:lnTo>
                  <a:cubicBezTo>
                    <a:pt x="4568" y="1516"/>
                    <a:pt x="4244" y="85"/>
                    <a:pt x="2253" y="4"/>
                  </a:cubicBezTo>
                  <a:cubicBezTo>
                    <a:pt x="2204" y="2"/>
                    <a:pt x="2156" y="1"/>
                    <a:pt x="21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6" name="Google Shape;3886;p56"/>
            <p:cNvSpPr/>
            <p:nvPr/>
          </p:nvSpPr>
          <p:spPr>
            <a:xfrm>
              <a:off x="6769606" y="1953210"/>
              <a:ext cx="20355" cy="16352"/>
            </a:xfrm>
            <a:custGeom>
              <a:avLst/>
              <a:gdLst/>
              <a:ahLst/>
              <a:cxnLst/>
              <a:rect l="l" t="t" r="r" b="b"/>
              <a:pathLst>
                <a:path w="722" h="580" extrusionOk="0">
                  <a:moveTo>
                    <a:pt x="0" y="1"/>
                  </a:moveTo>
                  <a:lnTo>
                    <a:pt x="0" y="579"/>
                  </a:lnTo>
                  <a:lnTo>
                    <a:pt x="721" y="579"/>
                  </a:lnTo>
                  <a:lnTo>
                    <a:pt x="7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7" name="Google Shape;3887;p56"/>
            <p:cNvSpPr/>
            <p:nvPr/>
          </p:nvSpPr>
          <p:spPr>
            <a:xfrm>
              <a:off x="6749702" y="1972240"/>
              <a:ext cx="451" cy="28"/>
            </a:xfrm>
            <a:custGeom>
              <a:avLst/>
              <a:gdLst/>
              <a:ahLst/>
              <a:cxnLst/>
              <a:rect l="l" t="t" r="r" b="b"/>
              <a:pathLst>
                <a:path w="16" h="1" extrusionOk="0">
                  <a:moveTo>
                    <a:pt x="16" y="1"/>
                  </a:moveTo>
                  <a:lnTo>
                    <a:pt x="0" y="1"/>
                  </a:lnTo>
                  <a:lnTo>
                    <a:pt x="16" y="1"/>
                  </a:lnTo>
                  <a:close/>
                </a:path>
              </a:pathLst>
            </a:custGeom>
            <a:solidFill>
              <a:srgbClr val="D0D6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8" name="Google Shape;3888;p56"/>
            <p:cNvSpPr/>
            <p:nvPr/>
          </p:nvSpPr>
          <p:spPr>
            <a:xfrm>
              <a:off x="6734252" y="1946359"/>
              <a:ext cx="31773" cy="25909"/>
            </a:xfrm>
            <a:custGeom>
              <a:avLst/>
              <a:gdLst/>
              <a:ahLst/>
              <a:cxnLst/>
              <a:rect l="l" t="t" r="r" b="b"/>
              <a:pathLst>
                <a:path w="1127" h="919" extrusionOk="0">
                  <a:moveTo>
                    <a:pt x="564" y="1"/>
                  </a:moveTo>
                  <a:cubicBezTo>
                    <a:pt x="483" y="1"/>
                    <a:pt x="417" y="16"/>
                    <a:pt x="336" y="66"/>
                  </a:cubicBezTo>
                  <a:cubicBezTo>
                    <a:pt x="259" y="97"/>
                    <a:pt x="193" y="163"/>
                    <a:pt x="163" y="244"/>
                  </a:cubicBezTo>
                  <a:cubicBezTo>
                    <a:pt x="1" y="579"/>
                    <a:pt x="240" y="903"/>
                    <a:pt x="548" y="919"/>
                  </a:cubicBezTo>
                  <a:lnTo>
                    <a:pt x="564" y="919"/>
                  </a:lnTo>
                  <a:cubicBezTo>
                    <a:pt x="625" y="903"/>
                    <a:pt x="706" y="884"/>
                    <a:pt x="772" y="853"/>
                  </a:cubicBezTo>
                  <a:cubicBezTo>
                    <a:pt x="853" y="822"/>
                    <a:pt x="915" y="757"/>
                    <a:pt x="965" y="676"/>
                  </a:cubicBezTo>
                  <a:cubicBezTo>
                    <a:pt x="1127" y="340"/>
                    <a:pt x="868" y="1"/>
                    <a:pt x="5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9" name="Google Shape;3889;p56"/>
            <p:cNvSpPr/>
            <p:nvPr/>
          </p:nvSpPr>
          <p:spPr>
            <a:xfrm>
              <a:off x="6673046" y="1955494"/>
              <a:ext cx="150520" cy="133689"/>
            </a:xfrm>
            <a:custGeom>
              <a:avLst/>
              <a:gdLst/>
              <a:ahLst/>
              <a:cxnLst/>
              <a:rect l="l" t="t" r="r" b="b"/>
              <a:pathLst>
                <a:path w="5339" h="4742" extrusionOk="0">
                  <a:moveTo>
                    <a:pt x="0" y="1"/>
                  </a:moveTo>
                  <a:lnTo>
                    <a:pt x="502" y="2361"/>
                  </a:lnTo>
                  <a:lnTo>
                    <a:pt x="0" y="4741"/>
                  </a:lnTo>
                  <a:lnTo>
                    <a:pt x="5049" y="4741"/>
                  </a:lnTo>
                  <a:lnTo>
                    <a:pt x="5145" y="3584"/>
                  </a:lnTo>
                  <a:lnTo>
                    <a:pt x="4470" y="3198"/>
                  </a:lnTo>
                  <a:lnTo>
                    <a:pt x="5338" y="1559"/>
                  </a:lnTo>
                  <a:lnTo>
                    <a:pt x="5095" y="305"/>
                  </a:lnTo>
                  <a:lnTo>
                    <a:pt x="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0" name="Google Shape;3890;p56"/>
            <p:cNvSpPr/>
            <p:nvPr/>
          </p:nvSpPr>
          <p:spPr>
            <a:xfrm>
              <a:off x="6678036" y="1978104"/>
              <a:ext cx="143669" cy="9501"/>
            </a:xfrm>
            <a:custGeom>
              <a:avLst/>
              <a:gdLst/>
              <a:ahLst/>
              <a:cxnLst/>
              <a:rect l="l" t="t" r="r" b="b"/>
              <a:pathLst>
                <a:path w="5096" h="337" extrusionOk="0">
                  <a:moveTo>
                    <a:pt x="1" y="1"/>
                  </a:moveTo>
                  <a:lnTo>
                    <a:pt x="82" y="337"/>
                  </a:lnTo>
                  <a:lnTo>
                    <a:pt x="5096" y="337"/>
                  </a:lnTo>
                  <a:lnTo>
                    <a:pt x="503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1" name="Google Shape;3891;p56"/>
            <p:cNvSpPr/>
            <p:nvPr/>
          </p:nvSpPr>
          <p:spPr>
            <a:xfrm>
              <a:off x="6683900" y="2004436"/>
              <a:ext cx="137382" cy="9473"/>
            </a:xfrm>
            <a:custGeom>
              <a:avLst/>
              <a:gdLst/>
              <a:ahLst/>
              <a:cxnLst/>
              <a:rect l="l" t="t" r="r" b="b"/>
              <a:pathLst>
                <a:path w="4873" h="336" extrusionOk="0">
                  <a:moveTo>
                    <a:pt x="1" y="0"/>
                  </a:moveTo>
                  <a:lnTo>
                    <a:pt x="66" y="336"/>
                  </a:lnTo>
                  <a:lnTo>
                    <a:pt x="4695" y="336"/>
                  </a:lnTo>
                  <a:lnTo>
                    <a:pt x="487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2" name="Google Shape;3892;p56"/>
            <p:cNvSpPr/>
            <p:nvPr/>
          </p:nvSpPr>
          <p:spPr>
            <a:xfrm>
              <a:off x="6683900" y="2030627"/>
              <a:ext cx="123793" cy="9614"/>
            </a:xfrm>
            <a:custGeom>
              <a:avLst/>
              <a:gdLst/>
              <a:ahLst/>
              <a:cxnLst/>
              <a:rect l="l" t="t" r="r" b="b"/>
              <a:pathLst>
                <a:path w="4391" h="341" extrusionOk="0">
                  <a:moveTo>
                    <a:pt x="66" y="1"/>
                  </a:moveTo>
                  <a:lnTo>
                    <a:pt x="1" y="340"/>
                  </a:lnTo>
                  <a:lnTo>
                    <a:pt x="4213" y="340"/>
                  </a:lnTo>
                  <a:lnTo>
                    <a:pt x="439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3" name="Google Shape;3893;p56"/>
            <p:cNvSpPr/>
            <p:nvPr/>
          </p:nvSpPr>
          <p:spPr>
            <a:xfrm>
              <a:off x="6678036" y="2056959"/>
              <a:ext cx="140089" cy="9473"/>
            </a:xfrm>
            <a:custGeom>
              <a:avLst/>
              <a:gdLst/>
              <a:ahLst/>
              <a:cxnLst/>
              <a:rect l="l" t="t" r="r" b="b"/>
              <a:pathLst>
                <a:path w="4969" h="336" extrusionOk="0">
                  <a:moveTo>
                    <a:pt x="82" y="0"/>
                  </a:moveTo>
                  <a:lnTo>
                    <a:pt x="1" y="336"/>
                  </a:lnTo>
                  <a:lnTo>
                    <a:pt x="4953" y="336"/>
                  </a:lnTo>
                  <a:lnTo>
                    <a:pt x="496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4" name="Google Shape;3894;p56"/>
            <p:cNvSpPr/>
            <p:nvPr/>
          </p:nvSpPr>
          <p:spPr>
            <a:xfrm>
              <a:off x="6673046" y="1983546"/>
              <a:ext cx="150520" cy="105637"/>
            </a:xfrm>
            <a:custGeom>
              <a:avLst/>
              <a:gdLst/>
              <a:ahLst/>
              <a:cxnLst/>
              <a:rect l="l" t="t" r="r" b="b"/>
              <a:pathLst>
                <a:path w="5339" h="3747" extrusionOk="0">
                  <a:moveTo>
                    <a:pt x="5226" y="1"/>
                  </a:moveTo>
                  <a:cubicBezTo>
                    <a:pt x="4677" y="580"/>
                    <a:pt x="3197" y="2674"/>
                    <a:pt x="441" y="2674"/>
                  </a:cubicBezTo>
                  <a:cubicBezTo>
                    <a:pt x="371" y="2674"/>
                    <a:pt x="300" y="2673"/>
                    <a:pt x="228" y="2670"/>
                  </a:cubicBezTo>
                  <a:lnTo>
                    <a:pt x="0" y="3746"/>
                  </a:lnTo>
                  <a:lnTo>
                    <a:pt x="5049" y="3746"/>
                  </a:lnTo>
                  <a:lnTo>
                    <a:pt x="5145" y="2589"/>
                  </a:lnTo>
                  <a:lnTo>
                    <a:pt x="4470" y="2203"/>
                  </a:lnTo>
                  <a:lnTo>
                    <a:pt x="5338" y="564"/>
                  </a:lnTo>
                  <a:lnTo>
                    <a:pt x="5226" y="1"/>
                  </a:lnTo>
                  <a:close/>
                </a:path>
              </a:pathLst>
            </a:custGeom>
            <a:solidFill>
              <a:schemeClr val="lt1">
                <a:alpha val="344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95" name="Google Shape;3895;p56"/>
          <p:cNvGrpSpPr/>
          <p:nvPr/>
        </p:nvGrpSpPr>
        <p:grpSpPr>
          <a:xfrm>
            <a:off x="4080640" y="4031908"/>
            <a:ext cx="417117" cy="728002"/>
            <a:chOff x="6434789" y="1871649"/>
            <a:chExt cx="124639" cy="217535"/>
          </a:xfrm>
        </p:grpSpPr>
        <p:sp>
          <p:nvSpPr>
            <p:cNvPr id="3896" name="Google Shape;3896;p56"/>
            <p:cNvSpPr/>
            <p:nvPr/>
          </p:nvSpPr>
          <p:spPr>
            <a:xfrm>
              <a:off x="6464702" y="1880980"/>
              <a:ext cx="67549" cy="75838"/>
            </a:xfrm>
            <a:custGeom>
              <a:avLst/>
              <a:gdLst/>
              <a:ahLst/>
              <a:cxnLst/>
              <a:rect l="l" t="t" r="r" b="b"/>
              <a:pathLst>
                <a:path w="2396" h="2690" extrusionOk="0">
                  <a:moveTo>
                    <a:pt x="1182" y="1"/>
                  </a:moveTo>
                  <a:cubicBezTo>
                    <a:pt x="588" y="1"/>
                    <a:pt x="0" y="318"/>
                    <a:pt x="0" y="954"/>
                  </a:cubicBezTo>
                  <a:cubicBezTo>
                    <a:pt x="0" y="2239"/>
                    <a:pt x="721" y="2690"/>
                    <a:pt x="721" y="2690"/>
                  </a:cubicBezTo>
                  <a:lnTo>
                    <a:pt x="1720" y="2690"/>
                  </a:lnTo>
                  <a:cubicBezTo>
                    <a:pt x="1720" y="2690"/>
                    <a:pt x="2395" y="2273"/>
                    <a:pt x="2395" y="985"/>
                  </a:cubicBezTo>
                  <a:cubicBezTo>
                    <a:pt x="2395" y="329"/>
                    <a:pt x="1786" y="1"/>
                    <a:pt x="118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7" name="Google Shape;3897;p56"/>
            <p:cNvSpPr/>
            <p:nvPr/>
          </p:nvSpPr>
          <p:spPr>
            <a:xfrm>
              <a:off x="6468705" y="1881121"/>
              <a:ext cx="57118" cy="55821"/>
            </a:xfrm>
            <a:custGeom>
              <a:avLst/>
              <a:gdLst/>
              <a:ahLst/>
              <a:cxnLst/>
              <a:rect l="l" t="t" r="r" b="b"/>
              <a:pathLst>
                <a:path w="2026" h="1980" extrusionOk="0">
                  <a:moveTo>
                    <a:pt x="1046" y="0"/>
                  </a:moveTo>
                  <a:cubicBezTo>
                    <a:pt x="1046" y="0"/>
                    <a:pt x="1" y="386"/>
                    <a:pt x="869" y="1979"/>
                  </a:cubicBezTo>
                  <a:lnTo>
                    <a:pt x="1289" y="1979"/>
                  </a:lnTo>
                  <a:cubicBezTo>
                    <a:pt x="1289" y="1979"/>
                    <a:pt x="2026" y="467"/>
                    <a:pt x="104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8" name="Google Shape;3898;p56"/>
            <p:cNvSpPr/>
            <p:nvPr/>
          </p:nvSpPr>
          <p:spPr>
            <a:xfrm>
              <a:off x="6514490" y="1871649"/>
              <a:ext cx="30814" cy="30814"/>
            </a:xfrm>
            <a:custGeom>
              <a:avLst/>
              <a:gdLst/>
              <a:ahLst/>
              <a:cxnLst/>
              <a:rect l="l" t="t" r="r" b="b"/>
              <a:pathLst>
                <a:path w="1093" h="1093" extrusionOk="0">
                  <a:moveTo>
                    <a:pt x="548" y="1"/>
                  </a:moveTo>
                  <a:cubicBezTo>
                    <a:pt x="244" y="1"/>
                    <a:pt x="1" y="240"/>
                    <a:pt x="1" y="545"/>
                  </a:cubicBezTo>
                  <a:cubicBezTo>
                    <a:pt x="1" y="676"/>
                    <a:pt x="31" y="788"/>
                    <a:pt x="112" y="884"/>
                  </a:cubicBezTo>
                  <a:cubicBezTo>
                    <a:pt x="209" y="1011"/>
                    <a:pt x="371" y="1092"/>
                    <a:pt x="548" y="1092"/>
                  </a:cubicBezTo>
                  <a:cubicBezTo>
                    <a:pt x="838" y="1092"/>
                    <a:pt x="1092" y="853"/>
                    <a:pt x="1092" y="545"/>
                  </a:cubicBezTo>
                  <a:cubicBezTo>
                    <a:pt x="1092" y="433"/>
                    <a:pt x="1046" y="321"/>
                    <a:pt x="996" y="240"/>
                  </a:cubicBezTo>
                  <a:cubicBezTo>
                    <a:pt x="899" y="97"/>
                    <a:pt x="726" y="1"/>
                    <a:pt x="54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9" name="Google Shape;3899;p56"/>
            <p:cNvSpPr/>
            <p:nvPr/>
          </p:nvSpPr>
          <p:spPr>
            <a:xfrm>
              <a:off x="6456526" y="1903309"/>
              <a:ext cx="15901" cy="15478"/>
            </a:xfrm>
            <a:custGeom>
              <a:avLst/>
              <a:gdLst/>
              <a:ahLst/>
              <a:cxnLst/>
              <a:rect l="l" t="t" r="r" b="b"/>
              <a:pathLst>
                <a:path w="564" h="549" extrusionOk="0">
                  <a:moveTo>
                    <a:pt x="290" y="0"/>
                  </a:moveTo>
                  <a:cubicBezTo>
                    <a:pt x="178" y="0"/>
                    <a:pt x="97" y="50"/>
                    <a:pt x="47" y="131"/>
                  </a:cubicBezTo>
                  <a:cubicBezTo>
                    <a:pt x="16" y="178"/>
                    <a:pt x="1" y="228"/>
                    <a:pt x="1" y="274"/>
                  </a:cubicBezTo>
                  <a:cubicBezTo>
                    <a:pt x="1" y="436"/>
                    <a:pt x="128" y="548"/>
                    <a:pt x="290" y="548"/>
                  </a:cubicBezTo>
                  <a:cubicBezTo>
                    <a:pt x="402" y="548"/>
                    <a:pt x="514" y="482"/>
                    <a:pt x="545" y="371"/>
                  </a:cubicBezTo>
                  <a:cubicBezTo>
                    <a:pt x="545" y="340"/>
                    <a:pt x="564" y="309"/>
                    <a:pt x="564" y="274"/>
                  </a:cubicBezTo>
                  <a:cubicBezTo>
                    <a:pt x="564" y="131"/>
                    <a:pt x="433" y="0"/>
                    <a:pt x="29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0" name="Google Shape;3900;p56"/>
            <p:cNvSpPr/>
            <p:nvPr/>
          </p:nvSpPr>
          <p:spPr>
            <a:xfrm>
              <a:off x="6456526" y="1907002"/>
              <a:ext cx="15365" cy="11784"/>
            </a:xfrm>
            <a:custGeom>
              <a:avLst/>
              <a:gdLst/>
              <a:ahLst/>
              <a:cxnLst/>
              <a:rect l="l" t="t" r="r" b="b"/>
              <a:pathLst>
                <a:path w="545" h="418" extrusionOk="0">
                  <a:moveTo>
                    <a:pt x="47" y="0"/>
                  </a:moveTo>
                  <a:cubicBezTo>
                    <a:pt x="16" y="47"/>
                    <a:pt x="1" y="97"/>
                    <a:pt x="1" y="143"/>
                  </a:cubicBezTo>
                  <a:cubicBezTo>
                    <a:pt x="1" y="305"/>
                    <a:pt x="128" y="417"/>
                    <a:pt x="290" y="417"/>
                  </a:cubicBezTo>
                  <a:cubicBezTo>
                    <a:pt x="402" y="417"/>
                    <a:pt x="514" y="351"/>
                    <a:pt x="545" y="240"/>
                  </a:cubicBezTo>
                  <a:cubicBezTo>
                    <a:pt x="336" y="209"/>
                    <a:pt x="178" y="97"/>
                    <a:pt x="4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1" name="Google Shape;3901;p56"/>
            <p:cNvSpPr/>
            <p:nvPr/>
          </p:nvSpPr>
          <p:spPr>
            <a:xfrm>
              <a:off x="6517648" y="1878415"/>
              <a:ext cx="27657" cy="24048"/>
            </a:xfrm>
            <a:custGeom>
              <a:avLst/>
              <a:gdLst/>
              <a:ahLst/>
              <a:cxnLst/>
              <a:rect l="l" t="t" r="r" b="b"/>
              <a:pathLst>
                <a:path w="981" h="853" extrusionOk="0">
                  <a:moveTo>
                    <a:pt x="884" y="0"/>
                  </a:moveTo>
                  <a:cubicBezTo>
                    <a:pt x="660" y="467"/>
                    <a:pt x="209" y="594"/>
                    <a:pt x="0" y="644"/>
                  </a:cubicBezTo>
                  <a:cubicBezTo>
                    <a:pt x="97" y="771"/>
                    <a:pt x="259" y="852"/>
                    <a:pt x="436" y="852"/>
                  </a:cubicBezTo>
                  <a:cubicBezTo>
                    <a:pt x="726" y="852"/>
                    <a:pt x="980" y="613"/>
                    <a:pt x="980" y="305"/>
                  </a:cubicBezTo>
                  <a:cubicBezTo>
                    <a:pt x="980" y="193"/>
                    <a:pt x="934" y="81"/>
                    <a:pt x="88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2" name="Google Shape;3902;p56"/>
            <p:cNvSpPr/>
            <p:nvPr/>
          </p:nvSpPr>
          <p:spPr>
            <a:xfrm>
              <a:off x="6446094" y="1925976"/>
              <a:ext cx="107357" cy="35410"/>
            </a:xfrm>
            <a:custGeom>
              <a:avLst/>
              <a:gdLst/>
              <a:ahLst/>
              <a:cxnLst/>
              <a:rect l="l" t="t" r="r" b="b"/>
              <a:pathLst>
                <a:path w="3808" h="1256" extrusionOk="0">
                  <a:moveTo>
                    <a:pt x="2047" y="0"/>
                  </a:moveTo>
                  <a:cubicBezTo>
                    <a:pt x="2008" y="0"/>
                    <a:pt x="1969" y="1"/>
                    <a:pt x="1929" y="2"/>
                  </a:cubicBezTo>
                  <a:cubicBezTo>
                    <a:pt x="274" y="64"/>
                    <a:pt x="0" y="1256"/>
                    <a:pt x="0" y="1256"/>
                  </a:cubicBezTo>
                  <a:lnTo>
                    <a:pt x="3807" y="1256"/>
                  </a:lnTo>
                  <a:cubicBezTo>
                    <a:pt x="3807" y="1256"/>
                    <a:pt x="3594" y="0"/>
                    <a:pt x="20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3" name="Google Shape;3903;p56"/>
            <p:cNvSpPr/>
            <p:nvPr/>
          </p:nvSpPr>
          <p:spPr>
            <a:xfrm>
              <a:off x="6524047" y="1936915"/>
              <a:ext cx="8627" cy="6766"/>
            </a:xfrm>
            <a:custGeom>
              <a:avLst/>
              <a:gdLst/>
              <a:ahLst/>
              <a:cxnLst/>
              <a:rect l="l" t="t" r="r" b="b"/>
              <a:pathLst>
                <a:path w="306" h="240" extrusionOk="0">
                  <a:moveTo>
                    <a:pt x="159" y="0"/>
                  </a:moveTo>
                  <a:cubicBezTo>
                    <a:pt x="63" y="0"/>
                    <a:pt x="1" y="97"/>
                    <a:pt x="47" y="193"/>
                  </a:cubicBezTo>
                  <a:cubicBezTo>
                    <a:pt x="63" y="193"/>
                    <a:pt x="78" y="208"/>
                    <a:pt x="78" y="224"/>
                  </a:cubicBezTo>
                  <a:cubicBezTo>
                    <a:pt x="113" y="224"/>
                    <a:pt x="128" y="239"/>
                    <a:pt x="159" y="239"/>
                  </a:cubicBezTo>
                  <a:cubicBezTo>
                    <a:pt x="240" y="239"/>
                    <a:pt x="306" y="143"/>
                    <a:pt x="256" y="46"/>
                  </a:cubicBezTo>
                  <a:cubicBezTo>
                    <a:pt x="256" y="31"/>
                    <a:pt x="240" y="16"/>
                    <a:pt x="225" y="16"/>
                  </a:cubicBezTo>
                  <a:cubicBezTo>
                    <a:pt x="209" y="0"/>
                    <a:pt x="175" y="0"/>
                    <a:pt x="15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4" name="Google Shape;3904;p56"/>
            <p:cNvSpPr/>
            <p:nvPr/>
          </p:nvSpPr>
          <p:spPr>
            <a:xfrm>
              <a:off x="6498166" y="1961358"/>
              <a:ext cx="28" cy="28"/>
            </a:xfrm>
            <a:custGeom>
              <a:avLst/>
              <a:gdLst/>
              <a:ahLst/>
              <a:cxnLst/>
              <a:rect l="l" t="t" r="r" b="b"/>
              <a:pathLst>
                <a:path w="1" h="1" extrusionOk="0">
                  <a:moveTo>
                    <a:pt x="1" y="1"/>
                  </a:moveTo>
                  <a:lnTo>
                    <a:pt x="1" y="1"/>
                  </a:lnTo>
                  <a:lnTo>
                    <a:pt x="1" y="1"/>
                  </a:lnTo>
                  <a:close/>
                </a:path>
              </a:pathLst>
            </a:custGeom>
            <a:solidFill>
              <a:srgbClr val="D0D6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5" name="Google Shape;3905;p56"/>
            <p:cNvSpPr/>
            <p:nvPr/>
          </p:nvSpPr>
          <p:spPr>
            <a:xfrm>
              <a:off x="6485029" y="1940072"/>
              <a:ext cx="26783" cy="21314"/>
            </a:xfrm>
            <a:custGeom>
              <a:avLst/>
              <a:gdLst/>
              <a:ahLst/>
              <a:cxnLst/>
              <a:rect l="l" t="t" r="r" b="b"/>
              <a:pathLst>
                <a:path w="950" h="756" extrusionOk="0">
                  <a:moveTo>
                    <a:pt x="467" y="0"/>
                  </a:moveTo>
                  <a:cubicBezTo>
                    <a:pt x="193" y="0"/>
                    <a:pt x="0" y="289"/>
                    <a:pt x="147" y="579"/>
                  </a:cubicBezTo>
                  <a:cubicBezTo>
                    <a:pt x="178" y="625"/>
                    <a:pt x="209" y="675"/>
                    <a:pt x="274" y="706"/>
                  </a:cubicBezTo>
                  <a:cubicBezTo>
                    <a:pt x="340" y="741"/>
                    <a:pt x="401" y="756"/>
                    <a:pt x="467" y="756"/>
                  </a:cubicBezTo>
                  <a:cubicBezTo>
                    <a:pt x="741" y="756"/>
                    <a:pt x="949" y="467"/>
                    <a:pt x="787" y="177"/>
                  </a:cubicBezTo>
                  <a:cubicBezTo>
                    <a:pt x="756" y="127"/>
                    <a:pt x="725" y="81"/>
                    <a:pt x="660" y="46"/>
                  </a:cubicBezTo>
                  <a:cubicBezTo>
                    <a:pt x="594" y="15"/>
                    <a:pt x="533" y="0"/>
                    <a:pt x="4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6" name="Google Shape;3906;p56"/>
            <p:cNvSpPr/>
            <p:nvPr/>
          </p:nvSpPr>
          <p:spPr>
            <a:xfrm>
              <a:off x="6434789" y="1954535"/>
              <a:ext cx="124639" cy="134647"/>
            </a:xfrm>
            <a:custGeom>
              <a:avLst/>
              <a:gdLst/>
              <a:ahLst/>
              <a:cxnLst/>
              <a:rect l="l" t="t" r="r" b="b"/>
              <a:pathLst>
                <a:path w="4421" h="4776" extrusionOk="0">
                  <a:moveTo>
                    <a:pt x="97" y="0"/>
                  </a:moveTo>
                  <a:lnTo>
                    <a:pt x="290" y="1416"/>
                  </a:lnTo>
                  <a:lnTo>
                    <a:pt x="660" y="2172"/>
                  </a:lnTo>
                  <a:lnTo>
                    <a:pt x="0" y="3151"/>
                  </a:lnTo>
                  <a:lnTo>
                    <a:pt x="97" y="4775"/>
                  </a:lnTo>
                  <a:lnTo>
                    <a:pt x="4420" y="4775"/>
                  </a:lnTo>
                  <a:lnTo>
                    <a:pt x="4289" y="710"/>
                  </a:lnTo>
                  <a:lnTo>
                    <a:pt x="442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7" name="Google Shape;3907;p56"/>
            <p:cNvSpPr/>
            <p:nvPr/>
          </p:nvSpPr>
          <p:spPr>
            <a:xfrm>
              <a:off x="6440653" y="1977681"/>
              <a:ext cx="115505" cy="9050"/>
            </a:xfrm>
            <a:custGeom>
              <a:avLst/>
              <a:gdLst/>
              <a:ahLst/>
              <a:cxnLst/>
              <a:rect l="l" t="t" r="r" b="b"/>
              <a:pathLst>
                <a:path w="4097" h="321" extrusionOk="0">
                  <a:moveTo>
                    <a:pt x="1" y="1"/>
                  </a:moveTo>
                  <a:lnTo>
                    <a:pt x="47" y="321"/>
                  </a:lnTo>
                  <a:lnTo>
                    <a:pt x="4097" y="321"/>
                  </a:lnTo>
                  <a:lnTo>
                    <a:pt x="408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8" name="Google Shape;3908;p56"/>
            <p:cNvSpPr/>
            <p:nvPr/>
          </p:nvSpPr>
          <p:spPr>
            <a:xfrm>
              <a:off x="6447391" y="2003901"/>
              <a:ext cx="109331" cy="9585"/>
            </a:xfrm>
            <a:custGeom>
              <a:avLst/>
              <a:gdLst/>
              <a:ahLst/>
              <a:cxnLst/>
              <a:rect l="l" t="t" r="r" b="b"/>
              <a:pathLst>
                <a:path w="3878" h="340" extrusionOk="0">
                  <a:moveTo>
                    <a:pt x="1" y="0"/>
                  </a:moveTo>
                  <a:lnTo>
                    <a:pt x="163" y="340"/>
                  </a:lnTo>
                  <a:lnTo>
                    <a:pt x="3877" y="340"/>
                  </a:lnTo>
                  <a:lnTo>
                    <a:pt x="387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9" name="Google Shape;3909;p56"/>
            <p:cNvSpPr/>
            <p:nvPr/>
          </p:nvSpPr>
          <p:spPr>
            <a:xfrm>
              <a:off x="6437073" y="2030205"/>
              <a:ext cx="120495" cy="9585"/>
            </a:xfrm>
            <a:custGeom>
              <a:avLst/>
              <a:gdLst/>
              <a:ahLst/>
              <a:cxnLst/>
              <a:rect l="l" t="t" r="r" b="b"/>
              <a:pathLst>
                <a:path w="4274" h="340" extrusionOk="0">
                  <a:moveTo>
                    <a:pt x="224" y="1"/>
                  </a:moveTo>
                  <a:lnTo>
                    <a:pt x="0" y="340"/>
                  </a:lnTo>
                  <a:lnTo>
                    <a:pt x="4274" y="340"/>
                  </a:lnTo>
                  <a:lnTo>
                    <a:pt x="427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0" name="Google Shape;3910;p56"/>
            <p:cNvSpPr/>
            <p:nvPr/>
          </p:nvSpPr>
          <p:spPr>
            <a:xfrm>
              <a:off x="6435212" y="2056508"/>
              <a:ext cx="123229" cy="9501"/>
            </a:xfrm>
            <a:custGeom>
              <a:avLst/>
              <a:gdLst/>
              <a:ahLst/>
              <a:cxnLst/>
              <a:rect l="l" t="t" r="r" b="b"/>
              <a:pathLst>
                <a:path w="4371" h="337" extrusionOk="0">
                  <a:moveTo>
                    <a:pt x="1" y="1"/>
                  </a:moveTo>
                  <a:lnTo>
                    <a:pt x="32" y="336"/>
                  </a:lnTo>
                  <a:lnTo>
                    <a:pt x="4371" y="336"/>
                  </a:lnTo>
                  <a:lnTo>
                    <a:pt x="435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1" name="Google Shape;3911;p56"/>
            <p:cNvSpPr/>
            <p:nvPr/>
          </p:nvSpPr>
          <p:spPr>
            <a:xfrm>
              <a:off x="6436537" y="2034349"/>
              <a:ext cx="122891" cy="54834"/>
            </a:xfrm>
            <a:custGeom>
              <a:avLst/>
              <a:gdLst/>
              <a:ahLst/>
              <a:cxnLst/>
              <a:rect l="l" t="t" r="r" b="b"/>
              <a:pathLst>
                <a:path w="4359" h="1945" extrusionOk="0">
                  <a:moveTo>
                    <a:pt x="4293" y="0"/>
                  </a:moveTo>
                  <a:cubicBezTo>
                    <a:pt x="3314" y="1242"/>
                    <a:pt x="2075" y="1521"/>
                    <a:pt x="1075" y="1521"/>
                  </a:cubicBezTo>
                  <a:cubicBezTo>
                    <a:pt x="665" y="1521"/>
                    <a:pt x="295" y="1474"/>
                    <a:pt x="0" y="1427"/>
                  </a:cubicBezTo>
                  <a:lnTo>
                    <a:pt x="0" y="1427"/>
                  </a:lnTo>
                  <a:lnTo>
                    <a:pt x="35" y="1944"/>
                  </a:lnTo>
                  <a:lnTo>
                    <a:pt x="4358" y="1944"/>
                  </a:lnTo>
                  <a:lnTo>
                    <a:pt x="4293" y="0"/>
                  </a:lnTo>
                  <a:close/>
                </a:path>
              </a:pathLst>
            </a:custGeom>
            <a:solidFill>
              <a:schemeClr val="lt1">
                <a:alpha val="344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12" name="Google Shape;3912;p56"/>
          <p:cNvGrpSpPr/>
          <p:nvPr/>
        </p:nvGrpSpPr>
        <p:grpSpPr>
          <a:xfrm>
            <a:off x="8052316" y="437956"/>
            <a:ext cx="756931" cy="891421"/>
            <a:chOff x="6024726" y="2154394"/>
            <a:chExt cx="216631" cy="255115"/>
          </a:xfrm>
        </p:grpSpPr>
        <p:sp>
          <p:nvSpPr>
            <p:cNvPr id="3913" name="Google Shape;3913;p56"/>
            <p:cNvSpPr/>
            <p:nvPr/>
          </p:nvSpPr>
          <p:spPr>
            <a:xfrm>
              <a:off x="6033325" y="2223212"/>
              <a:ext cx="199885" cy="186296"/>
            </a:xfrm>
            <a:custGeom>
              <a:avLst/>
              <a:gdLst/>
              <a:ahLst/>
              <a:cxnLst/>
              <a:rect l="l" t="t" r="r" b="b"/>
              <a:pathLst>
                <a:path w="7090" h="6608" extrusionOk="0">
                  <a:moveTo>
                    <a:pt x="0" y="1"/>
                  </a:moveTo>
                  <a:lnTo>
                    <a:pt x="0" y="6608"/>
                  </a:lnTo>
                  <a:lnTo>
                    <a:pt x="7089" y="6608"/>
                  </a:lnTo>
                  <a:lnTo>
                    <a:pt x="7089" y="1"/>
                  </a:lnTo>
                  <a:close/>
                </a:path>
              </a:pathLst>
            </a:custGeom>
            <a:solidFill>
              <a:schemeClr val="lt1">
                <a:alpha val="344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4" name="Google Shape;3914;p56"/>
            <p:cNvSpPr/>
            <p:nvPr/>
          </p:nvSpPr>
          <p:spPr>
            <a:xfrm>
              <a:off x="6024726" y="2154394"/>
              <a:ext cx="216631" cy="238819"/>
            </a:xfrm>
            <a:custGeom>
              <a:avLst/>
              <a:gdLst/>
              <a:ahLst/>
              <a:cxnLst/>
              <a:rect l="l" t="t" r="r" b="b"/>
              <a:pathLst>
                <a:path w="7684" h="8471" extrusionOk="0">
                  <a:moveTo>
                    <a:pt x="0" y="0"/>
                  </a:moveTo>
                  <a:lnTo>
                    <a:pt x="0" y="8470"/>
                  </a:lnTo>
                  <a:lnTo>
                    <a:pt x="7684" y="8470"/>
                  </a:lnTo>
                  <a:lnTo>
                    <a:pt x="768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5" name="Google Shape;3915;p56"/>
            <p:cNvSpPr/>
            <p:nvPr/>
          </p:nvSpPr>
          <p:spPr>
            <a:xfrm>
              <a:off x="6053200" y="2180585"/>
              <a:ext cx="159570" cy="186296"/>
            </a:xfrm>
            <a:custGeom>
              <a:avLst/>
              <a:gdLst/>
              <a:ahLst/>
              <a:cxnLst/>
              <a:rect l="l" t="t" r="r" b="b"/>
              <a:pathLst>
                <a:path w="5660" h="6608" extrusionOk="0">
                  <a:moveTo>
                    <a:pt x="1" y="1"/>
                  </a:moveTo>
                  <a:lnTo>
                    <a:pt x="1" y="6608"/>
                  </a:lnTo>
                  <a:lnTo>
                    <a:pt x="5659" y="6608"/>
                  </a:lnTo>
                  <a:lnTo>
                    <a:pt x="565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6" name="Google Shape;3916;p56"/>
            <p:cNvSpPr/>
            <p:nvPr/>
          </p:nvSpPr>
          <p:spPr>
            <a:xfrm>
              <a:off x="6039612" y="2169730"/>
              <a:ext cx="186747" cy="208484"/>
            </a:xfrm>
            <a:custGeom>
              <a:avLst/>
              <a:gdLst/>
              <a:ahLst/>
              <a:cxnLst/>
              <a:rect l="l" t="t" r="r" b="b"/>
              <a:pathLst>
                <a:path w="6624" h="7395" extrusionOk="0">
                  <a:moveTo>
                    <a:pt x="6558" y="81"/>
                  </a:moveTo>
                  <a:lnTo>
                    <a:pt x="6558" y="7313"/>
                  </a:lnTo>
                  <a:lnTo>
                    <a:pt x="82" y="7313"/>
                  </a:lnTo>
                  <a:lnTo>
                    <a:pt x="82" y="81"/>
                  </a:lnTo>
                  <a:close/>
                  <a:moveTo>
                    <a:pt x="1" y="0"/>
                  </a:moveTo>
                  <a:lnTo>
                    <a:pt x="1" y="7394"/>
                  </a:lnTo>
                  <a:lnTo>
                    <a:pt x="6623" y="7394"/>
                  </a:lnTo>
                  <a:lnTo>
                    <a:pt x="662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7" name="Google Shape;3917;p56"/>
            <p:cNvSpPr/>
            <p:nvPr/>
          </p:nvSpPr>
          <p:spPr>
            <a:xfrm>
              <a:off x="6128475" y="2201024"/>
              <a:ext cx="86579" cy="67803"/>
            </a:xfrm>
            <a:custGeom>
              <a:avLst/>
              <a:gdLst/>
              <a:ahLst/>
              <a:cxnLst/>
              <a:rect l="l" t="t" r="r" b="b"/>
              <a:pathLst>
                <a:path w="3071" h="2405" extrusionOk="0">
                  <a:moveTo>
                    <a:pt x="2604" y="1"/>
                  </a:moveTo>
                  <a:lnTo>
                    <a:pt x="2604" y="1"/>
                  </a:lnTo>
                  <a:cubicBezTo>
                    <a:pt x="0" y="884"/>
                    <a:pt x="1269" y="2396"/>
                    <a:pt x="1269" y="2396"/>
                  </a:cubicBezTo>
                  <a:cubicBezTo>
                    <a:pt x="1269" y="2396"/>
                    <a:pt x="1324" y="2404"/>
                    <a:pt x="1413" y="2404"/>
                  </a:cubicBezTo>
                  <a:cubicBezTo>
                    <a:pt x="1844" y="2404"/>
                    <a:pt x="3071" y="2216"/>
                    <a:pt x="260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8" name="Google Shape;3918;p56"/>
            <p:cNvSpPr/>
            <p:nvPr/>
          </p:nvSpPr>
          <p:spPr>
            <a:xfrm>
              <a:off x="6159233" y="2215487"/>
              <a:ext cx="34931" cy="60839"/>
            </a:xfrm>
            <a:custGeom>
              <a:avLst/>
              <a:gdLst/>
              <a:ahLst/>
              <a:cxnLst/>
              <a:rect l="l" t="t" r="r" b="b"/>
              <a:pathLst>
                <a:path w="1239" h="2158" extrusionOk="0">
                  <a:moveTo>
                    <a:pt x="1208" y="1"/>
                  </a:moveTo>
                  <a:cubicBezTo>
                    <a:pt x="1192" y="1"/>
                    <a:pt x="1158" y="1"/>
                    <a:pt x="1158" y="16"/>
                  </a:cubicBezTo>
                  <a:lnTo>
                    <a:pt x="20" y="2091"/>
                  </a:lnTo>
                  <a:cubicBezTo>
                    <a:pt x="1" y="2107"/>
                    <a:pt x="1" y="2138"/>
                    <a:pt x="35" y="2138"/>
                  </a:cubicBezTo>
                  <a:cubicBezTo>
                    <a:pt x="35" y="2138"/>
                    <a:pt x="35" y="2157"/>
                    <a:pt x="51" y="2157"/>
                  </a:cubicBezTo>
                  <a:cubicBezTo>
                    <a:pt x="66" y="2157"/>
                    <a:pt x="66" y="2138"/>
                    <a:pt x="82" y="2122"/>
                  </a:cubicBezTo>
                  <a:lnTo>
                    <a:pt x="1223" y="51"/>
                  </a:lnTo>
                  <a:cubicBezTo>
                    <a:pt x="1239" y="36"/>
                    <a:pt x="1223" y="16"/>
                    <a:pt x="120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9" name="Google Shape;3919;p56"/>
            <p:cNvSpPr/>
            <p:nvPr/>
          </p:nvSpPr>
          <p:spPr>
            <a:xfrm>
              <a:off x="6180547" y="2219209"/>
              <a:ext cx="16352" cy="13053"/>
            </a:xfrm>
            <a:custGeom>
              <a:avLst/>
              <a:gdLst/>
              <a:ahLst/>
              <a:cxnLst/>
              <a:rect l="l" t="t" r="r" b="b"/>
              <a:pathLst>
                <a:path w="580" h="463" extrusionOk="0">
                  <a:moveTo>
                    <a:pt x="35" y="0"/>
                  </a:moveTo>
                  <a:cubicBezTo>
                    <a:pt x="1" y="16"/>
                    <a:pt x="1" y="31"/>
                    <a:pt x="1" y="46"/>
                  </a:cubicBezTo>
                  <a:lnTo>
                    <a:pt x="132" y="463"/>
                  </a:lnTo>
                  <a:lnTo>
                    <a:pt x="548" y="336"/>
                  </a:lnTo>
                  <a:cubicBezTo>
                    <a:pt x="564" y="320"/>
                    <a:pt x="579" y="305"/>
                    <a:pt x="579" y="289"/>
                  </a:cubicBezTo>
                  <a:cubicBezTo>
                    <a:pt x="564" y="270"/>
                    <a:pt x="548" y="255"/>
                    <a:pt x="533" y="255"/>
                  </a:cubicBezTo>
                  <a:lnTo>
                    <a:pt x="178" y="366"/>
                  </a:lnTo>
                  <a:lnTo>
                    <a:pt x="82" y="31"/>
                  </a:lnTo>
                  <a:cubicBezTo>
                    <a:pt x="66" y="16"/>
                    <a:pt x="51" y="0"/>
                    <a:pt x="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0" name="Google Shape;3920;p56"/>
            <p:cNvSpPr/>
            <p:nvPr/>
          </p:nvSpPr>
          <p:spPr>
            <a:xfrm>
              <a:off x="6173809" y="2231388"/>
              <a:ext cx="16323" cy="13166"/>
            </a:xfrm>
            <a:custGeom>
              <a:avLst/>
              <a:gdLst/>
              <a:ahLst/>
              <a:cxnLst/>
              <a:rect l="l" t="t" r="r" b="b"/>
              <a:pathLst>
                <a:path w="579" h="467" extrusionOk="0">
                  <a:moveTo>
                    <a:pt x="31" y="0"/>
                  </a:moveTo>
                  <a:cubicBezTo>
                    <a:pt x="16" y="15"/>
                    <a:pt x="0" y="31"/>
                    <a:pt x="0" y="50"/>
                  </a:cubicBezTo>
                  <a:lnTo>
                    <a:pt x="128" y="467"/>
                  </a:lnTo>
                  <a:lnTo>
                    <a:pt x="544" y="339"/>
                  </a:lnTo>
                  <a:cubicBezTo>
                    <a:pt x="564" y="320"/>
                    <a:pt x="579" y="305"/>
                    <a:pt x="579" y="289"/>
                  </a:cubicBezTo>
                  <a:cubicBezTo>
                    <a:pt x="564" y="274"/>
                    <a:pt x="544" y="258"/>
                    <a:pt x="529" y="258"/>
                  </a:cubicBezTo>
                  <a:lnTo>
                    <a:pt x="178" y="370"/>
                  </a:lnTo>
                  <a:lnTo>
                    <a:pt x="81" y="31"/>
                  </a:lnTo>
                  <a:cubicBezTo>
                    <a:pt x="62" y="15"/>
                    <a:pt x="47" y="0"/>
                    <a:pt x="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1" name="Google Shape;3921;p56"/>
            <p:cNvSpPr/>
            <p:nvPr/>
          </p:nvSpPr>
          <p:spPr>
            <a:xfrm>
              <a:off x="6166958" y="2243652"/>
              <a:ext cx="16323" cy="13081"/>
            </a:xfrm>
            <a:custGeom>
              <a:avLst/>
              <a:gdLst/>
              <a:ahLst/>
              <a:cxnLst/>
              <a:rect l="l" t="t" r="r" b="b"/>
              <a:pathLst>
                <a:path w="579" h="464" extrusionOk="0">
                  <a:moveTo>
                    <a:pt x="35" y="1"/>
                  </a:moveTo>
                  <a:cubicBezTo>
                    <a:pt x="16" y="16"/>
                    <a:pt x="0" y="32"/>
                    <a:pt x="0" y="47"/>
                  </a:cubicBezTo>
                  <a:lnTo>
                    <a:pt x="132" y="464"/>
                  </a:lnTo>
                  <a:lnTo>
                    <a:pt x="548" y="336"/>
                  </a:lnTo>
                  <a:cubicBezTo>
                    <a:pt x="564" y="321"/>
                    <a:pt x="579" y="306"/>
                    <a:pt x="579" y="290"/>
                  </a:cubicBezTo>
                  <a:cubicBezTo>
                    <a:pt x="564" y="271"/>
                    <a:pt x="548" y="255"/>
                    <a:pt x="533" y="255"/>
                  </a:cubicBezTo>
                  <a:lnTo>
                    <a:pt x="193" y="367"/>
                  </a:lnTo>
                  <a:lnTo>
                    <a:pt x="81" y="32"/>
                  </a:lnTo>
                  <a:cubicBezTo>
                    <a:pt x="66" y="16"/>
                    <a:pt x="51" y="1"/>
                    <a:pt x="3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2" name="Google Shape;3922;p56"/>
            <p:cNvSpPr/>
            <p:nvPr/>
          </p:nvSpPr>
          <p:spPr>
            <a:xfrm>
              <a:off x="6066818" y="2280753"/>
              <a:ext cx="90272" cy="70397"/>
            </a:xfrm>
            <a:custGeom>
              <a:avLst/>
              <a:gdLst/>
              <a:ahLst/>
              <a:cxnLst/>
              <a:rect l="l" t="t" r="r" b="b"/>
              <a:pathLst>
                <a:path w="3202" h="2497" extrusionOk="0">
                  <a:moveTo>
                    <a:pt x="0" y="0"/>
                  </a:moveTo>
                  <a:lnTo>
                    <a:pt x="0" y="0"/>
                  </a:lnTo>
                  <a:cubicBezTo>
                    <a:pt x="13" y="2130"/>
                    <a:pt x="949" y="2496"/>
                    <a:pt x="1592" y="2496"/>
                  </a:cubicBezTo>
                  <a:cubicBezTo>
                    <a:pt x="1930" y="2496"/>
                    <a:pt x="2187" y="2395"/>
                    <a:pt x="2187" y="2395"/>
                  </a:cubicBezTo>
                  <a:cubicBezTo>
                    <a:pt x="2187" y="2395"/>
                    <a:pt x="3201" y="386"/>
                    <a:pt x="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3" name="Google Shape;3923;p56"/>
            <p:cNvSpPr/>
            <p:nvPr/>
          </p:nvSpPr>
          <p:spPr>
            <a:xfrm>
              <a:off x="6079955" y="2295865"/>
              <a:ext cx="55398" cy="60163"/>
            </a:xfrm>
            <a:custGeom>
              <a:avLst/>
              <a:gdLst/>
              <a:ahLst/>
              <a:cxnLst/>
              <a:rect l="l" t="t" r="r" b="b"/>
              <a:pathLst>
                <a:path w="1965" h="2134" extrusionOk="0">
                  <a:moveTo>
                    <a:pt x="43" y="0"/>
                  </a:moveTo>
                  <a:cubicBezTo>
                    <a:pt x="35" y="0"/>
                    <a:pt x="26" y="4"/>
                    <a:pt x="16" y="12"/>
                  </a:cubicBezTo>
                  <a:cubicBezTo>
                    <a:pt x="1" y="12"/>
                    <a:pt x="1" y="43"/>
                    <a:pt x="16" y="58"/>
                  </a:cubicBezTo>
                  <a:lnTo>
                    <a:pt x="1898" y="2118"/>
                  </a:lnTo>
                  <a:cubicBezTo>
                    <a:pt x="1898" y="2133"/>
                    <a:pt x="1914" y="2133"/>
                    <a:pt x="1914" y="2133"/>
                  </a:cubicBezTo>
                  <a:lnTo>
                    <a:pt x="1945" y="2133"/>
                  </a:lnTo>
                  <a:cubicBezTo>
                    <a:pt x="1964" y="2118"/>
                    <a:pt x="1964" y="2083"/>
                    <a:pt x="1945" y="2068"/>
                  </a:cubicBezTo>
                  <a:lnTo>
                    <a:pt x="66" y="12"/>
                  </a:lnTo>
                  <a:cubicBezTo>
                    <a:pt x="59" y="4"/>
                    <a:pt x="51" y="0"/>
                    <a:pt x="4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4" name="Google Shape;3924;p56"/>
            <p:cNvSpPr/>
            <p:nvPr/>
          </p:nvSpPr>
          <p:spPr>
            <a:xfrm>
              <a:off x="6079955" y="2296626"/>
              <a:ext cx="15478" cy="15449"/>
            </a:xfrm>
            <a:custGeom>
              <a:avLst/>
              <a:gdLst/>
              <a:ahLst/>
              <a:cxnLst/>
              <a:rect l="l" t="t" r="r" b="b"/>
              <a:pathLst>
                <a:path w="549" h="548" extrusionOk="0">
                  <a:moveTo>
                    <a:pt x="518" y="0"/>
                  </a:moveTo>
                  <a:cubicBezTo>
                    <a:pt x="498" y="0"/>
                    <a:pt x="483" y="16"/>
                    <a:pt x="483" y="31"/>
                  </a:cubicBezTo>
                  <a:lnTo>
                    <a:pt x="467" y="467"/>
                  </a:lnTo>
                  <a:lnTo>
                    <a:pt x="36" y="452"/>
                  </a:lnTo>
                  <a:cubicBezTo>
                    <a:pt x="16" y="452"/>
                    <a:pt x="1" y="467"/>
                    <a:pt x="1" y="498"/>
                  </a:cubicBezTo>
                  <a:cubicBezTo>
                    <a:pt x="1" y="513"/>
                    <a:pt x="16" y="533"/>
                    <a:pt x="36" y="533"/>
                  </a:cubicBezTo>
                  <a:lnTo>
                    <a:pt x="548" y="548"/>
                  </a:lnTo>
                  <a:lnTo>
                    <a:pt x="548" y="31"/>
                  </a:lnTo>
                  <a:cubicBezTo>
                    <a:pt x="548" y="16"/>
                    <a:pt x="533" y="0"/>
                    <a:pt x="5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5" name="Google Shape;3925;p56"/>
            <p:cNvSpPr/>
            <p:nvPr/>
          </p:nvSpPr>
          <p:spPr>
            <a:xfrm>
              <a:off x="6090838" y="2308918"/>
              <a:ext cx="15901" cy="15337"/>
            </a:xfrm>
            <a:custGeom>
              <a:avLst/>
              <a:gdLst/>
              <a:ahLst/>
              <a:cxnLst/>
              <a:rect l="l" t="t" r="r" b="b"/>
              <a:pathLst>
                <a:path w="564" h="544" extrusionOk="0">
                  <a:moveTo>
                    <a:pt x="533" y="0"/>
                  </a:moveTo>
                  <a:cubicBezTo>
                    <a:pt x="498" y="0"/>
                    <a:pt x="483" y="16"/>
                    <a:pt x="483" y="31"/>
                  </a:cubicBezTo>
                  <a:lnTo>
                    <a:pt x="483" y="463"/>
                  </a:lnTo>
                  <a:lnTo>
                    <a:pt x="51" y="448"/>
                  </a:lnTo>
                  <a:cubicBezTo>
                    <a:pt x="16" y="448"/>
                    <a:pt x="0" y="463"/>
                    <a:pt x="0" y="498"/>
                  </a:cubicBezTo>
                  <a:cubicBezTo>
                    <a:pt x="0" y="513"/>
                    <a:pt x="16" y="529"/>
                    <a:pt x="51" y="529"/>
                  </a:cubicBezTo>
                  <a:lnTo>
                    <a:pt x="548" y="544"/>
                  </a:lnTo>
                  <a:lnTo>
                    <a:pt x="564" y="31"/>
                  </a:lnTo>
                  <a:cubicBezTo>
                    <a:pt x="564" y="16"/>
                    <a:pt x="548" y="0"/>
                    <a:pt x="53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6" name="Google Shape;3926;p56"/>
            <p:cNvSpPr/>
            <p:nvPr/>
          </p:nvSpPr>
          <p:spPr>
            <a:xfrm>
              <a:off x="6102143" y="2321097"/>
              <a:ext cx="15478" cy="15449"/>
            </a:xfrm>
            <a:custGeom>
              <a:avLst/>
              <a:gdLst/>
              <a:ahLst/>
              <a:cxnLst/>
              <a:rect l="l" t="t" r="r" b="b"/>
              <a:pathLst>
                <a:path w="549" h="548" extrusionOk="0">
                  <a:moveTo>
                    <a:pt x="517" y="0"/>
                  </a:moveTo>
                  <a:cubicBezTo>
                    <a:pt x="502" y="0"/>
                    <a:pt x="483" y="16"/>
                    <a:pt x="483" y="31"/>
                  </a:cubicBezTo>
                  <a:lnTo>
                    <a:pt x="467" y="467"/>
                  </a:lnTo>
                  <a:lnTo>
                    <a:pt x="35" y="451"/>
                  </a:lnTo>
                  <a:cubicBezTo>
                    <a:pt x="20" y="451"/>
                    <a:pt x="1" y="467"/>
                    <a:pt x="1" y="498"/>
                  </a:cubicBezTo>
                  <a:cubicBezTo>
                    <a:pt x="1" y="513"/>
                    <a:pt x="20" y="532"/>
                    <a:pt x="35" y="532"/>
                  </a:cubicBezTo>
                  <a:lnTo>
                    <a:pt x="548" y="548"/>
                  </a:lnTo>
                  <a:lnTo>
                    <a:pt x="548" y="31"/>
                  </a:lnTo>
                  <a:cubicBezTo>
                    <a:pt x="548" y="16"/>
                    <a:pt x="533" y="0"/>
                    <a:pt x="51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7" name="Google Shape;3927;p56"/>
            <p:cNvSpPr/>
            <p:nvPr/>
          </p:nvSpPr>
          <p:spPr>
            <a:xfrm>
              <a:off x="6098111" y="2217771"/>
              <a:ext cx="34508" cy="26867"/>
            </a:xfrm>
            <a:custGeom>
              <a:avLst/>
              <a:gdLst/>
              <a:ahLst/>
              <a:cxnLst/>
              <a:rect l="l" t="t" r="r" b="b"/>
              <a:pathLst>
                <a:path w="1224" h="953" extrusionOk="0">
                  <a:moveTo>
                    <a:pt x="1224" y="1"/>
                  </a:moveTo>
                  <a:lnTo>
                    <a:pt x="1224" y="1"/>
                  </a:lnTo>
                  <a:cubicBezTo>
                    <a:pt x="1" y="113"/>
                    <a:pt x="402" y="919"/>
                    <a:pt x="402" y="919"/>
                  </a:cubicBezTo>
                  <a:cubicBezTo>
                    <a:pt x="402" y="919"/>
                    <a:pt x="489" y="953"/>
                    <a:pt x="607" y="953"/>
                  </a:cubicBezTo>
                  <a:cubicBezTo>
                    <a:pt x="842" y="953"/>
                    <a:pt x="1200" y="817"/>
                    <a:pt x="122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8" name="Google Shape;3928;p56"/>
            <p:cNvSpPr/>
            <p:nvPr/>
          </p:nvSpPr>
          <p:spPr>
            <a:xfrm>
              <a:off x="6080942" y="2240128"/>
              <a:ext cx="33098" cy="21877"/>
            </a:xfrm>
            <a:custGeom>
              <a:avLst/>
              <a:gdLst/>
              <a:ahLst/>
              <a:cxnLst/>
              <a:rect l="l" t="t" r="r" b="b"/>
              <a:pathLst>
                <a:path w="1174" h="776" extrusionOk="0">
                  <a:moveTo>
                    <a:pt x="446" y="0"/>
                  </a:moveTo>
                  <a:cubicBezTo>
                    <a:pt x="322" y="0"/>
                    <a:pt x="175" y="18"/>
                    <a:pt x="1" y="60"/>
                  </a:cubicBezTo>
                  <a:cubicBezTo>
                    <a:pt x="214" y="631"/>
                    <a:pt x="482" y="776"/>
                    <a:pt x="700" y="776"/>
                  </a:cubicBezTo>
                  <a:cubicBezTo>
                    <a:pt x="923" y="776"/>
                    <a:pt x="1092" y="623"/>
                    <a:pt x="1092" y="623"/>
                  </a:cubicBezTo>
                  <a:cubicBezTo>
                    <a:pt x="1092" y="623"/>
                    <a:pt x="1174" y="0"/>
                    <a:pt x="44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9" name="Google Shape;3929;p56"/>
            <p:cNvSpPr/>
            <p:nvPr/>
          </p:nvSpPr>
          <p:spPr>
            <a:xfrm>
              <a:off x="6114971" y="2262033"/>
              <a:ext cx="27544" cy="19199"/>
            </a:xfrm>
            <a:custGeom>
              <a:avLst/>
              <a:gdLst/>
              <a:ahLst/>
              <a:cxnLst/>
              <a:rect l="l" t="t" r="r" b="b"/>
              <a:pathLst>
                <a:path w="977" h="681" extrusionOk="0">
                  <a:moveTo>
                    <a:pt x="853" y="1"/>
                  </a:moveTo>
                  <a:cubicBezTo>
                    <a:pt x="1" y="1"/>
                    <a:pt x="205" y="618"/>
                    <a:pt x="205" y="618"/>
                  </a:cubicBezTo>
                  <a:cubicBezTo>
                    <a:pt x="205" y="618"/>
                    <a:pt x="311" y="680"/>
                    <a:pt x="446" y="680"/>
                  </a:cubicBezTo>
                  <a:cubicBezTo>
                    <a:pt x="632" y="680"/>
                    <a:pt x="874" y="563"/>
                    <a:pt x="977" y="5"/>
                  </a:cubicBezTo>
                  <a:cubicBezTo>
                    <a:pt x="933" y="2"/>
                    <a:pt x="892" y="1"/>
                    <a:pt x="85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0" name="Google Shape;3930;p56"/>
            <p:cNvSpPr/>
            <p:nvPr/>
          </p:nvSpPr>
          <p:spPr>
            <a:xfrm>
              <a:off x="6150212" y="2307057"/>
              <a:ext cx="37214" cy="28080"/>
            </a:xfrm>
            <a:custGeom>
              <a:avLst/>
              <a:gdLst/>
              <a:ahLst/>
              <a:cxnLst/>
              <a:rect l="l" t="t" r="r" b="b"/>
              <a:pathLst>
                <a:path w="1320" h="996" extrusionOk="0">
                  <a:moveTo>
                    <a:pt x="629" y="1"/>
                  </a:moveTo>
                  <a:lnTo>
                    <a:pt x="629" y="1"/>
                  </a:lnTo>
                  <a:cubicBezTo>
                    <a:pt x="0" y="787"/>
                    <a:pt x="691" y="996"/>
                    <a:pt x="691" y="996"/>
                  </a:cubicBezTo>
                  <a:cubicBezTo>
                    <a:pt x="691" y="996"/>
                    <a:pt x="1320" y="722"/>
                    <a:pt x="62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1" name="Google Shape;3931;p56"/>
            <p:cNvSpPr/>
            <p:nvPr/>
          </p:nvSpPr>
          <p:spPr>
            <a:xfrm>
              <a:off x="6126191" y="2284869"/>
              <a:ext cx="32872" cy="25373"/>
            </a:xfrm>
            <a:custGeom>
              <a:avLst/>
              <a:gdLst/>
              <a:ahLst/>
              <a:cxnLst/>
              <a:rect l="l" t="t" r="r" b="b"/>
              <a:pathLst>
                <a:path w="1166" h="900" extrusionOk="0">
                  <a:moveTo>
                    <a:pt x="918" y="1"/>
                  </a:moveTo>
                  <a:cubicBezTo>
                    <a:pt x="0" y="386"/>
                    <a:pt x="498" y="899"/>
                    <a:pt x="498" y="899"/>
                  </a:cubicBezTo>
                  <a:cubicBezTo>
                    <a:pt x="498" y="899"/>
                    <a:pt x="504" y="900"/>
                    <a:pt x="515" y="900"/>
                  </a:cubicBezTo>
                  <a:cubicBezTo>
                    <a:pt x="621" y="900"/>
                    <a:pt x="1166" y="859"/>
                    <a:pt x="91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2" name="Google Shape;3932;p56"/>
            <p:cNvSpPr/>
            <p:nvPr/>
          </p:nvSpPr>
          <p:spPr>
            <a:xfrm>
              <a:off x="6142487" y="2331895"/>
              <a:ext cx="26332" cy="16944"/>
            </a:xfrm>
            <a:custGeom>
              <a:avLst/>
              <a:gdLst/>
              <a:ahLst/>
              <a:cxnLst/>
              <a:rect l="l" t="t" r="r" b="b"/>
              <a:pathLst>
                <a:path w="934" h="601" extrusionOk="0">
                  <a:moveTo>
                    <a:pt x="588" y="1"/>
                  </a:moveTo>
                  <a:cubicBezTo>
                    <a:pt x="423" y="1"/>
                    <a:pt x="215" y="106"/>
                    <a:pt x="1" y="485"/>
                  </a:cubicBezTo>
                  <a:cubicBezTo>
                    <a:pt x="198" y="568"/>
                    <a:pt x="353" y="600"/>
                    <a:pt x="476" y="600"/>
                  </a:cubicBezTo>
                  <a:cubicBezTo>
                    <a:pt x="924" y="600"/>
                    <a:pt x="934" y="165"/>
                    <a:pt x="934" y="165"/>
                  </a:cubicBezTo>
                  <a:cubicBezTo>
                    <a:pt x="934" y="165"/>
                    <a:pt x="795" y="1"/>
                    <a:pt x="58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3" name="Google Shape;3933;p56"/>
            <p:cNvSpPr/>
            <p:nvPr/>
          </p:nvSpPr>
          <p:spPr>
            <a:xfrm>
              <a:off x="6104004" y="2212358"/>
              <a:ext cx="87876" cy="135944"/>
            </a:xfrm>
            <a:custGeom>
              <a:avLst/>
              <a:gdLst/>
              <a:ahLst/>
              <a:cxnLst/>
              <a:rect l="l" t="t" r="r" b="b"/>
              <a:pathLst>
                <a:path w="3117" h="4822" extrusionOk="0">
                  <a:moveTo>
                    <a:pt x="66" y="0"/>
                  </a:moveTo>
                  <a:cubicBezTo>
                    <a:pt x="31" y="0"/>
                    <a:pt x="16" y="16"/>
                    <a:pt x="16" y="31"/>
                  </a:cubicBezTo>
                  <a:cubicBezTo>
                    <a:pt x="16" y="66"/>
                    <a:pt x="0" y="3599"/>
                    <a:pt x="3055" y="4821"/>
                  </a:cubicBezTo>
                  <a:lnTo>
                    <a:pt x="3070" y="4821"/>
                  </a:lnTo>
                  <a:cubicBezTo>
                    <a:pt x="3086" y="4821"/>
                    <a:pt x="3101" y="4806"/>
                    <a:pt x="3101" y="4791"/>
                  </a:cubicBezTo>
                  <a:cubicBezTo>
                    <a:pt x="3117" y="4775"/>
                    <a:pt x="3101" y="4756"/>
                    <a:pt x="3086" y="4740"/>
                  </a:cubicBezTo>
                  <a:cubicBezTo>
                    <a:pt x="81" y="3552"/>
                    <a:pt x="97" y="66"/>
                    <a:pt x="97" y="31"/>
                  </a:cubicBezTo>
                  <a:cubicBezTo>
                    <a:pt x="97" y="16"/>
                    <a:pt x="81" y="0"/>
                    <a:pt x="6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4" name="Google Shape;3934;p56"/>
            <p:cNvSpPr/>
            <p:nvPr/>
          </p:nvSpPr>
          <p:spPr>
            <a:xfrm>
              <a:off x="6084974" y="2193328"/>
              <a:ext cx="40795" cy="31322"/>
            </a:xfrm>
            <a:custGeom>
              <a:avLst/>
              <a:gdLst/>
              <a:ahLst/>
              <a:cxnLst/>
              <a:rect l="l" t="t" r="r" b="b"/>
              <a:pathLst>
                <a:path w="1447" h="1111" extrusionOk="0">
                  <a:moveTo>
                    <a:pt x="741" y="0"/>
                  </a:moveTo>
                  <a:cubicBezTo>
                    <a:pt x="0" y="822"/>
                    <a:pt x="741" y="1111"/>
                    <a:pt x="741" y="1111"/>
                  </a:cubicBezTo>
                  <a:cubicBezTo>
                    <a:pt x="741" y="1111"/>
                    <a:pt x="1447" y="837"/>
                    <a:pt x="74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35" name="Google Shape;3935;p56"/>
          <p:cNvGrpSpPr/>
          <p:nvPr/>
        </p:nvGrpSpPr>
        <p:grpSpPr>
          <a:xfrm>
            <a:off x="809642" y="498720"/>
            <a:ext cx="1544307" cy="830662"/>
            <a:chOff x="2409392" y="571245"/>
            <a:chExt cx="1544307" cy="830662"/>
          </a:xfrm>
        </p:grpSpPr>
        <p:grpSp>
          <p:nvGrpSpPr>
            <p:cNvPr id="3936" name="Google Shape;3936;p56"/>
            <p:cNvGrpSpPr/>
            <p:nvPr/>
          </p:nvGrpSpPr>
          <p:grpSpPr>
            <a:xfrm>
              <a:off x="2686586" y="571245"/>
              <a:ext cx="1091198" cy="590750"/>
              <a:chOff x="7791997" y="2089174"/>
              <a:chExt cx="819587" cy="443706"/>
            </a:xfrm>
          </p:grpSpPr>
          <p:sp>
            <p:nvSpPr>
              <p:cNvPr id="3937" name="Google Shape;3937;p56"/>
              <p:cNvSpPr/>
              <p:nvPr/>
            </p:nvSpPr>
            <p:spPr>
              <a:xfrm>
                <a:off x="7844419" y="2135462"/>
                <a:ext cx="109539" cy="198565"/>
              </a:xfrm>
              <a:custGeom>
                <a:avLst/>
                <a:gdLst/>
                <a:ahLst/>
                <a:cxnLst/>
                <a:rect l="l" t="t" r="r" b="b"/>
                <a:pathLst>
                  <a:path w="1143" h="2072" extrusionOk="0">
                    <a:moveTo>
                      <a:pt x="1" y="0"/>
                    </a:moveTo>
                    <a:lnTo>
                      <a:pt x="1" y="0"/>
                    </a:lnTo>
                    <a:cubicBezTo>
                      <a:pt x="67" y="1508"/>
                      <a:pt x="1143" y="2071"/>
                      <a:pt x="1143" y="2071"/>
                    </a:cubicBezTo>
                    <a:cubicBezTo>
                      <a:pt x="1143" y="2071"/>
                      <a:pt x="1143" y="802"/>
                      <a:pt x="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8" name="Google Shape;3938;p56"/>
              <p:cNvSpPr/>
              <p:nvPr/>
            </p:nvSpPr>
            <p:spPr>
              <a:xfrm>
                <a:off x="7910641" y="2089174"/>
                <a:ext cx="123531" cy="226356"/>
              </a:xfrm>
              <a:custGeom>
                <a:avLst/>
                <a:gdLst/>
                <a:ahLst/>
                <a:cxnLst/>
                <a:rect l="l" t="t" r="r" b="b"/>
                <a:pathLst>
                  <a:path w="1289" h="2362" extrusionOk="0">
                    <a:moveTo>
                      <a:pt x="660" y="1"/>
                    </a:moveTo>
                    <a:lnTo>
                      <a:pt x="660" y="1"/>
                    </a:lnTo>
                    <a:cubicBezTo>
                      <a:pt x="0" y="1351"/>
                      <a:pt x="675" y="2361"/>
                      <a:pt x="675" y="2361"/>
                    </a:cubicBezTo>
                    <a:cubicBezTo>
                      <a:pt x="675" y="2361"/>
                      <a:pt x="1289" y="1235"/>
                      <a:pt x="66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9" name="Google Shape;3939;p56"/>
              <p:cNvSpPr/>
              <p:nvPr/>
            </p:nvSpPr>
            <p:spPr>
              <a:xfrm>
                <a:off x="8017115" y="2135462"/>
                <a:ext cx="109444" cy="198565"/>
              </a:xfrm>
              <a:custGeom>
                <a:avLst/>
                <a:gdLst/>
                <a:ahLst/>
                <a:cxnLst/>
                <a:rect l="l" t="t" r="r" b="b"/>
                <a:pathLst>
                  <a:path w="1142" h="2072" extrusionOk="0">
                    <a:moveTo>
                      <a:pt x="0" y="0"/>
                    </a:moveTo>
                    <a:lnTo>
                      <a:pt x="0" y="0"/>
                    </a:lnTo>
                    <a:cubicBezTo>
                      <a:pt x="62" y="1508"/>
                      <a:pt x="1142" y="2071"/>
                      <a:pt x="1142" y="2071"/>
                    </a:cubicBezTo>
                    <a:cubicBezTo>
                      <a:pt x="1142" y="2071"/>
                      <a:pt x="1142" y="802"/>
                      <a:pt x="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0" name="Google Shape;3940;p56"/>
              <p:cNvSpPr/>
              <p:nvPr/>
            </p:nvSpPr>
            <p:spPr>
              <a:xfrm>
                <a:off x="8083242" y="2089174"/>
                <a:ext cx="123244" cy="226356"/>
              </a:xfrm>
              <a:custGeom>
                <a:avLst/>
                <a:gdLst/>
                <a:ahLst/>
                <a:cxnLst/>
                <a:rect l="l" t="t" r="r" b="b"/>
                <a:pathLst>
                  <a:path w="1286" h="2362" extrusionOk="0">
                    <a:moveTo>
                      <a:pt x="645" y="1"/>
                    </a:moveTo>
                    <a:lnTo>
                      <a:pt x="645" y="1"/>
                    </a:lnTo>
                    <a:cubicBezTo>
                      <a:pt x="1" y="1351"/>
                      <a:pt x="676" y="2361"/>
                      <a:pt x="676" y="2361"/>
                    </a:cubicBezTo>
                    <a:cubicBezTo>
                      <a:pt x="676" y="2361"/>
                      <a:pt x="1285" y="1235"/>
                      <a:pt x="64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1" name="Google Shape;3941;p56"/>
              <p:cNvSpPr/>
              <p:nvPr/>
            </p:nvSpPr>
            <p:spPr>
              <a:xfrm>
                <a:off x="7986064" y="2110641"/>
                <a:ext cx="122094" cy="220415"/>
              </a:xfrm>
              <a:custGeom>
                <a:avLst/>
                <a:gdLst/>
                <a:ahLst/>
                <a:cxnLst/>
                <a:rect l="l" t="t" r="r" b="b"/>
                <a:pathLst>
                  <a:path w="1274" h="2300" extrusionOk="0">
                    <a:moveTo>
                      <a:pt x="965" y="1"/>
                    </a:moveTo>
                    <a:lnTo>
                      <a:pt x="965" y="1"/>
                    </a:lnTo>
                    <a:cubicBezTo>
                      <a:pt x="0" y="1158"/>
                      <a:pt x="405" y="2299"/>
                      <a:pt x="405" y="2299"/>
                    </a:cubicBezTo>
                    <a:cubicBezTo>
                      <a:pt x="405" y="2299"/>
                      <a:pt x="1273" y="1366"/>
                      <a:pt x="9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2" name="Google Shape;3942;p56"/>
              <p:cNvSpPr/>
              <p:nvPr/>
            </p:nvSpPr>
            <p:spPr>
              <a:xfrm>
                <a:off x="8133939" y="2135462"/>
                <a:ext cx="110977" cy="198565"/>
              </a:xfrm>
              <a:custGeom>
                <a:avLst/>
                <a:gdLst/>
                <a:ahLst/>
                <a:cxnLst/>
                <a:rect l="l" t="t" r="r" b="b"/>
                <a:pathLst>
                  <a:path w="1158" h="2072" extrusionOk="0">
                    <a:moveTo>
                      <a:pt x="0" y="0"/>
                    </a:moveTo>
                    <a:cubicBezTo>
                      <a:pt x="81" y="1508"/>
                      <a:pt x="1157" y="2071"/>
                      <a:pt x="1157" y="2071"/>
                    </a:cubicBezTo>
                    <a:cubicBezTo>
                      <a:pt x="1157" y="2071"/>
                      <a:pt x="1142" y="802"/>
                      <a:pt x="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3" name="Google Shape;3943;p56"/>
              <p:cNvSpPr/>
              <p:nvPr/>
            </p:nvSpPr>
            <p:spPr>
              <a:xfrm>
                <a:off x="8201886" y="2089174"/>
                <a:ext cx="121710" cy="226356"/>
              </a:xfrm>
              <a:custGeom>
                <a:avLst/>
                <a:gdLst/>
                <a:ahLst/>
                <a:cxnLst/>
                <a:rect l="l" t="t" r="r" b="b"/>
                <a:pathLst>
                  <a:path w="1270" h="2362" extrusionOk="0">
                    <a:moveTo>
                      <a:pt x="641" y="1"/>
                    </a:moveTo>
                    <a:lnTo>
                      <a:pt x="641" y="1"/>
                    </a:lnTo>
                    <a:cubicBezTo>
                      <a:pt x="1" y="1351"/>
                      <a:pt x="676" y="2361"/>
                      <a:pt x="676" y="2361"/>
                    </a:cubicBezTo>
                    <a:cubicBezTo>
                      <a:pt x="676" y="2361"/>
                      <a:pt x="1270" y="1235"/>
                      <a:pt x="64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4" name="Google Shape;3944;p56"/>
              <p:cNvSpPr/>
              <p:nvPr/>
            </p:nvSpPr>
            <p:spPr>
              <a:xfrm>
                <a:off x="8306539" y="2135462"/>
                <a:ext cx="109444" cy="198565"/>
              </a:xfrm>
              <a:custGeom>
                <a:avLst/>
                <a:gdLst/>
                <a:ahLst/>
                <a:cxnLst/>
                <a:rect l="l" t="t" r="r" b="b"/>
                <a:pathLst>
                  <a:path w="1142" h="2072" extrusionOk="0">
                    <a:moveTo>
                      <a:pt x="0" y="0"/>
                    </a:moveTo>
                    <a:cubicBezTo>
                      <a:pt x="81" y="1508"/>
                      <a:pt x="1142" y="2071"/>
                      <a:pt x="1142" y="2071"/>
                    </a:cubicBezTo>
                    <a:cubicBezTo>
                      <a:pt x="1142" y="2071"/>
                      <a:pt x="1142" y="802"/>
                      <a:pt x="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5" name="Google Shape;3945;p56"/>
              <p:cNvSpPr/>
              <p:nvPr/>
            </p:nvSpPr>
            <p:spPr>
              <a:xfrm>
                <a:off x="8372665" y="2135462"/>
                <a:ext cx="123531" cy="227698"/>
              </a:xfrm>
              <a:custGeom>
                <a:avLst/>
                <a:gdLst/>
                <a:ahLst/>
                <a:cxnLst/>
                <a:rect l="l" t="t" r="r" b="b"/>
                <a:pathLst>
                  <a:path w="1289" h="2376" extrusionOk="0">
                    <a:moveTo>
                      <a:pt x="660" y="0"/>
                    </a:moveTo>
                    <a:lnTo>
                      <a:pt x="660" y="0"/>
                    </a:lnTo>
                    <a:cubicBezTo>
                      <a:pt x="1" y="1365"/>
                      <a:pt x="676" y="2376"/>
                      <a:pt x="676" y="2376"/>
                    </a:cubicBezTo>
                    <a:cubicBezTo>
                      <a:pt x="676" y="2376"/>
                      <a:pt x="1289" y="1234"/>
                      <a:pt x="66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6" name="Google Shape;3946;p56"/>
              <p:cNvSpPr/>
              <p:nvPr/>
            </p:nvSpPr>
            <p:spPr>
              <a:xfrm>
                <a:off x="8275871" y="2110641"/>
                <a:ext cx="121710" cy="220415"/>
              </a:xfrm>
              <a:custGeom>
                <a:avLst/>
                <a:gdLst/>
                <a:ahLst/>
                <a:cxnLst/>
                <a:rect l="l" t="t" r="r" b="b"/>
                <a:pathLst>
                  <a:path w="1270" h="2300" extrusionOk="0">
                    <a:moveTo>
                      <a:pt x="980" y="1"/>
                    </a:moveTo>
                    <a:cubicBezTo>
                      <a:pt x="0" y="1158"/>
                      <a:pt x="401" y="2299"/>
                      <a:pt x="401" y="2299"/>
                    </a:cubicBezTo>
                    <a:cubicBezTo>
                      <a:pt x="401" y="2299"/>
                      <a:pt x="1269" y="1366"/>
                      <a:pt x="98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7" name="Google Shape;3947;p56"/>
              <p:cNvSpPr/>
              <p:nvPr/>
            </p:nvSpPr>
            <p:spPr>
              <a:xfrm>
                <a:off x="7791997" y="2287741"/>
                <a:ext cx="798114" cy="245140"/>
              </a:xfrm>
              <a:custGeom>
                <a:avLst/>
                <a:gdLst/>
                <a:ahLst/>
                <a:cxnLst/>
                <a:rect l="l" t="t" r="r" b="b"/>
                <a:pathLst>
                  <a:path w="8328" h="2558" extrusionOk="0">
                    <a:moveTo>
                      <a:pt x="0" y="0"/>
                    </a:moveTo>
                    <a:lnTo>
                      <a:pt x="0" y="1898"/>
                    </a:lnTo>
                    <a:cubicBezTo>
                      <a:pt x="0" y="2268"/>
                      <a:pt x="309" y="2557"/>
                      <a:pt x="660" y="2557"/>
                    </a:cubicBezTo>
                    <a:lnTo>
                      <a:pt x="1015" y="2557"/>
                    </a:lnTo>
                    <a:cubicBezTo>
                      <a:pt x="1127" y="2557"/>
                      <a:pt x="1208" y="2476"/>
                      <a:pt x="1208" y="2365"/>
                    </a:cubicBezTo>
                    <a:lnTo>
                      <a:pt x="1208" y="2203"/>
                    </a:lnTo>
                    <a:cubicBezTo>
                      <a:pt x="1208" y="2091"/>
                      <a:pt x="1304" y="1994"/>
                      <a:pt x="1431" y="1994"/>
                    </a:cubicBezTo>
                    <a:cubicBezTo>
                      <a:pt x="1543" y="1994"/>
                      <a:pt x="1640" y="2091"/>
                      <a:pt x="1640" y="2203"/>
                    </a:cubicBezTo>
                    <a:lnTo>
                      <a:pt x="1640" y="2380"/>
                    </a:lnTo>
                    <a:cubicBezTo>
                      <a:pt x="1640" y="2476"/>
                      <a:pt x="1721" y="2557"/>
                      <a:pt x="1832" y="2557"/>
                    </a:cubicBezTo>
                    <a:cubicBezTo>
                      <a:pt x="1929" y="2557"/>
                      <a:pt x="2010" y="2476"/>
                      <a:pt x="2010" y="2380"/>
                    </a:cubicBezTo>
                    <a:lnTo>
                      <a:pt x="2010" y="2218"/>
                    </a:lnTo>
                    <a:cubicBezTo>
                      <a:pt x="2010" y="2091"/>
                      <a:pt x="2106" y="1994"/>
                      <a:pt x="2218" y="1994"/>
                    </a:cubicBezTo>
                    <a:cubicBezTo>
                      <a:pt x="2227" y="1993"/>
                      <a:pt x="2236" y="1993"/>
                      <a:pt x="2245" y="1993"/>
                    </a:cubicBezTo>
                    <a:cubicBezTo>
                      <a:pt x="2362" y="1993"/>
                      <a:pt x="2446" y="2084"/>
                      <a:pt x="2446" y="2203"/>
                    </a:cubicBezTo>
                    <a:lnTo>
                      <a:pt x="2446" y="2380"/>
                    </a:lnTo>
                    <a:cubicBezTo>
                      <a:pt x="2446" y="2476"/>
                      <a:pt x="2527" y="2557"/>
                      <a:pt x="2623" y="2557"/>
                    </a:cubicBezTo>
                    <a:cubicBezTo>
                      <a:pt x="2735" y="2557"/>
                      <a:pt x="2816" y="2476"/>
                      <a:pt x="2816" y="2380"/>
                    </a:cubicBezTo>
                    <a:lnTo>
                      <a:pt x="2816" y="2218"/>
                    </a:lnTo>
                    <a:cubicBezTo>
                      <a:pt x="2816" y="2091"/>
                      <a:pt x="2893" y="1994"/>
                      <a:pt x="3024" y="1994"/>
                    </a:cubicBezTo>
                    <a:cubicBezTo>
                      <a:pt x="3032" y="1993"/>
                      <a:pt x="3040" y="1993"/>
                      <a:pt x="3048" y="1993"/>
                    </a:cubicBezTo>
                    <a:cubicBezTo>
                      <a:pt x="3151" y="1993"/>
                      <a:pt x="3248" y="2084"/>
                      <a:pt x="3248" y="2203"/>
                    </a:cubicBezTo>
                    <a:lnTo>
                      <a:pt x="3248" y="2365"/>
                    </a:lnTo>
                    <a:cubicBezTo>
                      <a:pt x="3248" y="2476"/>
                      <a:pt x="3329" y="2557"/>
                      <a:pt x="3441" y="2557"/>
                    </a:cubicBezTo>
                    <a:lnTo>
                      <a:pt x="6943" y="2557"/>
                    </a:lnTo>
                    <a:cubicBezTo>
                      <a:pt x="7313" y="2557"/>
                      <a:pt x="7603" y="2268"/>
                      <a:pt x="7603" y="1898"/>
                    </a:cubicBezTo>
                    <a:lnTo>
                      <a:pt x="7603" y="1366"/>
                    </a:lnTo>
                    <a:lnTo>
                      <a:pt x="8328" y="1366"/>
                    </a:lnTo>
                    <a:lnTo>
                      <a:pt x="8328" y="370"/>
                    </a:lnTo>
                    <a:lnTo>
                      <a:pt x="7603" y="370"/>
                    </a:lnTo>
                    <a:lnTo>
                      <a:pt x="760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8" name="Google Shape;3948;p56"/>
              <p:cNvSpPr/>
              <p:nvPr/>
            </p:nvSpPr>
            <p:spPr>
              <a:xfrm>
                <a:off x="7826018" y="2287741"/>
                <a:ext cx="662412" cy="166365"/>
              </a:xfrm>
              <a:custGeom>
                <a:avLst/>
                <a:gdLst/>
                <a:ahLst/>
                <a:cxnLst/>
                <a:rect l="l" t="t" r="r" b="b"/>
                <a:pathLst>
                  <a:path w="6912" h="1736" extrusionOk="0">
                    <a:moveTo>
                      <a:pt x="0" y="0"/>
                    </a:moveTo>
                    <a:lnTo>
                      <a:pt x="0" y="1076"/>
                    </a:lnTo>
                    <a:cubicBezTo>
                      <a:pt x="0" y="1447"/>
                      <a:pt x="289" y="1736"/>
                      <a:pt x="660" y="1736"/>
                    </a:cubicBezTo>
                    <a:lnTo>
                      <a:pt x="6252" y="1736"/>
                    </a:lnTo>
                    <a:cubicBezTo>
                      <a:pt x="6607" y="1736"/>
                      <a:pt x="6912" y="1447"/>
                      <a:pt x="6912" y="1076"/>
                    </a:cubicBezTo>
                    <a:lnTo>
                      <a:pt x="691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9" name="Google Shape;3949;p56"/>
              <p:cNvSpPr/>
              <p:nvPr/>
            </p:nvSpPr>
            <p:spPr>
              <a:xfrm>
                <a:off x="8566733" y="2313999"/>
                <a:ext cx="44851" cy="115382"/>
              </a:xfrm>
              <a:custGeom>
                <a:avLst/>
                <a:gdLst/>
                <a:ahLst/>
                <a:cxnLst/>
                <a:rect l="l" t="t" r="r" b="b"/>
                <a:pathLst>
                  <a:path w="468" h="1204" extrusionOk="0">
                    <a:moveTo>
                      <a:pt x="132" y="0"/>
                    </a:moveTo>
                    <a:cubicBezTo>
                      <a:pt x="66" y="0"/>
                      <a:pt x="1" y="46"/>
                      <a:pt x="1" y="112"/>
                    </a:cubicBezTo>
                    <a:lnTo>
                      <a:pt x="1" y="1076"/>
                    </a:lnTo>
                    <a:cubicBezTo>
                      <a:pt x="1" y="1142"/>
                      <a:pt x="66" y="1203"/>
                      <a:pt x="132" y="1203"/>
                    </a:cubicBezTo>
                    <a:lnTo>
                      <a:pt x="356" y="1203"/>
                    </a:lnTo>
                    <a:cubicBezTo>
                      <a:pt x="421" y="1203"/>
                      <a:pt x="467" y="1142"/>
                      <a:pt x="467" y="1076"/>
                    </a:cubicBezTo>
                    <a:lnTo>
                      <a:pt x="467" y="112"/>
                    </a:lnTo>
                    <a:cubicBezTo>
                      <a:pt x="467" y="46"/>
                      <a:pt x="421" y="0"/>
                      <a:pt x="35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0" name="Google Shape;3950;p56"/>
              <p:cNvSpPr/>
              <p:nvPr/>
            </p:nvSpPr>
            <p:spPr>
              <a:xfrm>
                <a:off x="7826018" y="2366419"/>
                <a:ext cx="662412" cy="87687"/>
              </a:xfrm>
              <a:custGeom>
                <a:avLst/>
                <a:gdLst/>
                <a:ahLst/>
                <a:cxnLst/>
                <a:rect l="l" t="t" r="r" b="b"/>
                <a:pathLst>
                  <a:path w="6912" h="915" extrusionOk="0">
                    <a:moveTo>
                      <a:pt x="5720" y="448"/>
                    </a:moveTo>
                    <a:cubicBezTo>
                      <a:pt x="5755" y="448"/>
                      <a:pt x="5770" y="448"/>
                      <a:pt x="5786" y="464"/>
                    </a:cubicBezTo>
                    <a:cubicBezTo>
                      <a:pt x="5801" y="464"/>
                      <a:pt x="5817" y="483"/>
                      <a:pt x="5817" y="498"/>
                    </a:cubicBezTo>
                    <a:cubicBezTo>
                      <a:pt x="5867" y="579"/>
                      <a:pt x="5817" y="656"/>
                      <a:pt x="5720" y="656"/>
                    </a:cubicBezTo>
                    <a:cubicBezTo>
                      <a:pt x="5705" y="656"/>
                      <a:pt x="5689" y="656"/>
                      <a:pt x="5674" y="641"/>
                    </a:cubicBezTo>
                    <a:cubicBezTo>
                      <a:pt x="5658" y="641"/>
                      <a:pt x="5643" y="626"/>
                      <a:pt x="5643" y="610"/>
                    </a:cubicBezTo>
                    <a:cubicBezTo>
                      <a:pt x="5593" y="529"/>
                      <a:pt x="5643" y="448"/>
                      <a:pt x="5720" y="448"/>
                    </a:cubicBezTo>
                    <a:close/>
                    <a:moveTo>
                      <a:pt x="6156" y="386"/>
                    </a:moveTo>
                    <a:cubicBezTo>
                      <a:pt x="6187" y="386"/>
                      <a:pt x="6222" y="402"/>
                      <a:pt x="6252" y="417"/>
                    </a:cubicBezTo>
                    <a:cubicBezTo>
                      <a:pt x="6268" y="433"/>
                      <a:pt x="6283" y="433"/>
                      <a:pt x="6299" y="464"/>
                    </a:cubicBezTo>
                    <a:cubicBezTo>
                      <a:pt x="6380" y="595"/>
                      <a:pt x="6283" y="722"/>
                      <a:pt x="6156" y="722"/>
                    </a:cubicBezTo>
                    <a:cubicBezTo>
                      <a:pt x="6141" y="722"/>
                      <a:pt x="6106" y="707"/>
                      <a:pt x="6075" y="691"/>
                    </a:cubicBezTo>
                    <a:cubicBezTo>
                      <a:pt x="6044" y="676"/>
                      <a:pt x="6044" y="656"/>
                      <a:pt x="6029" y="641"/>
                    </a:cubicBezTo>
                    <a:cubicBezTo>
                      <a:pt x="5948" y="514"/>
                      <a:pt x="6044" y="386"/>
                      <a:pt x="6156" y="386"/>
                    </a:cubicBezTo>
                    <a:close/>
                    <a:moveTo>
                      <a:pt x="0" y="1"/>
                    </a:moveTo>
                    <a:lnTo>
                      <a:pt x="0" y="255"/>
                    </a:lnTo>
                    <a:cubicBezTo>
                      <a:pt x="0" y="626"/>
                      <a:pt x="289" y="915"/>
                      <a:pt x="660" y="915"/>
                    </a:cubicBezTo>
                    <a:lnTo>
                      <a:pt x="6252" y="915"/>
                    </a:lnTo>
                    <a:cubicBezTo>
                      <a:pt x="6607" y="915"/>
                      <a:pt x="6912" y="626"/>
                      <a:pt x="6912" y="255"/>
                    </a:cubicBezTo>
                    <a:lnTo>
                      <a:pt x="6912" y="62"/>
                    </a:lnTo>
                    <a:cubicBezTo>
                      <a:pt x="5898" y="271"/>
                      <a:pt x="4852" y="336"/>
                      <a:pt x="3873" y="336"/>
                    </a:cubicBezTo>
                    <a:cubicBezTo>
                      <a:pt x="2268" y="336"/>
                      <a:pt x="837" y="143"/>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1" name="Google Shape;3951;p56"/>
              <p:cNvSpPr/>
              <p:nvPr/>
            </p:nvSpPr>
            <p:spPr>
              <a:xfrm>
                <a:off x="7930575" y="2343132"/>
                <a:ext cx="26355" cy="21562"/>
              </a:xfrm>
              <a:custGeom>
                <a:avLst/>
                <a:gdLst/>
                <a:ahLst/>
                <a:cxnLst/>
                <a:rect l="l" t="t" r="r" b="b"/>
                <a:pathLst>
                  <a:path w="275" h="225" extrusionOk="0">
                    <a:moveTo>
                      <a:pt x="132" y="1"/>
                    </a:moveTo>
                    <a:cubicBezTo>
                      <a:pt x="51" y="1"/>
                      <a:pt x="1" y="82"/>
                      <a:pt x="51" y="178"/>
                    </a:cubicBezTo>
                    <a:cubicBezTo>
                      <a:pt x="51" y="194"/>
                      <a:pt x="66" y="194"/>
                      <a:pt x="82" y="209"/>
                    </a:cubicBezTo>
                    <a:cubicBezTo>
                      <a:pt x="97" y="209"/>
                      <a:pt x="116" y="224"/>
                      <a:pt x="132" y="224"/>
                    </a:cubicBezTo>
                    <a:cubicBezTo>
                      <a:pt x="213" y="224"/>
                      <a:pt x="275" y="128"/>
                      <a:pt x="228" y="51"/>
                    </a:cubicBezTo>
                    <a:cubicBezTo>
                      <a:pt x="228" y="32"/>
                      <a:pt x="213" y="32"/>
                      <a:pt x="194" y="16"/>
                    </a:cubicBezTo>
                    <a:cubicBezTo>
                      <a:pt x="178" y="1"/>
                      <a:pt x="163" y="1"/>
                      <a:pt x="1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2" name="Google Shape;3952;p56"/>
              <p:cNvSpPr/>
              <p:nvPr/>
            </p:nvSpPr>
            <p:spPr>
              <a:xfrm>
                <a:off x="8326473" y="2349457"/>
                <a:ext cx="27792" cy="21466"/>
              </a:xfrm>
              <a:custGeom>
                <a:avLst/>
                <a:gdLst/>
                <a:ahLst/>
                <a:cxnLst/>
                <a:rect l="l" t="t" r="r" b="b"/>
                <a:pathLst>
                  <a:path w="290" h="224" extrusionOk="0">
                    <a:moveTo>
                      <a:pt x="147" y="0"/>
                    </a:moveTo>
                    <a:cubicBezTo>
                      <a:pt x="66" y="0"/>
                      <a:pt x="1" y="97"/>
                      <a:pt x="51" y="178"/>
                    </a:cubicBezTo>
                    <a:cubicBezTo>
                      <a:pt x="66" y="193"/>
                      <a:pt x="82" y="193"/>
                      <a:pt x="82" y="209"/>
                    </a:cubicBezTo>
                    <a:cubicBezTo>
                      <a:pt x="112" y="224"/>
                      <a:pt x="132" y="224"/>
                      <a:pt x="147" y="224"/>
                    </a:cubicBezTo>
                    <a:cubicBezTo>
                      <a:pt x="228" y="224"/>
                      <a:pt x="290" y="143"/>
                      <a:pt x="244" y="47"/>
                    </a:cubicBezTo>
                    <a:cubicBezTo>
                      <a:pt x="244" y="31"/>
                      <a:pt x="228" y="31"/>
                      <a:pt x="209" y="16"/>
                    </a:cubicBezTo>
                    <a:cubicBezTo>
                      <a:pt x="193" y="16"/>
                      <a:pt x="163" y="0"/>
                      <a:pt x="1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3" name="Google Shape;3953;p56"/>
              <p:cNvSpPr/>
              <p:nvPr/>
            </p:nvSpPr>
            <p:spPr>
              <a:xfrm>
                <a:off x="8394516" y="2320228"/>
                <a:ext cx="27792" cy="21562"/>
              </a:xfrm>
              <a:custGeom>
                <a:avLst/>
                <a:gdLst/>
                <a:ahLst/>
                <a:cxnLst/>
                <a:rect l="l" t="t" r="r" b="b"/>
                <a:pathLst>
                  <a:path w="290" h="225" extrusionOk="0">
                    <a:moveTo>
                      <a:pt x="143" y="1"/>
                    </a:moveTo>
                    <a:cubicBezTo>
                      <a:pt x="62" y="1"/>
                      <a:pt x="0" y="97"/>
                      <a:pt x="47" y="174"/>
                    </a:cubicBezTo>
                    <a:cubicBezTo>
                      <a:pt x="62" y="193"/>
                      <a:pt x="77" y="209"/>
                      <a:pt x="77" y="209"/>
                    </a:cubicBezTo>
                    <a:cubicBezTo>
                      <a:pt x="112" y="224"/>
                      <a:pt x="128" y="224"/>
                      <a:pt x="143" y="224"/>
                    </a:cubicBezTo>
                    <a:cubicBezTo>
                      <a:pt x="224" y="224"/>
                      <a:pt x="290" y="143"/>
                      <a:pt x="239" y="62"/>
                    </a:cubicBezTo>
                    <a:cubicBezTo>
                      <a:pt x="239" y="47"/>
                      <a:pt x="224" y="31"/>
                      <a:pt x="209" y="31"/>
                    </a:cubicBezTo>
                    <a:cubicBezTo>
                      <a:pt x="193" y="16"/>
                      <a:pt x="158" y="1"/>
                      <a:pt x="1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4" name="Google Shape;3954;p56"/>
              <p:cNvSpPr/>
              <p:nvPr/>
            </p:nvSpPr>
            <p:spPr>
              <a:xfrm>
                <a:off x="8361932" y="2409353"/>
                <a:ext cx="26355" cy="20029"/>
              </a:xfrm>
              <a:custGeom>
                <a:avLst/>
                <a:gdLst/>
                <a:ahLst/>
                <a:cxnLst/>
                <a:rect l="l" t="t" r="r" b="b"/>
                <a:pathLst>
                  <a:path w="275" h="209" extrusionOk="0">
                    <a:moveTo>
                      <a:pt x="128" y="0"/>
                    </a:moveTo>
                    <a:cubicBezTo>
                      <a:pt x="51" y="0"/>
                      <a:pt x="1" y="81"/>
                      <a:pt x="51" y="162"/>
                    </a:cubicBezTo>
                    <a:cubicBezTo>
                      <a:pt x="51" y="178"/>
                      <a:pt x="66" y="193"/>
                      <a:pt x="82" y="193"/>
                    </a:cubicBezTo>
                    <a:cubicBezTo>
                      <a:pt x="97" y="208"/>
                      <a:pt x="113" y="208"/>
                      <a:pt x="128" y="208"/>
                    </a:cubicBezTo>
                    <a:cubicBezTo>
                      <a:pt x="225" y="208"/>
                      <a:pt x="275" y="131"/>
                      <a:pt x="225" y="50"/>
                    </a:cubicBezTo>
                    <a:cubicBezTo>
                      <a:pt x="225" y="35"/>
                      <a:pt x="209" y="16"/>
                      <a:pt x="194" y="16"/>
                    </a:cubicBezTo>
                    <a:cubicBezTo>
                      <a:pt x="178" y="0"/>
                      <a:pt x="163" y="0"/>
                      <a:pt x="128" y="0"/>
                    </a:cubicBezTo>
                    <a:close/>
                  </a:path>
                </a:pathLst>
              </a:custGeom>
              <a:solidFill>
                <a:srgbClr val="0C22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5" name="Google Shape;3955;p56"/>
              <p:cNvSpPr/>
              <p:nvPr/>
            </p:nvSpPr>
            <p:spPr>
              <a:xfrm>
                <a:off x="7980122" y="2330961"/>
                <a:ext cx="41497" cy="32200"/>
              </a:xfrm>
              <a:custGeom>
                <a:avLst/>
                <a:gdLst/>
                <a:ahLst/>
                <a:cxnLst/>
                <a:rect l="l" t="t" r="r" b="b"/>
                <a:pathLst>
                  <a:path w="433" h="336" extrusionOk="0">
                    <a:moveTo>
                      <a:pt x="224" y="0"/>
                    </a:moveTo>
                    <a:cubicBezTo>
                      <a:pt x="97" y="0"/>
                      <a:pt x="1" y="128"/>
                      <a:pt x="82" y="255"/>
                    </a:cubicBezTo>
                    <a:cubicBezTo>
                      <a:pt x="97" y="274"/>
                      <a:pt x="112" y="290"/>
                      <a:pt x="128" y="305"/>
                    </a:cubicBezTo>
                    <a:cubicBezTo>
                      <a:pt x="159" y="321"/>
                      <a:pt x="193" y="336"/>
                      <a:pt x="224" y="336"/>
                    </a:cubicBezTo>
                    <a:cubicBezTo>
                      <a:pt x="336" y="336"/>
                      <a:pt x="433" y="209"/>
                      <a:pt x="352" y="81"/>
                    </a:cubicBezTo>
                    <a:cubicBezTo>
                      <a:pt x="336" y="62"/>
                      <a:pt x="336" y="47"/>
                      <a:pt x="305" y="31"/>
                    </a:cubicBezTo>
                    <a:cubicBezTo>
                      <a:pt x="274" y="16"/>
                      <a:pt x="240" y="0"/>
                      <a:pt x="2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6" name="Google Shape;3956;p56"/>
              <p:cNvSpPr/>
              <p:nvPr/>
            </p:nvSpPr>
            <p:spPr>
              <a:xfrm>
                <a:off x="8395953" y="2403411"/>
                <a:ext cx="41497" cy="32200"/>
              </a:xfrm>
              <a:custGeom>
                <a:avLst/>
                <a:gdLst/>
                <a:ahLst/>
                <a:cxnLst/>
                <a:rect l="l" t="t" r="r" b="b"/>
                <a:pathLst>
                  <a:path w="433" h="336" extrusionOk="0">
                    <a:moveTo>
                      <a:pt x="209" y="0"/>
                    </a:moveTo>
                    <a:cubicBezTo>
                      <a:pt x="97" y="0"/>
                      <a:pt x="1" y="128"/>
                      <a:pt x="82" y="255"/>
                    </a:cubicBezTo>
                    <a:cubicBezTo>
                      <a:pt x="97" y="270"/>
                      <a:pt x="97" y="290"/>
                      <a:pt x="128" y="305"/>
                    </a:cubicBezTo>
                    <a:cubicBezTo>
                      <a:pt x="159" y="321"/>
                      <a:pt x="194" y="336"/>
                      <a:pt x="209" y="336"/>
                    </a:cubicBezTo>
                    <a:cubicBezTo>
                      <a:pt x="336" y="336"/>
                      <a:pt x="433" y="209"/>
                      <a:pt x="352" y="78"/>
                    </a:cubicBezTo>
                    <a:cubicBezTo>
                      <a:pt x="336" y="47"/>
                      <a:pt x="321" y="47"/>
                      <a:pt x="305" y="31"/>
                    </a:cubicBezTo>
                    <a:cubicBezTo>
                      <a:pt x="275" y="16"/>
                      <a:pt x="240" y="0"/>
                      <a:pt x="209" y="0"/>
                    </a:cubicBezTo>
                    <a:close/>
                  </a:path>
                </a:pathLst>
              </a:custGeom>
              <a:solidFill>
                <a:srgbClr val="0C22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7" name="Google Shape;3957;p56"/>
              <p:cNvSpPr/>
              <p:nvPr/>
            </p:nvSpPr>
            <p:spPr>
              <a:xfrm>
                <a:off x="7862915" y="2315436"/>
                <a:ext cx="41880" cy="32583"/>
              </a:xfrm>
              <a:custGeom>
                <a:avLst/>
                <a:gdLst/>
                <a:ahLst/>
                <a:cxnLst/>
                <a:rect l="l" t="t" r="r" b="b"/>
                <a:pathLst>
                  <a:path w="437" h="340" extrusionOk="0">
                    <a:moveTo>
                      <a:pt x="209" y="0"/>
                    </a:moveTo>
                    <a:cubicBezTo>
                      <a:pt x="97" y="0"/>
                      <a:pt x="1" y="128"/>
                      <a:pt x="82" y="259"/>
                    </a:cubicBezTo>
                    <a:cubicBezTo>
                      <a:pt x="97" y="274"/>
                      <a:pt x="97" y="290"/>
                      <a:pt x="128" y="305"/>
                    </a:cubicBezTo>
                    <a:cubicBezTo>
                      <a:pt x="163" y="321"/>
                      <a:pt x="194" y="340"/>
                      <a:pt x="209" y="340"/>
                    </a:cubicBezTo>
                    <a:cubicBezTo>
                      <a:pt x="340" y="340"/>
                      <a:pt x="437" y="193"/>
                      <a:pt x="356" y="81"/>
                    </a:cubicBezTo>
                    <a:cubicBezTo>
                      <a:pt x="340" y="51"/>
                      <a:pt x="321" y="31"/>
                      <a:pt x="306" y="31"/>
                    </a:cubicBezTo>
                    <a:cubicBezTo>
                      <a:pt x="275" y="16"/>
                      <a:pt x="244" y="0"/>
                      <a:pt x="20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8" name="Google Shape;3958;p56"/>
              <p:cNvSpPr/>
              <p:nvPr/>
            </p:nvSpPr>
            <p:spPr>
              <a:xfrm>
                <a:off x="7840010" y="2357220"/>
                <a:ext cx="29326" cy="116916"/>
              </a:xfrm>
              <a:custGeom>
                <a:avLst/>
                <a:gdLst/>
                <a:ahLst/>
                <a:cxnLst/>
                <a:rect l="l" t="t" r="r" b="b"/>
                <a:pathLst>
                  <a:path w="306" h="1220" extrusionOk="0">
                    <a:moveTo>
                      <a:pt x="159" y="0"/>
                    </a:moveTo>
                    <a:cubicBezTo>
                      <a:pt x="62" y="0"/>
                      <a:pt x="1" y="62"/>
                      <a:pt x="1" y="143"/>
                    </a:cubicBezTo>
                    <a:lnTo>
                      <a:pt x="1" y="1076"/>
                    </a:lnTo>
                    <a:cubicBezTo>
                      <a:pt x="1" y="1157"/>
                      <a:pt x="62" y="1219"/>
                      <a:pt x="159" y="1219"/>
                    </a:cubicBezTo>
                    <a:cubicBezTo>
                      <a:pt x="240" y="1219"/>
                      <a:pt x="305" y="1157"/>
                      <a:pt x="305" y="1076"/>
                    </a:cubicBezTo>
                    <a:lnTo>
                      <a:pt x="305" y="143"/>
                    </a:lnTo>
                    <a:cubicBezTo>
                      <a:pt x="305" y="62"/>
                      <a:pt x="240" y="0"/>
                      <a:pt x="1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59" name="Google Shape;3959;p56"/>
            <p:cNvGrpSpPr/>
            <p:nvPr/>
          </p:nvGrpSpPr>
          <p:grpSpPr>
            <a:xfrm>
              <a:off x="2409392" y="1123874"/>
              <a:ext cx="1544307" cy="278034"/>
              <a:chOff x="5997971" y="2910579"/>
              <a:chExt cx="886259" cy="159542"/>
            </a:xfrm>
          </p:grpSpPr>
          <p:sp>
            <p:nvSpPr>
              <p:cNvPr id="3960" name="Google Shape;3960;p56"/>
              <p:cNvSpPr/>
              <p:nvPr/>
            </p:nvSpPr>
            <p:spPr>
              <a:xfrm>
                <a:off x="6024726" y="2966795"/>
                <a:ext cx="826886" cy="40259"/>
              </a:xfrm>
              <a:custGeom>
                <a:avLst/>
                <a:gdLst/>
                <a:ahLst/>
                <a:cxnLst/>
                <a:rect l="l" t="t" r="r" b="b"/>
                <a:pathLst>
                  <a:path w="29330" h="1428" extrusionOk="0">
                    <a:moveTo>
                      <a:pt x="0" y="0"/>
                    </a:moveTo>
                    <a:lnTo>
                      <a:pt x="0" y="579"/>
                    </a:lnTo>
                    <a:cubicBezTo>
                      <a:pt x="0" y="1042"/>
                      <a:pt x="386" y="1427"/>
                      <a:pt x="868" y="1427"/>
                    </a:cubicBezTo>
                    <a:lnTo>
                      <a:pt x="3198" y="1427"/>
                    </a:lnTo>
                    <a:lnTo>
                      <a:pt x="3198" y="0"/>
                    </a:lnTo>
                    <a:close/>
                    <a:moveTo>
                      <a:pt x="5674" y="0"/>
                    </a:moveTo>
                    <a:lnTo>
                      <a:pt x="5674" y="899"/>
                    </a:lnTo>
                    <a:lnTo>
                      <a:pt x="5674" y="1427"/>
                    </a:lnTo>
                    <a:lnTo>
                      <a:pt x="23864" y="1427"/>
                    </a:lnTo>
                    <a:lnTo>
                      <a:pt x="23864" y="0"/>
                    </a:lnTo>
                    <a:close/>
                    <a:moveTo>
                      <a:pt x="26325" y="0"/>
                    </a:moveTo>
                    <a:lnTo>
                      <a:pt x="26325" y="899"/>
                    </a:lnTo>
                    <a:lnTo>
                      <a:pt x="26325" y="1427"/>
                    </a:lnTo>
                    <a:lnTo>
                      <a:pt x="28477" y="1427"/>
                    </a:lnTo>
                    <a:cubicBezTo>
                      <a:pt x="28959" y="1427"/>
                      <a:pt x="29329" y="1042"/>
                      <a:pt x="29329" y="579"/>
                    </a:cubicBezTo>
                    <a:lnTo>
                      <a:pt x="29329" y="0"/>
                    </a:lnTo>
                    <a:close/>
                  </a:path>
                </a:pathLst>
              </a:custGeom>
              <a:solidFill>
                <a:schemeClr val="lt1">
                  <a:alpha val="344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1" name="Google Shape;3961;p56"/>
              <p:cNvSpPr/>
              <p:nvPr/>
            </p:nvSpPr>
            <p:spPr>
              <a:xfrm>
                <a:off x="6114858" y="2965386"/>
                <a:ext cx="69861" cy="104735"/>
              </a:xfrm>
              <a:custGeom>
                <a:avLst/>
                <a:gdLst/>
                <a:ahLst/>
                <a:cxnLst/>
                <a:rect l="l" t="t" r="r" b="b"/>
                <a:pathLst>
                  <a:path w="2478" h="3715" extrusionOk="0">
                    <a:moveTo>
                      <a:pt x="1" y="0"/>
                    </a:moveTo>
                    <a:lnTo>
                      <a:pt x="1" y="3086"/>
                    </a:lnTo>
                    <a:cubicBezTo>
                      <a:pt x="1" y="3441"/>
                      <a:pt x="275" y="3715"/>
                      <a:pt x="630" y="3715"/>
                    </a:cubicBezTo>
                    <a:lnTo>
                      <a:pt x="1833" y="3715"/>
                    </a:lnTo>
                    <a:cubicBezTo>
                      <a:pt x="2188" y="3715"/>
                      <a:pt x="2477" y="3441"/>
                      <a:pt x="2477" y="3086"/>
                    </a:cubicBezTo>
                    <a:lnTo>
                      <a:pt x="247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2" name="Google Shape;3962;p56"/>
              <p:cNvSpPr/>
              <p:nvPr/>
            </p:nvSpPr>
            <p:spPr>
              <a:xfrm>
                <a:off x="6114858" y="2966795"/>
                <a:ext cx="69861" cy="25373"/>
              </a:xfrm>
              <a:custGeom>
                <a:avLst/>
                <a:gdLst/>
                <a:ahLst/>
                <a:cxnLst/>
                <a:rect l="l" t="t" r="r" b="b"/>
                <a:pathLst>
                  <a:path w="2478" h="900" extrusionOk="0">
                    <a:moveTo>
                      <a:pt x="1" y="0"/>
                    </a:moveTo>
                    <a:lnTo>
                      <a:pt x="1" y="899"/>
                    </a:lnTo>
                    <a:lnTo>
                      <a:pt x="2477" y="899"/>
                    </a:lnTo>
                    <a:lnTo>
                      <a:pt x="247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3" name="Google Shape;3963;p56"/>
              <p:cNvSpPr/>
              <p:nvPr/>
            </p:nvSpPr>
            <p:spPr>
              <a:xfrm>
                <a:off x="6697489" y="2965386"/>
                <a:ext cx="69410" cy="104735"/>
              </a:xfrm>
              <a:custGeom>
                <a:avLst/>
                <a:gdLst/>
                <a:ahLst/>
                <a:cxnLst/>
                <a:rect l="l" t="t" r="r" b="b"/>
                <a:pathLst>
                  <a:path w="2462" h="3715" extrusionOk="0">
                    <a:moveTo>
                      <a:pt x="1" y="0"/>
                    </a:moveTo>
                    <a:lnTo>
                      <a:pt x="1" y="3086"/>
                    </a:lnTo>
                    <a:cubicBezTo>
                      <a:pt x="1" y="3441"/>
                      <a:pt x="275" y="3715"/>
                      <a:pt x="630" y="3715"/>
                    </a:cubicBezTo>
                    <a:lnTo>
                      <a:pt x="1833" y="3715"/>
                    </a:lnTo>
                    <a:cubicBezTo>
                      <a:pt x="2188" y="3715"/>
                      <a:pt x="2462" y="3441"/>
                      <a:pt x="2462" y="3086"/>
                    </a:cubicBezTo>
                    <a:lnTo>
                      <a:pt x="246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4" name="Google Shape;3964;p56"/>
              <p:cNvSpPr/>
              <p:nvPr/>
            </p:nvSpPr>
            <p:spPr>
              <a:xfrm>
                <a:off x="6697489" y="2966795"/>
                <a:ext cx="69410" cy="25373"/>
              </a:xfrm>
              <a:custGeom>
                <a:avLst/>
                <a:gdLst/>
                <a:ahLst/>
                <a:cxnLst/>
                <a:rect l="l" t="t" r="r" b="b"/>
                <a:pathLst>
                  <a:path w="2462" h="900" extrusionOk="0">
                    <a:moveTo>
                      <a:pt x="1" y="0"/>
                    </a:moveTo>
                    <a:lnTo>
                      <a:pt x="1" y="899"/>
                    </a:lnTo>
                    <a:lnTo>
                      <a:pt x="2462" y="899"/>
                    </a:lnTo>
                    <a:lnTo>
                      <a:pt x="246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5" name="Google Shape;3965;p56"/>
              <p:cNvSpPr/>
              <p:nvPr/>
            </p:nvSpPr>
            <p:spPr>
              <a:xfrm>
                <a:off x="5997971" y="2910579"/>
                <a:ext cx="886259" cy="56244"/>
              </a:xfrm>
              <a:custGeom>
                <a:avLst/>
                <a:gdLst/>
                <a:ahLst/>
                <a:cxnLst/>
                <a:rect l="l" t="t" r="r" b="b"/>
                <a:pathLst>
                  <a:path w="31436" h="1995" extrusionOk="0">
                    <a:moveTo>
                      <a:pt x="980" y="0"/>
                    </a:moveTo>
                    <a:cubicBezTo>
                      <a:pt x="706" y="0"/>
                      <a:pt x="467" y="112"/>
                      <a:pt x="290" y="290"/>
                    </a:cubicBezTo>
                    <a:cubicBezTo>
                      <a:pt x="112" y="467"/>
                      <a:pt x="1" y="722"/>
                      <a:pt x="1" y="995"/>
                    </a:cubicBezTo>
                    <a:lnTo>
                      <a:pt x="1" y="1142"/>
                    </a:lnTo>
                    <a:cubicBezTo>
                      <a:pt x="82" y="1624"/>
                      <a:pt x="483" y="1994"/>
                      <a:pt x="980" y="1994"/>
                    </a:cubicBezTo>
                    <a:lnTo>
                      <a:pt x="30440" y="1994"/>
                    </a:lnTo>
                    <a:cubicBezTo>
                      <a:pt x="30714" y="1994"/>
                      <a:pt x="30953" y="1879"/>
                      <a:pt x="31131" y="1705"/>
                    </a:cubicBezTo>
                    <a:cubicBezTo>
                      <a:pt x="31293" y="1558"/>
                      <a:pt x="31389" y="1366"/>
                      <a:pt x="31420" y="1142"/>
                    </a:cubicBezTo>
                    <a:cubicBezTo>
                      <a:pt x="31420" y="1092"/>
                      <a:pt x="31435" y="1046"/>
                      <a:pt x="31435" y="995"/>
                    </a:cubicBezTo>
                    <a:cubicBezTo>
                      <a:pt x="31435" y="452"/>
                      <a:pt x="30984" y="0"/>
                      <a:pt x="3044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6" name="Google Shape;3966;p56"/>
              <p:cNvSpPr/>
              <p:nvPr/>
            </p:nvSpPr>
            <p:spPr>
              <a:xfrm>
                <a:off x="5997971" y="2942747"/>
                <a:ext cx="885837" cy="24076"/>
              </a:xfrm>
              <a:custGeom>
                <a:avLst/>
                <a:gdLst/>
                <a:ahLst/>
                <a:cxnLst/>
                <a:rect l="l" t="t" r="r" b="b"/>
                <a:pathLst>
                  <a:path w="31421" h="854" extrusionOk="0">
                    <a:moveTo>
                      <a:pt x="1" y="1"/>
                    </a:moveTo>
                    <a:cubicBezTo>
                      <a:pt x="82" y="483"/>
                      <a:pt x="483" y="853"/>
                      <a:pt x="980" y="853"/>
                    </a:cubicBezTo>
                    <a:lnTo>
                      <a:pt x="30440" y="853"/>
                    </a:lnTo>
                    <a:cubicBezTo>
                      <a:pt x="30714" y="853"/>
                      <a:pt x="30953" y="738"/>
                      <a:pt x="31131" y="564"/>
                    </a:cubicBezTo>
                    <a:cubicBezTo>
                      <a:pt x="31293" y="417"/>
                      <a:pt x="31389" y="225"/>
                      <a:pt x="31420" y="1"/>
                    </a:cubicBezTo>
                    <a:close/>
                  </a:path>
                </a:pathLst>
              </a:custGeom>
              <a:solidFill>
                <a:srgbClr val="2E44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6" name="Google Shape;1440;p38">
            <a:extLst>
              <a:ext uri="{FF2B5EF4-FFF2-40B4-BE49-F238E27FC236}">
                <a16:creationId xmlns:a16="http://schemas.microsoft.com/office/drawing/2014/main" id="{0D43AB3C-C5EC-F685-25BD-B6F2A52784AA}"/>
              </a:ext>
            </a:extLst>
          </p:cNvPr>
          <p:cNvSpPr/>
          <p:nvPr/>
        </p:nvSpPr>
        <p:spPr>
          <a:xfrm>
            <a:off x="4194143" y="1142504"/>
            <a:ext cx="894000" cy="894000"/>
          </a:xfrm>
          <a:prstGeom prst="roundRect">
            <a:avLst>
              <a:gd name="adj" fmla="val 16667"/>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442;p38">
            <a:extLst>
              <a:ext uri="{FF2B5EF4-FFF2-40B4-BE49-F238E27FC236}">
                <a16:creationId xmlns:a16="http://schemas.microsoft.com/office/drawing/2014/main" id="{A14E7116-DC63-C42C-A527-BF5A013C1D9D}"/>
              </a:ext>
            </a:extLst>
          </p:cNvPr>
          <p:cNvSpPr txBox="1">
            <a:spLocks/>
          </p:cNvSpPr>
          <p:nvPr/>
        </p:nvSpPr>
        <p:spPr>
          <a:xfrm>
            <a:off x="4071193" y="1166132"/>
            <a:ext cx="1139899" cy="8418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6000" b="1" dirty="0">
                <a:solidFill>
                  <a:schemeClr val="dk1"/>
                </a:solidFill>
                <a:latin typeface="Anek Devanagari"/>
                <a:cs typeface="Anek Devanagari"/>
                <a:sym typeface="Anek Devanagari"/>
              </a:rPr>
              <a:t>04</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box with wires and wires&#10;&#10;Description automatically generated">
            <a:extLst>
              <a:ext uri="{FF2B5EF4-FFF2-40B4-BE49-F238E27FC236}">
                <a16:creationId xmlns:a16="http://schemas.microsoft.com/office/drawing/2014/main" id="{3B53A34C-D66B-C0C1-C3A2-F1DDFE6707FB}"/>
              </a:ext>
            </a:extLst>
          </p:cNvPr>
          <p:cNvPicPr>
            <a:picLocks noChangeAspect="1"/>
          </p:cNvPicPr>
          <p:nvPr/>
        </p:nvPicPr>
        <p:blipFill rotWithShape="1">
          <a:blip r:embed="rId2">
            <a:extLst>
              <a:ext uri="{28A0092B-C50C-407E-A947-70E740481C1C}">
                <a14:useLocalDpi xmlns:a14="http://schemas.microsoft.com/office/drawing/2010/main" val="0"/>
              </a:ext>
            </a:extLst>
          </a:blip>
          <a:srcRect l="15815" t="20030" r="27144" b="29019"/>
          <a:stretch/>
        </p:blipFill>
        <p:spPr bwMode="auto">
          <a:xfrm rot="16200000">
            <a:off x="2222252" y="-324549"/>
            <a:ext cx="4863082" cy="5792597"/>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0300879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82F105AF-62DC-2F5D-78F2-A60CEA82278F}"/>
              </a:ext>
            </a:extLst>
          </p:cNvPr>
          <p:cNvSpPr>
            <a:spLocks noGrp="1"/>
          </p:cNvSpPr>
          <p:nvPr>
            <p:ph type="title"/>
          </p:nvPr>
        </p:nvSpPr>
        <p:spPr>
          <a:xfrm>
            <a:off x="0" y="3992880"/>
            <a:ext cx="2329297" cy="951878"/>
          </a:xfrm>
        </p:spPr>
        <p:txBody>
          <a:bodyPr/>
          <a:lstStyle/>
          <a:p>
            <a:r>
              <a:rPr lang="en-US" sz="4400" dirty="0"/>
              <a:t>Adafruit</a:t>
            </a:r>
          </a:p>
        </p:txBody>
      </p:sp>
      <p:sp>
        <p:nvSpPr>
          <p:cNvPr id="7" name="Google Shape;4671;p64">
            <a:extLst>
              <a:ext uri="{FF2B5EF4-FFF2-40B4-BE49-F238E27FC236}">
                <a16:creationId xmlns:a16="http://schemas.microsoft.com/office/drawing/2014/main" id="{FDA3FBD4-4AB7-A52C-5999-83131B5C8D19}"/>
              </a:ext>
            </a:extLst>
          </p:cNvPr>
          <p:cNvSpPr/>
          <p:nvPr/>
        </p:nvSpPr>
        <p:spPr>
          <a:xfrm>
            <a:off x="1706880" y="67112"/>
            <a:ext cx="6045200" cy="4553220"/>
          </a:xfrm>
          <a:custGeom>
            <a:avLst/>
            <a:gdLst/>
            <a:ahLst/>
            <a:cxnLst/>
            <a:rect l="l" t="t" r="r" b="b"/>
            <a:pathLst>
              <a:path w="131696" h="100673" extrusionOk="0">
                <a:moveTo>
                  <a:pt x="128192" y="0"/>
                </a:moveTo>
                <a:lnTo>
                  <a:pt x="3504" y="0"/>
                </a:lnTo>
                <a:lnTo>
                  <a:pt x="3504" y="0"/>
                </a:lnTo>
                <a:lnTo>
                  <a:pt x="2821" y="0"/>
                </a:lnTo>
                <a:lnTo>
                  <a:pt x="2137" y="257"/>
                </a:lnTo>
                <a:lnTo>
                  <a:pt x="1624" y="598"/>
                </a:lnTo>
                <a:lnTo>
                  <a:pt x="1026" y="1026"/>
                </a:lnTo>
                <a:lnTo>
                  <a:pt x="599" y="1538"/>
                </a:lnTo>
                <a:lnTo>
                  <a:pt x="342" y="2137"/>
                </a:lnTo>
                <a:lnTo>
                  <a:pt x="86" y="2735"/>
                </a:lnTo>
                <a:lnTo>
                  <a:pt x="0" y="3504"/>
                </a:lnTo>
                <a:lnTo>
                  <a:pt x="0" y="79991"/>
                </a:lnTo>
                <a:lnTo>
                  <a:pt x="0" y="79991"/>
                </a:lnTo>
                <a:lnTo>
                  <a:pt x="86" y="80675"/>
                </a:lnTo>
                <a:lnTo>
                  <a:pt x="342" y="81359"/>
                </a:lnTo>
                <a:lnTo>
                  <a:pt x="599" y="81957"/>
                </a:lnTo>
                <a:lnTo>
                  <a:pt x="1026" y="82470"/>
                </a:lnTo>
                <a:lnTo>
                  <a:pt x="1624" y="82897"/>
                </a:lnTo>
                <a:lnTo>
                  <a:pt x="2137" y="83239"/>
                </a:lnTo>
                <a:lnTo>
                  <a:pt x="2821" y="83410"/>
                </a:lnTo>
                <a:lnTo>
                  <a:pt x="3504" y="83495"/>
                </a:lnTo>
                <a:lnTo>
                  <a:pt x="52132" y="83495"/>
                </a:lnTo>
                <a:lnTo>
                  <a:pt x="51191" y="89990"/>
                </a:lnTo>
                <a:lnTo>
                  <a:pt x="51191" y="89990"/>
                </a:lnTo>
                <a:lnTo>
                  <a:pt x="50850" y="91272"/>
                </a:lnTo>
                <a:lnTo>
                  <a:pt x="50251" y="92640"/>
                </a:lnTo>
                <a:lnTo>
                  <a:pt x="49910" y="93238"/>
                </a:lnTo>
                <a:lnTo>
                  <a:pt x="49482" y="93836"/>
                </a:lnTo>
                <a:lnTo>
                  <a:pt x="49055" y="94349"/>
                </a:lnTo>
                <a:lnTo>
                  <a:pt x="48628" y="94862"/>
                </a:lnTo>
                <a:lnTo>
                  <a:pt x="43842" y="98024"/>
                </a:lnTo>
                <a:lnTo>
                  <a:pt x="43842" y="98024"/>
                </a:lnTo>
                <a:lnTo>
                  <a:pt x="43585" y="98280"/>
                </a:lnTo>
                <a:lnTo>
                  <a:pt x="43415" y="98536"/>
                </a:lnTo>
                <a:lnTo>
                  <a:pt x="43329" y="98878"/>
                </a:lnTo>
                <a:lnTo>
                  <a:pt x="43244" y="99220"/>
                </a:lnTo>
                <a:lnTo>
                  <a:pt x="43329" y="99562"/>
                </a:lnTo>
                <a:lnTo>
                  <a:pt x="43415" y="99818"/>
                </a:lnTo>
                <a:lnTo>
                  <a:pt x="43585" y="100160"/>
                </a:lnTo>
                <a:lnTo>
                  <a:pt x="43842" y="100417"/>
                </a:lnTo>
                <a:lnTo>
                  <a:pt x="43842" y="100417"/>
                </a:lnTo>
                <a:lnTo>
                  <a:pt x="44269" y="100588"/>
                </a:lnTo>
                <a:lnTo>
                  <a:pt x="44782" y="100673"/>
                </a:lnTo>
                <a:lnTo>
                  <a:pt x="65891" y="100673"/>
                </a:lnTo>
                <a:lnTo>
                  <a:pt x="86914" y="100673"/>
                </a:lnTo>
                <a:lnTo>
                  <a:pt x="86914" y="100673"/>
                </a:lnTo>
                <a:lnTo>
                  <a:pt x="87427" y="100588"/>
                </a:lnTo>
                <a:lnTo>
                  <a:pt x="87854" y="100417"/>
                </a:lnTo>
                <a:lnTo>
                  <a:pt x="87854" y="100417"/>
                </a:lnTo>
                <a:lnTo>
                  <a:pt x="88111" y="100160"/>
                </a:lnTo>
                <a:lnTo>
                  <a:pt x="88281" y="99818"/>
                </a:lnTo>
                <a:lnTo>
                  <a:pt x="88367" y="99562"/>
                </a:lnTo>
                <a:lnTo>
                  <a:pt x="88452" y="99220"/>
                </a:lnTo>
                <a:lnTo>
                  <a:pt x="88367" y="98878"/>
                </a:lnTo>
                <a:lnTo>
                  <a:pt x="88281" y="98536"/>
                </a:lnTo>
                <a:lnTo>
                  <a:pt x="88111" y="98280"/>
                </a:lnTo>
                <a:lnTo>
                  <a:pt x="87854" y="98024"/>
                </a:lnTo>
                <a:lnTo>
                  <a:pt x="83154" y="94862"/>
                </a:lnTo>
                <a:lnTo>
                  <a:pt x="83154" y="94862"/>
                </a:lnTo>
                <a:lnTo>
                  <a:pt x="83068" y="94862"/>
                </a:lnTo>
                <a:lnTo>
                  <a:pt x="83068" y="94862"/>
                </a:lnTo>
                <a:lnTo>
                  <a:pt x="82556" y="94349"/>
                </a:lnTo>
                <a:lnTo>
                  <a:pt x="82128" y="93836"/>
                </a:lnTo>
                <a:lnTo>
                  <a:pt x="81786" y="93238"/>
                </a:lnTo>
                <a:lnTo>
                  <a:pt x="81445" y="92640"/>
                </a:lnTo>
                <a:lnTo>
                  <a:pt x="80846" y="91272"/>
                </a:lnTo>
                <a:lnTo>
                  <a:pt x="80505" y="89990"/>
                </a:lnTo>
                <a:lnTo>
                  <a:pt x="79564" y="83495"/>
                </a:lnTo>
                <a:lnTo>
                  <a:pt x="128192" y="83495"/>
                </a:lnTo>
                <a:lnTo>
                  <a:pt x="128192" y="83495"/>
                </a:lnTo>
                <a:lnTo>
                  <a:pt x="128875" y="83410"/>
                </a:lnTo>
                <a:lnTo>
                  <a:pt x="129559" y="83239"/>
                </a:lnTo>
                <a:lnTo>
                  <a:pt x="130157" y="82897"/>
                </a:lnTo>
                <a:lnTo>
                  <a:pt x="130670" y="82470"/>
                </a:lnTo>
                <a:lnTo>
                  <a:pt x="131097" y="81957"/>
                </a:lnTo>
                <a:lnTo>
                  <a:pt x="131354" y="81359"/>
                </a:lnTo>
                <a:lnTo>
                  <a:pt x="131610" y="80675"/>
                </a:lnTo>
                <a:lnTo>
                  <a:pt x="131696" y="79991"/>
                </a:lnTo>
                <a:lnTo>
                  <a:pt x="131696" y="3504"/>
                </a:lnTo>
                <a:lnTo>
                  <a:pt x="131696" y="3504"/>
                </a:lnTo>
                <a:lnTo>
                  <a:pt x="131610" y="2735"/>
                </a:lnTo>
                <a:lnTo>
                  <a:pt x="131354" y="2137"/>
                </a:lnTo>
                <a:lnTo>
                  <a:pt x="131097" y="1538"/>
                </a:lnTo>
                <a:lnTo>
                  <a:pt x="130670" y="1026"/>
                </a:lnTo>
                <a:lnTo>
                  <a:pt x="130157" y="598"/>
                </a:lnTo>
                <a:lnTo>
                  <a:pt x="129559" y="257"/>
                </a:lnTo>
                <a:lnTo>
                  <a:pt x="128875" y="0"/>
                </a:lnTo>
                <a:lnTo>
                  <a:pt x="128192" y="0"/>
                </a:lnTo>
                <a:lnTo>
                  <a:pt x="128192" y="0"/>
                </a:lnTo>
                <a:close/>
                <a:moveTo>
                  <a:pt x="65891" y="80932"/>
                </a:moveTo>
                <a:lnTo>
                  <a:pt x="65891" y="80932"/>
                </a:lnTo>
                <a:lnTo>
                  <a:pt x="65463" y="80846"/>
                </a:lnTo>
                <a:lnTo>
                  <a:pt x="65036" y="80761"/>
                </a:lnTo>
                <a:lnTo>
                  <a:pt x="64694" y="80504"/>
                </a:lnTo>
                <a:lnTo>
                  <a:pt x="64352" y="80248"/>
                </a:lnTo>
                <a:lnTo>
                  <a:pt x="64096" y="79991"/>
                </a:lnTo>
                <a:lnTo>
                  <a:pt x="63925" y="79650"/>
                </a:lnTo>
                <a:lnTo>
                  <a:pt x="63840" y="79222"/>
                </a:lnTo>
                <a:lnTo>
                  <a:pt x="63754" y="78795"/>
                </a:lnTo>
                <a:lnTo>
                  <a:pt x="63754" y="78795"/>
                </a:lnTo>
                <a:lnTo>
                  <a:pt x="63840" y="78368"/>
                </a:lnTo>
                <a:lnTo>
                  <a:pt x="63925" y="78026"/>
                </a:lnTo>
                <a:lnTo>
                  <a:pt x="64096" y="77599"/>
                </a:lnTo>
                <a:lnTo>
                  <a:pt x="64352" y="77342"/>
                </a:lnTo>
                <a:lnTo>
                  <a:pt x="64694" y="77086"/>
                </a:lnTo>
                <a:lnTo>
                  <a:pt x="65036" y="76915"/>
                </a:lnTo>
                <a:lnTo>
                  <a:pt x="65463" y="76744"/>
                </a:lnTo>
                <a:lnTo>
                  <a:pt x="65891" y="76744"/>
                </a:lnTo>
                <a:lnTo>
                  <a:pt x="65891" y="76744"/>
                </a:lnTo>
                <a:lnTo>
                  <a:pt x="66233" y="76744"/>
                </a:lnTo>
                <a:lnTo>
                  <a:pt x="66660" y="76915"/>
                </a:lnTo>
                <a:lnTo>
                  <a:pt x="67002" y="77086"/>
                </a:lnTo>
                <a:lnTo>
                  <a:pt x="67344" y="77342"/>
                </a:lnTo>
                <a:lnTo>
                  <a:pt x="67600" y="77599"/>
                </a:lnTo>
                <a:lnTo>
                  <a:pt x="67771" y="78026"/>
                </a:lnTo>
                <a:lnTo>
                  <a:pt x="67856" y="78368"/>
                </a:lnTo>
                <a:lnTo>
                  <a:pt x="67942" y="78795"/>
                </a:lnTo>
                <a:lnTo>
                  <a:pt x="67942" y="78795"/>
                </a:lnTo>
                <a:lnTo>
                  <a:pt x="67856" y="79222"/>
                </a:lnTo>
                <a:lnTo>
                  <a:pt x="67771" y="79650"/>
                </a:lnTo>
                <a:lnTo>
                  <a:pt x="67600" y="79991"/>
                </a:lnTo>
                <a:lnTo>
                  <a:pt x="67344" y="80248"/>
                </a:lnTo>
                <a:lnTo>
                  <a:pt x="67002" y="80504"/>
                </a:lnTo>
                <a:lnTo>
                  <a:pt x="66660" y="80761"/>
                </a:lnTo>
                <a:lnTo>
                  <a:pt x="66233" y="80846"/>
                </a:lnTo>
                <a:lnTo>
                  <a:pt x="65891" y="80932"/>
                </a:lnTo>
                <a:lnTo>
                  <a:pt x="65891" y="80932"/>
                </a:lnTo>
                <a:close/>
                <a:moveTo>
                  <a:pt x="126568" y="74009"/>
                </a:moveTo>
                <a:lnTo>
                  <a:pt x="5128" y="74009"/>
                </a:lnTo>
                <a:lnTo>
                  <a:pt x="5128" y="4871"/>
                </a:lnTo>
                <a:lnTo>
                  <a:pt x="126568" y="4871"/>
                </a:lnTo>
                <a:lnTo>
                  <a:pt x="126568" y="74009"/>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 name="Picture 1" descr="A screenshot of a computer&#10;&#10;Description automatically generated">
            <a:extLst>
              <a:ext uri="{FF2B5EF4-FFF2-40B4-BE49-F238E27FC236}">
                <a16:creationId xmlns:a16="http://schemas.microsoft.com/office/drawing/2014/main" id="{35F01D2E-F0FB-2A43-863F-C0CE9C8D2127}"/>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91811" y="207131"/>
            <a:ext cx="5700226" cy="3280974"/>
          </a:xfrm>
          <a:prstGeom prst="rect">
            <a:avLst/>
          </a:prstGeom>
          <a:noFill/>
          <a:ln>
            <a:noFill/>
          </a:ln>
        </p:spPr>
      </p:pic>
    </p:spTree>
    <p:extLst>
      <p:ext uri="{BB962C8B-B14F-4D97-AF65-F5344CB8AC3E}">
        <p14:creationId xmlns:p14="http://schemas.microsoft.com/office/powerpoint/2010/main" val="8426649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a:extLst>
              <a:ext uri="{FF2B5EF4-FFF2-40B4-BE49-F238E27FC236}">
                <a16:creationId xmlns:a16="http://schemas.microsoft.com/office/drawing/2014/main" id="{C72D70C2-7CE5-D640-EA90-B42A57C15511}"/>
              </a:ext>
            </a:extLst>
          </p:cNvPr>
          <p:cNvSpPr>
            <a:spLocks noGrp="1"/>
          </p:cNvSpPr>
          <p:nvPr>
            <p:ph type="subTitle" idx="1"/>
          </p:nvPr>
        </p:nvSpPr>
        <p:spPr>
          <a:xfrm>
            <a:off x="719999" y="1319513"/>
            <a:ext cx="5981743" cy="2384385"/>
          </a:xfrm>
        </p:spPr>
        <p:txBody>
          <a:bodyPr/>
          <a:lstStyle/>
          <a:p>
            <a:pPr marL="285750" indent="-285750">
              <a:buFont typeface="Arial" panose="020B0604020202020204" pitchFamily="34" charset="0"/>
              <a:buChar char="•"/>
            </a:pPr>
            <a:r>
              <a:rPr lang="en-US" sz="2000" dirty="0"/>
              <a:t>The button used for manual control controls the operational mode of the project, Off -&gt; Manual mode, ON -&gt; Automatic mode</a:t>
            </a:r>
          </a:p>
          <a:p>
            <a:pPr marL="0" indent="0"/>
            <a:endParaRPr lang="en-US" sz="2000" dirty="0"/>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The green button is only for controlling the pump manually, it is only enabled in manual mode.</a:t>
            </a:r>
          </a:p>
        </p:txBody>
      </p:sp>
      <p:sp>
        <p:nvSpPr>
          <p:cNvPr id="4" name="Title 3">
            <a:extLst>
              <a:ext uri="{FF2B5EF4-FFF2-40B4-BE49-F238E27FC236}">
                <a16:creationId xmlns:a16="http://schemas.microsoft.com/office/drawing/2014/main" id="{5947D458-B4A4-11D4-6138-6C55CB03C6C8}"/>
              </a:ext>
            </a:extLst>
          </p:cNvPr>
          <p:cNvSpPr>
            <a:spLocks noGrp="1"/>
          </p:cNvSpPr>
          <p:nvPr>
            <p:ph type="title"/>
          </p:nvPr>
        </p:nvSpPr>
        <p:spPr/>
        <p:txBody>
          <a:bodyPr/>
          <a:lstStyle/>
          <a:p>
            <a:r>
              <a:rPr lang="en-US" dirty="0"/>
              <a:t>Blynk Application</a:t>
            </a:r>
          </a:p>
        </p:txBody>
      </p:sp>
      <p:pic>
        <p:nvPicPr>
          <p:cNvPr id="2" name="Picture 1" descr="A screenshot of a device&#10;&#10;Description automatically generated">
            <a:extLst>
              <a:ext uri="{FF2B5EF4-FFF2-40B4-BE49-F238E27FC236}">
                <a16:creationId xmlns:a16="http://schemas.microsoft.com/office/drawing/2014/main" id="{4C8B1821-61B6-49EF-8A4B-999979ADC36C}"/>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701742" y="560792"/>
            <a:ext cx="1912258" cy="3685604"/>
          </a:xfrm>
          <a:prstGeom prst="rect">
            <a:avLst/>
          </a:prstGeom>
          <a:noFill/>
          <a:ln>
            <a:noFill/>
          </a:ln>
        </p:spPr>
      </p:pic>
    </p:spTree>
    <p:extLst>
      <p:ext uri="{BB962C8B-B14F-4D97-AF65-F5344CB8AC3E}">
        <p14:creationId xmlns:p14="http://schemas.microsoft.com/office/powerpoint/2010/main" val="28310203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217"/>
        <p:cNvGrpSpPr/>
        <p:nvPr/>
      </p:nvGrpSpPr>
      <p:grpSpPr>
        <a:xfrm>
          <a:off x="0" y="0"/>
          <a:ext cx="0" cy="0"/>
          <a:chOff x="0" y="0"/>
          <a:chExt cx="0" cy="0"/>
        </a:xfrm>
      </p:grpSpPr>
      <p:sp>
        <p:nvSpPr>
          <p:cNvPr id="2218" name="Google Shape;2218;p42"/>
          <p:cNvSpPr/>
          <p:nvPr/>
        </p:nvSpPr>
        <p:spPr>
          <a:xfrm>
            <a:off x="3344275" y="4714325"/>
            <a:ext cx="2467500" cy="237600"/>
          </a:xfrm>
          <a:prstGeom prst="ellipse">
            <a:avLst/>
          </a:prstGeom>
          <a:solidFill>
            <a:schemeClr val="dk1">
              <a:alpha val="532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0" name="Google Shape;2220;p4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Cost</a:t>
            </a:r>
            <a:endParaRPr dirty="0">
              <a:solidFill>
                <a:schemeClr val="lt1"/>
              </a:solidFill>
            </a:endParaRPr>
          </a:p>
        </p:txBody>
      </p:sp>
      <p:grpSp>
        <p:nvGrpSpPr>
          <p:cNvPr id="2224" name="Google Shape;2224;p42"/>
          <p:cNvGrpSpPr/>
          <p:nvPr/>
        </p:nvGrpSpPr>
        <p:grpSpPr>
          <a:xfrm>
            <a:off x="3511522" y="4284697"/>
            <a:ext cx="551970" cy="543132"/>
            <a:chOff x="4807060" y="4021097"/>
            <a:chExt cx="551970" cy="543132"/>
          </a:xfrm>
        </p:grpSpPr>
        <p:sp>
          <p:nvSpPr>
            <p:cNvPr id="2225" name="Google Shape;2225;p42"/>
            <p:cNvSpPr/>
            <p:nvPr/>
          </p:nvSpPr>
          <p:spPr>
            <a:xfrm>
              <a:off x="4857751" y="4072350"/>
              <a:ext cx="449837" cy="491879"/>
            </a:xfrm>
            <a:custGeom>
              <a:avLst/>
              <a:gdLst/>
              <a:ahLst/>
              <a:cxnLst/>
              <a:rect l="l" t="t" r="r" b="b"/>
              <a:pathLst>
                <a:path w="2396" h="2620" extrusionOk="0">
                  <a:moveTo>
                    <a:pt x="0" y="1"/>
                  </a:moveTo>
                  <a:lnTo>
                    <a:pt x="50" y="757"/>
                  </a:lnTo>
                  <a:lnTo>
                    <a:pt x="147" y="2620"/>
                  </a:lnTo>
                  <a:lnTo>
                    <a:pt x="2237" y="2620"/>
                  </a:lnTo>
                  <a:lnTo>
                    <a:pt x="2349" y="757"/>
                  </a:lnTo>
                  <a:lnTo>
                    <a:pt x="239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6" name="Google Shape;2226;p42"/>
            <p:cNvSpPr/>
            <p:nvPr/>
          </p:nvSpPr>
          <p:spPr>
            <a:xfrm>
              <a:off x="4857751" y="4072350"/>
              <a:ext cx="449837" cy="142119"/>
            </a:xfrm>
            <a:custGeom>
              <a:avLst/>
              <a:gdLst/>
              <a:ahLst/>
              <a:cxnLst/>
              <a:rect l="l" t="t" r="r" b="b"/>
              <a:pathLst>
                <a:path w="2396" h="757" extrusionOk="0">
                  <a:moveTo>
                    <a:pt x="0" y="1"/>
                  </a:moveTo>
                  <a:lnTo>
                    <a:pt x="50" y="757"/>
                  </a:lnTo>
                  <a:lnTo>
                    <a:pt x="2349" y="757"/>
                  </a:lnTo>
                  <a:lnTo>
                    <a:pt x="239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7" name="Google Shape;2227;p42"/>
            <p:cNvSpPr/>
            <p:nvPr/>
          </p:nvSpPr>
          <p:spPr>
            <a:xfrm>
              <a:off x="4807060" y="4021097"/>
              <a:ext cx="551970" cy="102882"/>
            </a:xfrm>
            <a:custGeom>
              <a:avLst/>
              <a:gdLst/>
              <a:ahLst/>
              <a:cxnLst/>
              <a:rect l="l" t="t" r="r" b="b"/>
              <a:pathLst>
                <a:path w="2940" h="548" extrusionOk="0">
                  <a:moveTo>
                    <a:pt x="174" y="0"/>
                  </a:moveTo>
                  <a:cubicBezTo>
                    <a:pt x="77" y="0"/>
                    <a:pt x="0" y="81"/>
                    <a:pt x="0" y="177"/>
                  </a:cubicBezTo>
                  <a:lnTo>
                    <a:pt x="0" y="355"/>
                  </a:lnTo>
                  <a:cubicBezTo>
                    <a:pt x="0" y="467"/>
                    <a:pt x="77" y="548"/>
                    <a:pt x="174" y="548"/>
                  </a:cubicBezTo>
                  <a:lnTo>
                    <a:pt x="2746" y="548"/>
                  </a:lnTo>
                  <a:cubicBezTo>
                    <a:pt x="2858" y="548"/>
                    <a:pt x="2939" y="467"/>
                    <a:pt x="2939" y="355"/>
                  </a:cubicBezTo>
                  <a:lnTo>
                    <a:pt x="2939" y="177"/>
                  </a:lnTo>
                  <a:cubicBezTo>
                    <a:pt x="2939" y="81"/>
                    <a:pt x="2858" y="0"/>
                    <a:pt x="274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8" name="Google Shape;2228;p42"/>
            <p:cNvSpPr/>
            <p:nvPr/>
          </p:nvSpPr>
          <p:spPr>
            <a:xfrm>
              <a:off x="4921397" y="4299141"/>
              <a:ext cx="42243" cy="168778"/>
            </a:xfrm>
            <a:custGeom>
              <a:avLst/>
              <a:gdLst/>
              <a:ahLst/>
              <a:cxnLst/>
              <a:rect l="l" t="t" r="r" b="b"/>
              <a:pathLst>
                <a:path w="225" h="899" extrusionOk="0">
                  <a:moveTo>
                    <a:pt x="112" y="0"/>
                  </a:moveTo>
                  <a:cubicBezTo>
                    <a:pt x="47" y="0"/>
                    <a:pt x="1" y="193"/>
                    <a:pt x="1" y="448"/>
                  </a:cubicBezTo>
                  <a:cubicBezTo>
                    <a:pt x="1" y="691"/>
                    <a:pt x="47" y="899"/>
                    <a:pt x="112" y="899"/>
                  </a:cubicBezTo>
                  <a:cubicBezTo>
                    <a:pt x="178" y="899"/>
                    <a:pt x="224" y="691"/>
                    <a:pt x="224" y="448"/>
                  </a:cubicBezTo>
                  <a:cubicBezTo>
                    <a:pt x="224" y="193"/>
                    <a:pt x="178" y="0"/>
                    <a:pt x="11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9" name="Google Shape;2229;p42"/>
            <p:cNvSpPr/>
            <p:nvPr/>
          </p:nvSpPr>
          <p:spPr>
            <a:xfrm>
              <a:off x="5014895" y="4299141"/>
              <a:ext cx="45810" cy="168778"/>
            </a:xfrm>
            <a:custGeom>
              <a:avLst/>
              <a:gdLst/>
              <a:ahLst/>
              <a:cxnLst/>
              <a:rect l="l" t="t" r="r" b="b"/>
              <a:pathLst>
                <a:path w="244" h="899" extrusionOk="0">
                  <a:moveTo>
                    <a:pt x="127" y="0"/>
                  </a:moveTo>
                  <a:cubicBezTo>
                    <a:pt x="66" y="0"/>
                    <a:pt x="0" y="193"/>
                    <a:pt x="0" y="448"/>
                  </a:cubicBezTo>
                  <a:cubicBezTo>
                    <a:pt x="0" y="691"/>
                    <a:pt x="66" y="899"/>
                    <a:pt x="127" y="899"/>
                  </a:cubicBezTo>
                  <a:cubicBezTo>
                    <a:pt x="193" y="899"/>
                    <a:pt x="243" y="691"/>
                    <a:pt x="243" y="448"/>
                  </a:cubicBezTo>
                  <a:cubicBezTo>
                    <a:pt x="243" y="193"/>
                    <a:pt x="193" y="0"/>
                    <a:pt x="1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0" name="Google Shape;2230;p42"/>
            <p:cNvSpPr/>
            <p:nvPr/>
          </p:nvSpPr>
          <p:spPr>
            <a:xfrm>
              <a:off x="5111208" y="4299141"/>
              <a:ext cx="45810" cy="168778"/>
            </a:xfrm>
            <a:custGeom>
              <a:avLst/>
              <a:gdLst/>
              <a:ahLst/>
              <a:cxnLst/>
              <a:rect l="l" t="t" r="r" b="b"/>
              <a:pathLst>
                <a:path w="244" h="899" extrusionOk="0">
                  <a:moveTo>
                    <a:pt x="116" y="0"/>
                  </a:moveTo>
                  <a:cubicBezTo>
                    <a:pt x="50" y="0"/>
                    <a:pt x="0" y="193"/>
                    <a:pt x="0" y="448"/>
                  </a:cubicBezTo>
                  <a:cubicBezTo>
                    <a:pt x="0" y="691"/>
                    <a:pt x="50" y="899"/>
                    <a:pt x="116" y="899"/>
                  </a:cubicBezTo>
                  <a:cubicBezTo>
                    <a:pt x="178" y="899"/>
                    <a:pt x="243" y="691"/>
                    <a:pt x="243" y="448"/>
                  </a:cubicBezTo>
                  <a:cubicBezTo>
                    <a:pt x="243" y="193"/>
                    <a:pt x="178" y="0"/>
                    <a:pt x="1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1" name="Google Shape;2231;p42"/>
            <p:cNvSpPr/>
            <p:nvPr/>
          </p:nvSpPr>
          <p:spPr>
            <a:xfrm>
              <a:off x="5208085" y="4299141"/>
              <a:ext cx="42243" cy="168778"/>
            </a:xfrm>
            <a:custGeom>
              <a:avLst/>
              <a:gdLst/>
              <a:ahLst/>
              <a:cxnLst/>
              <a:rect l="l" t="t" r="r" b="b"/>
              <a:pathLst>
                <a:path w="225" h="899" extrusionOk="0">
                  <a:moveTo>
                    <a:pt x="113" y="0"/>
                  </a:moveTo>
                  <a:cubicBezTo>
                    <a:pt x="47" y="0"/>
                    <a:pt x="1" y="193"/>
                    <a:pt x="1" y="448"/>
                  </a:cubicBezTo>
                  <a:cubicBezTo>
                    <a:pt x="1" y="691"/>
                    <a:pt x="47" y="899"/>
                    <a:pt x="113" y="899"/>
                  </a:cubicBezTo>
                  <a:cubicBezTo>
                    <a:pt x="178" y="899"/>
                    <a:pt x="225" y="691"/>
                    <a:pt x="225" y="448"/>
                  </a:cubicBezTo>
                  <a:cubicBezTo>
                    <a:pt x="225" y="193"/>
                    <a:pt x="178" y="0"/>
                    <a:pt x="1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32" name="Google Shape;2232;p42"/>
          <p:cNvGrpSpPr/>
          <p:nvPr/>
        </p:nvGrpSpPr>
        <p:grpSpPr>
          <a:xfrm>
            <a:off x="4781624" y="3997829"/>
            <a:ext cx="850863" cy="824181"/>
            <a:chOff x="6077162" y="3734229"/>
            <a:chExt cx="850863" cy="824181"/>
          </a:xfrm>
        </p:grpSpPr>
        <p:sp>
          <p:nvSpPr>
            <p:cNvPr id="2233" name="Google Shape;2233;p42"/>
            <p:cNvSpPr/>
            <p:nvPr/>
          </p:nvSpPr>
          <p:spPr>
            <a:xfrm>
              <a:off x="6200887" y="4247700"/>
              <a:ext cx="714933" cy="310710"/>
            </a:xfrm>
            <a:custGeom>
              <a:avLst/>
              <a:gdLst/>
              <a:ahLst/>
              <a:cxnLst/>
              <a:rect l="l" t="t" r="r" b="b"/>
              <a:pathLst>
                <a:path w="3808" h="1655" extrusionOk="0">
                  <a:moveTo>
                    <a:pt x="1" y="0"/>
                  </a:moveTo>
                  <a:lnTo>
                    <a:pt x="1" y="1300"/>
                  </a:lnTo>
                  <a:cubicBezTo>
                    <a:pt x="1" y="1493"/>
                    <a:pt x="159" y="1655"/>
                    <a:pt x="352" y="1655"/>
                  </a:cubicBezTo>
                  <a:lnTo>
                    <a:pt x="3472" y="1655"/>
                  </a:lnTo>
                  <a:cubicBezTo>
                    <a:pt x="3665" y="1655"/>
                    <a:pt x="3808" y="1493"/>
                    <a:pt x="3808" y="1300"/>
                  </a:cubicBezTo>
                  <a:lnTo>
                    <a:pt x="380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4" name="Google Shape;2234;p42"/>
            <p:cNvSpPr/>
            <p:nvPr/>
          </p:nvSpPr>
          <p:spPr>
            <a:xfrm>
              <a:off x="6671754" y="3930418"/>
              <a:ext cx="72470" cy="416595"/>
            </a:xfrm>
            <a:custGeom>
              <a:avLst/>
              <a:gdLst/>
              <a:ahLst/>
              <a:cxnLst/>
              <a:rect l="l" t="t" r="r" b="b"/>
              <a:pathLst>
                <a:path w="386" h="2219" extrusionOk="0">
                  <a:moveTo>
                    <a:pt x="305" y="1"/>
                  </a:moveTo>
                  <a:cubicBezTo>
                    <a:pt x="270" y="1"/>
                    <a:pt x="224" y="16"/>
                    <a:pt x="224" y="66"/>
                  </a:cubicBezTo>
                  <a:lnTo>
                    <a:pt x="0" y="2122"/>
                  </a:lnTo>
                  <a:cubicBezTo>
                    <a:pt x="0" y="2172"/>
                    <a:pt x="31" y="2203"/>
                    <a:pt x="62" y="2219"/>
                  </a:cubicBezTo>
                  <a:lnTo>
                    <a:pt x="77" y="2219"/>
                  </a:lnTo>
                  <a:cubicBezTo>
                    <a:pt x="112" y="2219"/>
                    <a:pt x="143" y="2188"/>
                    <a:pt x="158" y="2138"/>
                  </a:cubicBezTo>
                  <a:lnTo>
                    <a:pt x="366" y="82"/>
                  </a:lnTo>
                  <a:cubicBezTo>
                    <a:pt x="386" y="36"/>
                    <a:pt x="351" y="1"/>
                    <a:pt x="30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5" name="Google Shape;2235;p42"/>
            <p:cNvSpPr/>
            <p:nvPr/>
          </p:nvSpPr>
          <p:spPr>
            <a:xfrm>
              <a:off x="6553286" y="4084366"/>
              <a:ext cx="148319" cy="109640"/>
            </a:xfrm>
            <a:custGeom>
              <a:avLst/>
              <a:gdLst/>
              <a:ahLst/>
              <a:cxnLst/>
              <a:rect l="l" t="t" r="r" b="b"/>
              <a:pathLst>
                <a:path w="790" h="584" extrusionOk="0">
                  <a:moveTo>
                    <a:pt x="150" y="0"/>
                  </a:moveTo>
                  <a:cubicBezTo>
                    <a:pt x="118" y="0"/>
                    <a:pt x="99" y="2"/>
                    <a:pt x="99" y="2"/>
                  </a:cubicBezTo>
                  <a:cubicBezTo>
                    <a:pt x="99" y="2"/>
                    <a:pt x="1" y="584"/>
                    <a:pt x="528" y="584"/>
                  </a:cubicBezTo>
                  <a:cubicBezTo>
                    <a:pt x="602" y="584"/>
                    <a:pt x="689" y="572"/>
                    <a:pt x="789" y="546"/>
                  </a:cubicBezTo>
                  <a:cubicBezTo>
                    <a:pt x="723" y="45"/>
                    <a:pt x="298" y="0"/>
                    <a:pt x="15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6" name="Google Shape;2236;p42"/>
            <p:cNvSpPr/>
            <p:nvPr/>
          </p:nvSpPr>
          <p:spPr>
            <a:xfrm>
              <a:off x="6393514" y="4021097"/>
              <a:ext cx="166154" cy="196376"/>
            </a:xfrm>
            <a:custGeom>
              <a:avLst/>
              <a:gdLst/>
              <a:ahLst/>
              <a:cxnLst/>
              <a:rect l="l" t="t" r="r" b="b"/>
              <a:pathLst>
                <a:path w="885" h="1046" extrusionOk="0">
                  <a:moveTo>
                    <a:pt x="691" y="0"/>
                  </a:moveTo>
                  <a:cubicBezTo>
                    <a:pt x="691" y="0"/>
                    <a:pt x="1" y="208"/>
                    <a:pt x="132" y="1045"/>
                  </a:cubicBezTo>
                  <a:cubicBezTo>
                    <a:pt x="884" y="852"/>
                    <a:pt x="691" y="0"/>
                    <a:pt x="69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7" name="Google Shape;2237;p42"/>
            <p:cNvSpPr/>
            <p:nvPr/>
          </p:nvSpPr>
          <p:spPr>
            <a:xfrm>
              <a:off x="6701417" y="4165094"/>
              <a:ext cx="160146" cy="97437"/>
            </a:xfrm>
            <a:custGeom>
              <a:avLst/>
              <a:gdLst/>
              <a:ahLst/>
              <a:cxnLst/>
              <a:rect l="l" t="t" r="r" b="b"/>
              <a:pathLst>
                <a:path w="853" h="519" extrusionOk="0">
                  <a:moveTo>
                    <a:pt x="452" y="0"/>
                  </a:moveTo>
                  <a:cubicBezTo>
                    <a:pt x="295" y="0"/>
                    <a:pt x="123" y="99"/>
                    <a:pt x="0" y="440"/>
                  </a:cubicBezTo>
                  <a:cubicBezTo>
                    <a:pt x="112" y="496"/>
                    <a:pt x="214" y="519"/>
                    <a:pt x="305" y="519"/>
                  </a:cubicBezTo>
                  <a:cubicBezTo>
                    <a:pt x="660" y="519"/>
                    <a:pt x="853" y="182"/>
                    <a:pt x="853" y="182"/>
                  </a:cubicBezTo>
                  <a:cubicBezTo>
                    <a:pt x="853" y="182"/>
                    <a:pt x="666" y="0"/>
                    <a:pt x="45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8" name="Google Shape;2238;p42"/>
            <p:cNvSpPr/>
            <p:nvPr/>
          </p:nvSpPr>
          <p:spPr>
            <a:xfrm>
              <a:off x="6541833" y="3740424"/>
              <a:ext cx="386191" cy="313150"/>
            </a:xfrm>
            <a:custGeom>
              <a:avLst/>
              <a:gdLst/>
              <a:ahLst/>
              <a:cxnLst/>
              <a:rect l="l" t="t" r="r" b="b"/>
              <a:pathLst>
                <a:path w="2057" h="1668" extrusionOk="0">
                  <a:moveTo>
                    <a:pt x="1022" y="1"/>
                  </a:moveTo>
                  <a:cubicBezTo>
                    <a:pt x="440" y="1"/>
                    <a:pt x="0" y="610"/>
                    <a:pt x="287" y="1240"/>
                  </a:cubicBezTo>
                  <a:cubicBezTo>
                    <a:pt x="353" y="1383"/>
                    <a:pt x="480" y="1510"/>
                    <a:pt x="627" y="1576"/>
                  </a:cubicBezTo>
                  <a:cubicBezTo>
                    <a:pt x="761" y="1639"/>
                    <a:pt x="894" y="1668"/>
                    <a:pt x="1021" y="1668"/>
                  </a:cubicBezTo>
                  <a:cubicBezTo>
                    <a:pt x="1610" y="1668"/>
                    <a:pt x="2057" y="1056"/>
                    <a:pt x="1768" y="434"/>
                  </a:cubicBezTo>
                  <a:cubicBezTo>
                    <a:pt x="1703" y="292"/>
                    <a:pt x="1575" y="161"/>
                    <a:pt x="1429" y="99"/>
                  </a:cubicBezTo>
                  <a:cubicBezTo>
                    <a:pt x="1290" y="31"/>
                    <a:pt x="1153" y="1"/>
                    <a:pt x="102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9" name="Google Shape;2239;p42"/>
            <p:cNvSpPr/>
            <p:nvPr/>
          </p:nvSpPr>
          <p:spPr>
            <a:xfrm>
              <a:off x="6624442" y="3808574"/>
              <a:ext cx="221164" cy="178165"/>
            </a:xfrm>
            <a:custGeom>
              <a:avLst/>
              <a:gdLst/>
              <a:ahLst/>
              <a:cxnLst/>
              <a:rect l="l" t="t" r="r" b="b"/>
              <a:pathLst>
                <a:path w="1178" h="949" extrusionOk="0">
                  <a:moveTo>
                    <a:pt x="580" y="1"/>
                  </a:moveTo>
                  <a:cubicBezTo>
                    <a:pt x="248" y="1"/>
                    <a:pt x="1" y="344"/>
                    <a:pt x="171" y="700"/>
                  </a:cubicBezTo>
                  <a:cubicBezTo>
                    <a:pt x="202" y="781"/>
                    <a:pt x="267" y="858"/>
                    <a:pt x="364" y="893"/>
                  </a:cubicBezTo>
                  <a:cubicBezTo>
                    <a:pt x="443" y="931"/>
                    <a:pt x="522" y="948"/>
                    <a:pt x="596" y="948"/>
                  </a:cubicBezTo>
                  <a:cubicBezTo>
                    <a:pt x="929" y="948"/>
                    <a:pt x="1178" y="605"/>
                    <a:pt x="1004" y="249"/>
                  </a:cubicBezTo>
                  <a:cubicBezTo>
                    <a:pt x="973" y="152"/>
                    <a:pt x="892" y="87"/>
                    <a:pt x="811" y="56"/>
                  </a:cubicBezTo>
                  <a:cubicBezTo>
                    <a:pt x="732" y="18"/>
                    <a:pt x="654" y="1"/>
                    <a:pt x="58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0" name="Google Shape;2240;p42"/>
            <p:cNvSpPr/>
            <p:nvPr/>
          </p:nvSpPr>
          <p:spPr>
            <a:xfrm>
              <a:off x="6683582" y="3856260"/>
              <a:ext cx="102321" cy="82042"/>
            </a:xfrm>
            <a:custGeom>
              <a:avLst/>
              <a:gdLst/>
              <a:ahLst/>
              <a:cxnLst/>
              <a:rect l="l" t="t" r="r" b="b"/>
              <a:pathLst>
                <a:path w="545" h="437" extrusionOk="0">
                  <a:moveTo>
                    <a:pt x="274" y="0"/>
                  </a:moveTo>
                  <a:cubicBezTo>
                    <a:pt x="116" y="0"/>
                    <a:pt x="1" y="161"/>
                    <a:pt x="80" y="334"/>
                  </a:cubicBezTo>
                  <a:cubicBezTo>
                    <a:pt x="95" y="365"/>
                    <a:pt x="130" y="396"/>
                    <a:pt x="161" y="411"/>
                  </a:cubicBezTo>
                  <a:cubicBezTo>
                    <a:pt x="199" y="429"/>
                    <a:pt x="236" y="437"/>
                    <a:pt x="272" y="437"/>
                  </a:cubicBezTo>
                  <a:cubicBezTo>
                    <a:pt x="430" y="437"/>
                    <a:pt x="544" y="277"/>
                    <a:pt x="465" y="107"/>
                  </a:cubicBezTo>
                  <a:cubicBezTo>
                    <a:pt x="450" y="76"/>
                    <a:pt x="419" y="45"/>
                    <a:pt x="384" y="26"/>
                  </a:cubicBezTo>
                  <a:cubicBezTo>
                    <a:pt x="347" y="8"/>
                    <a:pt x="309" y="0"/>
                    <a:pt x="2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1" name="Google Shape;2241;p42"/>
            <p:cNvSpPr/>
            <p:nvPr/>
          </p:nvSpPr>
          <p:spPr>
            <a:xfrm>
              <a:off x="6339255" y="4031610"/>
              <a:ext cx="129920" cy="336430"/>
            </a:xfrm>
            <a:custGeom>
              <a:avLst/>
              <a:gdLst/>
              <a:ahLst/>
              <a:cxnLst/>
              <a:rect l="l" t="t" r="r" b="b"/>
              <a:pathLst>
                <a:path w="692" h="1792" extrusionOk="0">
                  <a:moveTo>
                    <a:pt x="101" y="0"/>
                  </a:moveTo>
                  <a:cubicBezTo>
                    <a:pt x="85" y="0"/>
                    <a:pt x="68" y="4"/>
                    <a:pt x="51" y="10"/>
                  </a:cubicBezTo>
                  <a:cubicBezTo>
                    <a:pt x="16" y="25"/>
                    <a:pt x="1" y="75"/>
                    <a:pt x="35" y="106"/>
                  </a:cubicBezTo>
                  <a:cubicBezTo>
                    <a:pt x="35" y="121"/>
                    <a:pt x="467" y="877"/>
                    <a:pt x="548" y="1730"/>
                  </a:cubicBezTo>
                  <a:cubicBezTo>
                    <a:pt x="548" y="1761"/>
                    <a:pt x="579" y="1792"/>
                    <a:pt x="614" y="1792"/>
                  </a:cubicBezTo>
                  <a:lnTo>
                    <a:pt x="629" y="1792"/>
                  </a:lnTo>
                  <a:cubicBezTo>
                    <a:pt x="660" y="1792"/>
                    <a:pt x="691" y="1745"/>
                    <a:pt x="691" y="1714"/>
                  </a:cubicBezTo>
                  <a:cubicBezTo>
                    <a:pt x="614" y="827"/>
                    <a:pt x="178" y="75"/>
                    <a:pt x="163" y="40"/>
                  </a:cubicBezTo>
                  <a:cubicBezTo>
                    <a:pt x="153" y="11"/>
                    <a:pt x="129" y="0"/>
                    <a:pt x="1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2" name="Google Shape;2242;p42"/>
            <p:cNvSpPr/>
            <p:nvPr/>
          </p:nvSpPr>
          <p:spPr>
            <a:xfrm>
              <a:off x="6077162" y="3734229"/>
              <a:ext cx="458473" cy="325541"/>
            </a:xfrm>
            <a:custGeom>
              <a:avLst/>
              <a:gdLst/>
              <a:ahLst/>
              <a:cxnLst/>
              <a:rect l="l" t="t" r="r" b="b"/>
              <a:pathLst>
                <a:path w="2442" h="1734" extrusionOk="0">
                  <a:moveTo>
                    <a:pt x="1879" y="1"/>
                  </a:moveTo>
                  <a:lnTo>
                    <a:pt x="1447" y="645"/>
                  </a:lnTo>
                  <a:lnTo>
                    <a:pt x="772" y="97"/>
                  </a:lnTo>
                  <a:lnTo>
                    <a:pt x="772" y="903"/>
                  </a:lnTo>
                  <a:lnTo>
                    <a:pt x="0" y="934"/>
                  </a:lnTo>
                  <a:cubicBezTo>
                    <a:pt x="0" y="934"/>
                    <a:pt x="422" y="1734"/>
                    <a:pt x="1102" y="1734"/>
                  </a:cubicBezTo>
                  <a:cubicBezTo>
                    <a:pt x="1229" y="1734"/>
                    <a:pt x="1365" y="1706"/>
                    <a:pt x="1509" y="1640"/>
                  </a:cubicBezTo>
                  <a:cubicBezTo>
                    <a:pt x="2442" y="1223"/>
                    <a:pt x="1879" y="1"/>
                    <a:pt x="187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3" name="Google Shape;2243;p42"/>
            <p:cNvSpPr/>
            <p:nvPr/>
          </p:nvSpPr>
          <p:spPr>
            <a:xfrm>
              <a:off x="6269789" y="4299141"/>
              <a:ext cx="579569" cy="208016"/>
            </a:xfrm>
            <a:custGeom>
              <a:avLst/>
              <a:gdLst/>
              <a:ahLst/>
              <a:cxnLst/>
              <a:rect l="l" t="t" r="r" b="b"/>
              <a:pathLst>
                <a:path w="3087" h="1108" extrusionOk="0">
                  <a:moveTo>
                    <a:pt x="0" y="0"/>
                  </a:moveTo>
                  <a:lnTo>
                    <a:pt x="0" y="833"/>
                  </a:lnTo>
                  <a:cubicBezTo>
                    <a:pt x="0" y="980"/>
                    <a:pt x="116" y="1107"/>
                    <a:pt x="259" y="1107"/>
                  </a:cubicBezTo>
                  <a:lnTo>
                    <a:pt x="2816" y="1107"/>
                  </a:lnTo>
                  <a:cubicBezTo>
                    <a:pt x="2974" y="1107"/>
                    <a:pt x="3086" y="980"/>
                    <a:pt x="3086" y="833"/>
                  </a:cubicBezTo>
                  <a:lnTo>
                    <a:pt x="308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4" name="Google Shape;2244;p42"/>
            <p:cNvSpPr/>
            <p:nvPr/>
          </p:nvSpPr>
          <p:spPr>
            <a:xfrm>
              <a:off x="6269789" y="4374425"/>
              <a:ext cx="579569" cy="132732"/>
            </a:xfrm>
            <a:custGeom>
              <a:avLst/>
              <a:gdLst/>
              <a:ahLst/>
              <a:cxnLst/>
              <a:rect l="l" t="t" r="r" b="b"/>
              <a:pathLst>
                <a:path w="3087" h="707" extrusionOk="0">
                  <a:moveTo>
                    <a:pt x="0" y="0"/>
                  </a:moveTo>
                  <a:lnTo>
                    <a:pt x="0" y="706"/>
                  </a:lnTo>
                  <a:lnTo>
                    <a:pt x="3086" y="706"/>
                  </a:lnTo>
                  <a:lnTo>
                    <a:pt x="308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5" name="Google Shape;2245;p42"/>
            <p:cNvSpPr/>
            <p:nvPr/>
          </p:nvSpPr>
          <p:spPr>
            <a:xfrm>
              <a:off x="6309591" y="4322984"/>
              <a:ext cx="54446" cy="142119"/>
            </a:xfrm>
            <a:custGeom>
              <a:avLst/>
              <a:gdLst/>
              <a:ahLst/>
              <a:cxnLst/>
              <a:rect l="l" t="t" r="r" b="b"/>
              <a:pathLst>
                <a:path w="290" h="757" extrusionOk="0">
                  <a:moveTo>
                    <a:pt x="143" y="0"/>
                  </a:moveTo>
                  <a:cubicBezTo>
                    <a:pt x="62" y="0"/>
                    <a:pt x="1" y="66"/>
                    <a:pt x="1" y="162"/>
                  </a:cubicBezTo>
                  <a:lnTo>
                    <a:pt x="1" y="594"/>
                  </a:lnTo>
                  <a:cubicBezTo>
                    <a:pt x="1" y="691"/>
                    <a:pt x="62" y="756"/>
                    <a:pt x="143" y="756"/>
                  </a:cubicBezTo>
                  <a:cubicBezTo>
                    <a:pt x="224" y="756"/>
                    <a:pt x="290" y="691"/>
                    <a:pt x="290" y="594"/>
                  </a:cubicBezTo>
                  <a:lnTo>
                    <a:pt x="290" y="162"/>
                  </a:lnTo>
                  <a:cubicBezTo>
                    <a:pt x="290" y="66"/>
                    <a:pt x="224" y="0"/>
                    <a:pt x="1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46" name="Google Shape;2246;p42"/>
          <p:cNvGrpSpPr/>
          <p:nvPr/>
        </p:nvGrpSpPr>
        <p:grpSpPr>
          <a:xfrm>
            <a:off x="4262319" y="4170175"/>
            <a:ext cx="359533" cy="657654"/>
            <a:chOff x="5557856" y="3906575"/>
            <a:chExt cx="359533" cy="657654"/>
          </a:xfrm>
        </p:grpSpPr>
        <p:sp>
          <p:nvSpPr>
            <p:cNvPr id="2247" name="Google Shape;2247;p42"/>
            <p:cNvSpPr/>
            <p:nvPr/>
          </p:nvSpPr>
          <p:spPr>
            <a:xfrm>
              <a:off x="5557856" y="4154205"/>
              <a:ext cx="326113" cy="410024"/>
            </a:xfrm>
            <a:custGeom>
              <a:avLst/>
              <a:gdLst/>
              <a:ahLst/>
              <a:cxnLst/>
              <a:rect l="l" t="t" r="r" b="b"/>
              <a:pathLst>
                <a:path w="1737" h="2184" extrusionOk="0">
                  <a:moveTo>
                    <a:pt x="128" y="1"/>
                  </a:moveTo>
                  <a:cubicBezTo>
                    <a:pt x="67" y="1"/>
                    <a:pt x="1" y="47"/>
                    <a:pt x="1" y="128"/>
                  </a:cubicBezTo>
                  <a:lnTo>
                    <a:pt x="1" y="2057"/>
                  </a:lnTo>
                  <a:cubicBezTo>
                    <a:pt x="1" y="2122"/>
                    <a:pt x="67" y="2184"/>
                    <a:pt x="128" y="2184"/>
                  </a:cubicBezTo>
                  <a:lnTo>
                    <a:pt x="1609" y="2184"/>
                  </a:lnTo>
                  <a:cubicBezTo>
                    <a:pt x="1690" y="2184"/>
                    <a:pt x="1737" y="2122"/>
                    <a:pt x="1737" y="2057"/>
                  </a:cubicBezTo>
                  <a:lnTo>
                    <a:pt x="1737" y="128"/>
                  </a:lnTo>
                  <a:cubicBezTo>
                    <a:pt x="1737" y="47"/>
                    <a:pt x="1690" y="1"/>
                    <a:pt x="160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8" name="Google Shape;2248;p42"/>
            <p:cNvSpPr/>
            <p:nvPr/>
          </p:nvSpPr>
          <p:spPr>
            <a:xfrm>
              <a:off x="5702796" y="4015277"/>
              <a:ext cx="48626" cy="259457"/>
            </a:xfrm>
            <a:custGeom>
              <a:avLst/>
              <a:gdLst/>
              <a:ahLst/>
              <a:cxnLst/>
              <a:rect l="l" t="t" r="r" b="b"/>
              <a:pathLst>
                <a:path w="259" h="1382" extrusionOk="0">
                  <a:moveTo>
                    <a:pt x="193" y="0"/>
                  </a:moveTo>
                  <a:cubicBezTo>
                    <a:pt x="162" y="0"/>
                    <a:pt x="112" y="16"/>
                    <a:pt x="112" y="66"/>
                  </a:cubicBezTo>
                  <a:cubicBezTo>
                    <a:pt x="97" y="81"/>
                    <a:pt x="0" y="610"/>
                    <a:pt x="16" y="1319"/>
                  </a:cubicBezTo>
                  <a:cubicBezTo>
                    <a:pt x="31" y="1350"/>
                    <a:pt x="66" y="1381"/>
                    <a:pt x="97" y="1381"/>
                  </a:cubicBezTo>
                  <a:cubicBezTo>
                    <a:pt x="147" y="1381"/>
                    <a:pt x="178" y="1350"/>
                    <a:pt x="178" y="1300"/>
                  </a:cubicBezTo>
                  <a:cubicBezTo>
                    <a:pt x="147" y="625"/>
                    <a:pt x="259" y="97"/>
                    <a:pt x="259" y="97"/>
                  </a:cubicBezTo>
                  <a:cubicBezTo>
                    <a:pt x="259" y="46"/>
                    <a:pt x="243" y="16"/>
                    <a:pt x="19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9" name="Google Shape;2249;p42"/>
            <p:cNvSpPr/>
            <p:nvPr/>
          </p:nvSpPr>
          <p:spPr>
            <a:xfrm>
              <a:off x="5567431" y="3906575"/>
              <a:ext cx="195630" cy="208016"/>
            </a:xfrm>
            <a:custGeom>
              <a:avLst/>
              <a:gdLst/>
              <a:ahLst/>
              <a:cxnLst/>
              <a:rect l="l" t="t" r="r" b="b"/>
              <a:pathLst>
                <a:path w="1042" h="1108" extrusionOk="0">
                  <a:moveTo>
                    <a:pt x="255" y="1"/>
                  </a:moveTo>
                  <a:cubicBezTo>
                    <a:pt x="255" y="1"/>
                    <a:pt x="0" y="676"/>
                    <a:pt x="721" y="1108"/>
                  </a:cubicBezTo>
                  <a:cubicBezTo>
                    <a:pt x="1041" y="386"/>
                    <a:pt x="255" y="1"/>
                    <a:pt x="2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0" name="Google Shape;2250;p42"/>
            <p:cNvSpPr/>
            <p:nvPr/>
          </p:nvSpPr>
          <p:spPr>
            <a:xfrm>
              <a:off x="5730207" y="4001009"/>
              <a:ext cx="187182" cy="130479"/>
            </a:xfrm>
            <a:custGeom>
              <a:avLst/>
              <a:gdLst/>
              <a:ahLst/>
              <a:cxnLst/>
              <a:rect l="l" t="t" r="r" b="b"/>
              <a:pathLst>
                <a:path w="997" h="695" extrusionOk="0">
                  <a:moveTo>
                    <a:pt x="871" y="1"/>
                  </a:moveTo>
                  <a:cubicBezTo>
                    <a:pt x="654" y="1"/>
                    <a:pt x="214" y="78"/>
                    <a:pt x="1" y="670"/>
                  </a:cubicBezTo>
                  <a:cubicBezTo>
                    <a:pt x="73" y="687"/>
                    <a:pt x="140" y="695"/>
                    <a:pt x="203" y="695"/>
                  </a:cubicBezTo>
                  <a:cubicBezTo>
                    <a:pt x="797" y="695"/>
                    <a:pt x="996" y="11"/>
                    <a:pt x="996" y="11"/>
                  </a:cubicBezTo>
                  <a:cubicBezTo>
                    <a:pt x="996" y="11"/>
                    <a:pt x="947" y="1"/>
                    <a:pt x="87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1" name="Google Shape;2251;p42"/>
            <p:cNvSpPr/>
            <p:nvPr/>
          </p:nvSpPr>
          <p:spPr>
            <a:xfrm>
              <a:off x="5597095" y="4193443"/>
              <a:ext cx="247823" cy="328920"/>
            </a:xfrm>
            <a:custGeom>
              <a:avLst/>
              <a:gdLst/>
              <a:ahLst/>
              <a:cxnLst/>
              <a:rect l="l" t="t" r="r" b="b"/>
              <a:pathLst>
                <a:path w="1320" h="1752" extrusionOk="0">
                  <a:moveTo>
                    <a:pt x="147" y="0"/>
                  </a:moveTo>
                  <a:cubicBezTo>
                    <a:pt x="66" y="0"/>
                    <a:pt x="0" y="62"/>
                    <a:pt x="0" y="143"/>
                  </a:cubicBezTo>
                  <a:lnTo>
                    <a:pt x="0" y="1605"/>
                  </a:lnTo>
                  <a:cubicBezTo>
                    <a:pt x="0" y="1686"/>
                    <a:pt x="66" y="1751"/>
                    <a:pt x="147" y="1751"/>
                  </a:cubicBezTo>
                  <a:lnTo>
                    <a:pt x="1173" y="1751"/>
                  </a:lnTo>
                  <a:cubicBezTo>
                    <a:pt x="1254" y="1751"/>
                    <a:pt x="1319" y="1686"/>
                    <a:pt x="1319" y="1605"/>
                  </a:cubicBezTo>
                  <a:lnTo>
                    <a:pt x="1319" y="143"/>
                  </a:lnTo>
                  <a:cubicBezTo>
                    <a:pt x="1319" y="62"/>
                    <a:pt x="1254" y="0"/>
                    <a:pt x="117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2" name="Google Shape;2252;p42"/>
            <p:cNvSpPr/>
            <p:nvPr/>
          </p:nvSpPr>
          <p:spPr>
            <a:xfrm>
              <a:off x="5597095" y="4428682"/>
              <a:ext cx="247823" cy="93682"/>
            </a:xfrm>
            <a:custGeom>
              <a:avLst/>
              <a:gdLst/>
              <a:ahLst/>
              <a:cxnLst/>
              <a:rect l="l" t="t" r="r" b="b"/>
              <a:pathLst>
                <a:path w="1320" h="499" extrusionOk="0">
                  <a:moveTo>
                    <a:pt x="0" y="1"/>
                  </a:moveTo>
                  <a:lnTo>
                    <a:pt x="0" y="352"/>
                  </a:lnTo>
                  <a:cubicBezTo>
                    <a:pt x="0" y="433"/>
                    <a:pt x="66" y="498"/>
                    <a:pt x="147" y="498"/>
                  </a:cubicBezTo>
                  <a:lnTo>
                    <a:pt x="1173" y="498"/>
                  </a:lnTo>
                  <a:cubicBezTo>
                    <a:pt x="1254" y="498"/>
                    <a:pt x="1319" y="433"/>
                    <a:pt x="1319" y="352"/>
                  </a:cubicBezTo>
                  <a:lnTo>
                    <a:pt x="1319" y="82"/>
                  </a:lnTo>
                  <a:cubicBezTo>
                    <a:pt x="1157" y="143"/>
                    <a:pt x="980" y="178"/>
                    <a:pt x="806" y="178"/>
                  </a:cubicBezTo>
                  <a:cubicBezTo>
                    <a:pt x="517" y="178"/>
                    <a:pt x="228" y="97"/>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3" name="Google Shape;2253;p42"/>
            <p:cNvSpPr/>
            <p:nvPr/>
          </p:nvSpPr>
          <p:spPr>
            <a:xfrm>
              <a:off x="5741847" y="4365038"/>
              <a:ext cx="64021" cy="51629"/>
            </a:xfrm>
            <a:custGeom>
              <a:avLst/>
              <a:gdLst/>
              <a:ahLst/>
              <a:cxnLst/>
              <a:rect l="l" t="t" r="r" b="b"/>
              <a:pathLst>
                <a:path w="341" h="275" extrusionOk="0">
                  <a:moveTo>
                    <a:pt x="178" y="0"/>
                  </a:moveTo>
                  <a:cubicBezTo>
                    <a:pt x="82" y="0"/>
                    <a:pt x="1" y="112"/>
                    <a:pt x="51" y="208"/>
                  </a:cubicBezTo>
                  <a:cubicBezTo>
                    <a:pt x="66" y="228"/>
                    <a:pt x="82" y="259"/>
                    <a:pt x="112" y="274"/>
                  </a:cubicBezTo>
                  <a:lnTo>
                    <a:pt x="178" y="274"/>
                  </a:lnTo>
                  <a:cubicBezTo>
                    <a:pt x="259" y="274"/>
                    <a:pt x="340" y="178"/>
                    <a:pt x="290" y="81"/>
                  </a:cubicBezTo>
                  <a:cubicBezTo>
                    <a:pt x="274" y="50"/>
                    <a:pt x="259" y="35"/>
                    <a:pt x="228" y="16"/>
                  </a:cubicBezTo>
                  <a:cubicBezTo>
                    <a:pt x="209" y="16"/>
                    <a:pt x="193" y="0"/>
                    <a:pt x="1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4" name="Google Shape;2254;p42"/>
            <p:cNvSpPr/>
            <p:nvPr/>
          </p:nvSpPr>
          <p:spPr>
            <a:xfrm>
              <a:off x="5633330" y="4320168"/>
              <a:ext cx="79041" cy="63081"/>
            </a:xfrm>
            <a:custGeom>
              <a:avLst/>
              <a:gdLst/>
              <a:ahLst/>
              <a:cxnLst/>
              <a:rect l="l" t="t" r="r" b="b"/>
              <a:pathLst>
                <a:path w="421" h="336" extrusionOk="0">
                  <a:moveTo>
                    <a:pt x="208" y="0"/>
                  </a:moveTo>
                  <a:cubicBezTo>
                    <a:pt x="97" y="0"/>
                    <a:pt x="0" y="143"/>
                    <a:pt x="81" y="255"/>
                  </a:cubicBezTo>
                  <a:cubicBezTo>
                    <a:pt x="81" y="289"/>
                    <a:pt x="97" y="305"/>
                    <a:pt x="112" y="305"/>
                  </a:cubicBezTo>
                  <a:cubicBezTo>
                    <a:pt x="147" y="320"/>
                    <a:pt x="177" y="336"/>
                    <a:pt x="208" y="336"/>
                  </a:cubicBezTo>
                  <a:cubicBezTo>
                    <a:pt x="339" y="336"/>
                    <a:pt x="420" y="208"/>
                    <a:pt x="355" y="81"/>
                  </a:cubicBezTo>
                  <a:cubicBezTo>
                    <a:pt x="339" y="62"/>
                    <a:pt x="324" y="46"/>
                    <a:pt x="305" y="31"/>
                  </a:cubicBezTo>
                  <a:cubicBezTo>
                    <a:pt x="274" y="15"/>
                    <a:pt x="243" y="0"/>
                    <a:pt x="20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5" name="Google Shape;2255;p42"/>
            <p:cNvSpPr/>
            <p:nvPr/>
          </p:nvSpPr>
          <p:spPr>
            <a:xfrm>
              <a:off x="5615119" y="4232493"/>
              <a:ext cx="54446" cy="186989"/>
            </a:xfrm>
            <a:custGeom>
              <a:avLst/>
              <a:gdLst/>
              <a:ahLst/>
              <a:cxnLst/>
              <a:rect l="l" t="t" r="r" b="b"/>
              <a:pathLst>
                <a:path w="290" h="996" extrusionOk="0">
                  <a:moveTo>
                    <a:pt x="147" y="0"/>
                  </a:moveTo>
                  <a:cubicBezTo>
                    <a:pt x="66" y="0"/>
                    <a:pt x="1" y="66"/>
                    <a:pt x="1" y="162"/>
                  </a:cubicBezTo>
                  <a:lnTo>
                    <a:pt x="1" y="853"/>
                  </a:lnTo>
                  <a:cubicBezTo>
                    <a:pt x="1" y="934"/>
                    <a:pt x="66" y="995"/>
                    <a:pt x="147" y="995"/>
                  </a:cubicBezTo>
                  <a:cubicBezTo>
                    <a:pt x="228" y="995"/>
                    <a:pt x="290" y="934"/>
                    <a:pt x="290" y="853"/>
                  </a:cubicBezTo>
                  <a:lnTo>
                    <a:pt x="290" y="162"/>
                  </a:lnTo>
                  <a:cubicBezTo>
                    <a:pt x="290" y="66"/>
                    <a:pt x="228" y="0"/>
                    <a:pt x="1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6" name="Google Shape;2256;p42"/>
            <p:cNvSpPr/>
            <p:nvPr/>
          </p:nvSpPr>
          <p:spPr>
            <a:xfrm>
              <a:off x="5741847" y="4283934"/>
              <a:ext cx="51630" cy="36422"/>
            </a:xfrm>
            <a:custGeom>
              <a:avLst/>
              <a:gdLst/>
              <a:ahLst/>
              <a:cxnLst/>
              <a:rect l="l" t="t" r="r" b="b"/>
              <a:pathLst>
                <a:path w="275" h="194" extrusionOk="0">
                  <a:moveTo>
                    <a:pt x="147" y="0"/>
                  </a:moveTo>
                  <a:cubicBezTo>
                    <a:pt x="66" y="0"/>
                    <a:pt x="1" y="81"/>
                    <a:pt x="51" y="158"/>
                  </a:cubicBezTo>
                  <a:cubicBezTo>
                    <a:pt x="66" y="158"/>
                    <a:pt x="66" y="178"/>
                    <a:pt x="82" y="178"/>
                  </a:cubicBezTo>
                  <a:cubicBezTo>
                    <a:pt x="97" y="193"/>
                    <a:pt x="112" y="193"/>
                    <a:pt x="147" y="193"/>
                  </a:cubicBezTo>
                  <a:cubicBezTo>
                    <a:pt x="209" y="193"/>
                    <a:pt x="274" y="112"/>
                    <a:pt x="228" y="31"/>
                  </a:cubicBezTo>
                  <a:cubicBezTo>
                    <a:pt x="228" y="31"/>
                    <a:pt x="209" y="16"/>
                    <a:pt x="193" y="16"/>
                  </a:cubicBezTo>
                  <a:cubicBezTo>
                    <a:pt x="178" y="0"/>
                    <a:pt x="163" y="0"/>
                    <a:pt x="1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aphicFrame>
        <p:nvGraphicFramePr>
          <p:cNvPr id="2" name="Table 1">
            <a:extLst>
              <a:ext uri="{FF2B5EF4-FFF2-40B4-BE49-F238E27FC236}">
                <a16:creationId xmlns:a16="http://schemas.microsoft.com/office/drawing/2014/main" id="{5A6B70C6-330E-A51F-8A9F-8FED717B4EBA}"/>
              </a:ext>
            </a:extLst>
          </p:cNvPr>
          <p:cNvGraphicFramePr>
            <a:graphicFrameLocks noGrp="1"/>
          </p:cNvGraphicFramePr>
          <p:nvPr>
            <p:extLst>
              <p:ext uri="{D42A27DB-BD31-4B8C-83A1-F6EECF244321}">
                <p14:modId xmlns:p14="http://schemas.microsoft.com/office/powerpoint/2010/main" val="2623227468"/>
              </p:ext>
            </p:extLst>
          </p:nvPr>
        </p:nvGraphicFramePr>
        <p:xfrm>
          <a:off x="1566467" y="979108"/>
          <a:ext cx="6043930" cy="2935605"/>
        </p:xfrm>
        <a:graphic>
          <a:graphicData uri="http://schemas.openxmlformats.org/drawingml/2006/table">
            <a:tbl>
              <a:tblPr firstRow="1" firstCol="1" bandRow="1">
                <a:tableStyleId>{1D5EB59E-7F8A-453B-8DEE-95F6A84E5CEF}</a:tableStyleId>
              </a:tblPr>
              <a:tblGrid>
                <a:gridCol w="4336415">
                  <a:extLst>
                    <a:ext uri="{9D8B030D-6E8A-4147-A177-3AD203B41FA5}">
                      <a16:colId xmlns:a16="http://schemas.microsoft.com/office/drawing/2014/main" val="2371817841"/>
                    </a:ext>
                  </a:extLst>
                </a:gridCol>
                <a:gridCol w="1707515">
                  <a:extLst>
                    <a:ext uri="{9D8B030D-6E8A-4147-A177-3AD203B41FA5}">
                      <a16:colId xmlns:a16="http://schemas.microsoft.com/office/drawing/2014/main" val="1608087643"/>
                    </a:ext>
                  </a:extLst>
                </a:gridCol>
              </a:tblGrid>
              <a:tr h="172085">
                <a:tc>
                  <a:txBody>
                    <a:bodyPr/>
                    <a:lstStyle/>
                    <a:p>
                      <a:pPr marL="0" marR="0" algn="ctr">
                        <a:lnSpc>
                          <a:spcPct val="107000"/>
                        </a:lnSpc>
                        <a:spcBef>
                          <a:spcPts val="0"/>
                        </a:spcBef>
                        <a:spcAft>
                          <a:spcPts val="0"/>
                        </a:spcAft>
                      </a:pPr>
                      <a:r>
                        <a:rPr lang="en-US" sz="1200" b="1" kern="100" dirty="0">
                          <a:effectLst/>
                          <a:latin typeface="Catamaran" panose="020B0604020202020204" charset="0"/>
                          <a:cs typeface="Catamaran" panose="020B0604020202020204" charset="0"/>
                        </a:rPr>
                        <a:t>Components</a:t>
                      </a:r>
                      <a:endParaRPr lang="en-US" sz="1100" b="1" kern="100" dirty="0">
                        <a:effectLst/>
                        <a:latin typeface="Catamaran" panose="020B0604020202020204" charset="0"/>
                        <a:ea typeface="Calibri" panose="020F0502020204030204" pitchFamily="34" charset="0"/>
                        <a:cs typeface="Catamaran" panose="020B0604020202020204" charset="0"/>
                      </a:endParaRPr>
                    </a:p>
                  </a:txBody>
                  <a:tcPr marL="68580" marR="68580" marT="0" marB="0"/>
                </a:tc>
                <a:tc>
                  <a:txBody>
                    <a:bodyPr/>
                    <a:lstStyle/>
                    <a:p>
                      <a:pPr marL="0" marR="0" algn="ctr">
                        <a:lnSpc>
                          <a:spcPct val="107000"/>
                        </a:lnSpc>
                        <a:spcBef>
                          <a:spcPts val="0"/>
                        </a:spcBef>
                        <a:spcAft>
                          <a:spcPts val="0"/>
                        </a:spcAft>
                      </a:pPr>
                      <a:r>
                        <a:rPr lang="en-US" sz="1200" b="1" kern="100" dirty="0">
                          <a:effectLst/>
                          <a:latin typeface="Catamaran" panose="020B0604020202020204" charset="0"/>
                          <a:cs typeface="Catamaran" panose="020B0604020202020204" charset="0"/>
                        </a:rPr>
                        <a:t>Price</a:t>
                      </a:r>
                      <a:endParaRPr lang="en-US" sz="1100" b="1" kern="100" dirty="0">
                        <a:effectLst/>
                        <a:latin typeface="Catamaran" panose="020B0604020202020204" charset="0"/>
                        <a:ea typeface="Calibri" panose="020F0502020204030204" pitchFamily="34" charset="0"/>
                        <a:cs typeface="Catamaran" panose="020B0604020202020204" charset="0"/>
                      </a:endParaRPr>
                    </a:p>
                  </a:txBody>
                  <a:tcPr marL="68580" marR="68580" marT="0" marB="0"/>
                </a:tc>
                <a:extLst>
                  <a:ext uri="{0D108BD9-81ED-4DB2-BD59-A6C34878D82A}">
                    <a16:rowId xmlns:a16="http://schemas.microsoft.com/office/drawing/2014/main" val="2010080834"/>
                  </a:ext>
                </a:extLst>
              </a:tr>
              <a:tr h="172085">
                <a:tc>
                  <a:txBody>
                    <a:bodyPr/>
                    <a:lstStyle/>
                    <a:p>
                      <a:pPr marL="0" marR="0" algn="ctr">
                        <a:lnSpc>
                          <a:spcPct val="107000"/>
                        </a:lnSpc>
                        <a:spcBef>
                          <a:spcPts val="0"/>
                        </a:spcBef>
                        <a:spcAft>
                          <a:spcPts val="0"/>
                        </a:spcAft>
                      </a:pPr>
                      <a:r>
                        <a:rPr lang="en-US" sz="1200" kern="100" dirty="0" err="1">
                          <a:effectLst/>
                          <a:latin typeface="Catamaran" panose="020B0604020202020204" charset="0"/>
                          <a:cs typeface="Catamaran" panose="020B0604020202020204" charset="0"/>
                        </a:rPr>
                        <a:t>RaspberryPi</a:t>
                      </a:r>
                      <a:r>
                        <a:rPr lang="en-US" sz="1200" kern="100" dirty="0">
                          <a:effectLst/>
                          <a:latin typeface="Catamaran" panose="020B0604020202020204" charset="0"/>
                          <a:cs typeface="Catamaran" panose="020B0604020202020204" charset="0"/>
                        </a:rPr>
                        <a:t> Zero</a:t>
                      </a:r>
                      <a:endParaRPr lang="en-US" sz="1100" kern="100" dirty="0">
                        <a:effectLst/>
                        <a:latin typeface="Catamaran" panose="020B0604020202020204" charset="0"/>
                        <a:ea typeface="Calibri" panose="020F0502020204030204" pitchFamily="34" charset="0"/>
                        <a:cs typeface="Catamaran" panose="020B0604020202020204" charset="0"/>
                      </a:endParaRPr>
                    </a:p>
                  </a:txBody>
                  <a:tcPr marL="68580" marR="68580" marT="0" marB="0"/>
                </a:tc>
                <a:tc>
                  <a:txBody>
                    <a:bodyPr/>
                    <a:lstStyle/>
                    <a:p>
                      <a:pPr marL="0" marR="0" algn="ctr">
                        <a:lnSpc>
                          <a:spcPct val="107000"/>
                        </a:lnSpc>
                        <a:spcBef>
                          <a:spcPts val="0"/>
                        </a:spcBef>
                        <a:spcAft>
                          <a:spcPts val="0"/>
                        </a:spcAft>
                      </a:pPr>
                      <a:r>
                        <a:rPr lang="en-US" sz="1200" kern="100">
                          <a:effectLst/>
                          <a:latin typeface="Catamaran" panose="020B0604020202020204" charset="0"/>
                          <a:cs typeface="Catamaran" panose="020B0604020202020204" charset="0"/>
                        </a:rPr>
                        <a:t>2200 L.E</a:t>
                      </a:r>
                      <a:endParaRPr lang="en-US" sz="1100" kern="100">
                        <a:effectLst/>
                        <a:latin typeface="Catamaran" panose="020B0604020202020204" charset="0"/>
                        <a:ea typeface="Calibri" panose="020F0502020204030204" pitchFamily="34" charset="0"/>
                        <a:cs typeface="Catamaran" panose="020B0604020202020204" charset="0"/>
                      </a:endParaRPr>
                    </a:p>
                  </a:txBody>
                  <a:tcPr marL="68580" marR="68580" marT="0" marB="0"/>
                </a:tc>
                <a:extLst>
                  <a:ext uri="{0D108BD9-81ED-4DB2-BD59-A6C34878D82A}">
                    <a16:rowId xmlns:a16="http://schemas.microsoft.com/office/drawing/2014/main" val="1531669385"/>
                  </a:ext>
                </a:extLst>
              </a:tr>
              <a:tr h="179705">
                <a:tc>
                  <a:txBody>
                    <a:bodyPr/>
                    <a:lstStyle/>
                    <a:p>
                      <a:pPr marL="0" marR="0" algn="ctr">
                        <a:lnSpc>
                          <a:spcPct val="107000"/>
                        </a:lnSpc>
                        <a:spcBef>
                          <a:spcPts val="0"/>
                        </a:spcBef>
                        <a:spcAft>
                          <a:spcPts val="0"/>
                        </a:spcAft>
                      </a:pPr>
                      <a:r>
                        <a:rPr lang="en-US" sz="1200" kern="100">
                          <a:effectLst/>
                          <a:latin typeface="Catamaran" panose="020B0604020202020204" charset="0"/>
                          <a:cs typeface="Catamaran" panose="020B0604020202020204" charset="0"/>
                        </a:rPr>
                        <a:t>Battery 12v 10000mAh</a:t>
                      </a:r>
                      <a:endParaRPr lang="en-US" sz="1100" kern="100">
                        <a:effectLst/>
                        <a:latin typeface="Catamaran" panose="020B0604020202020204" charset="0"/>
                        <a:ea typeface="Calibri" panose="020F0502020204030204" pitchFamily="34" charset="0"/>
                        <a:cs typeface="Catamaran" panose="020B0604020202020204" charset="0"/>
                      </a:endParaRPr>
                    </a:p>
                  </a:txBody>
                  <a:tcPr marL="68580" marR="68580" marT="0" marB="0"/>
                </a:tc>
                <a:tc>
                  <a:txBody>
                    <a:bodyPr/>
                    <a:lstStyle/>
                    <a:p>
                      <a:pPr marL="0" marR="0" algn="ctr" rtl="0">
                        <a:lnSpc>
                          <a:spcPct val="107000"/>
                        </a:lnSpc>
                        <a:spcBef>
                          <a:spcPts val="0"/>
                        </a:spcBef>
                        <a:spcAft>
                          <a:spcPts val="0"/>
                        </a:spcAft>
                      </a:pPr>
                      <a:r>
                        <a:rPr lang="en-US" sz="1200" kern="100">
                          <a:effectLst/>
                          <a:latin typeface="Catamaran" panose="020B0604020202020204" charset="0"/>
                          <a:cs typeface="Catamaran" panose="020B0604020202020204" charset="0"/>
                        </a:rPr>
                        <a:t>250 L.E</a:t>
                      </a:r>
                      <a:endParaRPr lang="en-US" sz="1100" kern="100">
                        <a:effectLst/>
                        <a:latin typeface="Catamaran" panose="020B0604020202020204" charset="0"/>
                        <a:ea typeface="Calibri" panose="020F0502020204030204" pitchFamily="34" charset="0"/>
                        <a:cs typeface="Catamaran" panose="020B0604020202020204" charset="0"/>
                      </a:endParaRPr>
                    </a:p>
                  </a:txBody>
                  <a:tcPr marL="68580" marR="68580" marT="0" marB="0"/>
                </a:tc>
                <a:extLst>
                  <a:ext uri="{0D108BD9-81ED-4DB2-BD59-A6C34878D82A}">
                    <a16:rowId xmlns:a16="http://schemas.microsoft.com/office/drawing/2014/main" val="535331999"/>
                  </a:ext>
                </a:extLst>
              </a:tr>
              <a:tr h="172085">
                <a:tc>
                  <a:txBody>
                    <a:bodyPr/>
                    <a:lstStyle/>
                    <a:p>
                      <a:pPr marL="0" marR="0" algn="ctr">
                        <a:lnSpc>
                          <a:spcPct val="107000"/>
                        </a:lnSpc>
                        <a:spcBef>
                          <a:spcPts val="0"/>
                        </a:spcBef>
                        <a:spcAft>
                          <a:spcPts val="0"/>
                        </a:spcAft>
                      </a:pPr>
                      <a:r>
                        <a:rPr lang="en-US" sz="1200" kern="100">
                          <a:effectLst/>
                          <a:latin typeface="Catamaran" panose="020B0604020202020204" charset="0"/>
                          <a:cs typeface="Catamaran" panose="020B0604020202020204" charset="0"/>
                        </a:rPr>
                        <a:t>DS1307 RTC (Real Time Clock) for Raspberry Pi</a:t>
                      </a:r>
                      <a:endParaRPr lang="en-US" sz="1100" kern="100">
                        <a:effectLst/>
                        <a:latin typeface="Catamaran" panose="020B0604020202020204" charset="0"/>
                        <a:ea typeface="Calibri" panose="020F0502020204030204" pitchFamily="34" charset="0"/>
                        <a:cs typeface="Catamaran" panose="020B0604020202020204" charset="0"/>
                      </a:endParaRPr>
                    </a:p>
                  </a:txBody>
                  <a:tcPr marL="68580" marR="68580" marT="0" marB="0"/>
                </a:tc>
                <a:tc>
                  <a:txBody>
                    <a:bodyPr/>
                    <a:lstStyle/>
                    <a:p>
                      <a:pPr marL="0" marR="0" algn="ctr">
                        <a:lnSpc>
                          <a:spcPct val="107000"/>
                        </a:lnSpc>
                        <a:spcBef>
                          <a:spcPts val="0"/>
                        </a:spcBef>
                        <a:spcAft>
                          <a:spcPts val="0"/>
                        </a:spcAft>
                      </a:pPr>
                      <a:r>
                        <a:rPr lang="en-US" sz="1200" kern="100">
                          <a:effectLst/>
                          <a:latin typeface="Catamaran" panose="020B0604020202020204" charset="0"/>
                          <a:cs typeface="Catamaran" panose="020B0604020202020204" charset="0"/>
                        </a:rPr>
                        <a:t> </a:t>
                      </a:r>
                      <a:endParaRPr lang="en-US" sz="1100" kern="100">
                        <a:effectLst/>
                        <a:latin typeface="Catamaran" panose="020B0604020202020204" charset="0"/>
                        <a:ea typeface="Calibri" panose="020F0502020204030204" pitchFamily="34" charset="0"/>
                        <a:cs typeface="Catamaran" panose="020B0604020202020204" charset="0"/>
                      </a:endParaRPr>
                    </a:p>
                  </a:txBody>
                  <a:tcPr marL="68580" marR="68580" marT="0" marB="0"/>
                </a:tc>
                <a:extLst>
                  <a:ext uri="{0D108BD9-81ED-4DB2-BD59-A6C34878D82A}">
                    <a16:rowId xmlns:a16="http://schemas.microsoft.com/office/drawing/2014/main" val="2895724681"/>
                  </a:ext>
                </a:extLst>
              </a:tr>
              <a:tr h="172085">
                <a:tc>
                  <a:txBody>
                    <a:bodyPr/>
                    <a:lstStyle/>
                    <a:p>
                      <a:pPr marL="0" marR="0" algn="ctr">
                        <a:lnSpc>
                          <a:spcPct val="107000"/>
                        </a:lnSpc>
                        <a:spcBef>
                          <a:spcPts val="0"/>
                        </a:spcBef>
                        <a:spcAft>
                          <a:spcPts val="0"/>
                        </a:spcAft>
                      </a:pPr>
                      <a:r>
                        <a:rPr lang="en-US" sz="1200" kern="100">
                          <a:effectLst/>
                          <a:latin typeface="Catamaran" panose="020B0604020202020204" charset="0"/>
                          <a:cs typeface="Catamaran" panose="020B0604020202020204" charset="0"/>
                        </a:rPr>
                        <a:t>BMS 3S (12.6V – 100A) Lithium Battery Protection Module</a:t>
                      </a:r>
                      <a:endParaRPr lang="en-US" sz="1100" kern="100">
                        <a:effectLst/>
                        <a:latin typeface="Catamaran" panose="020B0604020202020204" charset="0"/>
                        <a:ea typeface="Calibri" panose="020F0502020204030204" pitchFamily="34" charset="0"/>
                        <a:cs typeface="Catamaran" panose="020B0604020202020204" charset="0"/>
                      </a:endParaRPr>
                    </a:p>
                  </a:txBody>
                  <a:tcPr marL="68580" marR="68580" marT="0" marB="0"/>
                </a:tc>
                <a:tc>
                  <a:txBody>
                    <a:bodyPr/>
                    <a:lstStyle/>
                    <a:p>
                      <a:pPr marL="0" marR="0" algn="ctr">
                        <a:lnSpc>
                          <a:spcPct val="107000"/>
                        </a:lnSpc>
                        <a:spcBef>
                          <a:spcPts val="0"/>
                        </a:spcBef>
                        <a:spcAft>
                          <a:spcPts val="0"/>
                        </a:spcAft>
                      </a:pPr>
                      <a:r>
                        <a:rPr lang="en-US" sz="1200" kern="100">
                          <a:effectLst/>
                          <a:latin typeface="Catamaran" panose="020B0604020202020204" charset="0"/>
                          <a:cs typeface="Catamaran" panose="020B0604020202020204" charset="0"/>
                        </a:rPr>
                        <a:t>210 L.E</a:t>
                      </a:r>
                      <a:endParaRPr lang="en-US" sz="1100" kern="100">
                        <a:effectLst/>
                        <a:latin typeface="Catamaran" panose="020B0604020202020204" charset="0"/>
                        <a:ea typeface="Calibri" panose="020F0502020204030204" pitchFamily="34" charset="0"/>
                        <a:cs typeface="Catamaran" panose="020B0604020202020204" charset="0"/>
                      </a:endParaRPr>
                    </a:p>
                  </a:txBody>
                  <a:tcPr marL="68580" marR="68580" marT="0" marB="0"/>
                </a:tc>
                <a:extLst>
                  <a:ext uri="{0D108BD9-81ED-4DB2-BD59-A6C34878D82A}">
                    <a16:rowId xmlns:a16="http://schemas.microsoft.com/office/drawing/2014/main" val="2156440681"/>
                  </a:ext>
                </a:extLst>
              </a:tr>
              <a:tr h="172085">
                <a:tc>
                  <a:txBody>
                    <a:bodyPr/>
                    <a:lstStyle/>
                    <a:p>
                      <a:pPr marL="0" marR="0" algn="ctr">
                        <a:lnSpc>
                          <a:spcPct val="107000"/>
                        </a:lnSpc>
                        <a:spcBef>
                          <a:spcPts val="0"/>
                        </a:spcBef>
                        <a:spcAft>
                          <a:spcPts val="0"/>
                        </a:spcAft>
                      </a:pPr>
                      <a:r>
                        <a:rPr lang="en-US" sz="1200" kern="100">
                          <a:effectLst/>
                          <a:latin typeface="Catamaran" panose="020B0604020202020204" charset="0"/>
                          <a:cs typeface="Catamaran" panose="020B0604020202020204" charset="0"/>
                        </a:rPr>
                        <a:t>dc step down converter variable 3a 24v 12v to 5v 5a power module</a:t>
                      </a:r>
                      <a:endParaRPr lang="en-US" sz="1100" kern="100">
                        <a:effectLst/>
                        <a:latin typeface="Catamaran" panose="020B0604020202020204" charset="0"/>
                        <a:ea typeface="Calibri" panose="020F0502020204030204" pitchFamily="34" charset="0"/>
                        <a:cs typeface="Catamaran" panose="020B0604020202020204" charset="0"/>
                      </a:endParaRPr>
                    </a:p>
                  </a:txBody>
                  <a:tcPr marL="68580" marR="68580" marT="0" marB="0"/>
                </a:tc>
                <a:tc>
                  <a:txBody>
                    <a:bodyPr/>
                    <a:lstStyle/>
                    <a:p>
                      <a:pPr marL="0" marR="0" algn="ctr">
                        <a:lnSpc>
                          <a:spcPct val="107000"/>
                        </a:lnSpc>
                        <a:spcBef>
                          <a:spcPts val="0"/>
                        </a:spcBef>
                        <a:spcAft>
                          <a:spcPts val="0"/>
                        </a:spcAft>
                      </a:pPr>
                      <a:r>
                        <a:rPr lang="en-US" sz="1200" kern="100">
                          <a:effectLst/>
                          <a:latin typeface="Catamaran" panose="020B0604020202020204" charset="0"/>
                          <a:cs typeface="Catamaran" panose="020B0604020202020204" charset="0"/>
                        </a:rPr>
                        <a:t>150 L.E</a:t>
                      </a:r>
                      <a:endParaRPr lang="en-US" sz="1100" kern="100">
                        <a:effectLst/>
                        <a:latin typeface="Catamaran" panose="020B0604020202020204" charset="0"/>
                        <a:ea typeface="Calibri" panose="020F0502020204030204" pitchFamily="34" charset="0"/>
                        <a:cs typeface="Catamaran" panose="020B0604020202020204" charset="0"/>
                      </a:endParaRPr>
                    </a:p>
                  </a:txBody>
                  <a:tcPr marL="68580" marR="68580" marT="0" marB="0"/>
                </a:tc>
                <a:extLst>
                  <a:ext uri="{0D108BD9-81ED-4DB2-BD59-A6C34878D82A}">
                    <a16:rowId xmlns:a16="http://schemas.microsoft.com/office/drawing/2014/main" val="3357741878"/>
                  </a:ext>
                </a:extLst>
              </a:tr>
              <a:tr h="172085">
                <a:tc>
                  <a:txBody>
                    <a:bodyPr/>
                    <a:lstStyle/>
                    <a:p>
                      <a:pPr marL="0" marR="0" algn="ctr">
                        <a:lnSpc>
                          <a:spcPct val="107000"/>
                        </a:lnSpc>
                        <a:spcBef>
                          <a:spcPts val="0"/>
                        </a:spcBef>
                        <a:spcAft>
                          <a:spcPts val="0"/>
                        </a:spcAft>
                      </a:pPr>
                      <a:r>
                        <a:rPr lang="en-US" sz="1200" kern="100">
                          <a:effectLst/>
                          <a:latin typeface="Catamaran" panose="020B0604020202020204" charset="0"/>
                          <a:cs typeface="Catamaran" panose="020B0604020202020204" charset="0"/>
                        </a:rPr>
                        <a:t>Relay Module (12V-10A) 1Channel (Low level trigger)</a:t>
                      </a:r>
                      <a:endParaRPr lang="en-US" sz="1100" kern="100">
                        <a:effectLst/>
                        <a:latin typeface="Catamaran" panose="020B0604020202020204" charset="0"/>
                        <a:ea typeface="Calibri" panose="020F0502020204030204" pitchFamily="34" charset="0"/>
                        <a:cs typeface="Catamaran" panose="020B0604020202020204" charset="0"/>
                      </a:endParaRPr>
                    </a:p>
                  </a:txBody>
                  <a:tcPr marL="68580" marR="68580" marT="0" marB="0"/>
                </a:tc>
                <a:tc>
                  <a:txBody>
                    <a:bodyPr/>
                    <a:lstStyle/>
                    <a:p>
                      <a:pPr marL="0" marR="0" algn="ctr">
                        <a:lnSpc>
                          <a:spcPct val="107000"/>
                        </a:lnSpc>
                        <a:spcBef>
                          <a:spcPts val="0"/>
                        </a:spcBef>
                        <a:spcAft>
                          <a:spcPts val="0"/>
                        </a:spcAft>
                      </a:pPr>
                      <a:r>
                        <a:rPr lang="en-US" sz="1200" kern="100">
                          <a:effectLst/>
                          <a:latin typeface="Catamaran" panose="020B0604020202020204" charset="0"/>
                          <a:cs typeface="Catamaran" panose="020B0604020202020204" charset="0"/>
                        </a:rPr>
                        <a:t>30 L.E</a:t>
                      </a:r>
                      <a:endParaRPr lang="en-US" sz="1100" kern="100">
                        <a:effectLst/>
                        <a:latin typeface="Catamaran" panose="020B0604020202020204" charset="0"/>
                        <a:ea typeface="Calibri" panose="020F0502020204030204" pitchFamily="34" charset="0"/>
                        <a:cs typeface="Catamaran" panose="020B0604020202020204" charset="0"/>
                      </a:endParaRPr>
                    </a:p>
                  </a:txBody>
                  <a:tcPr marL="68580" marR="68580" marT="0" marB="0"/>
                </a:tc>
                <a:extLst>
                  <a:ext uri="{0D108BD9-81ED-4DB2-BD59-A6C34878D82A}">
                    <a16:rowId xmlns:a16="http://schemas.microsoft.com/office/drawing/2014/main" val="2631560404"/>
                  </a:ext>
                </a:extLst>
              </a:tr>
              <a:tr h="172085">
                <a:tc>
                  <a:txBody>
                    <a:bodyPr/>
                    <a:lstStyle/>
                    <a:p>
                      <a:pPr marL="0" marR="0" algn="ctr">
                        <a:lnSpc>
                          <a:spcPct val="107000"/>
                        </a:lnSpc>
                        <a:spcBef>
                          <a:spcPts val="0"/>
                        </a:spcBef>
                        <a:spcAft>
                          <a:spcPts val="0"/>
                        </a:spcAft>
                      </a:pPr>
                      <a:r>
                        <a:rPr lang="en-US" sz="1200" kern="100">
                          <a:effectLst/>
                          <a:latin typeface="Catamaran" panose="020B0604020202020204" charset="0"/>
                          <a:cs typeface="Catamaran" panose="020B0604020202020204" charset="0"/>
                        </a:rPr>
                        <a:t>Voltage and current sensor module consume</a:t>
                      </a:r>
                      <a:endParaRPr lang="en-US" sz="1100" kern="100">
                        <a:effectLst/>
                        <a:latin typeface="Catamaran" panose="020B0604020202020204" charset="0"/>
                        <a:ea typeface="Calibri" panose="020F0502020204030204" pitchFamily="34" charset="0"/>
                        <a:cs typeface="Catamaran" panose="020B0604020202020204" charset="0"/>
                      </a:endParaRPr>
                    </a:p>
                  </a:txBody>
                  <a:tcPr marL="68580" marR="68580" marT="0" marB="0"/>
                </a:tc>
                <a:tc>
                  <a:txBody>
                    <a:bodyPr/>
                    <a:lstStyle/>
                    <a:p>
                      <a:pPr marL="0" marR="0" algn="ctr">
                        <a:lnSpc>
                          <a:spcPct val="107000"/>
                        </a:lnSpc>
                        <a:spcBef>
                          <a:spcPts val="0"/>
                        </a:spcBef>
                        <a:spcAft>
                          <a:spcPts val="0"/>
                        </a:spcAft>
                      </a:pPr>
                      <a:r>
                        <a:rPr lang="en-US" sz="1200" kern="100">
                          <a:effectLst/>
                          <a:latin typeface="Catamaran" panose="020B0604020202020204" charset="0"/>
                          <a:cs typeface="Catamaran" panose="020B0604020202020204" charset="0"/>
                        </a:rPr>
                        <a:t>100 L.E</a:t>
                      </a:r>
                      <a:endParaRPr lang="en-US" sz="1100" kern="100">
                        <a:effectLst/>
                        <a:latin typeface="Catamaran" panose="020B0604020202020204" charset="0"/>
                        <a:ea typeface="Calibri" panose="020F0502020204030204" pitchFamily="34" charset="0"/>
                        <a:cs typeface="Catamaran" panose="020B0604020202020204" charset="0"/>
                      </a:endParaRPr>
                    </a:p>
                  </a:txBody>
                  <a:tcPr marL="68580" marR="68580" marT="0" marB="0"/>
                </a:tc>
                <a:extLst>
                  <a:ext uri="{0D108BD9-81ED-4DB2-BD59-A6C34878D82A}">
                    <a16:rowId xmlns:a16="http://schemas.microsoft.com/office/drawing/2014/main" val="2593673135"/>
                  </a:ext>
                </a:extLst>
              </a:tr>
              <a:tr h="172085">
                <a:tc>
                  <a:txBody>
                    <a:bodyPr/>
                    <a:lstStyle/>
                    <a:p>
                      <a:pPr marL="0" marR="0" algn="ctr">
                        <a:lnSpc>
                          <a:spcPct val="107000"/>
                        </a:lnSpc>
                        <a:spcBef>
                          <a:spcPts val="0"/>
                        </a:spcBef>
                        <a:spcAft>
                          <a:spcPts val="0"/>
                        </a:spcAft>
                      </a:pPr>
                      <a:r>
                        <a:rPr lang="en-US" sz="1200" kern="100">
                          <a:effectLst/>
                          <a:latin typeface="Catamaran" panose="020B0604020202020204" charset="0"/>
                          <a:cs typeface="Catamaran" panose="020B0604020202020204" charset="0"/>
                        </a:rPr>
                        <a:t>Waterproof Electrical Box IP65 (30(L) x 25(W) x 12(H) cm)</a:t>
                      </a:r>
                      <a:endParaRPr lang="en-US" sz="1100" kern="100">
                        <a:effectLst/>
                        <a:latin typeface="Catamaran" panose="020B0604020202020204" charset="0"/>
                        <a:ea typeface="Calibri" panose="020F0502020204030204" pitchFamily="34" charset="0"/>
                        <a:cs typeface="Catamaran" panose="020B0604020202020204" charset="0"/>
                      </a:endParaRPr>
                    </a:p>
                  </a:txBody>
                  <a:tcPr marL="68580" marR="68580" marT="0" marB="0"/>
                </a:tc>
                <a:tc>
                  <a:txBody>
                    <a:bodyPr/>
                    <a:lstStyle/>
                    <a:p>
                      <a:pPr marL="0" marR="0" algn="ctr">
                        <a:lnSpc>
                          <a:spcPct val="107000"/>
                        </a:lnSpc>
                        <a:spcBef>
                          <a:spcPts val="0"/>
                        </a:spcBef>
                        <a:spcAft>
                          <a:spcPts val="0"/>
                        </a:spcAft>
                      </a:pPr>
                      <a:r>
                        <a:rPr lang="en-US" sz="1200" kern="100">
                          <a:effectLst/>
                          <a:latin typeface="Catamaran" panose="020B0604020202020204" charset="0"/>
                          <a:cs typeface="Catamaran" panose="020B0604020202020204" charset="0"/>
                        </a:rPr>
                        <a:t>110 L.E</a:t>
                      </a:r>
                      <a:endParaRPr lang="en-US" sz="1100" kern="100">
                        <a:effectLst/>
                        <a:latin typeface="Catamaran" panose="020B0604020202020204" charset="0"/>
                        <a:ea typeface="Calibri" panose="020F0502020204030204" pitchFamily="34" charset="0"/>
                        <a:cs typeface="Catamaran" panose="020B0604020202020204" charset="0"/>
                      </a:endParaRPr>
                    </a:p>
                  </a:txBody>
                  <a:tcPr marL="68580" marR="68580" marT="0" marB="0"/>
                </a:tc>
                <a:extLst>
                  <a:ext uri="{0D108BD9-81ED-4DB2-BD59-A6C34878D82A}">
                    <a16:rowId xmlns:a16="http://schemas.microsoft.com/office/drawing/2014/main" val="4016963409"/>
                  </a:ext>
                </a:extLst>
              </a:tr>
              <a:tr h="172085">
                <a:tc>
                  <a:txBody>
                    <a:bodyPr/>
                    <a:lstStyle/>
                    <a:p>
                      <a:pPr marL="0" marR="0" algn="ctr">
                        <a:lnSpc>
                          <a:spcPct val="107000"/>
                        </a:lnSpc>
                        <a:spcBef>
                          <a:spcPts val="0"/>
                        </a:spcBef>
                        <a:spcAft>
                          <a:spcPts val="0"/>
                        </a:spcAft>
                      </a:pPr>
                      <a:r>
                        <a:rPr lang="en-US" sz="1200" kern="100">
                          <a:effectLst/>
                          <a:latin typeface="Catamaran" panose="020B0604020202020204" charset="0"/>
                          <a:cs typeface="Catamaran" panose="020B0604020202020204" charset="0"/>
                        </a:rPr>
                        <a:t>Battery Level Indicator Module 1S-8S (General Version)</a:t>
                      </a:r>
                      <a:endParaRPr lang="en-US" sz="1100" kern="100">
                        <a:effectLst/>
                        <a:latin typeface="Catamaran" panose="020B0604020202020204" charset="0"/>
                        <a:ea typeface="Calibri" panose="020F0502020204030204" pitchFamily="34" charset="0"/>
                        <a:cs typeface="Catamaran" panose="020B0604020202020204" charset="0"/>
                      </a:endParaRPr>
                    </a:p>
                  </a:txBody>
                  <a:tcPr marL="68580" marR="68580" marT="0" marB="0"/>
                </a:tc>
                <a:tc>
                  <a:txBody>
                    <a:bodyPr/>
                    <a:lstStyle/>
                    <a:p>
                      <a:pPr marL="0" marR="0" algn="ctr">
                        <a:lnSpc>
                          <a:spcPct val="107000"/>
                        </a:lnSpc>
                        <a:spcBef>
                          <a:spcPts val="0"/>
                        </a:spcBef>
                        <a:spcAft>
                          <a:spcPts val="0"/>
                        </a:spcAft>
                      </a:pPr>
                      <a:r>
                        <a:rPr lang="en-US" sz="1200" kern="100">
                          <a:effectLst/>
                          <a:latin typeface="Catamaran" panose="020B0604020202020204" charset="0"/>
                          <a:cs typeface="Catamaran" panose="020B0604020202020204" charset="0"/>
                        </a:rPr>
                        <a:t>60 L.E</a:t>
                      </a:r>
                      <a:endParaRPr lang="en-US" sz="1100" kern="100">
                        <a:effectLst/>
                        <a:latin typeface="Catamaran" panose="020B0604020202020204" charset="0"/>
                        <a:ea typeface="Calibri" panose="020F0502020204030204" pitchFamily="34" charset="0"/>
                        <a:cs typeface="Catamaran" panose="020B0604020202020204" charset="0"/>
                      </a:endParaRPr>
                    </a:p>
                  </a:txBody>
                  <a:tcPr marL="68580" marR="68580" marT="0" marB="0"/>
                </a:tc>
                <a:extLst>
                  <a:ext uri="{0D108BD9-81ED-4DB2-BD59-A6C34878D82A}">
                    <a16:rowId xmlns:a16="http://schemas.microsoft.com/office/drawing/2014/main" val="2690897905"/>
                  </a:ext>
                </a:extLst>
              </a:tr>
              <a:tr h="172085">
                <a:tc>
                  <a:txBody>
                    <a:bodyPr/>
                    <a:lstStyle/>
                    <a:p>
                      <a:pPr marL="0" marR="0" algn="ctr">
                        <a:lnSpc>
                          <a:spcPct val="107000"/>
                        </a:lnSpc>
                        <a:spcBef>
                          <a:spcPts val="0"/>
                        </a:spcBef>
                        <a:spcAft>
                          <a:spcPts val="0"/>
                        </a:spcAft>
                      </a:pPr>
                      <a:r>
                        <a:rPr lang="en-US" sz="1200" kern="100">
                          <a:effectLst/>
                          <a:latin typeface="Catamaran" panose="020B0604020202020204" charset="0"/>
                          <a:cs typeface="Catamaran" panose="020B0604020202020204" charset="0"/>
                        </a:rPr>
                        <a:t>pump</a:t>
                      </a:r>
                      <a:endParaRPr lang="en-US" sz="1100" kern="100">
                        <a:effectLst/>
                        <a:latin typeface="Catamaran" panose="020B0604020202020204" charset="0"/>
                        <a:ea typeface="Calibri" panose="020F0502020204030204" pitchFamily="34" charset="0"/>
                        <a:cs typeface="Catamaran" panose="020B0604020202020204" charset="0"/>
                      </a:endParaRPr>
                    </a:p>
                  </a:txBody>
                  <a:tcPr marL="68580" marR="68580" marT="0" marB="0"/>
                </a:tc>
                <a:tc>
                  <a:txBody>
                    <a:bodyPr/>
                    <a:lstStyle/>
                    <a:p>
                      <a:pPr marL="0" marR="0" algn="ctr">
                        <a:lnSpc>
                          <a:spcPct val="107000"/>
                        </a:lnSpc>
                        <a:spcBef>
                          <a:spcPts val="0"/>
                        </a:spcBef>
                        <a:spcAft>
                          <a:spcPts val="0"/>
                        </a:spcAft>
                      </a:pPr>
                      <a:r>
                        <a:rPr lang="en-US" sz="1200" kern="100">
                          <a:effectLst/>
                          <a:latin typeface="Catamaran" panose="020B0604020202020204" charset="0"/>
                          <a:cs typeface="Catamaran" panose="020B0604020202020204" charset="0"/>
                        </a:rPr>
                        <a:t>75 L.E</a:t>
                      </a:r>
                      <a:endParaRPr lang="en-US" sz="1100" kern="100">
                        <a:effectLst/>
                        <a:latin typeface="Catamaran" panose="020B0604020202020204" charset="0"/>
                        <a:ea typeface="Calibri" panose="020F0502020204030204" pitchFamily="34" charset="0"/>
                        <a:cs typeface="Catamaran" panose="020B0604020202020204" charset="0"/>
                      </a:endParaRPr>
                    </a:p>
                  </a:txBody>
                  <a:tcPr marL="68580" marR="68580" marT="0" marB="0"/>
                </a:tc>
                <a:extLst>
                  <a:ext uri="{0D108BD9-81ED-4DB2-BD59-A6C34878D82A}">
                    <a16:rowId xmlns:a16="http://schemas.microsoft.com/office/drawing/2014/main" val="3054912626"/>
                  </a:ext>
                </a:extLst>
              </a:tr>
              <a:tr h="172085">
                <a:tc>
                  <a:txBody>
                    <a:bodyPr/>
                    <a:lstStyle/>
                    <a:p>
                      <a:pPr marL="0" marR="0" algn="ctr">
                        <a:lnSpc>
                          <a:spcPct val="107000"/>
                        </a:lnSpc>
                        <a:spcBef>
                          <a:spcPts val="0"/>
                        </a:spcBef>
                        <a:spcAft>
                          <a:spcPts val="0"/>
                        </a:spcAft>
                      </a:pPr>
                      <a:r>
                        <a:rPr lang="en-US" sz="1200" kern="100">
                          <a:effectLst/>
                          <a:latin typeface="Catamaran" panose="020B0604020202020204" charset="0"/>
                          <a:cs typeface="Catamaran" panose="020B0604020202020204" charset="0"/>
                        </a:rPr>
                        <a:t>DHT11</a:t>
                      </a:r>
                      <a:endParaRPr lang="en-US" sz="1100" kern="100">
                        <a:effectLst/>
                        <a:latin typeface="Catamaran" panose="020B0604020202020204" charset="0"/>
                        <a:ea typeface="Calibri" panose="020F0502020204030204" pitchFamily="34" charset="0"/>
                        <a:cs typeface="Catamaran" panose="020B0604020202020204" charset="0"/>
                      </a:endParaRPr>
                    </a:p>
                  </a:txBody>
                  <a:tcPr marL="68580" marR="68580" marT="0" marB="0"/>
                </a:tc>
                <a:tc>
                  <a:txBody>
                    <a:bodyPr/>
                    <a:lstStyle/>
                    <a:p>
                      <a:pPr marL="0" marR="0" algn="ctr">
                        <a:lnSpc>
                          <a:spcPct val="107000"/>
                        </a:lnSpc>
                        <a:spcBef>
                          <a:spcPts val="0"/>
                        </a:spcBef>
                        <a:spcAft>
                          <a:spcPts val="0"/>
                        </a:spcAft>
                      </a:pPr>
                      <a:r>
                        <a:rPr lang="en-US" sz="1200" kern="100">
                          <a:effectLst/>
                          <a:latin typeface="Catamaran" panose="020B0604020202020204" charset="0"/>
                          <a:cs typeface="Catamaran" panose="020B0604020202020204" charset="0"/>
                        </a:rPr>
                        <a:t>48 L.E</a:t>
                      </a:r>
                      <a:endParaRPr lang="en-US" sz="1100" kern="100">
                        <a:effectLst/>
                        <a:latin typeface="Catamaran" panose="020B0604020202020204" charset="0"/>
                        <a:ea typeface="Calibri" panose="020F0502020204030204" pitchFamily="34" charset="0"/>
                        <a:cs typeface="Catamaran" panose="020B0604020202020204" charset="0"/>
                      </a:endParaRPr>
                    </a:p>
                  </a:txBody>
                  <a:tcPr marL="68580" marR="68580" marT="0" marB="0"/>
                </a:tc>
                <a:extLst>
                  <a:ext uri="{0D108BD9-81ED-4DB2-BD59-A6C34878D82A}">
                    <a16:rowId xmlns:a16="http://schemas.microsoft.com/office/drawing/2014/main" val="4140996357"/>
                  </a:ext>
                </a:extLst>
              </a:tr>
              <a:tr h="172085">
                <a:tc>
                  <a:txBody>
                    <a:bodyPr/>
                    <a:lstStyle/>
                    <a:p>
                      <a:pPr marL="0" marR="0" algn="ctr">
                        <a:lnSpc>
                          <a:spcPct val="107000"/>
                        </a:lnSpc>
                        <a:spcBef>
                          <a:spcPts val="0"/>
                        </a:spcBef>
                        <a:spcAft>
                          <a:spcPts val="0"/>
                        </a:spcAft>
                      </a:pPr>
                      <a:r>
                        <a:rPr lang="en-US" sz="1200" kern="100">
                          <a:effectLst/>
                          <a:latin typeface="Catamaran" panose="020B0604020202020204" charset="0"/>
                          <a:cs typeface="Catamaran" panose="020B0604020202020204" charset="0"/>
                        </a:rPr>
                        <a:t>wiring</a:t>
                      </a:r>
                      <a:endParaRPr lang="en-US" sz="1100" kern="100">
                        <a:effectLst/>
                        <a:latin typeface="Catamaran" panose="020B0604020202020204" charset="0"/>
                        <a:ea typeface="Calibri" panose="020F0502020204030204" pitchFamily="34" charset="0"/>
                        <a:cs typeface="Catamaran" panose="020B0604020202020204" charset="0"/>
                      </a:endParaRPr>
                    </a:p>
                  </a:txBody>
                  <a:tcPr marL="68580" marR="68580" marT="0" marB="0"/>
                </a:tc>
                <a:tc>
                  <a:txBody>
                    <a:bodyPr/>
                    <a:lstStyle/>
                    <a:p>
                      <a:pPr marL="0" marR="0" algn="ctr">
                        <a:lnSpc>
                          <a:spcPct val="107000"/>
                        </a:lnSpc>
                        <a:spcBef>
                          <a:spcPts val="0"/>
                        </a:spcBef>
                        <a:spcAft>
                          <a:spcPts val="0"/>
                        </a:spcAft>
                      </a:pPr>
                      <a:r>
                        <a:rPr lang="en-US" sz="1200" kern="100">
                          <a:effectLst/>
                          <a:latin typeface="Catamaran" panose="020B0604020202020204" charset="0"/>
                          <a:cs typeface="Catamaran" panose="020B0604020202020204" charset="0"/>
                        </a:rPr>
                        <a:t>70 L.E</a:t>
                      </a:r>
                      <a:endParaRPr lang="en-US" sz="1100" kern="100">
                        <a:effectLst/>
                        <a:latin typeface="Catamaran" panose="020B0604020202020204" charset="0"/>
                        <a:ea typeface="Calibri" panose="020F0502020204030204" pitchFamily="34" charset="0"/>
                        <a:cs typeface="Catamaran" panose="020B0604020202020204" charset="0"/>
                      </a:endParaRPr>
                    </a:p>
                  </a:txBody>
                  <a:tcPr marL="68580" marR="68580" marT="0" marB="0"/>
                </a:tc>
                <a:extLst>
                  <a:ext uri="{0D108BD9-81ED-4DB2-BD59-A6C34878D82A}">
                    <a16:rowId xmlns:a16="http://schemas.microsoft.com/office/drawing/2014/main" val="1993590223"/>
                  </a:ext>
                </a:extLst>
              </a:tr>
              <a:tr h="179705">
                <a:tc>
                  <a:txBody>
                    <a:bodyPr/>
                    <a:lstStyle/>
                    <a:p>
                      <a:pPr marL="0" marR="0" algn="ctr">
                        <a:lnSpc>
                          <a:spcPct val="107000"/>
                        </a:lnSpc>
                        <a:spcBef>
                          <a:spcPts val="0"/>
                        </a:spcBef>
                        <a:spcAft>
                          <a:spcPts val="0"/>
                        </a:spcAft>
                      </a:pPr>
                      <a:r>
                        <a:rPr lang="en-US" sz="1200" kern="100" dirty="0">
                          <a:effectLst/>
                          <a:latin typeface="Catamaran" panose="020B0604020202020204" charset="0"/>
                          <a:cs typeface="Catamaran" panose="020B0604020202020204" charset="0"/>
                        </a:rPr>
                        <a:t>Soil moisture sensor</a:t>
                      </a:r>
                      <a:endParaRPr lang="en-US" sz="1100" kern="100" dirty="0">
                        <a:effectLst/>
                        <a:latin typeface="Catamaran" panose="020B0604020202020204" charset="0"/>
                        <a:ea typeface="Calibri" panose="020F0502020204030204" pitchFamily="34" charset="0"/>
                        <a:cs typeface="Catamaran" panose="020B0604020202020204" charset="0"/>
                      </a:endParaRPr>
                    </a:p>
                  </a:txBody>
                  <a:tcPr marL="68580" marR="68580" marT="0" marB="0"/>
                </a:tc>
                <a:tc>
                  <a:txBody>
                    <a:bodyPr/>
                    <a:lstStyle/>
                    <a:p>
                      <a:pPr marL="0" marR="0" algn="ctr">
                        <a:lnSpc>
                          <a:spcPct val="107000"/>
                        </a:lnSpc>
                        <a:spcBef>
                          <a:spcPts val="0"/>
                        </a:spcBef>
                        <a:spcAft>
                          <a:spcPts val="0"/>
                        </a:spcAft>
                      </a:pPr>
                      <a:r>
                        <a:rPr lang="en-US" sz="1200" kern="100">
                          <a:effectLst/>
                          <a:latin typeface="Catamaran" panose="020B0604020202020204" charset="0"/>
                          <a:cs typeface="Catamaran" panose="020B0604020202020204" charset="0"/>
                        </a:rPr>
                        <a:t>75 L.E</a:t>
                      </a:r>
                      <a:endParaRPr lang="en-US" sz="1100" kern="100">
                        <a:effectLst/>
                        <a:latin typeface="Catamaran" panose="020B0604020202020204" charset="0"/>
                        <a:ea typeface="Calibri" panose="020F0502020204030204" pitchFamily="34" charset="0"/>
                        <a:cs typeface="Catamaran" panose="020B0604020202020204" charset="0"/>
                      </a:endParaRPr>
                    </a:p>
                  </a:txBody>
                  <a:tcPr marL="68580" marR="68580" marT="0" marB="0"/>
                </a:tc>
                <a:extLst>
                  <a:ext uri="{0D108BD9-81ED-4DB2-BD59-A6C34878D82A}">
                    <a16:rowId xmlns:a16="http://schemas.microsoft.com/office/drawing/2014/main" val="308765716"/>
                  </a:ext>
                </a:extLst>
              </a:tr>
              <a:tr h="179705">
                <a:tc>
                  <a:txBody>
                    <a:bodyPr/>
                    <a:lstStyle/>
                    <a:p>
                      <a:pPr marL="0" marR="0" algn="ctr">
                        <a:lnSpc>
                          <a:spcPct val="107000"/>
                        </a:lnSpc>
                        <a:spcBef>
                          <a:spcPts val="0"/>
                        </a:spcBef>
                        <a:spcAft>
                          <a:spcPts val="0"/>
                        </a:spcAft>
                      </a:pPr>
                      <a:r>
                        <a:rPr lang="en-US" sz="1200" kern="100" dirty="0">
                          <a:effectLst/>
                          <a:latin typeface="Catamaran" panose="020B0604020202020204" charset="0"/>
                          <a:cs typeface="Catamaran" panose="020B0604020202020204" charset="0"/>
                        </a:rPr>
                        <a:t>Total</a:t>
                      </a:r>
                      <a:endParaRPr lang="en-US" sz="1100" kern="100" dirty="0">
                        <a:effectLst/>
                        <a:latin typeface="Catamaran" panose="020B0604020202020204" charset="0"/>
                        <a:ea typeface="Calibri" panose="020F0502020204030204" pitchFamily="34" charset="0"/>
                        <a:cs typeface="Catamaran" panose="020B0604020202020204" charset="0"/>
                      </a:endParaRPr>
                    </a:p>
                  </a:txBody>
                  <a:tcPr marL="68580" marR="68580" marT="0" marB="0"/>
                </a:tc>
                <a:tc>
                  <a:txBody>
                    <a:bodyPr/>
                    <a:lstStyle/>
                    <a:p>
                      <a:pPr marL="0" marR="0" algn="ctr">
                        <a:lnSpc>
                          <a:spcPct val="107000"/>
                        </a:lnSpc>
                        <a:spcBef>
                          <a:spcPts val="0"/>
                        </a:spcBef>
                        <a:spcAft>
                          <a:spcPts val="0"/>
                        </a:spcAft>
                      </a:pPr>
                      <a:r>
                        <a:rPr lang="en-US" sz="1200" kern="100" dirty="0">
                          <a:effectLst/>
                          <a:latin typeface="Catamaran" panose="020B0604020202020204" charset="0"/>
                          <a:cs typeface="Catamaran" panose="020B0604020202020204" charset="0"/>
                        </a:rPr>
                        <a:t>3378 L.E = 110 $</a:t>
                      </a:r>
                      <a:endParaRPr lang="en-US" sz="1100" kern="100" dirty="0">
                        <a:effectLst/>
                        <a:latin typeface="Catamaran" panose="020B0604020202020204" charset="0"/>
                        <a:ea typeface="Calibri" panose="020F0502020204030204" pitchFamily="34" charset="0"/>
                        <a:cs typeface="Catamaran" panose="020B0604020202020204" charset="0"/>
                      </a:endParaRPr>
                    </a:p>
                  </a:txBody>
                  <a:tcPr marL="68580" marR="68580" marT="0" marB="0"/>
                </a:tc>
                <a:extLst>
                  <a:ext uri="{0D108BD9-81ED-4DB2-BD59-A6C34878D82A}">
                    <a16:rowId xmlns:a16="http://schemas.microsoft.com/office/drawing/2014/main" val="354737317"/>
                  </a:ext>
                </a:extLst>
              </a:tr>
            </a:tbl>
          </a:graphicData>
        </a:graphic>
      </p:graphicFrame>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926CB70-0C3E-F03E-91E1-362BD62B6D18}"/>
              </a:ext>
            </a:extLst>
          </p:cNvPr>
          <p:cNvSpPr>
            <a:spLocks noGrp="1"/>
          </p:cNvSpPr>
          <p:nvPr>
            <p:ph type="title"/>
          </p:nvPr>
        </p:nvSpPr>
        <p:spPr>
          <a:xfrm>
            <a:off x="720000" y="176577"/>
            <a:ext cx="7704000" cy="572700"/>
          </a:xfrm>
        </p:spPr>
        <p:txBody>
          <a:bodyPr/>
          <a:lstStyle/>
          <a:p>
            <a:r>
              <a:rPr lang="en-US" dirty="0"/>
              <a:t>Basic Financial plan</a:t>
            </a:r>
          </a:p>
        </p:txBody>
      </p:sp>
      <p:pic>
        <p:nvPicPr>
          <p:cNvPr id="9" name="Picture 8">
            <a:extLst>
              <a:ext uri="{FF2B5EF4-FFF2-40B4-BE49-F238E27FC236}">
                <a16:creationId xmlns:a16="http://schemas.microsoft.com/office/drawing/2014/main" id="{AD909883-AEC6-E00A-BEFA-BD1C30108FE8}"/>
              </a:ext>
            </a:extLst>
          </p:cNvPr>
          <p:cNvPicPr>
            <a:picLocks noChangeAspect="1"/>
          </p:cNvPicPr>
          <p:nvPr/>
        </p:nvPicPr>
        <p:blipFill rotWithShape="1">
          <a:blip r:embed="rId2"/>
          <a:srcRect t="7049"/>
          <a:stretch/>
        </p:blipFill>
        <p:spPr>
          <a:xfrm>
            <a:off x="307135" y="759194"/>
            <a:ext cx="8529729" cy="3625112"/>
          </a:xfrm>
          <a:prstGeom prst="rect">
            <a:avLst/>
          </a:prstGeom>
        </p:spPr>
      </p:pic>
    </p:spTree>
    <p:extLst>
      <p:ext uri="{BB962C8B-B14F-4D97-AF65-F5344CB8AC3E}">
        <p14:creationId xmlns:p14="http://schemas.microsoft.com/office/powerpoint/2010/main" val="35452820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298"/>
        <p:cNvGrpSpPr/>
        <p:nvPr/>
      </p:nvGrpSpPr>
      <p:grpSpPr>
        <a:xfrm>
          <a:off x="0" y="0"/>
          <a:ext cx="0" cy="0"/>
          <a:chOff x="0" y="0"/>
          <a:chExt cx="0" cy="0"/>
        </a:xfrm>
      </p:grpSpPr>
      <p:sp>
        <p:nvSpPr>
          <p:cNvPr id="2299" name="Google Shape;2299;p43"/>
          <p:cNvSpPr txBox="1">
            <a:spLocks noGrp="1"/>
          </p:cNvSpPr>
          <p:nvPr>
            <p:ph type="title" idx="6"/>
          </p:nvPr>
        </p:nvSpPr>
        <p:spPr>
          <a:xfrm>
            <a:off x="595236" y="4232386"/>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2000" dirty="0"/>
              <a:t>comparison between our project </a:t>
            </a:r>
            <a:br>
              <a:rPr lang="en-US" sz="2000" dirty="0"/>
            </a:br>
            <a:r>
              <a:rPr lang="en-US" sz="2000" dirty="0"/>
              <a:t>and the similar products in the market</a:t>
            </a:r>
            <a:endParaRPr sz="2000" dirty="0">
              <a:solidFill>
                <a:schemeClr val="lt1"/>
              </a:solidFill>
            </a:endParaRPr>
          </a:p>
        </p:txBody>
      </p:sp>
      <p:sp>
        <p:nvSpPr>
          <p:cNvPr id="2306" name="Google Shape;2306;p43"/>
          <p:cNvSpPr/>
          <p:nvPr/>
        </p:nvSpPr>
        <p:spPr>
          <a:xfrm>
            <a:off x="6989725" y="4714325"/>
            <a:ext cx="1773000" cy="237600"/>
          </a:xfrm>
          <a:prstGeom prst="ellipse">
            <a:avLst/>
          </a:prstGeom>
          <a:solidFill>
            <a:schemeClr val="dk1">
              <a:alpha val="532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7" name="Google Shape;2307;p43"/>
          <p:cNvSpPr/>
          <p:nvPr/>
        </p:nvSpPr>
        <p:spPr>
          <a:xfrm>
            <a:off x="174600" y="4714325"/>
            <a:ext cx="1265100" cy="237600"/>
          </a:xfrm>
          <a:prstGeom prst="ellipse">
            <a:avLst/>
          </a:prstGeom>
          <a:solidFill>
            <a:schemeClr val="dk1">
              <a:alpha val="532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308" name="Google Shape;2308;p43"/>
          <p:cNvGrpSpPr/>
          <p:nvPr/>
        </p:nvGrpSpPr>
        <p:grpSpPr>
          <a:xfrm>
            <a:off x="7345675" y="4054465"/>
            <a:ext cx="1085092" cy="792655"/>
            <a:chOff x="1591700" y="2665330"/>
            <a:chExt cx="522407" cy="381616"/>
          </a:xfrm>
        </p:grpSpPr>
        <p:sp>
          <p:nvSpPr>
            <p:cNvPr id="2309" name="Google Shape;2309;p43"/>
            <p:cNvSpPr/>
            <p:nvPr/>
          </p:nvSpPr>
          <p:spPr>
            <a:xfrm>
              <a:off x="1661083" y="2980384"/>
              <a:ext cx="109190" cy="66562"/>
            </a:xfrm>
            <a:custGeom>
              <a:avLst/>
              <a:gdLst/>
              <a:ahLst/>
              <a:cxnLst/>
              <a:rect l="l" t="t" r="r" b="b"/>
              <a:pathLst>
                <a:path w="3873" h="2361" extrusionOk="0">
                  <a:moveTo>
                    <a:pt x="0" y="0"/>
                  </a:moveTo>
                  <a:lnTo>
                    <a:pt x="112" y="641"/>
                  </a:lnTo>
                  <a:lnTo>
                    <a:pt x="336" y="2041"/>
                  </a:lnTo>
                  <a:cubicBezTo>
                    <a:pt x="351" y="2234"/>
                    <a:pt x="513" y="2361"/>
                    <a:pt x="706" y="2361"/>
                  </a:cubicBezTo>
                  <a:lnTo>
                    <a:pt x="3182" y="2361"/>
                  </a:lnTo>
                  <a:cubicBezTo>
                    <a:pt x="3360" y="2361"/>
                    <a:pt x="3518" y="2234"/>
                    <a:pt x="3553" y="2041"/>
                  </a:cubicBezTo>
                  <a:lnTo>
                    <a:pt x="3776" y="641"/>
                  </a:lnTo>
                  <a:lnTo>
                    <a:pt x="387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0" name="Google Shape;2310;p43"/>
            <p:cNvSpPr/>
            <p:nvPr/>
          </p:nvSpPr>
          <p:spPr>
            <a:xfrm>
              <a:off x="1756233" y="2980384"/>
              <a:ext cx="14040" cy="18071"/>
            </a:xfrm>
            <a:custGeom>
              <a:avLst/>
              <a:gdLst/>
              <a:ahLst/>
              <a:cxnLst/>
              <a:rect l="l" t="t" r="r" b="b"/>
              <a:pathLst>
                <a:path w="498" h="641" extrusionOk="0">
                  <a:moveTo>
                    <a:pt x="97" y="0"/>
                  </a:moveTo>
                  <a:lnTo>
                    <a:pt x="0" y="641"/>
                  </a:lnTo>
                  <a:lnTo>
                    <a:pt x="401" y="641"/>
                  </a:lnTo>
                  <a:lnTo>
                    <a:pt x="498" y="0"/>
                  </a:lnTo>
                  <a:close/>
                </a:path>
              </a:pathLst>
            </a:custGeom>
            <a:solidFill>
              <a:srgbClr val="E96A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1" name="Google Shape;2311;p43"/>
            <p:cNvSpPr/>
            <p:nvPr/>
          </p:nvSpPr>
          <p:spPr>
            <a:xfrm>
              <a:off x="1935200" y="2980384"/>
              <a:ext cx="109218" cy="66562"/>
            </a:xfrm>
            <a:custGeom>
              <a:avLst/>
              <a:gdLst/>
              <a:ahLst/>
              <a:cxnLst/>
              <a:rect l="l" t="t" r="r" b="b"/>
              <a:pathLst>
                <a:path w="3874" h="2361" extrusionOk="0">
                  <a:moveTo>
                    <a:pt x="1" y="0"/>
                  </a:moveTo>
                  <a:lnTo>
                    <a:pt x="113" y="641"/>
                  </a:lnTo>
                  <a:lnTo>
                    <a:pt x="321" y="2041"/>
                  </a:lnTo>
                  <a:cubicBezTo>
                    <a:pt x="352" y="2234"/>
                    <a:pt x="514" y="2361"/>
                    <a:pt x="691" y="2361"/>
                  </a:cubicBezTo>
                  <a:lnTo>
                    <a:pt x="3164" y="2361"/>
                  </a:lnTo>
                  <a:cubicBezTo>
                    <a:pt x="3356" y="2361"/>
                    <a:pt x="3518" y="2234"/>
                    <a:pt x="3549" y="2041"/>
                  </a:cubicBezTo>
                  <a:lnTo>
                    <a:pt x="3761" y="641"/>
                  </a:lnTo>
                  <a:lnTo>
                    <a:pt x="387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2" name="Google Shape;2312;p43"/>
            <p:cNvSpPr/>
            <p:nvPr/>
          </p:nvSpPr>
          <p:spPr>
            <a:xfrm>
              <a:off x="1935200" y="2980384"/>
              <a:ext cx="14068" cy="18071"/>
            </a:xfrm>
            <a:custGeom>
              <a:avLst/>
              <a:gdLst/>
              <a:ahLst/>
              <a:cxnLst/>
              <a:rect l="l" t="t" r="r" b="b"/>
              <a:pathLst>
                <a:path w="499" h="641" extrusionOk="0">
                  <a:moveTo>
                    <a:pt x="1" y="0"/>
                  </a:moveTo>
                  <a:lnTo>
                    <a:pt x="113" y="641"/>
                  </a:lnTo>
                  <a:lnTo>
                    <a:pt x="498" y="641"/>
                  </a:lnTo>
                  <a:lnTo>
                    <a:pt x="402" y="0"/>
                  </a:lnTo>
                  <a:close/>
                </a:path>
              </a:pathLst>
            </a:custGeom>
            <a:solidFill>
              <a:srgbClr val="E96A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3" name="Google Shape;2313;p43"/>
            <p:cNvSpPr/>
            <p:nvPr/>
          </p:nvSpPr>
          <p:spPr>
            <a:xfrm>
              <a:off x="1619329" y="2702545"/>
              <a:ext cx="466727" cy="233378"/>
            </a:xfrm>
            <a:custGeom>
              <a:avLst/>
              <a:gdLst/>
              <a:ahLst/>
              <a:cxnLst/>
              <a:rect l="l" t="t" r="r" b="b"/>
              <a:pathLst>
                <a:path w="16555" h="8278" extrusionOk="0">
                  <a:moveTo>
                    <a:pt x="964" y="1"/>
                  </a:moveTo>
                  <a:cubicBezTo>
                    <a:pt x="436" y="1"/>
                    <a:pt x="0" y="437"/>
                    <a:pt x="0" y="965"/>
                  </a:cubicBezTo>
                  <a:lnTo>
                    <a:pt x="0" y="7298"/>
                  </a:lnTo>
                  <a:cubicBezTo>
                    <a:pt x="0" y="7846"/>
                    <a:pt x="436" y="8278"/>
                    <a:pt x="964" y="8278"/>
                  </a:cubicBezTo>
                  <a:lnTo>
                    <a:pt x="15590" y="8278"/>
                  </a:lnTo>
                  <a:cubicBezTo>
                    <a:pt x="16123" y="8278"/>
                    <a:pt x="16555" y="7846"/>
                    <a:pt x="16555" y="7298"/>
                  </a:cubicBezTo>
                  <a:lnTo>
                    <a:pt x="16555" y="965"/>
                  </a:lnTo>
                  <a:cubicBezTo>
                    <a:pt x="16555" y="437"/>
                    <a:pt x="16123" y="1"/>
                    <a:pt x="1559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4" name="Google Shape;2314;p43"/>
            <p:cNvSpPr/>
            <p:nvPr/>
          </p:nvSpPr>
          <p:spPr>
            <a:xfrm>
              <a:off x="1645633" y="2723859"/>
              <a:ext cx="105609" cy="85282"/>
            </a:xfrm>
            <a:custGeom>
              <a:avLst/>
              <a:gdLst/>
              <a:ahLst/>
              <a:cxnLst/>
              <a:rect l="l" t="t" r="r" b="b"/>
              <a:pathLst>
                <a:path w="3746" h="3025" extrusionOk="0">
                  <a:moveTo>
                    <a:pt x="514" y="1"/>
                  </a:moveTo>
                  <a:cubicBezTo>
                    <a:pt x="244" y="1"/>
                    <a:pt x="1" y="228"/>
                    <a:pt x="1" y="518"/>
                  </a:cubicBezTo>
                  <a:lnTo>
                    <a:pt x="1" y="2508"/>
                  </a:lnTo>
                  <a:cubicBezTo>
                    <a:pt x="1" y="2797"/>
                    <a:pt x="244" y="3025"/>
                    <a:pt x="514" y="3025"/>
                  </a:cubicBezTo>
                  <a:lnTo>
                    <a:pt x="3233" y="3025"/>
                  </a:lnTo>
                  <a:cubicBezTo>
                    <a:pt x="3522" y="3025"/>
                    <a:pt x="3746" y="2797"/>
                    <a:pt x="3746" y="2508"/>
                  </a:cubicBezTo>
                  <a:lnTo>
                    <a:pt x="3746" y="518"/>
                  </a:lnTo>
                  <a:cubicBezTo>
                    <a:pt x="3746" y="228"/>
                    <a:pt x="3522" y="1"/>
                    <a:pt x="3233" y="1"/>
                  </a:cubicBezTo>
                  <a:close/>
                </a:path>
              </a:pathLst>
            </a:custGeom>
            <a:solidFill>
              <a:schemeClr val="accent6">
                <a:alpha val="31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5" name="Google Shape;2315;p43"/>
            <p:cNvSpPr/>
            <p:nvPr/>
          </p:nvSpPr>
          <p:spPr>
            <a:xfrm>
              <a:off x="1645633" y="2831724"/>
              <a:ext cx="105609" cy="85170"/>
            </a:xfrm>
            <a:custGeom>
              <a:avLst/>
              <a:gdLst/>
              <a:ahLst/>
              <a:cxnLst/>
              <a:rect l="l" t="t" r="r" b="b"/>
              <a:pathLst>
                <a:path w="3746" h="3021" extrusionOk="0">
                  <a:moveTo>
                    <a:pt x="514" y="1"/>
                  </a:moveTo>
                  <a:cubicBezTo>
                    <a:pt x="244" y="1"/>
                    <a:pt x="1" y="225"/>
                    <a:pt x="1" y="514"/>
                  </a:cubicBezTo>
                  <a:lnTo>
                    <a:pt x="1" y="2508"/>
                  </a:lnTo>
                  <a:cubicBezTo>
                    <a:pt x="1" y="2782"/>
                    <a:pt x="244" y="3021"/>
                    <a:pt x="514" y="3021"/>
                  </a:cubicBezTo>
                  <a:lnTo>
                    <a:pt x="3233" y="3021"/>
                  </a:lnTo>
                  <a:cubicBezTo>
                    <a:pt x="3522" y="3021"/>
                    <a:pt x="3746" y="2782"/>
                    <a:pt x="3746" y="2508"/>
                  </a:cubicBezTo>
                  <a:lnTo>
                    <a:pt x="3746" y="514"/>
                  </a:lnTo>
                  <a:cubicBezTo>
                    <a:pt x="3746" y="225"/>
                    <a:pt x="3522" y="1"/>
                    <a:pt x="3233" y="1"/>
                  </a:cubicBezTo>
                  <a:close/>
                </a:path>
              </a:pathLst>
            </a:custGeom>
            <a:solidFill>
              <a:schemeClr val="accent6">
                <a:alpha val="31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6" name="Google Shape;2316;p43"/>
            <p:cNvSpPr/>
            <p:nvPr/>
          </p:nvSpPr>
          <p:spPr>
            <a:xfrm>
              <a:off x="1629309" y="2838039"/>
              <a:ext cx="72567" cy="75725"/>
            </a:xfrm>
            <a:custGeom>
              <a:avLst/>
              <a:gdLst/>
              <a:ahLst/>
              <a:cxnLst/>
              <a:rect l="l" t="t" r="r" b="b"/>
              <a:pathLst>
                <a:path w="2574" h="2686" extrusionOk="0">
                  <a:moveTo>
                    <a:pt x="209" y="1"/>
                  </a:moveTo>
                  <a:lnTo>
                    <a:pt x="209" y="1"/>
                  </a:lnTo>
                  <a:cubicBezTo>
                    <a:pt x="1" y="2330"/>
                    <a:pt x="2122" y="2685"/>
                    <a:pt x="2122" y="2685"/>
                  </a:cubicBezTo>
                  <a:cubicBezTo>
                    <a:pt x="2122" y="2685"/>
                    <a:pt x="2574" y="517"/>
                    <a:pt x="20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7" name="Google Shape;2317;p43"/>
            <p:cNvSpPr/>
            <p:nvPr/>
          </p:nvSpPr>
          <p:spPr>
            <a:xfrm>
              <a:off x="1647917" y="2855942"/>
              <a:ext cx="43529" cy="59655"/>
            </a:xfrm>
            <a:custGeom>
              <a:avLst/>
              <a:gdLst/>
              <a:ahLst/>
              <a:cxnLst/>
              <a:rect l="l" t="t" r="r" b="b"/>
              <a:pathLst>
                <a:path w="1544" h="2116" extrusionOk="0">
                  <a:moveTo>
                    <a:pt x="80" y="0"/>
                  </a:moveTo>
                  <a:cubicBezTo>
                    <a:pt x="66" y="0"/>
                    <a:pt x="50" y="4"/>
                    <a:pt x="31" y="10"/>
                  </a:cubicBezTo>
                  <a:cubicBezTo>
                    <a:pt x="1" y="41"/>
                    <a:pt x="1" y="91"/>
                    <a:pt x="16" y="122"/>
                  </a:cubicBezTo>
                  <a:lnTo>
                    <a:pt x="1397" y="2081"/>
                  </a:lnTo>
                  <a:cubicBezTo>
                    <a:pt x="1416" y="2116"/>
                    <a:pt x="1432" y="2116"/>
                    <a:pt x="1462" y="2116"/>
                  </a:cubicBezTo>
                  <a:cubicBezTo>
                    <a:pt x="1478" y="2116"/>
                    <a:pt x="1493" y="2116"/>
                    <a:pt x="1513" y="2100"/>
                  </a:cubicBezTo>
                  <a:cubicBezTo>
                    <a:pt x="1543" y="2081"/>
                    <a:pt x="1543" y="2035"/>
                    <a:pt x="1528" y="2004"/>
                  </a:cubicBezTo>
                  <a:lnTo>
                    <a:pt x="143" y="41"/>
                  </a:lnTo>
                  <a:cubicBezTo>
                    <a:pt x="124" y="11"/>
                    <a:pt x="104" y="0"/>
                    <a:pt x="8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8" name="Google Shape;2318;p43"/>
            <p:cNvSpPr/>
            <p:nvPr/>
          </p:nvSpPr>
          <p:spPr>
            <a:xfrm>
              <a:off x="1676955" y="2818135"/>
              <a:ext cx="85592" cy="89314"/>
            </a:xfrm>
            <a:custGeom>
              <a:avLst/>
              <a:gdLst/>
              <a:ahLst/>
              <a:cxnLst/>
              <a:rect l="l" t="t" r="r" b="b"/>
              <a:pathLst>
                <a:path w="3036" h="3168" extrusionOk="0">
                  <a:moveTo>
                    <a:pt x="1929" y="1"/>
                  </a:moveTo>
                  <a:lnTo>
                    <a:pt x="1929" y="1"/>
                  </a:lnTo>
                  <a:cubicBezTo>
                    <a:pt x="0" y="1320"/>
                    <a:pt x="1076" y="3167"/>
                    <a:pt x="1076" y="3167"/>
                  </a:cubicBezTo>
                  <a:cubicBezTo>
                    <a:pt x="1076" y="3167"/>
                    <a:pt x="3036" y="2138"/>
                    <a:pt x="192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9" name="Google Shape;2319;p43"/>
            <p:cNvSpPr/>
            <p:nvPr/>
          </p:nvSpPr>
          <p:spPr>
            <a:xfrm>
              <a:off x="1658348" y="2776917"/>
              <a:ext cx="33098" cy="34395"/>
            </a:xfrm>
            <a:custGeom>
              <a:avLst/>
              <a:gdLst/>
              <a:ahLst/>
              <a:cxnLst/>
              <a:rect l="l" t="t" r="r" b="b"/>
              <a:pathLst>
                <a:path w="1174" h="1220" extrusionOk="0">
                  <a:moveTo>
                    <a:pt x="159" y="1"/>
                  </a:moveTo>
                  <a:cubicBezTo>
                    <a:pt x="1" y="996"/>
                    <a:pt x="915" y="1220"/>
                    <a:pt x="915" y="1220"/>
                  </a:cubicBezTo>
                  <a:cubicBezTo>
                    <a:pt x="915" y="1220"/>
                    <a:pt x="1173" y="290"/>
                    <a:pt x="1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0" name="Google Shape;2320;p43"/>
            <p:cNvSpPr/>
            <p:nvPr/>
          </p:nvSpPr>
          <p:spPr>
            <a:xfrm>
              <a:off x="1684116" y="2798231"/>
              <a:ext cx="30927" cy="25937"/>
            </a:xfrm>
            <a:custGeom>
              <a:avLst/>
              <a:gdLst/>
              <a:ahLst/>
              <a:cxnLst/>
              <a:rect l="l" t="t" r="r" b="b"/>
              <a:pathLst>
                <a:path w="1097" h="920" extrusionOk="0">
                  <a:moveTo>
                    <a:pt x="1096" y="1"/>
                  </a:moveTo>
                  <a:cubicBezTo>
                    <a:pt x="82" y="1"/>
                    <a:pt x="1" y="915"/>
                    <a:pt x="1" y="915"/>
                  </a:cubicBezTo>
                  <a:cubicBezTo>
                    <a:pt x="1" y="915"/>
                    <a:pt x="38" y="920"/>
                    <a:pt x="99" y="920"/>
                  </a:cubicBezTo>
                  <a:cubicBezTo>
                    <a:pt x="348" y="920"/>
                    <a:pt x="991" y="838"/>
                    <a:pt x="109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1" name="Google Shape;2321;p43"/>
            <p:cNvSpPr/>
            <p:nvPr/>
          </p:nvSpPr>
          <p:spPr>
            <a:xfrm>
              <a:off x="1705007" y="2840210"/>
              <a:ext cx="22639" cy="69523"/>
            </a:xfrm>
            <a:custGeom>
              <a:avLst/>
              <a:gdLst/>
              <a:ahLst/>
              <a:cxnLst/>
              <a:rect l="l" t="t" r="r" b="b"/>
              <a:pathLst>
                <a:path w="803" h="2466" extrusionOk="0">
                  <a:moveTo>
                    <a:pt x="716" y="1"/>
                  </a:moveTo>
                  <a:cubicBezTo>
                    <a:pt x="680" y="1"/>
                    <a:pt x="657" y="26"/>
                    <a:pt x="645" y="55"/>
                  </a:cubicBezTo>
                  <a:lnTo>
                    <a:pt x="16" y="2369"/>
                  </a:lnTo>
                  <a:cubicBezTo>
                    <a:pt x="0" y="2415"/>
                    <a:pt x="31" y="2446"/>
                    <a:pt x="66" y="2465"/>
                  </a:cubicBezTo>
                  <a:lnTo>
                    <a:pt x="81" y="2465"/>
                  </a:lnTo>
                  <a:cubicBezTo>
                    <a:pt x="112" y="2465"/>
                    <a:pt x="143" y="2446"/>
                    <a:pt x="162" y="2415"/>
                  </a:cubicBezTo>
                  <a:lnTo>
                    <a:pt x="787" y="86"/>
                  </a:lnTo>
                  <a:cubicBezTo>
                    <a:pt x="803" y="55"/>
                    <a:pt x="772" y="5"/>
                    <a:pt x="741" y="5"/>
                  </a:cubicBezTo>
                  <a:cubicBezTo>
                    <a:pt x="732" y="2"/>
                    <a:pt x="723" y="1"/>
                    <a:pt x="71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2" name="Google Shape;2322;p43"/>
            <p:cNvSpPr/>
            <p:nvPr/>
          </p:nvSpPr>
          <p:spPr>
            <a:xfrm>
              <a:off x="1668243" y="2764428"/>
              <a:ext cx="37665" cy="140286"/>
            </a:xfrm>
            <a:custGeom>
              <a:avLst/>
              <a:gdLst/>
              <a:ahLst/>
              <a:cxnLst/>
              <a:rect l="l" t="t" r="r" b="b"/>
              <a:pathLst>
                <a:path w="1336" h="4976" extrusionOk="0">
                  <a:moveTo>
                    <a:pt x="1249" y="0"/>
                  </a:moveTo>
                  <a:cubicBezTo>
                    <a:pt x="1228" y="0"/>
                    <a:pt x="1208" y="8"/>
                    <a:pt x="1193" y="24"/>
                  </a:cubicBezTo>
                  <a:cubicBezTo>
                    <a:pt x="630" y="637"/>
                    <a:pt x="421" y="1663"/>
                    <a:pt x="579" y="3047"/>
                  </a:cubicBezTo>
                  <a:cubicBezTo>
                    <a:pt x="711" y="4058"/>
                    <a:pt x="1000" y="4910"/>
                    <a:pt x="1000" y="4926"/>
                  </a:cubicBezTo>
                  <a:cubicBezTo>
                    <a:pt x="1015" y="4961"/>
                    <a:pt x="1046" y="4976"/>
                    <a:pt x="1081" y="4976"/>
                  </a:cubicBezTo>
                  <a:lnTo>
                    <a:pt x="1096" y="4976"/>
                  </a:lnTo>
                  <a:cubicBezTo>
                    <a:pt x="1142" y="4961"/>
                    <a:pt x="1158" y="4910"/>
                    <a:pt x="1142" y="4880"/>
                  </a:cubicBezTo>
                  <a:cubicBezTo>
                    <a:pt x="1127" y="4845"/>
                    <a:pt x="1" y="1520"/>
                    <a:pt x="1304" y="120"/>
                  </a:cubicBezTo>
                  <a:cubicBezTo>
                    <a:pt x="1335" y="89"/>
                    <a:pt x="1335" y="43"/>
                    <a:pt x="1304" y="24"/>
                  </a:cubicBezTo>
                  <a:cubicBezTo>
                    <a:pt x="1289" y="8"/>
                    <a:pt x="1269" y="0"/>
                    <a:pt x="124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3" name="Google Shape;2323;p43"/>
            <p:cNvSpPr/>
            <p:nvPr/>
          </p:nvSpPr>
          <p:spPr>
            <a:xfrm>
              <a:off x="1688260" y="2730568"/>
              <a:ext cx="51818" cy="45644"/>
            </a:xfrm>
            <a:custGeom>
              <a:avLst/>
              <a:gdLst/>
              <a:ahLst/>
              <a:cxnLst/>
              <a:rect l="l" t="t" r="r" b="b"/>
              <a:pathLst>
                <a:path w="1838" h="1619" extrusionOk="0">
                  <a:moveTo>
                    <a:pt x="522" y="1"/>
                  </a:moveTo>
                  <a:cubicBezTo>
                    <a:pt x="465" y="1"/>
                    <a:pt x="403" y="20"/>
                    <a:pt x="336" y="67"/>
                  </a:cubicBezTo>
                  <a:cubicBezTo>
                    <a:pt x="1" y="295"/>
                    <a:pt x="128" y="1066"/>
                    <a:pt x="209" y="1437"/>
                  </a:cubicBezTo>
                  <a:cubicBezTo>
                    <a:pt x="235" y="1544"/>
                    <a:pt x="318" y="1618"/>
                    <a:pt x="422" y="1618"/>
                  </a:cubicBezTo>
                  <a:cubicBezTo>
                    <a:pt x="442" y="1618"/>
                    <a:pt x="462" y="1616"/>
                    <a:pt x="483" y="1610"/>
                  </a:cubicBezTo>
                  <a:cubicBezTo>
                    <a:pt x="884" y="1548"/>
                    <a:pt x="1721" y="1356"/>
                    <a:pt x="1782" y="970"/>
                  </a:cubicBezTo>
                  <a:cubicBezTo>
                    <a:pt x="1838" y="641"/>
                    <a:pt x="1450" y="588"/>
                    <a:pt x="1199" y="588"/>
                  </a:cubicBezTo>
                  <a:cubicBezTo>
                    <a:pt x="1083" y="588"/>
                    <a:pt x="996" y="600"/>
                    <a:pt x="996" y="600"/>
                  </a:cubicBezTo>
                  <a:cubicBezTo>
                    <a:pt x="996" y="600"/>
                    <a:pt x="836" y="1"/>
                    <a:pt x="5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4" name="Google Shape;2324;p43"/>
            <p:cNvSpPr/>
            <p:nvPr/>
          </p:nvSpPr>
          <p:spPr>
            <a:xfrm>
              <a:off x="1702921" y="2736884"/>
              <a:ext cx="26811" cy="21173"/>
            </a:xfrm>
            <a:custGeom>
              <a:avLst/>
              <a:gdLst/>
              <a:ahLst/>
              <a:cxnLst/>
              <a:rect l="l" t="t" r="r" b="b"/>
              <a:pathLst>
                <a:path w="951" h="751" extrusionOk="0">
                  <a:moveTo>
                    <a:pt x="479" y="1"/>
                  </a:moveTo>
                  <a:cubicBezTo>
                    <a:pt x="412" y="1"/>
                    <a:pt x="340" y="18"/>
                    <a:pt x="267" y="56"/>
                  </a:cubicBezTo>
                  <a:cubicBezTo>
                    <a:pt x="217" y="71"/>
                    <a:pt x="171" y="117"/>
                    <a:pt x="155" y="167"/>
                  </a:cubicBezTo>
                  <a:cubicBezTo>
                    <a:pt x="0" y="465"/>
                    <a:pt x="197" y="750"/>
                    <a:pt x="465" y="750"/>
                  </a:cubicBezTo>
                  <a:cubicBezTo>
                    <a:pt x="530" y="750"/>
                    <a:pt x="599" y="734"/>
                    <a:pt x="668" y="696"/>
                  </a:cubicBezTo>
                  <a:cubicBezTo>
                    <a:pt x="734" y="665"/>
                    <a:pt x="765" y="634"/>
                    <a:pt x="796" y="569"/>
                  </a:cubicBezTo>
                  <a:cubicBezTo>
                    <a:pt x="951" y="283"/>
                    <a:pt x="755" y="1"/>
                    <a:pt x="47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5" name="Google Shape;2325;p43"/>
            <p:cNvSpPr/>
            <p:nvPr/>
          </p:nvSpPr>
          <p:spPr>
            <a:xfrm>
              <a:off x="1648339" y="2896990"/>
              <a:ext cx="102903" cy="48519"/>
            </a:xfrm>
            <a:custGeom>
              <a:avLst/>
              <a:gdLst/>
              <a:ahLst/>
              <a:cxnLst/>
              <a:rect l="l" t="t" r="r" b="b"/>
              <a:pathLst>
                <a:path w="3650" h="1721" extrusionOk="0">
                  <a:moveTo>
                    <a:pt x="1787" y="0"/>
                  </a:moveTo>
                  <a:cubicBezTo>
                    <a:pt x="549" y="0"/>
                    <a:pt x="1" y="1639"/>
                    <a:pt x="1" y="1639"/>
                  </a:cubicBezTo>
                  <a:lnTo>
                    <a:pt x="3650" y="1720"/>
                  </a:lnTo>
                  <a:cubicBezTo>
                    <a:pt x="3650" y="1720"/>
                    <a:pt x="3006" y="0"/>
                    <a:pt x="17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6" name="Google Shape;2326;p43"/>
            <p:cNvSpPr/>
            <p:nvPr/>
          </p:nvSpPr>
          <p:spPr>
            <a:xfrm>
              <a:off x="1800157" y="2723859"/>
              <a:ext cx="105186" cy="85282"/>
            </a:xfrm>
            <a:custGeom>
              <a:avLst/>
              <a:gdLst/>
              <a:ahLst/>
              <a:cxnLst/>
              <a:rect l="l" t="t" r="r" b="b"/>
              <a:pathLst>
                <a:path w="3731" h="3025" extrusionOk="0">
                  <a:moveTo>
                    <a:pt x="513" y="1"/>
                  </a:moveTo>
                  <a:cubicBezTo>
                    <a:pt x="224" y="1"/>
                    <a:pt x="0" y="228"/>
                    <a:pt x="0" y="518"/>
                  </a:cubicBezTo>
                  <a:lnTo>
                    <a:pt x="0" y="2508"/>
                  </a:lnTo>
                  <a:cubicBezTo>
                    <a:pt x="0" y="2797"/>
                    <a:pt x="224" y="3025"/>
                    <a:pt x="513" y="3025"/>
                  </a:cubicBezTo>
                  <a:lnTo>
                    <a:pt x="3229" y="3025"/>
                  </a:lnTo>
                  <a:cubicBezTo>
                    <a:pt x="3503" y="3025"/>
                    <a:pt x="3730" y="2797"/>
                    <a:pt x="3730" y="2508"/>
                  </a:cubicBezTo>
                  <a:lnTo>
                    <a:pt x="3730" y="518"/>
                  </a:lnTo>
                  <a:cubicBezTo>
                    <a:pt x="3730" y="228"/>
                    <a:pt x="3503" y="1"/>
                    <a:pt x="3229" y="1"/>
                  </a:cubicBezTo>
                  <a:close/>
                </a:path>
              </a:pathLst>
            </a:custGeom>
            <a:solidFill>
              <a:schemeClr val="accent6">
                <a:alpha val="31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7" name="Google Shape;2327;p43"/>
            <p:cNvSpPr/>
            <p:nvPr/>
          </p:nvSpPr>
          <p:spPr>
            <a:xfrm>
              <a:off x="1800157" y="2831724"/>
              <a:ext cx="105186" cy="85170"/>
            </a:xfrm>
            <a:custGeom>
              <a:avLst/>
              <a:gdLst/>
              <a:ahLst/>
              <a:cxnLst/>
              <a:rect l="l" t="t" r="r" b="b"/>
              <a:pathLst>
                <a:path w="3731" h="3021" extrusionOk="0">
                  <a:moveTo>
                    <a:pt x="513" y="1"/>
                  </a:moveTo>
                  <a:cubicBezTo>
                    <a:pt x="224" y="1"/>
                    <a:pt x="0" y="225"/>
                    <a:pt x="0" y="514"/>
                  </a:cubicBezTo>
                  <a:lnTo>
                    <a:pt x="0" y="2508"/>
                  </a:lnTo>
                  <a:cubicBezTo>
                    <a:pt x="0" y="2782"/>
                    <a:pt x="224" y="3021"/>
                    <a:pt x="513" y="3021"/>
                  </a:cubicBezTo>
                  <a:lnTo>
                    <a:pt x="3229" y="3021"/>
                  </a:lnTo>
                  <a:cubicBezTo>
                    <a:pt x="3503" y="3021"/>
                    <a:pt x="3730" y="2782"/>
                    <a:pt x="3730" y="2508"/>
                  </a:cubicBezTo>
                  <a:lnTo>
                    <a:pt x="3730" y="514"/>
                  </a:lnTo>
                  <a:cubicBezTo>
                    <a:pt x="3730" y="225"/>
                    <a:pt x="3503" y="1"/>
                    <a:pt x="3229" y="1"/>
                  </a:cubicBezTo>
                  <a:close/>
                </a:path>
              </a:pathLst>
            </a:custGeom>
            <a:solidFill>
              <a:schemeClr val="accent6">
                <a:alpha val="31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8" name="Google Shape;2328;p43"/>
            <p:cNvSpPr/>
            <p:nvPr/>
          </p:nvSpPr>
          <p:spPr>
            <a:xfrm>
              <a:off x="1865395" y="2753771"/>
              <a:ext cx="50267" cy="30081"/>
            </a:xfrm>
            <a:custGeom>
              <a:avLst/>
              <a:gdLst/>
              <a:ahLst/>
              <a:cxnLst/>
              <a:rect l="l" t="t" r="r" b="b"/>
              <a:pathLst>
                <a:path w="1783" h="1067" extrusionOk="0">
                  <a:moveTo>
                    <a:pt x="1303" y="0"/>
                  </a:moveTo>
                  <a:cubicBezTo>
                    <a:pt x="273" y="0"/>
                    <a:pt x="1" y="1015"/>
                    <a:pt x="1" y="1015"/>
                  </a:cubicBezTo>
                  <a:cubicBezTo>
                    <a:pt x="1" y="1015"/>
                    <a:pt x="169" y="1067"/>
                    <a:pt x="408" y="1067"/>
                  </a:cubicBezTo>
                  <a:cubicBezTo>
                    <a:pt x="822" y="1067"/>
                    <a:pt x="1448" y="912"/>
                    <a:pt x="1783" y="66"/>
                  </a:cubicBezTo>
                  <a:cubicBezTo>
                    <a:pt x="1607" y="20"/>
                    <a:pt x="1448" y="0"/>
                    <a:pt x="130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9" name="Google Shape;2329;p43"/>
            <p:cNvSpPr/>
            <p:nvPr/>
          </p:nvSpPr>
          <p:spPr>
            <a:xfrm>
              <a:off x="1834637" y="2763779"/>
              <a:ext cx="30786" cy="25937"/>
            </a:xfrm>
            <a:custGeom>
              <a:avLst/>
              <a:gdLst/>
              <a:ahLst/>
              <a:cxnLst/>
              <a:rect l="l" t="t" r="r" b="b"/>
              <a:pathLst>
                <a:path w="1092" h="920" extrusionOk="0">
                  <a:moveTo>
                    <a:pt x="0" y="0"/>
                  </a:moveTo>
                  <a:cubicBezTo>
                    <a:pt x="114" y="836"/>
                    <a:pt x="743" y="920"/>
                    <a:pt x="991" y="920"/>
                  </a:cubicBezTo>
                  <a:cubicBezTo>
                    <a:pt x="1053" y="920"/>
                    <a:pt x="1092" y="914"/>
                    <a:pt x="1092" y="914"/>
                  </a:cubicBezTo>
                  <a:cubicBezTo>
                    <a:pt x="1092" y="914"/>
                    <a:pt x="1011" y="0"/>
                    <a:pt x="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0" name="Google Shape;2330;p43"/>
            <p:cNvSpPr/>
            <p:nvPr/>
          </p:nvSpPr>
          <p:spPr>
            <a:xfrm>
              <a:off x="1853667" y="2815851"/>
              <a:ext cx="45249" cy="47674"/>
            </a:xfrm>
            <a:custGeom>
              <a:avLst/>
              <a:gdLst/>
              <a:ahLst/>
              <a:cxnLst/>
              <a:rect l="l" t="t" r="r" b="b"/>
              <a:pathLst>
                <a:path w="1605" h="1691" extrusionOk="0">
                  <a:moveTo>
                    <a:pt x="1524" y="1"/>
                  </a:moveTo>
                  <a:lnTo>
                    <a:pt x="1524" y="1"/>
                  </a:lnTo>
                  <a:cubicBezTo>
                    <a:pt x="0" y="290"/>
                    <a:pt x="255" y="1690"/>
                    <a:pt x="255" y="1690"/>
                  </a:cubicBezTo>
                  <a:cubicBezTo>
                    <a:pt x="255" y="1690"/>
                    <a:pt x="1605" y="1497"/>
                    <a:pt x="152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1" name="Google Shape;2331;p43"/>
            <p:cNvSpPr/>
            <p:nvPr/>
          </p:nvSpPr>
          <p:spPr>
            <a:xfrm>
              <a:off x="1854964" y="2872547"/>
              <a:ext cx="35804" cy="21060"/>
            </a:xfrm>
            <a:custGeom>
              <a:avLst/>
              <a:gdLst/>
              <a:ahLst/>
              <a:cxnLst/>
              <a:rect l="l" t="t" r="r" b="b"/>
              <a:pathLst>
                <a:path w="1270" h="747" extrusionOk="0">
                  <a:moveTo>
                    <a:pt x="932" y="1"/>
                  </a:moveTo>
                  <a:cubicBezTo>
                    <a:pt x="199" y="1"/>
                    <a:pt x="0" y="705"/>
                    <a:pt x="0" y="705"/>
                  </a:cubicBezTo>
                  <a:cubicBezTo>
                    <a:pt x="0" y="705"/>
                    <a:pt x="127" y="747"/>
                    <a:pt x="305" y="747"/>
                  </a:cubicBezTo>
                  <a:cubicBezTo>
                    <a:pt x="598" y="747"/>
                    <a:pt x="1030" y="635"/>
                    <a:pt x="1269" y="46"/>
                  </a:cubicBezTo>
                  <a:cubicBezTo>
                    <a:pt x="1146" y="14"/>
                    <a:pt x="1034" y="1"/>
                    <a:pt x="93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2" name="Google Shape;2332;p43"/>
            <p:cNvSpPr/>
            <p:nvPr/>
          </p:nvSpPr>
          <p:spPr>
            <a:xfrm>
              <a:off x="1832776" y="2834882"/>
              <a:ext cx="33944" cy="35804"/>
            </a:xfrm>
            <a:custGeom>
              <a:avLst/>
              <a:gdLst/>
              <a:ahLst/>
              <a:cxnLst/>
              <a:rect l="l" t="t" r="r" b="b"/>
              <a:pathLst>
                <a:path w="1204" h="1270" extrusionOk="0">
                  <a:moveTo>
                    <a:pt x="274" y="1"/>
                  </a:moveTo>
                  <a:cubicBezTo>
                    <a:pt x="1" y="1015"/>
                    <a:pt x="934" y="1270"/>
                    <a:pt x="934" y="1270"/>
                  </a:cubicBezTo>
                  <a:cubicBezTo>
                    <a:pt x="934" y="1270"/>
                    <a:pt x="1204" y="386"/>
                    <a:pt x="27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3" name="Google Shape;2333;p43"/>
            <p:cNvSpPr/>
            <p:nvPr/>
          </p:nvSpPr>
          <p:spPr>
            <a:xfrm>
              <a:off x="1812872" y="2792311"/>
              <a:ext cx="52551" cy="29123"/>
            </a:xfrm>
            <a:custGeom>
              <a:avLst/>
              <a:gdLst/>
              <a:ahLst/>
              <a:cxnLst/>
              <a:rect l="l" t="t" r="r" b="b"/>
              <a:pathLst>
                <a:path w="1864" h="1033" extrusionOk="0">
                  <a:moveTo>
                    <a:pt x="527" y="1"/>
                  </a:moveTo>
                  <a:cubicBezTo>
                    <a:pt x="368" y="1"/>
                    <a:pt x="193" y="24"/>
                    <a:pt x="1" y="80"/>
                  </a:cubicBezTo>
                  <a:cubicBezTo>
                    <a:pt x="336" y="863"/>
                    <a:pt x="888" y="1033"/>
                    <a:pt x="1304" y="1033"/>
                  </a:cubicBezTo>
                  <a:cubicBezTo>
                    <a:pt x="1624" y="1033"/>
                    <a:pt x="1864" y="932"/>
                    <a:pt x="1864" y="932"/>
                  </a:cubicBezTo>
                  <a:cubicBezTo>
                    <a:pt x="1864" y="932"/>
                    <a:pt x="1517" y="1"/>
                    <a:pt x="52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4" name="Google Shape;2334;p43"/>
            <p:cNvSpPr/>
            <p:nvPr/>
          </p:nvSpPr>
          <p:spPr>
            <a:xfrm>
              <a:off x="1851383" y="2725719"/>
              <a:ext cx="18607" cy="193457"/>
            </a:xfrm>
            <a:custGeom>
              <a:avLst/>
              <a:gdLst/>
              <a:ahLst/>
              <a:cxnLst/>
              <a:rect l="l" t="t" r="r" b="b"/>
              <a:pathLst>
                <a:path w="660" h="6862" extrusionOk="0">
                  <a:moveTo>
                    <a:pt x="544" y="0"/>
                  </a:moveTo>
                  <a:cubicBezTo>
                    <a:pt x="513" y="0"/>
                    <a:pt x="467" y="31"/>
                    <a:pt x="467" y="81"/>
                  </a:cubicBezTo>
                  <a:cubicBezTo>
                    <a:pt x="498" y="3279"/>
                    <a:pt x="15" y="6735"/>
                    <a:pt x="0" y="6766"/>
                  </a:cubicBezTo>
                  <a:cubicBezTo>
                    <a:pt x="0" y="6816"/>
                    <a:pt x="31" y="6847"/>
                    <a:pt x="62" y="6862"/>
                  </a:cubicBezTo>
                  <a:lnTo>
                    <a:pt x="81" y="6862"/>
                  </a:lnTo>
                  <a:cubicBezTo>
                    <a:pt x="112" y="6862"/>
                    <a:pt x="143" y="6831"/>
                    <a:pt x="158" y="6796"/>
                  </a:cubicBezTo>
                  <a:cubicBezTo>
                    <a:pt x="158" y="6750"/>
                    <a:pt x="660" y="3279"/>
                    <a:pt x="625" y="81"/>
                  </a:cubicBezTo>
                  <a:cubicBezTo>
                    <a:pt x="625" y="31"/>
                    <a:pt x="594" y="0"/>
                    <a:pt x="5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5" name="Google Shape;2335;p43"/>
            <p:cNvSpPr/>
            <p:nvPr/>
          </p:nvSpPr>
          <p:spPr>
            <a:xfrm>
              <a:off x="1819610" y="2668093"/>
              <a:ext cx="93345" cy="70002"/>
            </a:xfrm>
            <a:custGeom>
              <a:avLst/>
              <a:gdLst/>
              <a:ahLst/>
              <a:cxnLst/>
              <a:rect l="l" t="t" r="r" b="b"/>
              <a:pathLst>
                <a:path w="3311" h="2483" extrusionOk="0">
                  <a:moveTo>
                    <a:pt x="691" y="0"/>
                  </a:moveTo>
                  <a:cubicBezTo>
                    <a:pt x="530" y="0"/>
                    <a:pt x="385" y="69"/>
                    <a:pt x="290" y="258"/>
                  </a:cubicBezTo>
                  <a:cubicBezTo>
                    <a:pt x="1" y="837"/>
                    <a:pt x="934" y="1898"/>
                    <a:pt x="1401" y="2364"/>
                  </a:cubicBezTo>
                  <a:cubicBezTo>
                    <a:pt x="1476" y="2442"/>
                    <a:pt x="1574" y="2482"/>
                    <a:pt x="1673" y="2482"/>
                  </a:cubicBezTo>
                  <a:cubicBezTo>
                    <a:pt x="1762" y="2482"/>
                    <a:pt x="1853" y="2449"/>
                    <a:pt x="1929" y="2380"/>
                  </a:cubicBezTo>
                  <a:cubicBezTo>
                    <a:pt x="2396" y="1963"/>
                    <a:pt x="3310" y="1065"/>
                    <a:pt x="3071" y="420"/>
                  </a:cubicBezTo>
                  <a:cubicBezTo>
                    <a:pt x="2982" y="173"/>
                    <a:pt x="2816" y="87"/>
                    <a:pt x="2630" y="87"/>
                  </a:cubicBezTo>
                  <a:cubicBezTo>
                    <a:pt x="2212" y="87"/>
                    <a:pt x="1690" y="517"/>
                    <a:pt x="1690" y="517"/>
                  </a:cubicBezTo>
                  <a:cubicBezTo>
                    <a:pt x="1690" y="517"/>
                    <a:pt x="1130" y="0"/>
                    <a:pt x="69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6" name="Google Shape;2336;p43"/>
            <p:cNvSpPr/>
            <p:nvPr/>
          </p:nvSpPr>
          <p:spPr>
            <a:xfrm>
              <a:off x="1849523" y="2665330"/>
              <a:ext cx="35804" cy="34902"/>
            </a:xfrm>
            <a:custGeom>
              <a:avLst/>
              <a:gdLst/>
              <a:ahLst/>
              <a:cxnLst/>
              <a:rect l="l" t="t" r="r" b="b"/>
              <a:pathLst>
                <a:path w="1270" h="1238" extrusionOk="0">
                  <a:moveTo>
                    <a:pt x="633" y="1"/>
                  </a:moveTo>
                  <a:cubicBezTo>
                    <a:pt x="347" y="1"/>
                    <a:pt x="71" y="195"/>
                    <a:pt x="16" y="549"/>
                  </a:cubicBezTo>
                  <a:cubicBezTo>
                    <a:pt x="0" y="665"/>
                    <a:pt x="16" y="777"/>
                    <a:pt x="66" y="873"/>
                  </a:cubicBezTo>
                  <a:cubicBezTo>
                    <a:pt x="197" y="1122"/>
                    <a:pt x="418" y="1237"/>
                    <a:pt x="634" y="1237"/>
                  </a:cubicBezTo>
                  <a:cubicBezTo>
                    <a:pt x="920" y="1237"/>
                    <a:pt x="1199" y="1036"/>
                    <a:pt x="1254" y="680"/>
                  </a:cubicBezTo>
                  <a:cubicBezTo>
                    <a:pt x="1269" y="569"/>
                    <a:pt x="1254" y="453"/>
                    <a:pt x="1208" y="356"/>
                  </a:cubicBezTo>
                  <a:cubicBezTo>
                    <a:pt x="1074" y="114"/>
                    <a:pt x="851" y="1"/>
                    <a:pt x="63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7" name="Google Shape;2337;p43"/>
            <p:cNvSpPr/>
            <p:nvPr/>
          </p:nvSpPr>
          <p:spPr>
            <a:xfrm>
              <a:off x="1801031" y="2911453"/>
              <a:ext cx="102903" cy="48068"/>
            </a:xfrm>
            <a:custGeom>
              <a:avLst/>
              <a:gdLst/>
              <a:ahLst/>
              <a:cxnLst/>
              <a:rect l="l" t="t" r="r" b="b"/>
              <a:pathLst>
                <a:path w="3650" h="1705" extrusionOk="0">
                  <a:moveTo>
                    <a:pt x="1867" y="0"/>
                  </a:moveTo>
                  <a:cubicBezTo>
                    <a:pt x="629" y="0"/>
                    <a:pt x="0" y="1705"/>
                    <a:pt x="0" y="1705"/>
                  </a:cubicBezTo>
                  <a:lnTo>
                    <a:pt x="3649" y="1639"/>
                  </a:lnTo>
                  <a:cubicBezTo>
                    <a:pt x="3649" y="1639"/>
                    <a:pt x="3101" y="0"/>
                    <a:pt x="18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8" name="Google Shape;2338;p43"/>
            <p:cNvSpPr/>
            <p:nvPr/>
          </p:nvSpPr>
          <p:spPr>
            <a:xfrm>
              <a:off x="1954682" y="2723859"/>
              <a:ext cx="105073" cy="85282"/>
            </a:xfrm>
            <a:custGeom>
              <a:avLst/>
              <a:gdLst/>
              <a:ahLst/>
              <a:cxnLst/>
              <a:rect l="l" t="t" r="r" b="b"/>
              <a:pathLst>
                <a:path w="3727" h="3025" extrusionOk="0">
                  <a:moveTo>
                    <a:pt x="513" y="1"/>
                  </a:moveTo>
                  <a:cubicBezTo>
                    <a:pt x="224" y="1"/>
                    <a:pt x="0" y="228"/>
                    <a:pt x="0" y="518"/>
                  </a:cubicBezTo>
                  <a:lnTo>
                    <a:pt x="0" y="2508"/>
                  </a:lnTo>
                  <a:cubicBezTo>
                    <a:pt x="0" y="2797"/>
                    <a:pt x="224" y="3025"/>
                    <a:pt x="513" y="3025"/>
                  </a:cubicBezTo>
                  <a:lnTo>
                    <a:pt x="3213" y="3025"/>
                  </a:lnTo>
                  <a:cubicBezTo>
                    <a:pt x="3502" y="3025"/>
                    <a:pt x="3726" y="2797"/>
                    <a:pt x="3726" y="2508"/>
                  </a:cubicBezTo>
                  <a:lnTo>
                    <a:pt x="3726" y="518"/>
                  </a:lnTo>
                  <a:cubicBezTo>
                    <a:pt x="3726" y="228"/>
                    <a:pt x="3502" y="1"/>
                    <a:pt x="3213" y="1"/>
                  </a:cubicBezTo>
                  <a:close/>
                </a:path>
              </a:pathLst>
            </a:custGeom>
            <a:solidFill>
              <a:schemeClr val="accent6">
                <a:alpha val="31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9" name="Google Shape;2339;p43"/>
            <p:cNvSpPr/>
            <p:nvPr/>
          </p:nvSpPr>
          <p:spPr>
            <a:xfrm>
              <a:off x="1954682" y="2831724"/>
              <a:ext cx="105073" cy="85170"/>
            </a:xfrm>
            <a:custGeom>
              <a:avLst/>
              <a:gdLst/>
              <a:ahLst/>
              <a:cxnLst/>
              <a:rect l="l" t="t" r="r" b="b"/>
              <a:pathLst>
                <a:path w="3727" h="3021" extrusionOk="0">
                  <a:moveTo>
                    <a:pt x="513" y="1"/>
                  </a:moveTo>
                  <a:cubicBezTo>
                    <a:pt x="224" y="1"/>
                    <a:pt x="0" y="225"/>
                    <a:pt x="0" y="514"/>
                  </a:cubicBezTo>
                  <a:lnTo>
                    <a:pt x="0" y="2508"/>
                  </a:lnTo>
                  <a:cubicBezTo>
                    <a:pt x="0" y="2782"/>
                    <a:pt x="224" y="3021"/>
                    <a:pt x="513" y="3021"/>
                  </a:cubicBezTo>
                  <a:lnTo>
                    <a:pt x="3213" y="3021"/>
                  </a:lnTo>
                  <a:cubicBezTo>
                    <a:pt x="3502" y="3021"/>
                    <a:pt x="3726" y="2782"/>
                    <a:pt x="3726" y="2508"/>
                  </a:cubicBezTo>
                  <a:lnTo>
                    <a:pt x="3726" y="514"/>
                  </a:lnTo>
                  <a:cubicBezTo>
                    <a:pt x="3726" y="225"/>
                    <a:pt x="3502" y="1"/>
                    <a:pt x="3213" y="1"/>
                  </a:cubicBezTo>
                  <a:close/>
                </a:path>
              </a:pathLst>
            </a:custGeom>
            <a:solidFill>
              <a:schemeClr val="accent6">
                <a:alpha val="31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0" name="Google Shape;2340;p43"/>
            <p:cNvSpPr/>
            <p:nvPr/>
          </p:nvSpPr>
          <p:spPr>
            <a:xfrm>
              <a:off x="2009488" y="2821434"/>
              <a:ext cx="55257" cy="28221"/>
            </a:xfrm>
            <a:custGeom>
              <a:avLst/>
              <a:gdLst/>
              <a:ahLst/>
              <a:cxnLst/>
              <a:rect l="l" t="t" r="r" b="b"/>
              <a:pathLst>
                <a:path w="1960" h="1001" extrusionOk="0">
                  <a:moveTo>
                    <a:pt x="1279" y="1"/>
                  </a:moveTo>
                  <a:cubicBezTo>
                    <a:pt x="357" y="1"/>
                    <a:pt x="0" y="879"/>
                    <a:pt x="0" y="879"/>
                  </a:cubicBezTo>
                  <a:cubicBezTo>
                    <a:pt x="0" y="879"/>
                    <a:pt x="267" y="1000"/>
                    <a:pt x="625" y="1000"/>
                  </a:cubicBezTo>
                  <a:cubicBezTo>
                    <a:pt x="1038" y="1000"/>
                    <a:pt x="1573" y="839"/>
                    <a:pt x="1960" y="142"/>
                  </a:cubicBezTo>
                  <a:cubicBezTo>
                    <a:pt x="1705" y="42"/>
                    <a:pt x="1479" y="1"/>
                    <a:pt x="127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1" name="Google Shape;2341;p43"/>
            <p:cNvSpPr/>
            <p:nvPr/>
          </p:nvSpPr>
          <p:spPr>
            <a:xfrm>
              <a:off x="2007205" y="2828595"/>
              <a:ext cx="44939" cy="19904"/>
            </a:xfrm>
            <a:custGeom>
              <a:avLst/>
              <a:gdLst/>
              <a:ahLst/>
              <a:cxnLst/>
              <a:rect l="l" t="t" r="r" b="b"/>
              <a:pathLst>
                <a:path w="1594" h="706" extrusionOk="0">
                  <a:moveTo>
                    <a:pt x="1477" y="0"/>
                  </a:moveTo>
                  <a:lnTo>
                    <a:pt x="50" y="563"/>
                  </a:lnTo>
                  <a:cubicBezTo>
                    <a:pt x="16" y="579"/>
                    <a:pt x="0" y="609"/>
                    <a:pt x="16" y="660"/>
                  </a:cubicBezTo>
                  <a:cubicBezTo>
                    <a:pt x="16" y="690"/>
                    <a:pt x="50" y="706"/>
                    <a:pt x="81" y="706"/>
                  </a:cubicBezTo>
                  <a:cubicBezTo>
                    <a:pt x="97" y="706"/>
                    <a:pt x="97" y="706"/>
                    <a:pt x="112" y="690"/>
                  </a:cubicBezTo>
                  <a:lnTo>
                    <a:pt x="1528" y="143"/>
                  </a:lnTo>
                  <a:cubicBezTo>
                    <a:pt x="1574" y="127"/>
                    <a:pt x="1593" y="96"/>
                    <a:pt x="1574" y="46"/>
                  </a:cubicBezTo>
                  <a:cubicBezTo>
                    <a:pt x="1558" y="15"/>
                    <a:pt x="1528" y="0"/>
                    <a:pt x="14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2" name="Google Shape;2342;p43"/>
            <p:cNvSpPr/>
            <p:nvPr/>
          </p:nvSpPr>
          <p:spPr>
            <a:xfrm>
              <a:off x="1950114" y="2824873"/>
              <a:ext cx="52551" cy="53115"/>
            </a:xfrm>
            <a:custGeom>
              <a:avLst/>
              <a:gdLst/>
              <a:ahLst/>
              <a:cxnLst/>
              <a:rect l="l" t="t" r="r" b="b"/>
              <a:pathLst>
                <a:path w="1864" h="1884" extrusionOk="0">
                  <a:moveTo>
                    <a:pt x="0" y="1"/>
                  </a:moveTo>
                  <a:lnTo>
                    <a:pt x="0" y="1"/>
                  </a:lnTo>
                  <a:cubicBezTo>
                    <a:pt x="76" y="1826"/>
                    <a:pt x="1632" y="1883"/>
                    <a:pt x="1828" y="1883"/>
                  </a:cubicBezTo>
                  <a:cubicBezTo>
                    <a:pt x="1841" y="1883"/>
                    <a:pt x="1848" y="1883"/>
                    <a:pt x="1848" y="1883"/>
                  </a:cubicBezTo>
                  <a:cubicBezTo>
                    <a:pt x="1848" y="1883"/>
                    <a:pt x="1863" y="163"/>
                    <a:pt x="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3" name="Google Shape;2343;p43"/>
            <p:cNvSpPr/>
            <p:nvPr/>
          </p:nvSpPr>
          <p:spPr>
            <a:xfrm>
              <a:off x="2004047" y="2774211"/>
              <a:ext cx="33070" cy="33944"/>
            </a:xfrm>
            <a:custGeom>
              <a:avLst/>
              <a:gdLst/>
              <a:ahLst/>
              <a:cxnLst/>
              <a:rect l="l" t="t" r="r" b="b"/>
              <a:pathLst>
                <a:path w="1173" h="1204" extrusionOk="0">
                  <a:moveTo>
                    <a:pt x="995" y="0"/>
                  </a:moveTo>
                  <a:cubicBezTo>
                    <a:pt x="0" y="290"/>
                    <a:pt x="259" y="1204"/>
                    <a:pt x="259" y="1204"/>
                  </a:cubicBezTo>
                  <a:cubicBezTo>
                    <a:pt x="259" y="1204"/>
                    <a:pt x="1173" y="996"/>
                    <a:pt x="99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4" name="Google Shape;2344;p43"/>
            <p:cNvSpPr/>
            <p:nvPr/>
          </p:nvSpPr>
          <p:spPr>
            <a:xfrm>
              <a:off x="1961420" y="2837391"/>
              <a:ext cx="43078" cy="42881"/>
            </a:xfrm>
            <a:custGeom>
              <a:avLst/>
              <a:gdLst/>
              <a:ahLst/>
              <a:cxnLst/>
              <a:rect l="l" t="t" r="r" b="b"/>
              <a:pathLst>
                <a:path w="1528" h="1521" extrusionOk="0">
                  <a:moveTo>
                    <a:pt x="90" y="0"/>
                  </a:moveTo>
                  <a:cubicBezTo>
                    <a:pt x="70" y="0"/>
                    <a:pt x="51" y="8"/>
                    <a:pt x="35" y="24"/>
                  </a:cubicBezTo>
                  <a:cubicBezTo>
                    <a:pt x="0" y="58"/>
                    <a:pt x="0" y="105"/>
                    <a:pt x="35" y="120"/>
                  </a:cubicBezTo>
                  <a:lnTo>
                    <a:pt x="1400" y="1485"/>
                  </a:lnTo>
                  <a:cubicBezTo>
                    <a:pt x="1416" y="1505"/>
                    <a:pt x="1431" y="1520"/>
                    <a:pt x="1447" y="1520"/>
                  </a:cubicBezTo>
                  <a:cubicBezTo>
                    <a:pt x="1462" y="1520"/>
                    <a:pt x="1481" y="1505"/>
                    <a:pt x="1497" y="1485"/>
                  </a:cubicBezTo>
                  <a:cubicBezTo>
                    <a:pt x="1528" y="1470"/>
                    <a:pt x="1528" y="1424"/>
                    <a:pt x="1497" y="1389"/>
                  </a:cubicBezTo>
                  <a:lnTo>
                    <a:pt x="147" y="24"/>
                  </a:lnTo>
                  <a:cubicBezTo>
                    <a:pt x="130" y="8"/>
                    <a:pt x="109" y="0"/>
                    <a:pt x="9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5" name="Google Shape;2345;p43"/>
            <p:cNvSpPr/>
            <p:nvPr/>
          </p:nvSpPr>
          <p:spPr>
            <a:xfrm>
              <a:off x="1989584" y="2761637"/>
              <a:ext cx="37552" cy="140370"/>
            </a:xfrm>
            <a:custGeom>
              <a:avLst/>
              <a:gdLst/>
              <a:ahLst/>
              <a:cxnLst/>
              <a:rect l="l" t="t" r="r" b="b"/>
              <a:pathLst>
                <a:path w="1332" h="4979" extrusionOk="0">
                  <a:moveTo>
                    <a:pt x="77" y="1"/>
                  </a:moveTo>
                  <a:cubicBezTo>
                    <a:pt x="60" y="1"/>
                    <a:pt x="44" y="4"/>
                    <a:pt x="31" y="11"/>
                  </a:cubicBezTo>
                  <a:cubicBezTo>
                    <a:pt x="0" y="45"/>
                    <a:pt x="0" y="92"/>
                    <a:pt x="31" y="123"/>
                  </a:cubicBezTo>
                  <a:cubicBezTo>
                    <a:pt x="1331" y="1523"/>
                    <a:pt x="209" y="4847"/>
                    <a:pt x="193" y="4882"/>
                  </a:cubicBezTo>
                  <a:cubicBezTo>
                    <a:pt x="174" y="4913"/>
                    <a:pt x="193" y="4963"/>
                    <a:pt x="240" y="4979"/>
                  </a:cubicBezTo>
                  <a:lnTo>
                    <a:pt x="255" y="4979"/>
                  </a:lnTo>
                  <a:cubicBezTo>
                    <a:pt x="290" y="4979"/>
                    <a:pt x="320" y="4963"/>
                    <a:pt x="336" y="4928"/>
                  </a:cubicBezTo>
                  <a:cubicBezTo>
                    <a:pt x="336" y="4913"/>
                    <a:pt x="625" y="4061"/>
                    <a:pt x="752" y="3035"/>
                  </a:cubicBezTo>
                  <a:cubicBezTo>
                    <a:pt x="914" y="1650"/>
                    <a:pt x="706" y="639"/>
                    <a:pt x="143" y="26"/>
                  </a:cubicBezTo>
                  <a:cubicBezTo>
                    <a:pt x="125" y="8"/>
                    <a:pt x="100" y="1"/>
                    <a:pt x="7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6" name="Google Shape;2346;p43"/>
            <p:cNvSpPr/>
            <p:nvPr/>
          </p:nvSpPr>
          <p:spPr>
            <a:xfrm>
              <a:off x="1965536" y="2738152"/>
              <a:ext cx="55285" cy="45193"/>
            </a:xfrm>
            <a:custGeom>
              <a:avLst/>
              <a:gdLst/>
              <a:ahLst/>
              <a:cxnLst/>
              <a:rect l="l" t="t" r="r" b="b"/>
              <a:pathLst>
                <a:path w="1961" h="1603" extrusionOk="0">
                  <a:moveTo>
                    <a:pt x="1472" y="1"/>
                  </a:moveTo>
                  <a:cubicBezTo>
                    <a:pt x="1191" y="1"/>
                    <a:pt x="915" y="443"/>
                    <a:pt x="915" y="443"/>
                  </a:cubicBezTo>
                  <a:cubicBezTo>
                    <a:pt x="915" y="443"/>
                    <a:pt x="631" y="317"/>
                    <a:pt x="387" y="317"/>
                  </a:cubicBezTo>
                  <a:cubicBezTo>
                    <a:pt x="221" y="317"/>
                    <a:pt x="74" y="375"/>
                    <a:pt x="47" y="570"/>
                  </a:cubicBezTo>
                  <a:cubicBezTo>
                    <a:pt x="1" y="956"/>
                    <a:pt x="757" y="1391"/>
                    <a:pt x="1108" y="1584"/>
                  </a:cubicBezTo>
                  <a:cubicBezTo>
                    <a:pt x="1138" y="1597"/>
                    <a:pt x="1170" y="1602"/>
                    <a:pt x="1202" y="1602"/>
                  </a:cubicBezTo>
                  <a:cubicBezTo>
                    <a:pt x="1291" y="1602"/>
                    <a:pt x="1379" y="1559"/>
                    <a:pt x="1413" y="1488"/>
                  </a:cubicBezTo>
                  <a:cubicBezTo>
                    <a:pt x="1605" y="1148"/>
                    <a:pt x="1960" y="443"/>
                    <a:pt x="1702" y="122"/>
                  </a:cubicBezTo>
                  <a:cubicBezTo>
                    <a:pt x="1629" y="35"/>
                    <a:pt x="1550" y="1"/>
                    <a:pt x="14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7" name="Google Shape;2347;p43"/>
            <p:cNvSpPr/>
            <p:nvPr/>
          </p:nvSpPr>
          <p:spPr>
            <a:xfrm>
              <a:off x="1979378" y="2740267"/>
              <a:ext cx="23992" cy="21229"/>
            </a:xfrm>
            <a:custGeom>
              <a:avLst/>
              <a:gdLst/>
              <a:ahLst/>
              <a:cxnLst/>
              <a:rect l="l" t="t" r="r" b="b"/>
              <a:pathLst>
                <a:path w="851" h="753" extrusionOk="0">
                  <a:moveTo>
                    <a:pt x="423" y="1"/>
                  </a:moveTo>
                  <a:cubicBezTo>
                    <a:pt x="199" y="1"/>
                    <a:pt x="0" y="201"/>
                    <a:pt x="54" y="479"/>
                  </a:cubicBezTo>
                  <a:cubicBezTo>
                    <a:pt x="73" y="530"/>
                    <a:pt x="104" y="591"/>
                    <a:pt x="135" y="626"/>
                  </a:cubicBezTo>
                  <a:cubicBezTo>
                    <a:pt x="223" y="714"/>
                    <a:pt x="326" y="753"/>
                    <a:pt x="424" y="753"/>
                  </a:cubicBezTo>
                  <a:cubicBezTo>
                    <a:pt x="649" y="753"/>
                    <a:pt x="851" y="550"/>
                    <a:pt x="794" y="271"/>
                  </a:cubicBezTo>
                  <a:cubicBezTo>
                    <a:pt x="779" y="225"/>
                    <a:pt x="763" y="159"/>
                    <a:pt x="713" y="128"/>
                  </a:cubicBezTo>
                  <a:cubicBezTo>
                    <a:pt x="625" y="40"/>
                    <a:pt x="521" y="1"/>
                    <a:pt x="42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8" name="Google Shape;2348;p43"/>
            <p:cNvSpPr/>
            <p:nvPr/>
          </p:nvSpPr>
          <p:spPr>
            <a:xfrm>
              <a:off x="1944222" y="2894707"/>
              <a:ext cx="114208" cy="48068"/>
            </a:xfrm>
            <a:custGeom>
              <a:avLst/>
              <a:gdLst/>
              <a:ahLst/>
              <a:cxnLst/>
              <a:rect l="l" t="t" r="r" b="b"/>
              <a:pathLst>
                <a:path w="4051" h="1705" extrusionOk="0">
                  <a:moveTo>
                    <a:pt x="1976" y="0"/>
                  </a:moveTo>
                  <a:cubicBezTo>
                    <a:pt x="610" y="0"/>
                    <a:pt x="1" y="1639"/>
                    <a:pt x="1" y="1639"/>
                  </a:cubicBezTo>
                  <a:lnTo>
                    <a:pt x="4051" y="1705"/>
                  </a:lnTo>
                  <a:cubicBezTo>
                    <a:pt x="4051" y="1705"/>
                    <a:pt x="3345" y="0"/>
                    <a:pt x="19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9" name="Google Shape;2349;p43"/>
            <p:cNvSpPr/>
            <p:nvPr/>
          </p:nvSpPr>
          <p:spPr>
            <a:xfrm>
              <a:off x="1650200" y="2980384"/>
              <a:ext cx="108767" cy="66562"/>
            </a:xfrm>
            <a:custGeom>
              <a:avLst/>
              <a:gdLst/>
              <a:ahLst/>
              <a:cxnLst/>
              <a:rect l="l" t="t" r="r" b="b"/>
              <a:pathLst>
                <a:path w="3858" h="2361" extrusionOk="0">
                  <a:moveTo>
                    <a:pt x="1" y="0"/>
                  </a:moveTo>
                  <a:lnTo>
                    <a:pt x="97" y="641"/>
                  </a:lnTo>
                  <a:lnTo>
                    <a:pt x="321" y="2041"/>
                  </a:lnTo>
                  <a:cubicBezTo>
                    <a:pt x="352" y="2234"/>
                    <a:pt x="514" y="2361"/>
                    <a:pt x="691" y="2361"/>
                  </a:cubicBezTo>
                  <a:lnTo>
                    <a:pt x="3167" y="2361"/>
                  </a:lnTo>
                  <a:cubicBezTo>
                    <a:pt x="3360" y="2361"/>
                    <a:pt x="3518" y="2234"/>
                    <a:pt x="3534" y="2041"/>
                  </a:cubicBezTo>
                  <a:lnTo>
                    <a:pt x="3761" y="641"/>
                  </a:lnTo>
                  <a:lnTo>
                    <a:pt x="385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0" name="Google Shape;2350;p43"/>
            <p:cNvSpPr/>
            <p:nvPr/>
          </p:nvSpPr>
          <p:spPr>
            <a:xfrm>
              <a:off x="1798297" y="2980384"/>
              <a:ext cx="108767" cy="66562"/>
            </a:xfrm>
            <a:custGeom>
              <a:avLst/>
              <a:gdLst/>
              <a:ahLst/>
              <a:cxnLst/>
              <a:rect l="l" t="t" r="r" b="b"/>
              <a:pathLst>
                <a:path w="3858" h="2361" extrusionOk="0">
                  <a:moveTo>
                    <a:pt x="1" y="0"/>
                  </a:moveTo>
                  <a:lnTo>
                    <a:pt x="97" y="641"/>
                  </a:lnTo>
                  <a:lnTo>
                    <a:pt x="325" y="2041"/>
                  </a:lnTo>
                  <a:cubicBezTo>
                    <a:pt x="356" y="2234"/>
                    <a:pt x="518" y="2361"/>
                    <a:pt x="691" y="2361"/>
                  </a:cubicBezTo>
                  <a:lnTo>
                    <a:pt x="3167" y="2361"/>
                  </a:lnTo>
                  <a:cubicBezTo>
                    <a:pt x="3360" y="2361"/>
                    <a:pt x="3507" y="2234"/>
                    <a:pt x="3538" y="2041"/>
                  </a:cubicBezTo>
                  <a:lnTo>
                    <a:pt x="3761" y="641"/>
                  </a:lnTo>
                  <a:lnTo>
                    <a:pt x="385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1" name="Google Shape;2351;p43"/>
            <p:cNvSpPr/>
            <p:nvPr/>
          </p:nvSpPr>
          <p:spPr>
            <a:xfrm>
              <a:off x="1946506" y="2980384"/>
              <a:ext cx="108795" cy="66562"/>
            </a:xfrm>
            <a:custGeom>
              <a:avLst/>
              <a:gdLst/>
              <a:ahLst/>
              <a:cxnLst/>
              <a:rect l="l" t="t" r="r" b="b"/>
              <a:pathLst>
                <a:path w="3859" h="2361" extrusionOk="0">
                  <a:moveTo>
                    <a:pt x="1" y="0"/>
                  </a:moveTo>
                  <a:lnTo>
                    <a:pt x="97" y="641"/>
                  </a:lnTo>
                  <a:lnTo>
                    <a:pt x="321" y="2041"/>
                  </a:lnTo>
                  <a:cubicBezTo>
                    <a:pt x="352" y="2234"/>
                    <a:pt x="514" y="2361"/>
                    <a:pt x="691" y="2361"/>
                  </a:cubicBezTo>
                  <a:lnTo>
                    <a:pt x="3168" y="2361"/>
                  </a:lnTo>
                  <a:cubicBezTo>
                    <a:pt x="3360" y="2361"/>
                    <a:pt x="3503" y="2234"/>
                    <a:pt x="3534" y="2041"/>
                  </a:cubicBezTo>
                  <a:lnTo>
                    <a:pt x="3762" y="641"/>
                  </a:lnTo>
                  <a:lnTo>
                    <a:pt x="385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2" name="Google Shape;2352;p43"/>
            <p:cNvSpPr/>
            <p:nvPr/>
          </p:nvSpPr>
          <p:spPr>
            <a:xfrm>
              <a:off x="1650200" y="2980384"/>
              <a:ext cx="108767" cy="18071"/>
            </a:xfrm>
            <a:custGeom>
              <a:avLst/>
              <a:gdLst/>
              <a:ahLst/>
              <a:cxnLst/>
              <a:rect l="l" t="t" r="r" b="b"/>
              <a:pathLst>
                <a:path w="3858" h="641" extrusionOk="0">
                  <a:moveTo>
                    <a:pt x="1" y="0"/>
                  </a:moveTo>
                  <a:lnTo>
                    <a:pt x="97" y="641"/>
                  </a:lnTo>
                  <a:lnTo>
                    <a:pt x="3761" y="641"/>
                  </a:lnTo>
                  <a:lnTo>
                    <a:pt x="3858" y="0"/>
                  </a:lnTo>
                  <a:close/>
                </a:path>
              </a:pathLst>
            </a:custGeom>
            <a:solidFill>
              <a:srgbClr val="E998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3" name="Google Shape;2353;p43"/>
            <p:cNvSpPr/>
            <p:nvPr/>
          </p:nvSpPr>
          <p:spPr>
            <a:xfrm>
              <a:off x="1798297" y="2980384"/>
              <a:ext cx="108767" cy="18071"/>
            </a:xfrm>
            <a:custGeom>
              <a:avLst/>
              <a:gdLst/>
              <a:ahLst/>
              <a:cxnLst/>
              <a:rect l="l" t="t" r="r" b="b"/>
              <a:pathLst>
                <a:path w="3858" h="641" extrusionOk="0">
                  <a:moveTo>
                    <a:pt x="1" y="0"/>
                  </a:moveTo>
                  <a:lnTo>
                    <a:pt x="97" y="641"/>
                  </a:lnTo>
                  <a:lnTo>
                    <a:pt x="3761" y="641"/>
                  </a:lnTo>
                  <a:lnTo>
                    <a:pt x="3858" y="0"/>
                  </a:lnTo>
                  <a:close/>
                </a:path>
              </a:pathLst>
            </a:custGeom>
            <a:solidFill>
              <a:srgbClr val="E998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4" name="Google Shape;2354;p43"/>
            <p:cNvSpPr/>
            <p:nvPr/>
          </p:nvSpPr>
          <p:spPr>
            <a:xfrm>
              <a:off x="1946506" y="2980384"/>
              <a:ext cx="108795" cy="18071"/>
            </a:xfrm>
            <a:custGeom>
              <a:avLst/>
              <a:gdLst/>
              <a:ahLst/>
              <a:cxnLst/>
              <a:rect l="l" t="t" r="r" b="b"/>
              <a:pathLst>
                <a:path w="3859" h="641" extrusionOk="0">
                  <a:moveTo>
                    <a:pt x="1" y="0"/>
                  </a:moveTo>
                  <a:lnTo>
                    <a:pt x="97" y="641"/>
                  </a:lnTo>
                  <a:lnTo>
                    <a:pt x="3762" y="641"/>
                  </a:lnTo>
                  <a:lnTo>
                    <a:pt x="3858" y="0"/>
                  </a:lnTo>
                  <a:close/>
                </a:path>
              </a:pathLst>
            </a:custGeom>
            <a:solidFill>
              <a:srgbClr val="E998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5" name="Google Shape;2355;p43"/>
            <p:cNvSpPr/>
            <p:nvPr/>
          </p:nvSpPr>
          <p:spPr>
            <a:xfrm>
              <a:off x="1591700" y="2931893"/>
              <a:ext cx="522407" cy="53960"/>
            </a:xfrm>
            <a:custGeom>
              <a:avLst/>
              <a:gdLst/>
              <a:ahLst/>
              <a:cxnLst/>
              <a:rect l="l" t="t" r="r" b="b"/>
              <a:pathLst>
                <a:path w="18530" h="1914" extrusionOk="0">
                  <a:moveTo>
                    <a:pt x="949" y="0"/>
                  </a:moveTo>
                  <a:cubicBezTo>
                    <a:pt x="421" y="0"/>
                    <a:pt x="0" y="432"/>
                    <a:pt x="0" y="964"/>
                  </a:cubicBezTo>
                  <a:cubicBezTo>
                    <a:pt x="0" y="1493"/>
                    <a:pt x="421" y="1913"/>
                    <a:pt x="949" y="1913"/>
                  </a:cubicBezTo>
                  <a:lnTo>
                    <a:pt x="17565" y="1913"/>
                  </a:lnTo>
                  <a:cubicBezTo>
                    <a:pt x="18098" y="1913"/>
                    <a:pt x="18530" y="1493"/>
                    <a:pt x="18530" y="964"/>
                  </a:cubicBezTo>
                  <a:cubicBezTo>
                    <a:pt x="18530" y="432"/>
                    <a:pt x="18098" y="0"/>
                    <a:pt x="1756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56" name="Google Shape;2356;p43"/>
          <p:cNvGrpSpPr/>
          <p:nvPr/>
        </p:nvGrpSpPr>
        <p:grpSpPr>
          <a:xfrm>
            <a:off x="447258" y="3488932"/>
            <a:ext cx="691800" cy="1358147"/>
            <a:chOff x="415133" y="2174439"/>
            <a:chExt cx="444430" cy="872509"/>
          </a:xfrm>
        </p:grpSpPr>
        <p:sp>
          <p:nvSpPr>
            <p:cNvPr id="2357" name="Google Shape;2357;p43"/>
            <p:cNvSpPr/>
            <p:nvPr/>
          </p:nvSpPr>
          <p:spPr>
            <a:xfrm>
              <a:off x="623026" y="2441508"/>
              <a:ext cx="104651" cy="181362"/>
            </a:xfrm>
            <a:custGeom>
              <a:avLst/>
              <a:gdLst/>
              <a:ahLst/>
              <a:cxnLst/>
              <a:rect l="l" t="t" r="r" b="b"/>
              <a:pathLst>
                <a:path w="3712" h="6433" extrusionOk="0">
                  <a:moveTo>
                    <a:pt x="3530" y="1"/>
                  </a:moveTo>
                  <a:cubicBezTo>
                    <a:pt x="3521" y="1"/>
                    <a:pt x="3512" y="1"/>
                    <a:pt x="3503" y="3"/>
                  </a:cubicBezTo>
                  <a:cubicBezTo>
                    <a:pt x="1945" y="99"/>
                    <a:pt x="869" y="1210"/>
                    <a:pt x="371" y="3250"/>
                  </a:cubicBezTo>
                  <a:cubicBezTo>
                    <a:pt x="1" y="4747"/>
                    <a:pt x="82" y="6193"/>
                    <a:pt x="97" y="6255"/>
                  </a:cubicBezTo>
                  <a:cubicBezTo>
                    <a:pt x="97" y="6351"/>
                    <a:pt x="178" y="6432"/>
                    <a:pt x="275" y="6432"/>
                  </a:cubicBezTo>
                  <a:lnTo>
                    <a:pt x="290" y="6432"/>
                  </a:lnTo>
                  <a:cubicBezTo>
                    <a:pt x="387" y="6417"/>
                    <a:pt x="468" y="6336"/>
                    <a:pt x="468" y="6240"/>
                  </a:cubicBezTo>
                  <a:cubicBezTo>
                    <a:pt x="468" y="6174"/>
                    <a:pt x="178" y="566"/>
                    <a:pt x="3538" y="373"/>
                  </a:cubicBezTo>
                  <a:cubicBezTo>
                    <a:pt x="3634" y="373"/>
                    <a:pt x="3711" y="277"/>
                    <a:pt x="3711" y="180"/>
                  </a:cubicBezTo>
                  <a:cubicBezTo>
                    <a:pt x="3697" y="78"/>
                    <a:pt x="3628" y="1"/>
                    <a:pt x="353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8" name="Google Shape;2358;p43"/>
            <p:cNvSpPr/>
            <p:nvPr/>
          </p:nvSpPr>
          <p:spPr>
            <a:xfrm>
              <a:off x="484825" y="2501841"/>
              <a:ext cx="92020" cy="110599"/>
            </a:xfrm>
            <a:custGeom>
              <a:avLst/>
              <a:gdLst/>
              <a:ahLst/>
              <a:cxnLst/>
              <a:rect l="l" t="t" r="r" b="b"/>
              <a:pathLst>
                <a:path w="3264" h="3923" extrusionOk="0">
                  <a:moveTo>
                    <a:pt x="192" y="1"/>
                  </a:moveTo>
                  <a:cubicBezTo>
                    <a:pt x="97" y="1"/>
                    <a:pt x="30" y="75"/>
                    <a:pt x="16" y="162"/>
                  </a:cubicBezTo>
                  <a:cubicBezTo>
                    <a:pt x="1" y="258"/>
                    <a:pt x="82" y="354"/>
                    <a:pt x="193" y="370"/>
                  </a:cubicBezTo>
                  <a:cubicBezTo>
                    <a:pt x="1304" y="466"/>
                    <a:pt x="2091" y="1045"/>
                    <a:pt x="2492" y="2106"/>
                  </a:cubicBezTo>
                  <a:cubicBezTo>
                    <a:pt x="2797" y="2912"/>
                    <a:pt x="2766" y="3714"/>
                    <a:pt x="2766" y="3714"/>
                  </a:cubicBezTo>
                  <a:cubicBezTo>
                    <a:pt x="2766" y="3826"/>
                    <a:pt x="2847" y="3907"/>
                    <a:pt x="2944" y="3922"/>
                  </a:cubicBezTo>
                  <a:lnTo>
                    <a:pt x="2959" y="3922"/>
                  </a:lnTo>
                  <a:cubicBezTo>
                    <a:pt x="3055" y="3922"/>
                    <a:pt x="3136" y="3841"/>
                    <a:pt x="3136" y="3745"/>
                  </a:cubicBezTo>
                  <a:cubicBezTo>
                    <a:pt x="3136" y="3698"/>
                    <a:pt x="3264" y="258"/>
                    <a:pt x="224" y="3"/>
                  </a:cubicBezTo>
                  <a:cubicBezTo>
                    <a:pt x="213" y="1"/>
                    <a:pt x="202" y="1"/>
                    <a:pt x="19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9" name="Google Shape;2359;p43"/>
            <p:cNvSpPr/>
            <p:nvPr/>
          </p:nvSpPr>
          <p:spPr>
            <a:xfrm>
              <a:off x="504306" y="2354618"/>
              <a:ext cx="106032" cy="283250"/>
            </a:xfrm>
            <a:custGeom>
              <a:avLst/>
              <a:gdLst/>
              <a:ahLst/>
              <a:cxnLst/>
              <a:rect l="l" t="t" r="r" b="b"/>
              <a:pathLst>
                <a:path w="3761" h="10047" extrusionOk="0">
                  <a:moveTo>
                    <a:pt x="210" y="0"/>
                  </a:moveTo>
                  <a:cubicBezTo>
                    <a:pt x="162" y="0"/>
                    <a:pt x="114" y="16"/>
                    <a:pt x="81" y="49"/>
                  </a:cubicBezTo>
                  <a:cubicBezTo>
                    <a:pt x="0" y="130"/>
                    <a:pt x="0" y="242"/>
                    <a:pt x="81" y="323"/>
                  </a:cubicBezTo>
                  <a:cubicBezTo>
                    <a:pt x="2137" y="2313"/>
                    <a:pt x="2862" y="4790"/>
                    <a:pt x="3101" y="6525"/>
                  </a:cubicBezTo>
                  <a:cubicBezTo>
                    <a:pt x="3375" y="8388"/>
                    <a:pt x="3167" y="9819"/>
                    <a:pt x="3167" y="9819"/>
                  </a:cubicBezTo>
                  <a:cubicBezTo>
                    <a:pt x="3136" y="9931"/>
                    <a:pt x="3217" y="10027"/>
                    <a:pt x="3313" y="10047"/>
                  </a:cubicBezTo>
                  <a:lnTo>
                    <a:pt x="3344" y="10047"/>
                  </a:lnTo>
                  <a:cubicBezTo>
                    <a:pt x="3441" y="10047"/>
                    <a:pt x="3522" y="9981"/>
                    <a:pt x="3522" y="9885"/>
                  </a:cubicBezTo>
                  <a:cubicBezTo>
                    <a:pt x="3537" y="9819"/>
                    <a:pt x="3761" y="8407"/>
                    <a:pt x="3487" y="6479"/>
                  </a:cubicBezTo>
                  <a:cubicBezTo>
                    <a:pt x="3232" y="4693"/>
                    <a:pt x="2476" y="2140"/>
                    <a:pt x="339" y="49"/>
                  </a:cubicBezTo>
                  <a:cubicBezTo>
                    <a:pt x="307" y="16"/>
                    <a:pt x="258" y="0"/>
                    <a:pt x="21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0" name="Google Shape;2360;p43"/>
            <p:cNvSpPr/>
            <p:nvPr/>
          </p:nvSpPr>
          <p:spPr>
            <a:xfrm>
              <a:off x="485276" y="2592931"/>
              <a:ext cx="231517" cy="56695"/>
            </a:xfrm>
            <a:custGeom>
              <a:avLst/>
              <a:gdLst/>
              <a:ahLst/>
              <a:cxnLst/>
              <a:rect l="l" t="t" r="r" b="b"/>
              <a:pathLst>
                <a:path w="8212" h="2011" extrusionOk="0">
                  <a:moveTo>
                    <a:pt x="3954" y="1"/>
                  </a:moveTo>
                  <a:cubicBezTo>
                    <a:pt x="2669" y="1"/>
                    <a:pt x="1593" y="595"/>
                    <a:pt x="883" y="1112"/>
                  </a:cubicBezTo>
                  <a:cubicBezTo>
                    <a:pt x="324" y="1528"/>
                    <a:pt x="0" y="1914"/>
                    <a:pt x="0" y="1914"/>
                  </a:cubicBezTo>
                  <a:lnTo>
                    <a:pt x="8212" y="2010"/>
                  </a:lnTo>
                  <a:cubicBezTo>
                    <a:pt x="8212" y="2010"/>
                    <a:pt x="7633" y="1416"/>
                    <a:pt x="6734" y="869"/>
                  </a:cubicBezTo>
                  <a:cubicBezTo>
                    <a:pt x="5978" y="417"/>
                    <a:pt x="4999" y="1"/>
                    <a:pt x="39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1" name="Google Shape;2361;p43"/>
            <p:cNvSpPr/>
            <p:nvPr/>
          </p:nvSpPr>
          <p:spPr>
            <a:xfrm>
              <a:off x="491140" y="2617403"/>
              <a:ext cx="215757" cy="23202"/>
            </a:xfrm>
            <a:custGeom>
              <a:avLst/>
              <a:gdLst/>
              <a:ahLst/>
              <a:cxnLst/>
              <a:rect l="l" t="t" r="r" b="b"/>
              <a:pathLst>
                <a:path w="7653" h="823" extrusionOk="0">
                  <a:moveTo>
                    <a:pt x="6526" y="1"/>
                  </a:moveTo>
                  <a:cubicBezTo>
                    <a:pt x="5547" y="417"/>
                    <a:pt x="4455" y="548"/>
                    <a:pt x="3456" y="548"/>
                  </a:cubicBezTo>
                  <a:cubicBezTo>
                    <a:pt x="2268" y="548"/>
                    <a:pt x="1238" y="355"/>
                    <a:pt x="675" y="244"/>
                  </a:cubicBezTo>
                  <a:cubicBezTo>
                    <a:pt x="386" y="467"/>
                    <a:pt x="162" y="660"/>
                    <a:pt x="0" y="822"/>
                  </a:cubicBezTo>
                  <a:lnTo>
                    <a:pt x="7653" y="822"/>
                  </a:lnTo>
                  <a:cubicBezTo>
                    <a:pt x="7394" y="595"/>
                    <a:pt x="7009" y="290"/>
                    <a:pt x="652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2" name="Google Shape;2362;p43"/>
            <p:cNvSpPr/>
            <p:nvPr/>
          </p:nvSpPr>
          <p:spPr>
            <a:xfrm>
              <a:off x="475381" y="2640577"/>
              <a:ext cx="384179" cy="387337"/>
            </a:xfrm>
            <a:custGeom>
              <a:avLst/>
              <a:gdLst/>
              <a:ahLst/>
              <a:cxnLst/>
              <a:rect l="l" t="t" r="r" b="b"/>
              <a:pathLst>
                <a:path w="13627" h="13739" extrusionOk="0">
                  <a:moveTo>
                    <a:pt x="0" y="0"/>
                  </a:moveTo>
                  <a:lnTo>
                    <a:pt x="513" y="7938"/>
                  </a:lnTo>
                  <a:lnTo>
                    <a:pt x="594" y="9095"/>
                  </a:lnTo>
                  <a:lnTo>
                    <a:pt x="706" y="10734"/>
                  </a:lnTo>
                  <a:lnTo>
                    <a:pt x="752" y="11521"/>
                  </a:lnTo>
                  <a:lnTo>
                    <a:pt x="752" y="13739"/>
                  </a:lnTo>
                  <a:lnTo>
                    <a:pt x="13627" y="13739"/>
                  </a:lnTo>
                  <a:cubicBezTo>
                    <a:pt x="13627" y="13739"/>
                    <a:pt x="13627" y="13481"/>
                    <a:pt x="13577" y="13095"/>
                  </a:cubicBezTo>
                  <a:cubicBezTo>
                    <a:pt x="13500" y="12470"/>
                    <a:pt x="13288" y="11537"/>
                    <a:pt x="12775" y="11054"/>
                  </a:cubicBezTo>
                  <a:cubicBezTo>
                    <a:pt x="12277" y="10572"/>
                    <a:pt x="10268" y="9720"/>
                    <a:pt x="8983" y="9111"/>
                  </a:cubicBezTo>
                  <a:cubicBezTo>
                    <a:pt x="8613" y="8949"/>
                    <a:pt x="8389" y="8582"/>
                    <a:pt x="8420" y="8177"/>
                  </a:cubicBezTo>
                  <a:lnTo>
                    <a:pt x="8532" y="6345"/>
                  </a:lnTo>
                  <a:lnTo>
                    <a:pt x="8597" y="5446"/>
                  </a:lnTo>
                  <a:lnTo>
                    <a:pt x="8678" y="4320"/>
                  </a:lnTo>
                  <a:lnTo>
                    <a:pt x="8725" y="3406"/>
                  </a:lnTo>
                  <a:lnTo>
                    <a:pt x="894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3" name="Google Shape;2363;p43"/>
            <p:cNvSpPr/>
            <p:nvPr/>
          </p:nvSpPr>
          <p:spPr>
            <a:xfrm>
              <a:off x="604870" y="2736573"/>
              <a:ext cx="116491" cy="25824"/>
            </a:xfrm>
            <a:custGeom>
              <a:avLst/>
              <a:gdLst/>
              <a:ahLst/>
              <a:cxnLst/>
              <a:rect l="l" t="t" r="r" b="b"/>
              <a:pathLst>
                <a:path w="4132" h="916" extrusionOk="0">
                  <a:moveTo>
                    <a:pt x="452" y="1"/>
                  </a:moveTo>
                  <a:cubicBezTo>
                    <a:pt x="325" y="1"/>
                    <a:pt x="209" y="67"/>
                    <a:pt x="132" y="144"/>
                  </a:cubicBezTo>
                  <a:cubicBezTo>
                    <a:pt x="51" y="225"/>
                    <a:pt x="1" y="337"/>
                    <a:pt x="1" y="468"/>
                  </a:cubicBezTo>
                  <a:cubicBezTo>
                    <a:pt x="1" y="707"/>
                    <a:pt x="209" y="915"/>
                    <a:pt x="452" y="915"/>
                  </a:cubicBezTo>
                  <a:lnTo>
                    <a:pt x="4085" y="915"/>
                  </a:lnTo>
                  <a:lnTo>
                    <a:pt x="413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4" name="Google Shape;2364;p43"/>
            <p:cNvSpPr/>
            <p:nvPr/>
          </p:nvSpPr>
          <p:spPr>
            <a:xfrm>
              <a:off x="604870" y="2794115"/>
              <a:ext cx="112911" cy="25373"/>
            </a:xfrm>
            <a:custGeom>
              <a:avLst/>
              <a:gdLst/>
              <a:ahLst/>
              <a:cxnLst/>
              <a:rect l="l" t="t" r="r" b="b"/>
              <a:pathLst>
                <a:path w="4005" h="900" extrusionOk="0">
                  <a:moveTo>
                    <a:pt x="452" y="0"/>
                  </a:moveTo>
                  <a:cubicBezTo>
                    <a:pt x="325" y="0"/>
                    <a:pt x="209" y="50"/>
                    <a:pt x="132" y="128"/>
                  </a:cubicBezTo>
                  <a:cubicBezTo>
                    <a:pt x="51" y="209"/>
                    <a:pt x="1" y="320"/>
                    <a:pt x="1" y="452"/>
                  </a:cubicBezTo>
                  <a:cubicBezTo>
                    <a:pt x="1" y="706"/>
                    <a:pt x="209" y="899"/>
                    <a:pt x="452" y="899"/>
                  </a:cubicBezTo>
                  <a:lnTo>
                    <a:pt x="3939" y="899"/>
                  </a:lnTo>
                  <a:lnTo>
                    <a:pt x="400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5" name="Google Shape;2365;p43"/>
            <p:cNvSpPr/>
            <p:nvPr/>
          </p:nvSpPr>
          <p:spPr>
            <a:xfrm>
              <a:off x="496582" y="3027917"/>
              <a:ext cx="112009" cy="19030"/>
            </a:xfrm>
            <a:custGeom>
              <a:avLst/>
              <a:gdLst/>
              <a:ahLst/>
              <a:cxnLst/>
              <a:rect l="l" t="t" r="r" b="b"/>
              <a:pathLst>
                <a:path w="3973" h="675" extrusionOk="0">
                  <a:moveTo>
                    <a:pt x="0" y="0"/>
                  </a:moveTo>
                  <a:cubicBezTo>
                    <a:pt x="0" y="370"/>
                    <a:pt x="309" y="675"/>
                    <a:pt x="675" y="675"/>
                  </a:cubicBezTo>
                  <a:lnTo>
                    <a:pt x="3298" y="675"/>
                  </a:lnTo>
                  <a:cubicBezTo>
                    <a:pt x="3664" y="675"/>
                    <a:pt x="3973" y="370"/>
                    <a:pt x="397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6" name="Google Shape;2366;p43"/>
            <p:cNvSpPr/>
            <p:nvPr/>
          </p:nvSpPr>
          <p:spPr>
            <a:xfrm>
              <a:off x="629792" y="3027917"/>
              <a:ext cx="229769" cy="19030"/>
            </a:xfrm>
            <a:custGeom>
              <a:avLst/>
              <a:gdLst/>
              <a:ahLst/>
              <a:cxnLst/>
              <a:rect l="l" t="t" r="r" b="b"/>
              <a:pathLst>
                <a:path w="8150" h="675" extrusionOk="0">
                  <a:moveTo>
                    <a:pt x="0" y="0"/>
                  </a:moveTo>
                  <a:cubicBezTo>
                    <a:pt x="0" y="370"/>
                    <a:pt x="309" y="675"/>
                    <a:pt x="675" y="675"/>
                  </a:cubicBezTo>
                  <a:lnTo>
                    <a:pt x="7475" y="675"/>
                  </a:lnTo>
                  <a:cubicBezTo>
                    <a:pt x="7845" y="675"/>
                    <a:pt x="8150" y="370"/>
                    <a:pt x="81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7" name="Google Shape;2367;p43"/>
            <p:cNvSpPr/>
            <p:nvPr/>
          </p:nvSpPr>
          <p:spPr>
            <a:xfrm>
              <a:off x="438617" y="2640577"/>
              <a:ext cx="315812" cy="75415"/>
            </a:xfrm>
            <a:custGeom>
              <a:avLst/>
              <a:gdLst/>
              <a:ahLst/>
              <a:cxnLst/>
              <a:rect l="l" t="t" r="r" b="b"/>
              <a:pathLst>
                <a:path w="11202" h="2675" extrusionOk="0">
                  <a:moveTo>
                    <a:pt x="1304" y="0"/>
                  </a:moveTo>
                  <a:cubicBezTo>
                    <a:pt x="1304" y="0"/>
                    <a:pt x="0" y="2264"/>
                    <a:pt x="355" y="2507"/>
                  </a:cubicBezTo>
                  <a:cubicBezTo>
                    <a:pt x="519" y="2606"/>
                    <a:pt x="948" y="2675"/>
                    <a:pt x="1456" y="2675"/>
                  </a:cubicBezTo>
                  <a:cubicBezTo>
                    <a:pt x="2094" y="2675"/>
                    <a:pt x="2856" y="2567"/>
                    <a:pt x="3375" y="2280"/>
                  </a:cubicBezTo>
                  <a:cubicBezTo>
                    <a:pt x="4309" y="1767"/>
                    <a:pt x="4629" y="594"/>
                    <a:pt x="4629" y="594"/>
                  </a:cubicBezTo>
                  <a:cubicBezTo>
                    <a:pt x="4629" y="594"/>
                    <a:pt x="5030" y="1412"/>
                    <a:pt x="5624" y="1605"/>
                  </a:cubicBezTo>
                  <a:cubicBezTo>
                    <a:pt x="5950" y="1710"/>
                    <a:pt x="7351" y="1768"/>
                    <a:pt x="8619" y="1768"/>
                  </a:cubicBezTo>
                  <a:cubicBezTo>
                    <a:pt x="9679" y="1768"/>
                    <a:pt x="10647" y="1727"/>
                    <a:pt x="10816" y="1639"/>
                  </a:cubicBezTo>
                  <a:cubicBezTo>
                    <a:pt x="11201" y="1447"/>
                    <a:pt x="10252" y="0"/>
                    <a:pt x="1025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8" name="Google Shape;2368;p43"/>
            <p:cNvSpPr/>
            <p:nvPr/>
          </p:nvSpPr>
          <p:spPr>
            <a:xfrm>
              <a:off x="858125" y="3009733"/>
              <a:ext cx="1438" cy="18184"/>
            </a:xfrm>
            <a:custGeom>
              <a:avLst/>
              <a:gdLst/>
              <a:ahLst/>
              <a:cxnLst/>
              <a:rect l="l" t="t" r="r" b="b"/>
              <a:pathLst>
                <a:path w="51" h="645" extrusionOk="0">
                  <a:moveTo>
                    <a:pt x="1" y="1"/>
                  </a:moveTo>
                  <a:cubicBezTo>
                    <a:pt x="51" y="387"/>
                    <a:pt x="51" y="645"/>
                    <a:pt x="51" y="645"/>
                  </a:cubicBezTo>
                  <a:cubicBezTo>
                    <a:pt x="51" y="645"/>
                    <a:pt x="51" y="371"/>
                    <a:pt x="1" y="1"/>
                  </a:cubicBezTo>
                  <a:close/>
                </a:path>
              </a:pathLst>
            </a:custGeom>
            <a:solidFill>
              <a:srgbClr val="D0D6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9" name="Google Shape;2369;p43"/>
            <p:cNvSpPr/>
            <p:nvPr/>
          </p:nvSpPr>
          <p:spPr>
            <a:xfrm>
              <a:off x="495257" y="2943198"/>
              <a:ext cx="364303" cy="84718"/>
            </a:xfrm>
            <a:custGeom>
              <a:avLst/>
              <a:gdLst/>
              <a:ahLst/>
              <a:cxnLst/>
              <a:rect l="l" t="t" r="r" b="b"/>
              <a:pathLst>
                <a:path w="12922" h="3005" extrusionOk="0">
                  <a:moveTo>
                    <a:pt x="1" y="0"/>
                  </a:moveTo>
                  <a:lnTo>
                    <a:pt x="47" y="787"/>
                  </a:lnTo>
                  <a:lnTo>
                    <a:pt x="47" y="3005"/>
                  </a:lnTo>
                  <a:lnTo>
                    <a:pt x="12922" y="3005"/>
                  </a:lnTo>
                  <a:cubicBezTo>
                    <a:pt x="12922" y="3005"/>
                    <a:pt x="12922" y="2731"/>
                    <a:pt x="12872" y="2361"/>
                  </a:cubicBezTo>
                  <a:cubicBezTo>
                    <a:pt x="11830" y="2457"/>
                    <a:pt x="10847" y="2507"/>
                    <a:pt x="9933" y="2507"/>
                  </a:cubicBezTo>
                  <a:cubicBezTo>
                    <a:pt x="4599" y="2507"/>
                    <a:pt x="1285" y="965"/>
                    <a:pt x="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0" name="Google Shape;2370;p43"/>
            <p:cNvSpPr/>
            <p:nvPr/>
          </p:nvSpPr>
          <p:spPr>
            <a:xfrm>
              <a:off x="496582" y="3027917"/>
              <a:ext cx="112009" cy="0"/>
            </a:xfrm>
            <a:custGeom>
              <a:avLst/>
              <a:gdLst/>
              <a:ahLst/>
              <a:cxnLst/>
              <a:rect l="l" t="t" r="r" b="b"/>
              <a:pathLst>
                <a:path w="3973" extrusionOk="0">
                  <a:moveTo>
                    <a:pt x="1096" y="0"/>
                  </a:moveTo>
                  <a:lnTo>
                    <a:pt x="0" y="0"/>
                  </a:lnTo>
                  <a:lnTo>
                    <a:pt x="0" y="0"/>
                  </a:lnTo>
                  <a:lnTo>
                    <a:pt x="1096" y="0"/>
                  </a:lnTo>
                  <a:lnTo>
                    <a:pt x="1096" y="0"/>
                  </a:lnTo>
                  <a:close/>
                  <a:moveTo>
                    <a:pt x="3973" y="0"/>
                  </a:moveTo>
                  <a:lnTo>
                    <a:pt x="2928" y="0"/>
                  </a:lnTo>
                  <a:lnTo>
                    <a:pt x="2928" y="0"/>
                  </a:lnTo>
                  <a:lnTo>
                    <a:pt x="397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1" name="Google Shape;2371;p43"/>
            <p:cNvSpPr/>
            <p:nvPr/>
          </p:nvSpPr>
          <p:spPr>
            <a:xfrm>
              <a:off x="629792" y="3027917"/>
              <a:ext cx="229769" cy="0"/>
            </a:xfrm>
            <a:custGeom>
              <a:avLst/>
              <a:gdLst/>
              <a:ahLst/>
              <a:cxnLst/>
              <a:rect l="l" t="t" r="r" b="b"/>
              <a:pathLst>
                <a:path w="8150" extrusionOk="0">
                  <a:moveTo>
                    <a:pt x="1335" y="0"/>
                  </a:moveTo>
                  <a:lnTo>
                    <a:pt x="0" y="0"/>
                  </a:lnTo>
                  <a:lnTo>
                    <a:pt x="0" y="0"/>
                  </a:lnTo>
                  <a:lnTo>
                    <a:pt x="1335" y="0"/>
                  </a:lnTo>
                  <a:lnTo>
                    <a:pt x="1335" y="0"/>
                  </a:lnTo>
                  <a:close/>
                  <a:moveTo>
                    <a:pt x="5034" y="0"/>
                  </a:moveTo>
                  <a:lnTo>
                    <a:pt x="3182" y="0"/>
                  </a:lnTo>
                  <a:lnTo>
                    <a:pt x="3182" y="0"/>
                  </a:lnTo>
                  <a:lnTo>
                    <a:pt x="5034" y="0"/>
                  </a:lnTo>
                  <a:lnTo>
                    <a:pt x="5034" y="0"/>
                  </a:lnTo>
                  <a:close/>
                  <a:moveTo>
                    <a:pt x="8150" y="0"/>
                  </a:moveTo>
                  <a:lnTo>
                    <a:pt x="6881" y="0"/>
                  </a:lnTo>
                  <a:lnTo>
                    <a:pt x="6881" y="0"/>
                  </a:lnTo>
                  <a:lnTo>
                    <a:pt x="815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2" name="Google Shape;2372;p43"/>
            <p:cNvSpPr/>
            <p:nvPr/>
          </p:nvSpPr>
          <p:spPr>
            <a:xfrm>
              <a:off x="592691" y="2724845"/>
              <a:ext cx="145868" cy="25796"/>
            </a:xfrm>
            <a:custGeom>
              <a:avLst/>
              <a:gdLst/>
              <a:ahLst/>
              <a:cxnLst/>
              <a:rect l="l" t="t" r="r" b="b"/>
              <a:pathLst>
                <a:path w="5174" h="915" extrusionOk="0">
                  <a:moveTo>
                    <a:pt x="468" y="0"/>
                  </a:moveTo>
                  <a:cubicBezTo>
                    <a:pt x="209" y="0"/>
                    <a:pt x="1" y="209"/>
                    <a:pt x="1" y="463"/>
                  </a:cubicBezTo>
                  <a:cubicBezTo>
                    <a:pt x="1" y="706"/>
                    <a:pt x="209" y="915"/>
                    <a:pt x="468" y="915"/>
                  </a:cubicBezTo>
                  <a:lnTo>
                    <a:pt x="4726" y="915"/>
                  </a:lnTo>
                  <a:cubicBezTo>
                    <a:pt x="4980" y="915"/>
                    <a:pt x="5173" y="706"/>
                    <a:pt x="5173" y="463"/>
                  </a:cubicBezTo>
                  <a:cubicBezTo>
                    <a:pt x="5173" y="209"/>
                    <a:pt x="4980" y="0"/>
                    <a:pt x="472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3" name="Google Shape;2373;p43"/>
            <p:cNvSpPr/>
            <p:nvPr/>
          </p:nvSpPr>
          <p:spPr>
            <a:xfrm>
              <a:off x="592691" y="2782358"/>
              <a:ext cx="145868" cy="25796"/>
            </a:xfrm>
            <a:custGeom>
              <a:avLst/>
              <a:gdLst/>
              <a:ahLst/>
              <a:cxnLst/>
              <a:rect l="l" t="t" r="r" b="b"/>
              <a:pathLst>
                <a:path w="5174" h="915" extrusionOk="0">
                  <a:moveTo>
                    <a:pt x="468" y="1"/>
                  </a:moveTo>
                  <a:cubicBezTo>
                    <a:pt x="209" y="1"/>
                    <a:pt x="1" y="209"/>
                    <a:pt x="1" y="448"/>
                  </a:cubicBezTo>
                  <a:cubicBezTo>
                    <a:pt x="1" y="707"/>
                    <a:pt x="209" y="915"/>
                    <a:pt x="468" y="915"/>
                  </a:cubicBezTo>
                  <a:lnTo>
                    <a:pt x="4726" y="915"/>
                  </a:lnTo>
                  <a:cubicBezTo>
                    <a:pt x="4980" y="915"/>
                    <a:pt x="5173" y="707"/>
                    <a:pt x="5173" y="448"/>
                  </a:cubicBezTo>
                  <a:cubicBezTo>
                    <a:pt x="5173" y="209"/>
                    <a:pt x="4980" y="1"/>
                    <a:pt x="472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4" name="Google Shape;2374;p43"/>
            <p:cNvSpPr/>
            <p:nvPr/>
          </p:nvSpPr>
          <p:spPr>
            <a:xfrm>
              <a:off x="489844" y="2864343"/>
              <a:ext cx="48068" cy="32675"/>
            </a:xfrm>
            <a:custGeom>
              <a:avLst/>
              <a:gdLst/>
              <a:ahLst/>
              <a:cxnLst/>
              <a:rect l="l" t="t" r="r" b="b"/>
              <a:pathLst>
                <a:path w="1705" h="1159" extrusionOk="0">
                  <a:moveTo>
                    <a:pt x="0" y="1"/>
                  </a:moveTo>
                  <a:lnTo>
                    <a:pt x="81" y="1158"/>
                  </a:lnTo>
                  <a:lnTo>
                    <a:pt x="1126" y="1158"/>
                  </a:lnTo>
                  <a:cubicBezTo>
                    <a:pt x="1284" y="1158"/>
                    <a:pt x="1431" y="1093"/>
                    <a:pt x="1543" y="996"/>
                  </a:cubicBezTo>
                  <a:cubicBezTo>
                    <a:pt x="1639" y="884"/>
                    <a:pt x="1705" y="742"/>
                    <a:pt x="1705" y="580"/>
                  </a:cubicBezTo>
                  <a:cubicBezTo>
                    <a:pt x="1705" y="259"/>
                    <a:pt x="1446" y="1"/>
                    <a:pt x="112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5" name="Google Shape;2375;p43"/>
            <p:cNvSpPr/>
            <p:nvPr/>
          </p:nvSpPr>
          <p:spPr>
            <a:xfrm>
              <a:off x="498132" y="2737814"/>
              <a:ext cx="64420" cy="51846"/>
            </a:xfrm>
            <a:custGeom>
              <a:avLst/>
              <a:gdLst/>
              <a:ahLst/>
              <a:cxnLst/>
              <a:rect l="l" t="t" r="r" b="b"/>
              <a:pathLst>
                <a:path w="2285" h="1839" extrusionOk="0">
                  <a:moveTo>
                    <a:pt x="1138" y="0"/>
                  </a:moveTo>
                  <a:cubicBezTo>
                    <a:pt x="997" y="0"/>
                    <a:pt x="849" y="31"/>
                    <a:pt x="701" y="100"/>
                  </a:cubicBezTo>
                  <a:cubicBezTo>
                    <a:pt x="543" y="181"/>
                    <a:pt x="412" y="312"/>
                    <a:pt x="331" y="470"/>
                  </a:cubicBezTo>
                  <a:cubicBezTo>
                    <a:pt x="1" y="1171"/>
                    <a:pt x="498" y="1838"/>
                    <a:pt x="1149" y="1838"/>
                  </a:cubicBezTo>
                  <a:cubicBezTo>
                    <a:pt x="1289" y="1838"/>
                    <a:pt x="1437" y="1807"/>
                    <a:pt x="1584" y="1739"/>
                  </a:cubicBezTo>
                  <a:cubicBezTo>
                    <a:pt x="1746" y="1662"/>
                    <a:pt x="1874" y="1531"/>
                    <a:pt x="1955" y="1353"/>
                  </a:cubicBezTo>
                  <a:cubicBezTo>
                    <a:pt x="2285" y="668"/>
                    <a:pt x="1790" y="0"/>
                    <a:pt x="11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6" name="Google Shape;2376;p43"/>
            <p:cNvSpPr/>
            <p:nvPr/>
          </p:nvSpPr>
          <p:spPr>
            <a:xfrm>
              <a:off x="512454" y="2749317"/>
              <a:ext cx="35804" cy="28954"/>
            </a:xfrm>
            <a:custGeom>
              <a:avLst/>
              <a:gdLst/>
              <a:ahLst/>
              <a:cxnLst/>
              <a:rect l="l" t="t" r="r" b="b"/>
              <a:pathLst>
                <a:path w="1270" h="1027" extrusionOk="0">
                  <a:moveTo>
                    <a:pt x="644" y="0"/>
                  </a:moveTo>
                  <a:cubicBezTo>
                    <a:pt x="563" y="0"/>
                    <a:pt x="467" y="16"/>
                    <a:pt x="386" y="62"/>
                  </a:cubicBezTo>
                  <a:cubicBezTo>
                    <a:pt x="305" y="97"/>
                    <a:pt x="228" y="174"/>
                    <a:pt x="178" y="255"/>
                  </a:cubicBezTo>
                  <a:cubicBezTo>
                    <a:pt x="0" y="640"/>
                    <a:pt x="274" y="1026"/>
                    <a:pt x="644" y="1026"/>
                  </a:cubicBezTo>
                  <a:cubicBezTo>
                    <a:pt x="725" y="1026"/>
                    <a:pt x="806" y="1011"/>
                    <a:pt x="884" y="964"/>
                  </a:cubicBezTo>
                  <a:cubicBezTo>
                    <a:pt x="980" y="930"/>
                    <a:pt x="1046" y="849"/>
                    <a:pt x="1096" y="752"/>
                  </a:cubicBezTo>
                  <a:cubicBezTo>
                    <a:pt x="1269" y="386"/>
                    <a:pt x="999" y="0"/>
                    <a:pt x="6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7" name="Google Shape;2377;p43"/>
            <p:cNvSpPr/>
            <p:nvPr/>
          </p:nvSpPr>
          <p:spPr>
            <a:xfrm>
              <a:off x="527453" y="3027917"/>
              <a:ext cx="51677" cy="19030"/>
            </a:xfrm>
            <a:custGeom>
              <a:avLst/>
              <a:gdLst/>
              <a:ahLst/>
              <a:cxnLst/>
              <a:rect l="l" t="t" r="r" b="b"/>
              <a:pathLst>
                <a:path w="1833" h="675" extrusionOk="0">
                  <a:moveTo>
                    <a:pt x="1" y="0"/>
                  </a:moveTo>
                  <a:lnTo>
                    <a:pt x="1" y="675"/>
                  </a:lnTo>
                  <a:lnTo>
                    <a:pt x="1833" y="675"/>
                  </a:lnTo>
                  <a:lnTo>
                    <a:pt x="18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8" name="Google Shape;2378;p43"/>
            <p:cNvSpPr/>
            <p:nvPr/>
          </p:nvSpPr>
          <p:spPr>
            <a:xfrm>
              <a:off x="527453" y="3027917"/>
              <a:ext cx="51677" cy="0"/>
            </a:xfrm>
            <a:custGeom>
              <a:avLst/>
              <a:gdLst/>
              <a:ahLst/>
              <a:cxnLst/>
              <a:rect l="l" t="t" r="r" b="b"/>
              <a:pathLst>
                <a:path w="1833" extrusionOk="0">
                  <a:moveTo>
                    <a:pt x="1833" y="0"/>
                  </a:moveTo>
                  <a:lnTo>
                    <a:pt x="1" y="0"/>
                  </a:lnTo>
                  <a:lnTo>
                    <a:pt x="1" y="0"/>
                  </a:lnTo>
                  <a:close/>
                </a:path>
              </a:pathLst>
            </a:custGeom>
            <a:solidFill>
              <a:srgbClr val="4976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9" name="Google Shape;2379;p43"/>
            <p:cNvSpPr/>
            <p:nvPr/>
          </p:nvSpPr>
          <p:spPr>
            <a:xfrm>
              <a:off x="527453" y="3027917"/>
              <a:ext cx="51677" cy="0"/>
            </a:xfrm>
            <a:custGeom>
              <a:avLst/>
              <a:gdLst/>
              <a:ahLst/>
              <a:cxnLst/>
              <a:rect l="l" t="t" r="r" b="b"/>
              <a:pathLst>
                <a:path w="1833" extrusionOk="0">
                  <a:moveTo>
                    <a:pt x="1833" y="0"/>
                  </a:moveTo>
                  <a:lnTo>
                    <a:pt x="1" y="0"/>
                  </a:lnTo>
                  <a:lnTo>
                    <a:pt x="1" y="0"/>
                  </a:lnTo>
                  <a:close/>
                </a:path>
              </a:pathLst>
            </a:custGeom>
            <a:solidFill>
              <a:srgbClr val="0C22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0" name="Google Shape;2380;p43"/>
            <p:cNvSpPr/>
            <p:nvPr/>
          </p:nvSpPr>
          <p:spPr>
            <a:xfrm>
              <a:off x="667401" y="3027917"/>
              <a:ext cx="52128" cy="19030"/>
            </a:xfrm>
            <a:custGeom>
              <a:avLst/>
              <a:gdLst/>
              <a:ahLst/>
              <a:cxnLst/>
              <a:rect l="l" t="t" r="r" b="b"/>
              <a:pathLst>
                <a:path w="1849" h="675" extrusionOk="0">
                  <a:moveTo>
                    <a:pt x="1" y="0"/>
                  </a:moveTo>
                  <a:lnTo>
                    <a:pt x="1" y="675"/>
                  </a:lnTo>
                  <a:lnTo>
                    <a:pt x="1848" y="675"/>
                  </a:lnTo>
                  <a:lnTo>
                    <a:pt x="184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1" name="Google Shape;2381;p43"/>
            <p:cNvSpPr/>
            <p:nvPr/>
          </p:nvSpPr>
          <p:spPr>
            <a:xfrm>
              <a:off x="667401" y="3027917"/>
              <a:ext cx="52128" cy="0"/>
            </a:xfrm>
            <a:custGeom>
              <a:avLst/>
              <a:gdLst/>
              <a:ahLst/>
              <a:cxnLst/>
              <a:rect l="l" t="t" r="r" b="b"/>
              <a:pathLst>
                <a:path w="1849" extrusionOk="0">
                  <a:moveTo>
                    <a:pt x="1848" y="0"/>
                  </a:moveTo>
                  <a:lnTo>
                    <a:pt x="1" y="0"/>
                  </a:lnTo>
                  <a:lnTo>
                    <a:pt x="1" y="0"/>
                  </a:lnTo>
                  <a:close/>
                </a:path>
              </a:pathLst>
            </a:custGeom>
            <a:solidFill>
              <a:srgbClr val="4976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2" name="Google Shape;2382;p43"/>
            <p:cNvSpPr/>
            <p:nvPr/>
          </p:nvSpPr>
          <p:spPr>
            <a:xfrm>
              <a:off x="667401" y="3027917"/>
              <a:ext cx="52128" cy="0"/>
            </a:xfrm>
            <a:custGeom>
              <a:avLst/>
              <a:gdLst/>
              <a:ahLst/>
              <a:cxnLst/>
              <a:rect l="l" t="t" r="r" b="b"/>
              <a:pathLst>
                <a:path w="1849" extrusionOk="0">
                  <a:moveTo>
                    <a:pt x="1848" y="0"/>
                  </a:moveTo>
                  <a:lnTo>
                    <a:pt x="1" y="0"/>
                  </a:lnTo>
                  <a:lnTo>
                    <a:pt x="1" y="0"/>
                  </a:lnTo>
                  <a:close/>
                </a:path>
              </a:pathLst>
            </a:custGeom>
            <a:solidFill>
              <a:srgbClr val="0C22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3" name="Google Shape;2383;p43"/>
            <p:cNvSpPr/>
            <p:nvPr/>
          </p:nvSpPr>
          <p:spPr>
            <a:xfrm>
              <a:off x="771686" y="3027917"/>
              <a:ext cx="52128" cy="19030"/>
            </a:xfrm>
            <a:custGeom>
              <a:avLst/>
              <a:gdLst/>
              <a:ahLst/>
              <a:cxnLst/>
              <a:rect l="l" t="t" r="r" b="b"/>
              <a:pathLst>
                <a:path w="1849" h="675" extrusionOk="0">
                  <a:moveTo>
                    <a:pt x="1" y="0"/>
                  </a:moveTo>
                  <a:lnTo>
                    <a:pt x="1" y="675"/>
                  </a:lnTo>
                  <a:lnTo>
                    <a:pt x="1848" y="675"/>
                  </a:lnTo>
                  <a:lnTo>
                    <a:pt x="184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4" name="Google Shape;2384;p43"/>
            <p:cNvSpPr/>
            <p:nvPr/>
          </p:nvSpPr>
          <p:spPr>
            <a:xfrm>
              <a:off x="771686" y="3027917"/>
              <a:ext cx="52128" cy="0"/>
            </a:xfrm>
            <a:custGeom>
              <a:avLst/>
              <a:gdLst/>
              <a:ahLst/>
              <a:cxnLst/>
              <a:rect l="l" t="t" r="r" b="b"/>
              <a:pathLst>
                <a:path w="1849" extrusionOk="0">
                  <a:moveTo>
                    <a:pt x="1848" y="0"/>
                  </a:moveTo>
                  <a:lnTo>
                    <a:pt x="1" y="0"/>
                  </a:lnTo>
                  <a:lnTo>
                    <a:pt x="1" y="0"/>
                  </a:lnTo>
                  <a:close/>
                </a:path>
              </a:pathLst>
            </a:custGeom>
            <a:solidFill>
              <a:srgbClr val="4976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5" name="Google Shape;2385;p43"/>
            <p:cNvSpPr/>
            <p:nvPr/>
          </p:nvSpPr>
          <p:spPr>
            <a:xfrm>
              <a:off x="771686" y="3027917"/>
              <a:ext cx="52128" cy="0"/>
            </a:xfrm>
            <a:custGeom>
              <a:avLst/>
              <a:gdLst/>
              <a:ahLst/>
              <a:cxnLst/>
              <a:rect l="l" t="t" r="r" b="b"/>
              <a:pathLst>
                <a:path w="1849" extrusionOk="0">
                  <a:moveTo>
                    <a:pt x="1848" y="0"/>
                  </a:moveTo>
                  <a:lnTo>
                    <a:pt x="1" y="0"/>
                  </a:lnTo>
                  <a:lnTo>
                    <a:pt x="1" y="0"/>
                  </a:lnTo>
                  <a:close/>
                </a:path>
              </a:pathLst>
            </a:custGeom>
            <a:solidFill>
              <a:srgbClr val="0C22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6" name="Google Shape;2386;p43"/>
            <p:cNvSpPr/>
            <p:nvPr/>
          </p:nvSpPr>
          <p:spPr>
            <a:xfrm>
              <a:off x="574986" y="2256451"/>
              <a:ext cx="100168" cy="239072"/>
            </a:xfrm>
            <a:custGeom>
              <a:avLst/>
              <a:gdLst/>
              <a:ahLst/>
              <a:cxnLst/>
              <a:rect l="l" t="t" r="r" b="b"/>
              <a:pathLst>
                <a:path w="3553" h="8480" extrusionOk="0">
                  <a:moveTo>
                    <a:pt x="3350" y="0"/>
                  </a:moveTo>
                  <a:cubicBezTo>
                    <a:pt x="3314" y="0"/>
                    <a:pt x="3279" y="10"/>
                    <a:pt x="3248" y="29"/>
                  </a:cubicBezTo>
                  <a:cubicBezTo>
                    <a:pt x="1736" y="1040"/>
                    <a:pt x="741" y="2791"/>
                    <a:pt x="355" y="5105"/>
                  </a:cubicBezTo>
                  <a:cubicBezTo>
                    <a:pt x="81" y="6841"/>
                    <a:pt x="243" y="8256"/>
                    <a:pt x="243" y="8322"/>
                  </a:cubicBezTo>
                  <a:cubicBezTo>
                    <a:pt x="259" y="8418"/>
                    <a:pt x="340" y="8480"/>
                    <a:pt x="436" y="8480"/>
                  </a:cubicBezTo>
                  <a:lnTo>
                    <a:pt x="451" y="8480"/>
                  </a:lnTo>
                  <a:cubicBezTo>
                    <a:pt x="548" y="8480"/>
                    <a:pt x="629" y="8383"/>
                    <a:pt x="613" y="8272"/>
                  </a:cubicBezTo>
                  <a:cubicBezTo>
                    <a:pt x="613" y="8225"/>
                    <a:pt x="0" y="2648"/>
                    <a:pt x="3456" y="334"/>
                  </a:cubicBezTo>
                  <a:cubicBezTo>
                    <a:pt x="3537" y="284"/>
                    <a:pt x="3552" y="172"/>
                    <a:pt x="3506" y="75"/>
                  </a:cubicBezTo>
                  <a:cubicBezTo>
                    <a:pt x="3466" y="25"/>
                    <a:pt x="3408" y="0"/>
                    <a:pt x="335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7" name="Google Shape;2387;p43"/>
            <p:cNvSpPr/>
            <p:nvPr/>
          </p:nvSpPr>
          <p:spPr>
            <a:xfrm>
              <a:off x="584120" y="2264345"/>
              <a:ext cx="67014" cy="28390"/>
            </a:xfrm>
            <a:custGeom>
              <a:avLst/>
              <a:gdLst/>
              <a:ahLst/>
              <a:cxnLst/>
              <a:rect l="l" t="t" r="r" b="b"/>
              <a:pathLst>
                <a:path w="2377" h="1007" extrusionOk="0">
                  <a:moveTo>
                    <a:pt x="1189" y="1"/>
                  </a:moveTo>
                  <a:cubicBezTo>
                    <a:pt x="485" y="1"/>
                    <a:pt x="0" y="486"/>
                    <a:pt x="0" y="486"/>
                  </a:cubicBezTo>
                  <a:cubicBezTo>
                    <a:pt x="0" y="486"/>
                    <a:pt x="478" y="1007"/>
                    <a:pt x="1182" y="1007"/>
                  </a:cubicBezTo>
                  <a:cubicBezTo>
                    <a:pt x="1534" y="1007"/>
                    <a:pt x="1943" y="877"/>
                    <a:pt x="2376" y="486"/>
                  </a:cubicBezTo>
                  <a:cubicBezTo>
                    <a:pt x="1948" y="122"/>
                    <a:pt x="1541" y="1"/>
                    <a:pt x="118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8" name="Google Shape;2388;p43"/>
            <p:cNvSpPr/>
            <p:nvPr/>
          </p:nvSpPr>
          <p:spPr>
            <a:xfrm>
              <a:off x="623900" y="2273029"/>
              <a:ext cx="63546" cy="66252"/>
            </a:xfrm>
            <a:custGeom>
              <a:avLst/>
              <a:gdLst/>
              <a:ahLst/>
              <a:cxnLst/>
              <a:rect l="l" t="t" r="r" b="b"/>
              <a:pathLst>
                <a:path w="2254" h="2350" extrusionOk="0">
                  <a:moveTo>
                    <a:pt x="869" y="0"/>
                  </a:moveTo>
                  <a:lnTo>
                    <a:pt x="869" y="0"/>
                  </a:lnTo>
                  <a:cubicBezTo>
                    <a:pt x="1" y="1447"/>
                    <a:pt x="1289" y="2349"/>
                    <a:pt x="1289" y="2349"/>
                  </a:cubicBezTo>
                  <a:cubicBezTo>
                    <a:pt x="1289" y="2349"/>
                    <a:pt x="2253" y="1080"/>
                    <a:pt x="86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9" name="Google Shape;2389;p43"/>
            <p:cNvSpPr/>
            <p:nvPr/>
          </p:nvSpPr>
          <p:spPr>
            <a:xfrm>
              <a:off x="483951" y="2426228"/>
              <a:ext cx="88778" cy="92894"/>
            </a:xfrm>
            <a:custGeom>
              <a:avLst/>
              <a:gdLst/>
              <a:ahLst/>
              <a:cxnLst/>
              <a:rect l="l" t="t" r="r" b="b"/>
              <a:pathLst>
                <a:path w="3149" h="3295" extrusionOk="0">
                  <a:moveTo>
                    <a:pt x="1544" y="1"/>
                  </a:moveTo>
                  <a:cubicBezTo>
                    <a:pt x="1544" y="1"/>
                    <a:pt x="1" y="1590"/>
                    <a:pt x="1736" y="3295"/>
                  </a:cubicBezTo>
                  <a:cubicBezTo>
                    <a:pt x="3148" y="1432"/>
                    <a:pt x="1544" y="1"/>
                    <a:pt x="15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0" name="Google Shape;2390;p43"/>
            <p:cNvSpPr/>
            <p:nvPr/>
          </p:nvSpPr>
          <p:spPr>
            <a:xfrm>
              <a:off x="525169" y="2457804"/>
              <a:ext cx="11784" cy="66337"/>
            </a:xfrm>
            <a:custGeom>
              <a:avLst/>
              <a:gdLst/>
              <a:ahLst/>
              <a:cxnLst/>
              <a:rect l="l" t="t" r="r" b="b"/>
              <a:pathLst>
                <a:path w="418" h="2353" extrusionOk="0">
                  <a:moveTo>
                    <a:pt x="136" y="0"/>
                  </a:moveTo>
                  <a:cubicBezTo>
                    <a:pt x="128" y="0"/>
                    <a:pt x="121" y="1"/>
                    <a:pt x="112" y="3"/>
                  </a:cubicBezTo>
                  <a:cubicBezTo>
                    <a:pt x="47" y="3"/>
                    <a:pt x="1" y="53"/>
                    <a:pt x="16" y="119"/>
                  </a:cubicBezTo>
                  <a:lnTo>
                    <a:pt x="193" y="2256"/>
                  </a:lnTo>
                  <a:cubicBezTo>
                    <a:pt x="193" y="2302"/>
                    <a:pt x="240" y="2352"/>
                    <a:pt x="305" y="2352"/>
                  </a:cubicBezTo>
                  <a:cubicBezTo>
                    <a:pt x="371" y="2352"/>
                    <a:pt x="417" y="2287"/>
                    <a:pt x="417" y="2240"/>
                  </a:cubicBezTo>
                  <a:lnTo>
                    <a:pt x="240" y="100"/>
                  </a:lnTo>
                  <a:cubicBezTo>
                    <a:pt x="226" y="46"/>
                    <a:pt x="189" y="0"/>
                    <a:pt x="1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1" name="Google Shape;2391;p43"/>
            <p:cNvSpPr/>
            <p:nvPr/>
          </p:nvSpPr>
          <p:spPr>
            <a:xfrm>
              <a:off x="644791" y="2492283"/>
              <a:ext cx="91569" cy="40372"/>
            </a:xfrm>
            <a:custGeom>
              <a:avLst/>
              <a:gdLst/>
              <a:ahLst/>
              <a:cxnLst/>
              <a:rect l="l" t="t" r="r" b="b"/>
              <a:pathLst>
                <a:path w="3248" h="1432" extrusionOk="0">
                  <a:moveTo>
                    <a:pt x="1839" y="0"/>
                  </a:moveTo>
                  <a:cubicBezTo>
                    <a:pt x="1279" y="0"/>
                    <a:pt x="621" y="227"/>
                    <a:pt x="0" y="998"/>
                  </a:cubicBezTo>
                  <a:cubicBezTo>
                    <a:pt x="520" y="1315"/>
                    <a:pt x="989" y="1432"/>
                    <a:pt x="1397" y="1432"/>
                  </a:cubicBezTo>
                  <a:cubicBezTo>
                    <a:pt x="2568" y="1432"/>
                    <a:pt x="3248" y="470"/>
                    <a:pt x="3248" y="470"/>
                  </a:cubicBezTo>
                  <a:cubicBezTo>
                    <a:pt x="3248" y="470"/>
                    <a:pt x="2644" y="0"/>
                    <a:pt x="183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2" name="Google Shape;2392;p43"/>
            <p:cNvSpPr/>
            <p:nvPr/>
          </p:nvSpPr>
          <p:spPr>
            <a:xfrm>
              <a:off x="639350" y="2507367"/>
              <a:ext cx="66140" cy="17649"/>
            </a:xfrm>
            <a:custGeom>
              <a:avLst/>
              <a:gdLst/>
              <a:ahLst/>
              <a:cxnLst/>
              <a:rect l="l" t="t" r="r" b="b"/>
              <a:pathLst>
                <a:path w="2346" h="626" extrusionOk="0">
                  <a:moveTo>
                    <a:pt x="2203" y="0"/>
                  </a:moveTo>
                  <a:lnTo>
                    <a:pt x="112" y="401"/>
                  </a:lnTo>
                  <a:cubicBezTo>
                    <a:pt x="47" y="417"/>
                    <a:pt x="0" y="482"/>
                    <a:pt x="16" y="529"/>
                  </a:cubicBezTo>
                  <a:cubicBezTo>
                    <a:pt x="31" y="594"/>
                    <a:pt x="81" y="625"/>
                    <a:pt x="128" y="625"/>
                  </a:cubicBezTo>
                  <a:lnTo>
                    <a:pt x="143" y="625"/>
                  </a:lnTo>
                  <a:lnTo>
                    <a:pt x="2249" y="224"/>
                  </a:lnTo>
                  <a:cubicBezTo>
                    <a:pt x="2315" y="209"/>
                    <a:pt x="2346" y="158"/>
                    <a:pt x="2330" y="97"/>
                  </a:cubicBezTo>
                  <a:cubicBezTo>
                    <a:pt x="2330" y="31"/>
                    <a:pt x="2265" y="0"/>
                    <a:pt x="22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3" name="Google Shape;2393;p43"/>
            <p:cNvSpPr/>
            <p:nvPr/>
          </p:nvSpPr>
          <p:spPr>
            <a:xfrm>
              <a:off x="434586" y="2464034"/>
              <a:ext cx="51677" cy="55060"/>
            </a:xfrm>
            <a:custGeom>
              <a:avLst/>
              <a:gdLst/>
              <a:ahLst/>
              <a:cxnLst/>
              <a:rect l="l" t="t" r="r" b="b"/>
              <a:pathLst>
                <a:path w="1833" h="1953" extrusionOk="0">
                  <a:moveTo>
                    <a:pt x="1130" y="0"/>
                  </a:moveTo>
                  <a:cubicBezTo>
                    <a:pt x="809" y="0"/>
                    <a:pt x="458" y="244"/>
                    <a:pt x="255" y="635"/>
                  </a:cubicBezTo>
                  <a:cubicBezTo>
                    <a:pt x="1" y="1152"/>
                    <a:pt x="78" y="1711"/>
                    <a:pt x="448" y="1888"/>
                  </a:cubicBezTo>
                  <a:cubicBezTo>
                    <a:pt x="532" y="1932"/>
                    <a:pt x="622" y="1953"/>
                    <a:pt x="715" y="1953"/>
                  </a:cubicBezTo>
                  <a:cubicBezTo>
                    <a:pt x="1031" y="1953"/>
                    <a:pt x="1374" y="1710"/>
                    <a:pt x="1574" y="1310"/>
                  </a:cubicBezTo>
                  <a:cubicBezTo>
                    <a:pt x="1833" y="812"/>
                    <a:pt x="1752" y="249"/>
                    <a:pt x="1382" y="56"/>
                  </a:cubicBezTo>
                  <a:cubicBezTo>
                    <a:pt x="1302" y="18"/>
                    <a:pt x="1217" y="0"/>
                    <a:pt x="11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4" name="Google Shape;2394;p43"/>
            <p:cNvSpPr/>
            <p:nvPr/>
          </p:nvSpPr>
          <p:spPr>
            <a:xfrm>
              <a:off x="437743" y="2455717"/>
              <a:ext cx="72455" cy="75753"/>
            </a:xfrm>
            <a:custGeom>
              <a:avLst/>
              <a:gdLst/>
              <a:ahLst/>
              <a:cxnLst/>
              <a:rect l="l" t="t" r="r" b="b"/>
              <a:pathLst>
                <a:path w="2570" h="2687" extrusionOk="0">
                  <a:moveTo>
                    <a:pt x="1204" y="0"/>
                  </a:moveTo>
                  <a:lnTo>
                    <a:pt x="1204" y="0"/>
                  </a:lnTo>
                  <a:cubicBezTo>
                    <a:pt x="1046" y="432"/>
                    <a:pt x="1239" y="737"/>
                    <a:pt x="1239" y="737"/>
                  </a:cubicBezTo>
                  <a:cubicBezTo>
                    <a:pt x="1239" y="737"/>
                    <a:pt x="1204" y="733"/>
                    <a:pt x="1147" y="733"/>
                  </a:cubicBezTo>
                  <a:cubicBezTo>
                    <a:pt x="972" y="733"/>
                    <a:pt x="590" y="769"/>
                    <a:pt x="433" y="1061"/>
                  </a:cubicBezTo>
                  <a:cubicBezTo>
                    <a:pt x="209" y="1447"/>
                    <a:pt x="641" y="1894"/>
                    <a:pt x="641" y="1894"/>
                  </a:cubicBezTo>
                  <a:cubicBezTo>
                    <a:pt x="641" y="1894"/>
                    <a:pt x="178" y="2087"/>
                    <a:pt x="1" y="2330"/>
                  </a:cubicBezTo>
                  <a:cubicBezTo>
                    <a:pt x="178" y="2550"/>
                    <a:pt x="527" y="2686"/>
                    <a:pt x="902" y="2686"/>
                  </a:cubicBezTo>
                  <a:cubicBezTo>
                    <a:pt x="1372" y="2686"/>
                    <a:pt x="1884" y="2472"/>
                    <a:pt x="2153" y="1944"/>
                  </a:cubicBezTo>
                  <a:cubicBezTo>
                    <a:pt x="2569" y="1107"/>
                    <a:pt x="1960" y="97"/>
                    <a:pt x="120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5" name="Google Shape;2395;p43"/>
            <p:cNvSpPr/>
            <p:nvPr/>
          </p:nvSpPr>
          <p:spPr>
            <a:xfrm>
              <a:off x="417727" y="2485038"/>
              <a:ext cx="18494" cy="13645"/>
            </a:xfrm>
            <a:custGeom>
              <a:avLst/>
              <a:gdLst/>
              <a:ahLst/>
              <a:cxnLst/>
              <a:rect l="l" t="t" r="r" b="b"/>
              <a:pathLst>
                <a:path w="656" h="484" extrusionOk="0">
                  <a:moveTo>
                    <a:pt x="328" y="1"/>
                  </a:moveTo>
                  <a:cubicBezTo>
                    <a:pt x="322" y="1"/>
                    <a:pt x="316" y="1"/>
                    <a:pt x="309" y="2"/>
                  </a:cubicBezTo>
                  <a:cubicBezTo>
                    <a:pt x="275" y="2"/>
                    <a:pt x="228" y="21"/>
                    <a:pt x="194" y="52"/>
                  </a:cubicBezTo>
                  <a:cubicBezTo>
                    <a:pt x="1" y="214"/>
                    <a:pt x="117" y="484"/>
                    <a:pt x="356" y="484"/>
                  </a:cubicBezTo>
                  <a:cubicBezTo>
                    <a:pt x="406" y="484"/>
                    <a:pt x="452" y="453"/>
                    <a:pt x="483" y="437"/>
                  </a:cubicBezTo>
                  <a:cubicBezTo>
                    <a:pt x="656" y="280"/>
                    <a:pt x="554" y="1"/>
                    <a:pt x="3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6" name="Google Shape;2396;p43"/>
            <p:cNvSpPr/>
            <p:nvPr/>
          </p:nvSpPr>
          <p:spPr>
            <a:xfrm>
              <a:off x="415133" y="2464288"/>
              <a:ext cx="18353" cy="13222"/>
            </a:xfrm>
            <a:custGeom>
              <a:avLst/>
              <a:gdLst/>
              <a:ahLst/>
              <a:cxnLst/>
              <a:rect l="l" t="t" r="r" b="b"/>
              <a:pathLst>
                <a:path w="651" h="469" extrusionOk="0">
                  <a:moveTo>
                    <a:pt x="323" y="0"/>
                  </a:moveTo>
                  <a:cubicBezTo>
                    <a:pt x="317" y="0"/>
                    <a:pt x="311" y="0"/>
                    <a:pt x="305" y="1"/>
                  </a:cubicBezTo>
                  <a:cubicBezTo>
                    <a:pt x="255" y="1"/>
                    <a:pt x="209" y="16"/>
                    <a:pt x="174" y="32"/>
                  </a:cubicBezTo>
                  <a:cubicBezTo>
                    <a:pt x="1" y="190"/>
                    <a:pt x="88" y="468"/>
                    <a:pt x="332" y="468"/>
                  </a:cubicBezTo>
                  <a:cubicBezTo>
                    <a:pt x="338" y="468"/>
                    <a:pt x="345" y="468"/>
                    <a:pt x="351" y="468"/>
                  </a:cubicBezTo>
                  <a:cubicBezTo>
                    <a:pt x="382" y="468"/>
                    <a:pt x="432" y="448"/>
                    <a:pt x="463" y="417"/>
                  </a:cubicBezTo>
                  <a:cubicBezTo>
                    <a:pt x="651" y="278"/>
                    <a:pt x="550" y="0"/>
                    <a:pt x="3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7" name="Google Shape;2397;p43"/>
            <p:cNvSpPr/>
            <p:nvPr/>
          </p:nvSpPr>
          <p:spPr>
            <a:xfrm>
              <a:off x="433768" y="2455154"/>
              <a:ext cx="18325" cy="13645"/>
            </a:xfrm>
            <a:custGeom>
              <a:avLst/>
              <a:gdLst/>
              <a:ahLst/>
              <a:cxnLst/>
              <a:rect l="l" t="t" r="r" b="b"/>
              <a:pathLst>
                <a:path w="650" h="484" extrusionOk="0">
                  <a:moveTo>
                    <a:pt x="318" y="0"/>
                  </a:moveTo>
                  <a:cubicBezTo>
                    <a:pt x="312" y="0"/>
                    <a:pt x="306" y="0"/>
                    <a:pt x="300" y="1"/>
                  </a:cubicBezTo>
                  <a:cubicBezTo>
                    <a:pt x="253" y="1"/>
                    <a:pt x="203" y="20"/>
                    <a:pt x="172" y="51"/>
                  </a:cubicBezTo>
                  <a:cubicBezTo>
                    <a:pt x="1" y="208"/>
                    <a:pt x="86" y="484"/>
                    <a:pt x="326" y="484"/>
                  </a:cubicBezTo>
                  <a:cubicBezTo>
                    <a:pt x="333" y="484"/>
                    <a:pt x="342" y="484"/>
                    <a:pt x="350" y="483"/>
                  </a:cubicBezTo>
                  <a:cubicBezTo>
                    <a:pt x="381" y="483"/>
                    <a:pt x="431" y="468"/>
                    <a:pt x="462" y="437"/>
                  </a:cubicBezTo>
                  <a:cubicBezTo>
                    <a:pt x="650" y="279"/>
                    <a:pt x="548" y="0"/>
                    <a:pt x="31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8" name="Google Shape;2398;p43"/>
            <p:cNvSpPr/>
            <p:nvPr/>
          </p:nvSpPr>
          <p:spPr>
            <a:xfrm>
              <a:off x="449049" y="2299783"/>
              <a:ext cx="68874" cy="58528"/>
            </a:xfrm>
            <a:custGeom>
              <a:avLst/>
              <a:gdLst/>
              <a:ahLst/>
              <a:cxnLst/>
              <a:rect l="l" t="t" r="r" b="b"/>
              <a:pathLst>
                <a:path w="2443" h="2076" extrusionOk="0">
                  <a:moveTo>
                    <a:pt x="1560" y="0"/>
                  </a:moveTo>
                  <a:cubicBezTo>
                    <a:pt x="1264" y="0"/>
                    <a:pt x="928" y="131"/>
                    <a:pt x="645" y="386"/>
                  </a:cubicBezTo>
                  <a:cubicBezTo>
                    <a:pt x="143" y="837"/>
                    <a:pt x="1" y="1497"/>
                    <a:pt x="321" y="1848"/>
                  </a:cubicBezTo>
                  <a:cubicBezTo>
                    <a:pt x="460" y="2000"/>
                    <a:pt x="665" y="2075"/>
                    <a:pt x="892" y="2075"/>
                  </a:cubicBezTo>
                  <a:cubicBezTo>
                    <a:pt x="1193" y="2075"/>
                    <a:pt x="1534" y="1944"/>
                    <a:pt x="1817" y="1690"/>
                  </a:cubicBezTo>
                  <a:cubicBezTo>
                    <a:pt x="2315" y="1238"/>
                    <a:pt x="2442" y="579"/>
                    <a:pt x="2122" y="228"/>
                  </a:cubicBezTo>
                  <a:cubicBezTo>
                    <a:pt x="1984" y="75"/>
                    <a:pt x="1783" y="0"/>
                    <a:pt x="156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9" name="Google Shape;2399;p43"/>
            <p:cNvSpPr/>
            <p:nvPr/>
          </p:nvSpPr>
          <p:spPr>
            <a:xfrm>
              <a:off x="446342" y="2294342"/>
              <a:ext cx="94304" cy="83337"/>
            </a:xfrm>
            <a:custGeom>
              <a:avLst/>
              <a:gdLst/>
              <a:ahLst/>
              <a:cxnLst/>
              <a:rect l="l" t="t" r="r" b="b"/>
              <a:pathLst>
                <a:path w="3345" h="2956" extrusionOk="0">
                  <a:moveTo>
                    <a:pt x="2314" y="0"/>
                  </a:moveTo>
                  <a:cubicBezTo>
                    <a:pt x="1944" y="421"/>
                    <a:pt x="2025" y="837"/>
                    <a:pt x="2025" y="837"/>
                  </a:cubicBezTo>
                  <a:cubicBezTo>
                    <a:pt x="2025" y="837"/>
                    <a:pt x="1754" y="686"/>
                    <a:pt x="1449" y="686"/>
                  </a:cubicBezTo>
                  <a:cubicBezTo>
                    <a:pt x="1297" y="686"/>
                    <a:pt x="1136" y="724"/>
                    <a:pt x="995" y="837"/>
                  </a:cubicBezTo>
                  <a:cubicBezTo>
                    <a:pt x="594" y="1173"/>
                    <a:pt x="884" y="1848"/>
                    <a:pt x="884" y="1848"/>
                  </a:cubicBezTo>
                  <a:cubicBezTo>
                    <a:pt x="884" y="1848"/>
                    <a:pt x="290" y="1848"/>
                    <a:pt x="0" y="2060"/>
                  </a:cubicBezTo>
                  <a:cubicBezTo>
                    <a:pt x="146" y="2531"/>
                    <a:pt x="780" y="2955"/>
                    <a:pt x="1463" y="2955"/>
                  </a:cubicBezTo>
                  <a:cubicBezTo>
                    <a:pt x="1824" y="2955"/>
                    <a:pt x="2199" y="2836"/>
                    <a:pt x="2523" y="2542"/>
                  </a:cubicBezTo>
                  <a:cubicBezTo>
                    <a:pt x="3344" y="1802"/>
                    <a:pt x="3086" y="436"/>
                    <a:pt x="231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0" name="Google Shape;2400;p43"/>
            <p:cNvSpPr/>
            <p:nvPr/>
          </p:nvSpPr>
          <p:spPr>
            <a:xfrm>
              <a:off x="437320" y="2307170"/>
              <a:ext cx="19481" cy="16126"/>
            </a:xfrm>
            <a:custGeom>
              <a:avLst/>
              <a:gdLst/>
              <a:ahLst/>
              <a:cxnLst/>
              <a:rect l="l" t="t" r="r" b="b"/>
              <a:pathLst>
                <a:path w="691" h="572" extrusionOk="0">
                  <a:moveTo>
                    <a:pt x="343" y="0"/>
                  </a:moveTo>
                  <a:cubicBezTo>
                    <a:pt x="319" y="0"/>
                    <a:pt x="295" y="4"/>
                    <a:pt x="270" y="12"/>
                  </a:cubicBezTo>
                  <a:cubicBezTo>
                    <a:pt x="0" y="108"/>
                    <a:pt x="0" y="463"/>
                    <a:pt x="270" y="560"/>
                  </a:cubicBezTo>
                  <a:cubicBezTo>
                    <a:pt x="295" y="567"/>
                    <a:pt x="319" y="571"/>
                    <a:pt x="343" y="571"/>
                  </a:cubicBezTo>
                  <a:cubicBezTo>
                    <a:pt x="367" y="571"/>
                    <a:pt x="392" y="567"/>
                    <a:pt x="417" y="560"/>
                  </a:cubicBezTo>
                  <a:cubicBezTo>
                    <a:pt x="691" y="479"/>
                    <a:pt x="691" y="108"/>
                    <a:pt x="417" y="12"/>
                  </a:cubicBezTo>
                  <a:cubicBezTo>
                    <a:pt x="392" y="4"/>
                    <a:pt x="367" y="0"/>
                    <a:pt x="34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1" name="Google Shape;2401;p43"/>
            <p:cNvSpPr/>
            <p:nvPr/>
          </p:nvSpPr>
          <p:spPr>
            <a:xfrm>
              <a:off x="442733" y="2282699"/>
              <a:ext cx="19509" cy="16126"/>
            </a:xfrm>
            <a:custGeom>
              <a:avLst/>
              <a:gdLst/>
              <a:ahLst/>
              <a:cxnLst/>
              <a:rect l="l" t="t" r="r" b="b"/>
              <a:pathLst>
                <a:path w="692" h="572" extrusionOk="0">
                  <a:moveTo>
                    <a:pt x="344" y="1"/>
                  </a:moveTo>
                  <a:cubicBezTo>
                    <a:pt x="320" y="1"/>
                    <a:pt x="296" y="4"/>
                    <a:pt x="271" y="12"/>
                  </a:cubicBezTo>
                  <a:cubicBezTo>
                    <a:pt x="1" y="109"/>
                    <a:pt x="1" y="463"/>
                    <a:pt x="271" y="560"/>
                  </a:cubicBezTo>
                  <a:cubicBezTo>
                    <a:pt x="296" y="568"/>
                    <a:pt x="320" y="571"/>
                    <a:pt x="344" y="571"/>
                  </a:cubicBezTo>
                  <a:cubicBezTo>
                    <a:pt x="368" y="571"/>
                    <a:pt x="392" y="568"/>
                    <a:pt x="418" y="560"/>
                  </a:cubicBezTo>
                  <a:cubicBezTo>
                    <a:pt x="691" y="479"/>
                    <a:pt x="691" y="109"/>
                    <a:pt x="418" y="12"/>
                  </a:cubicBezTo>
                  <a:cubicBezTo>
                    <a:pt x="392" y="4"/>
                    <a:pt x="368" y="1"/>
                    <a:pt x="34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2" name="Google Shape;2402;p43"/>
            <p:cNvSpPr/>
            <p:nvPr/>
          </p:nvSpPr>
          <p:spPr>
            <a:xfrm>
              <a:off x="466669" y="2280866"/>
              <a:ext cx="20045" cy="16098"/>
            </a:xfrm>
            <a:custGeom>
              <a:avLst/>
              <a:gdLst/>
              <a:ahLst/>
              <a:cxnLst/>
              <a:rect l="l" t="t" r="r" b="b"/>
              <a:pathLst>
                <a:path w="711" h="571" extrusionOk="0">
                  <a:moveTo>
                    <a:pt x="355" y="0"/>
                  </a:moveTo>
                  <a:cubicBezTo>
                    <a:pt x="331" y="0"/>
                    <a:pt x="307" y="4"/>
                    <a:pt x="290" y="12"/>
                  </a:cubicBezTo>
                  <a:cubicBezTo>
                    <a:pt x="1" y="108"/>
                    <a:pt x="1" y="463"/>
                    <a:pt x="290" y="559"/>
                  </a:cubicBezTo>
                  <a:cubicBezTo>
                    <a:pt x="307" y="567"/>
                    <a:pt x="331" y="571"/>
                    <a:pt x="355" y="571"/>
                  </a:cubicBezTo>
                  <a:cubicBezTo>
                    <a:pt x="379" y="571"/>
                    <a:pt x="404" y="567"/>
                    <a:pt x="421" y="559"/>
                  </a:cubicBezTo>
                  <a:cubicBezTo>
                    <a:pt x="710" y="478"/>
                    <a:pt x="710" y="108"/>
                    <a:pt x="421" y="12"/>
                  </a:cubicBezTo>
                  <a:cubicBezTo>
                    <a:pt x="404" y="4"/>
                    <a:pt x="379" y="0"/>
                    <a:pt x="35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3" name="Google Shape;2403;p43"/>
            <p:cNvSpPr/>
            <p:nvPr/>
          </p:nvSpPr>
          <p:spPr>
            <a:xfrm>
              <a:off x="714596" y="2403335"/>
              <a:ext cx="52128" cy="55060"/>
            </a:xfrm>
            <a:custGeom>
              <a:avLst/>
              <a:gdLst/>
              <a:ahLst/>
              <a:cxnLst/>
              <a:rect l="l" t="t" r="r" b="b"/>
              <a:pathLst>
                <a:path w="1849" h="1953" extrusionOk="0">
                  <a:moveTo>
                    <a:pt x="709" y="1"/>
                  </a:moveTo>
                  <a:cubicBezTo>
                    <a:pt x="622" y="1"/>
                    <a:pt x="539" y="19"/>
                    <a:pt x="463" y="57"/>
                  </a:cubicBezTo>
                  <a:cubicBezTo>
                    <a:pt x="97" y="250"/>
                    <a:pt x="1" y="813"/>
                    <a:pt x="255" y="1310"/>
                  </a:cubicBezTo>
                  <a:cubicBezTo>
                    <a:pt x="455" y="1708"/>
                    <a:pt x="809" y="1953"/>
                    <a:pt x="1130" y="1953"/>
                  </a:cubicBezTo>
                  <a:cubicBezTo>
                    <a:pt x="1223" y="1953"/>
                    <a:pt x="1314" y="1932"/>
                    <a:pt x="1397" y="1889"/>
                  </a:cubicBezTo>
                  <a:cubicBezTo>
                    <a:pt x="1752" y="1712"/>
                    <a:pt x="1848" y="1148"/>
                    <a:pt x="1590" y="635"/>
                  </a:cubicBezTo>
                  <a:cubicBezTo>
                    <a:pt x="1387" y="244"/>
                    <a:pt x="1026" y="1"/>
                    <a:pt x="70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4" name="Google Shape;2404;p43"/>
            <p:cNvSpPr/>
            <p:nvPr/>
          </p:nvSpPr>
          <p:spPr>
            <a:xfrm>
              <a:off x="689166" y="2394934"/>
              <a:ext cx="73836" cy="75838"/>
            </a:xfrm>
            <a:custGeom>
              <a:avLst/>
              <a:gdLst/>
              <a:ahLst/>
              <a:cxnLst/>
              <a:rect l="l" t="t" r="r" b="b"/>
              <a:pathLst>
                <a:path w="2619" h="2690" extrusionOk="0">
                  <a:moveTo>
                    <a:pt x="1446" y="0"/>
                  </a:moveTo>
                  <a:lnTo>
                    <a:pt x="1446" y="0"/>
                  </a:lnTo>
                  <a:cubicBezTo>
                    <a:pt x="806" y="35"/>
                    <a:pt x="0" y="1014"/>
                    <a:pt x="482" y="1979"/>
                  </a:cubicBezTo>
                  <a:cubicBezTo>
                    <a:pt x="738" y="2458"/>
                    <a:pt x="1246" y="2690"/>
                    <a:pt x="1730" y="2690"/>
                  </a:cubicBezTo>
                  <a:cubicBezTo>
                    <a:pt x="2071" y="2690"/>
                    <a:pt x="2400" y="2574"/>
                    <a:pt x="2619" y="2349"/>
                  </a:cubicBezTo>
                  <a:cubicBezTo>
                    <a:pt x="2349" y="1963"/>
                    <a:pt x="1994" y="1944"/>
                    <a:pt x="1994" y="1944"/>
                  </a:cubicBezTo>
                  <a:cubicBezTo>
                    <a:pt x="1994" y="1944"/>
                    <a:pt x="2411" y="1512"/>
                    <a:pt x="2218" y="1095"/>
                  </a:cubicBezTo>
                  <a:cubicBezTo>
                    <a:pt x="2080" y="806"/>
                    <a:pt x="1730" y="765"/>
                    <a:pt x="1541" y="765"/>
                  </a:cubicBezTo>
                  <a:cubicBezTo>
                    <a:pt x="1465" y="765"/>
                    <a:pt x="1416" y="771"/>
                    <a:pt x="1416" y="771"/>
                  </a:cubicBezTo>
                  <a:cubicBezTo>
                    <a:pt x="1416" y="771"/>
                    <a:pt x="1543" y="289"/>
                    <a:pt x="144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5" name="Google Shape;2405;p43"/>
            <p:cNvSpPr/>
            <p:nvPr/>
          </p:nvSpPr>
          <p:spPr>
            <a:xfrm>
              <a:off x="753079" y="2397133"/>
              <a:ext cx="13645" cy="13476"/>
            </a:xfrm>
            <a:custGeom>
              <a:avLst/>
              <a:gdLst/>
              <a:ahLst/>
              <a:cxnLst/>
              <a:rect l="l" t="t" r="r" b="b"/>
              <a:pathLst>
                <a:path w="484" h="478" extrusionOk="0">
                  <a:moveTo>
                    <a:pt x="241" y="1"/>
                  </a:moveTo>
                  <a:cubicBezTo>
                    <a:pt x="169" y="1"/>
                    <a:pt x="97" y="36"/>
                    <a:pt x="47" y="115"/>
                  </a:cubicBezTo>
                  <a:cubicBezTo>
                    <a:pt x="16" y="150"/>
                    <a:pt x="1" y="196"/>
                    <a:pt x="1" y="246"/>
                  </a:cubicBezTo>
                  <a:cubicBezTo>
                    <a:pt x="10" y="391"/>
                    <a:pt x="125" y="477"/>
                    <a:pt x="243" y="477"/>
                  </a:cubicBezTo>
                  <a:cubicBezTo>
                    <a:pt x="320" y="477"/>
                    <a:pt x="398" y="440"/>
                    <a:pt x="448" y="358"/>
                  </a:cubicBezTo>
                  <a:cubicBezTo>
                    <a:pt x="483" y="323"/>
                    <a:pt x="483" y="292"/>
                    <a:pt x="483" y="246"/>
                  </a:cubicBezTo>
                  <a:cubicBezTo>
                    <a:pt x="474" y="95"/>
                    <a:pt x="358" y="1"/>
                    <a:pt x="2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6" name="Google Shape;2406;p43"/>
            <p:cNvSpPr/>
            <p:nvPr/>
          </p:nvSpPr>
          <p:spPr>
            <a:xfrm>
              <a:off x="772109" y="2407141"/>
              <a:ext cx="13645" cy="13448"/>
            </a:xfrm>
            <a:custGeom>
              <a:avLst/>
              <a:gdLst/>
              <a:ahLst/>
              <a:cxnLst/>
              <a:rect l="l" t="t" r="r" b="b"/>
              <a:pathLst>
                <a:path w="484" h="477" extrusionOk="0">
                  <a:moveTo>
                    <a:pt x="230" y="0"/>
                  </a:moveTo>
                  <a:cubicBezTo>
                    <a:pt x="155" y="0"/>
                    <a:pt x="80" y="36"/>
                    <a:pt x="32" y="115"/>
                  </a:cubicBezTo>
                  <a:cubicBezTo>
                    <a:pt x="1" y="146"/>
                    <a:pt x="1" y="196"/>
                    <a:pt x="1" y="242"/>
                  </a:cubicBezTo>
                  <a:cubicBezTo>
                    <a:pt x="10" y="389"/>
                    <a:pt x="119" y="476"/>
                    <a:pt x="235" y="476"/>
                  </a:cubicBezTo>
                  <a:cubicBezTo>
                    <a:pt x="312" y="476"/>
                    <a:pt x="392" y="438"/>
                    <a:pt x="448" y="354"/>
                  </a:cubicBezTo>
                  <a:cubicBezTo>
                    <a:pt x="468" y="323"/>
                    <a:pt x="483" y="292"/>
                    <a:pt x="483" y="242"/>
                  </a:cubicBezTo>
                  <a:cubicBezTo>
                    <a:pt x="474" y="94"/>
                    <a:pt x="351" y="0"/>
                    <a:pt x="2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7" name="Google Shape;2407;p43"/>
            <p:cNvSpPr/>
            <p:nvPr/>
          </p:nvSpPr>
          <p:spPr>
            <a:xfrm>
              <a:off x="767993" y="2427327"/>
              <a:ext cx="13617" cy="13279"/>
            </a:xfrm>
            <a:custGeom>
              <a:avLst/>
              <a:gdLst/>
              <a:ahLst/>
              <a:cxnLst/>
              <a:rect l="l" t="t" r="r" b="b"/>
              <a:pathLst>
                <a:path w="483" h="471" extrusionOk="0">
                  <a:moveTo>
                    <a:pt x="246" y="1"/>
                  </a:moveTo>
                  <a:cubicBezTo>
                    <a:pt x="170" y="1"/>
                    <a:pt x="91" y="38"/>
                    <a:pt x="35" y="120"/>
                  </a:cubicBezTo>
                  <a:cubicBezTo>
                    <a:pt x="16" y="155"/>
                    <a:pt x="0" y="186"/>
                    <a:pt x="0" y="236"/>
                  </a:cubicBezTo>
                  <a:cubicBezTo>
                    <a:pt x="10" y="383"/>
                    <a:pt x="124" y="471"/>
                    <a:pt x="244" y="471"/>
                  </a:cubicBezTo>
                  <a:cubicBezTo>
                    <a:pt x="318" y="471"/>
                    <a:pt x="395" y="437"/>
                    <a:pt x="452" y="363"/>
                  </a:cubicBezTo>
                  <a:cubicBezTo>
                    <a:pt x="467" y="332"/>
                    <a:pt x="483" y="282"/>
                    <a:pt x="483" y="236"/>
                  </a:cubicBezTo>
                  <a:cubicBezTo>
                    <a:pt x="473" y="89"/>
                    <a:pt x="363" y="1"/>
                    <a:pt x="24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8" name="Google Shape;2408;p43"/>
            <p:cNvSpPr/>
            <p:nvPr/>
          </p:nvSpPr>
          <p:spPr>
            <a:xfrm>
              <a:off x="644340" y="2195978"/>
              <a:ext cx="90611" cy="80377"/>
            </a:xfrm>
            <a:custGeom>
              <a:avLst/>
              <a:gdLst/>
              <a:ahLst/>
              <a:cxnLst/>
              <a:rect l="l" t="t" r="r" b="b"/>
              <a:pathLst>
                <a:path w="3214" h="2851" extrusionOk="0">
                  <a:moveTo>
                    <a:pt x="1409" y="0"/>
                  </a:moveTo>
                  <a:cubicBezTo>
                    <a:pt x="1025" y="0"/>
                    <a:pt x="666" y="124"/>
                    <a:pt x="448" y="342"/>
                  </a:cubicBezTo>
                  <a:cubicBezTo>
                    <a:pt x="1" y="789"/>
                    <a:pt x="144" y="1657"/>
                    <a:pt x="772" y="2286"/>
                  </a:cubicBezTo>
                  <a:cubicBezTo>
                    <a:pt x="1147" y="2651"/>
                    <a:pt x="1609" y="2850"/>
                    <a:pt x="2017" y="2850"/>
                  </a:cubicBezTo>
                  <a:cubicBezTo>
                    <a:pt x="2288" y="2850"/>
                    <a:pt x="2536" y="2762"/>
                    <a:pt x="2716" y="2575"/>
                  </a:cubicBezTo>
                  <a:cubicBezTo>
                    <a:pt x="3148" y="2124"/>
                    <a:pt x="3214" y="1079"/>
                    <a:pt x="2589" y="469"/>
                  </a:cubicBezTo>
                  <a:cubicBezTo>
                    <a:pt x="2263" y="144"/>
                    <a:pt x="1822" y="0"/>
                    <a:pt x="140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9" name="Google Shape;2409;p43"/>
            <p:cNvSpPr/>
            <p:nvPr/>
          </p:nvSpPr>
          <p:spPr>
            <a:xfrm>
              <a:off x="609437" y="2189719"/>
              <a:ext cx="126923" cy="111304"/>
            </a:xfrm>
            <a:custGeom>
              <a:avLst/>
              <a:gdLst/>
              <a:ahLst/>
              <a:cxnLst/>
              <a:rect l="l" t="t" r="r" b="b"/>
              <a:pathLst>
                <a:path w="4502" h="3948" extrusionOk="0">
                  <a:moveTo>
                    <a:pt x="1625" y="1"/>
                  </a:moveTo>
                  <a:cubicBezTo>
                    <a:pt x="707" y="352"/>
                    <a:pt x="1" y="2184"/>
                    <a:pt x="1189" y="3376"/>
                  </a:cubicBezTo>
                  <a:cubicBezTo>
                    <a:pt x="1594" y="3773"/>
                    <a:pt x="2114" y="3947"/>
                    <a:pt x="2628" y="3947"/>
                  </a:cubicBezTo>
                  <a:cubicBezTo>
                    <a:pt x="3421" y="3947"/>
                    <a:pt x="4198" y="3531"/>
                    <a:pt x="4502" y="2878"/>
                  </a:cubicBezTo>
                  <a:cubicBezTo>
                    <a:pt x="4165" y="2618"/>
                    <a:pt x="3834" y="2565"/>
                    <a:pt x="3622" y="2565"/>
                  </a:cubicBezTo>
                  <a:cubicBezTo>
                    <a:pt x="3480" y="2565"/>
                    <a:pt x="3391" y="2589"/>
                    <a:pt x="3391" y="2589"/>
                  </a:cubicBezTo>
                  <a:cubicBezTo>
                    <a:pt x="3391" y="2589"/>
                    <a:pt x="3777" y="1736"/>
                    <a:pt x="3310" y="1239"/>
                  </a:cubicBezTo>
                  <a:cubicBezTo>
                    <a:pt x="3127" y="1042"/>
                    <a:pt x="2889" y="981"/>
                    <a:pt x="2666" y="981"/>
                  </a:cubicBezTo>
                  <a:cubicBezTo>
                    <a:pt x="2303" y="981"/>
                    <a:pt x="1976" y="1143"/>
                    <a:pt x="1976" y="1143"/>
                  </a:cubicBezTo>
                  <a:cubicBezTo>
                    <a:pt x="1976" y="1143"/>
                    <a:pt x="1914" y="371"/>
                    <a:pt x="162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0" name="Google Shape;2410;p43"/>
            <p:cNvSpPr/>
            <p:nvPr/>
          </p:nvSpPr>
          <p:spPr>
            <a:xfrm>
              <a:off x="604447" y="2383178"/>
              <a:ext cx="78854" cy="82012"/>
            </a:xfrm>
            <a:custGeom>
              <a:avLst/>
              <a:gdLst/>
              <a:ahLst/>
              <a:cxnLst/>
              <a:rect l="l" t="t" r="r" b="b"/>
              <a:pathLst>
                <a:path w="2797" h="2909" extrusionOk="0">
                  <a:moveTo>
                    <a:pt x="741" y="1"/>
                  </a:moveTo>
                  <a:lnTo>
                    <a:pt x="741" y="1"/>
                  </a:lnTo>
                  <a:cubicBezTo>
                    <a:pt x="741" y="1"/>
                    <a:pt x="0" y="2072"/>
                    <a:pt x="2284" y="2909"/>
                  </a:cubicBezTo>
                  <a:cubicBezTo>
                    <a:pt x="2797" y="610"/>
                    <a:pt x="741" y="1"/>
                    <a:pt x="74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1" name="Google Shape;2411;p43"/>
            <p:cNvSpPr/>
            <p:nvPr/>
          </p:nvSpPr>
          <p:spPr>
            <a:xfrm>
              <a:off x="585840" y="2474748"/>
              <a:ext cx="45390" cy="47110"/>
            </a:xfrm>
            <a:custGeom>
              <a:avLst/>
              <a:gdLst/>
              <a:ahLst/>
              <a:cxnLst/>
              <a:rect l="l" t="t" r="r" b="b"/>
              <a:pathLst>
                <a:path w="1610" h="1671" extrusionOk="0">
                  <a:moveTo>
                    <a:pt x="1193" y="0"/>
                  </a:moveTo>
                  <a:cubicBezTo>
                    <a:pt x="1193" y="0"/>
                    <a:pt x="1" y="367"/>
                    <a:pt x="402" y="1670"/>
                  </a:cubicBezTo>
                  <a:cubicBezTo>
                    <a:pt x="1609" y="1123"/>
                    <a:pt x="1193" y="0"/>
                    <a:pt x="119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2" name="Google Shape;2412;p43"/>
            <p:cNvSpPr/>
            <p:nvPr/>
          </p:nvSpPr>
          <p:spPr>
            <a:xfrm>
              <a:off x="527904" y="2353265"/>
              <a:ext cx="49393" cy="52128"/>
            </a:xfrm>
            <a:custGeom>
              <a:avLst/>
              <a:gdLst/>
              <a:ahLst/>
              <a:cxnLst/>
              <a:rect l="l" t="t" r="r" b="b"/>
              <a:pathLst>
                <a:path w="1752" h="1849" extrusionOk="0">
                  <a:moveTo>
                    <a:pt x="949" y="1"/>
                  </a:moveTo>
                  <a:lnTo>
                    <a:pt x="949" y="1"/>
                  </a:lnTo>
                  <a:cubicBezTo>
                    <a:pt x="949" y="1"/>
                    <a:pt x="0" y="788"/>
                    <a:pt x="852" y="1848"/>
                  </a:cubicBezTo>
                  <a:cubicBezTo>
                    <a:pt x="1751" y="884"/>
                    <a:pt x="949" y="1"/>
                    <a:pt x="94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3" name="Google Shape;2413;p43"/>
            <p:cNvSpPr/>
            <p:nvPr/>
          </p:nvSpPr>
          <p:spPr>
            <a:xfrm>
              <a:off x="497117" y="2393778"/>
              <a:ext cx="52128" cy="22103"/>
            </a:xfrm>
            <a:custGeom>
              <a:avLst/>
              <a:gdLst/>
              <a:ahLst/>
              <a:cxnLst/>
              <a:rect l="l" t="t" r="r" b="b"/>
              <a:pathLst>
                <a:path w="1849" h="784" extrusionOk="0">
                  <a:moveTo>
                    <a:pt x="864" y="0"/>
                  </a:moveTo>
                  <a:cubicBezTo>
                    <a:pt x="360" y="0"/>
                    <a:pt x="0" y="315"/>
                    <a:pt x="0" y="315"/>
                  </a:cubicBezTo>
                  <a:cubicBezTo>
                    <a:pt x="0" y="315"/>
                    <a:pt x="383" y="784"/>
                    <a:pt x="974" y="784"/>
                  </a:cubicBezTo>
                  <a:cubicBezTo>
                    <a:pt x="1231" y="784"/>
                    <a:pt x="1527" y="696"/>
                    <a:pt x="1848" y="442"/>
                  </a:cubicBezTo>
                  <a:cubicBezTo>
                    <a:pt x="1499" y="106"/>
                    <a:pt x="1157" y="0"/>
                    <a:pt x="8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4" name="Google Shape;2414;p43"/>
            <p:cNvSpPr/>
            <p:nvPr/>
          </p:nvSpPr>
          <p:spPr>
            <a:xfrm>
              <a:off x="515612" y="2558480"/>
              <a:ext cx="52213" cy="22357"/>
            </a:xfrm>
            <a:custGeom>
              <a:avLst/>
              <a:gdLst/>
              <a:ahLst/>
              <a:cxnLst/>
              <a:rect l="l" t="t" r="r" b="b"/>
              <a:pathLst>
                <a:path w="1852" h="793" extrusionOk="0">
                  <a:moveTo>
                    <a:pt x="876" y="1"/>
                  </a:moveTo>
                  <a:cubicBezTo>
                    <a:pt x="368" y="1"/>
                    <a:pt x="0" y="324"/>
                    <a:pt x="0" y="324"/>
                  </a:cubicBezTo>
                  <a:cubicBezTo>
                    <a:pt x="0" y="324"/>
                    <a:pt x="385" y="793"/>
                    <a:pt x="977" y="793"/>
                  </a:cubicBezTo>
                  <a:cubicBezTo>
                    <a:pt x="1234" y="793"/>
                    <a:pt x="1531" y="705"/>
                    <a:pt x="1852" y="451"/>
                  </a:cubicBezTo>
                  <a:cubicBezTo>
                    <a:pt x="1509" y="109"/>
                    <a:pt x="1169" y="1"/>
                    <a:pt x="87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5" name="Google Shape;2415;p43"/>
            <p:cNvSpPr/>
            <p:nvPr/>
          </p:nvSpPr>
          <p:spPr>
            <a:xfrm>
              <a:off x="637489" y="2410778"/>
              <a:ext cx="36368" cy="58979"/>
            </a:xfrm>
            <a:custGeom>
              <a:avLst/>
              <a:gdLst/>
              <a:ahLst/>
              <a:cxnLst/>
              <a:rect l="l" t="t" r="r" b="b"/>
              <a:pathLst>
                <a:path w="1290" h="2092" extrusionOk="0">
                  <a:moveTo>
                    <a:pt x="124" y="1"/>
                  </a:moveTo>
                  <a:cubicBezTo>
                    <a:pt x="103" y="1"/>
                    <a:pt x="83" y="6"/>
                    <a:pt x="66" y="17"/>
                  </a:cubicBezTo>
                  <a:cubicBezTo>
                    <a:pt x="16" y="51"/>
                    <a:pt x="1" y="113"/>
                    <a:pt x="16" y="163"/>
                  </a:cubicBezTo>
                  <a:lnTo>
                    <a:pt x="1062" y="2026"/>
                  </a:lnTo>
                  <a:cubicBezTo>
                    <a:pt x="1096" y="2076"/>
                    <a:pt x="1127" y="2092"/>
                    <a:pt x="1173" y="2092"/>
                  </a:cubicBezTo>
                  <a:cubicBezTo>
                    <a:pt x="1193" y="2092"/>
                    <a:pt x="1208" y="2092"/>
                    <a:pt x="1224" y="2076"/>
                  </a:cubicBezTo>
                  <a:cubicBezTo>
                    <a:pt x="1270" y="2042"/>
                    <a:pt x="1289" y="1980"/>
                    <a:pt x="1270" y="1930"/>
                  </a:cubicBezTo>
                  <a:lnTo>
                    <a:pt x="228" y="51"/>
                  </a:lnTo>
                  <a:cubicBezTo>
                    <a:pt x="206" y="19"/>
                    <a:pt x="164" y="1"/>
                    <a:pt x="12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6" name="Google Shape;2416;p43"/>
            <p:cNvSpPr/>
            <p:nvPr/>
          </p:nvSpPr>
          <p:spPr>
            <a:xfrm>
              <a:off x="538758" y="2274410"/>
              <a:ext cx="68423" cy="62587"/>
            </a:xfrm>
            <a:custGeom>
              <a:avLst/>
              <a:gdLst/>
              <a:ahLst/>
              <a:cxnLst/>
              <a:rect l="l" t="t" r="r" b="b"/>
              <a:pathLst>
                <a:path w="2427" h="2220" extrusionOk="0">
                  <a:moveTo>
                    <a:pt x="47" y="1"/>
                  </a:moveTo>
                  <a:cubicBezTo>
                    <a:pt x="17" y="1"/>
                    <a:pt x="1" y="1"/>
                    <a:pt x="1" y="1"/>
                  </a:cubicBezTo>
                  <a:cubicBezTo>
                    <a:pt x="1" y="1"/>
                    <a:pt x="1" y="2204"/>
                    <a:pt x="2427" y="2219"/>
                  </a:cubicBezTo>
                  <a:cubicBezTo>
                    <a:pt x="2163" y="94"/>
                    <a:pt x="361" y="1"/>
                    <a:pt x="4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7" name="Google Shape;2417;p43"/>
            <p:cNvSpPr/>
            <p:nvPr/>
          </p:nvSpPr>
          <p:spPr>
            <a:xfrm>
              <a:off x="560072" y="2295075"/>
              <a:ext cx="52551" cy="45926"/>
            </a:xfrm>
            <a:custGeom>
              <a:avLst/>
              <a:gdLst/>
              <a:ahLst/>
              <a:cxnLst/>
              <a:rect l="l" t="t" r="r" b="b"/>
              <a:pathLst>
                <a:path w="1864" h="1629" extrusionOk="0">
                  <a:moveTo>
                    <a:pt x="130" y="0"/>
                  </a:moveTo>
                  <a:cubicBezTo>
                    <a:pt x="98" y="0"/>
                    <a:pt x="66" y="13"/>
                    <a:pt x="47" y="40"/>
                  </a:cubicBezTo>
                  <a:cubicBezTo>
                    <a:pt x="1" y="86"/>
                    <a:pt x="16" y="152"/>
                    <a:pt x="62" y="202"/>
                  </a:cubicBezTo>
                  <a:lnTo>
                    <a:pt x="1671" y="1598"/>
                  </a:lnTo>
                  <a:cubicBezTo>
                    <a:pt x="1686" y="1614"/>
                    <a:pt x="1721" y="1629"/>
                    <a:pt x="1736" y="1629"/>
                  </a:cubicBezTo>
                  <a:cubicBezTo>
                    <a:pt x="1767" y="1629"/>
                    <a:pt x="1798" y="1614"/>
                    <a:pt x="1833" y="1583"/>
                  </a:cubicBezTo>
                  <a:cubicBezTo>
                    <a:pt x="1864" y="1533"/>
                    <a:pt x="1864" y="1471"/>
                    <a:pt x="1817" y="1436"/>
                  </a:cubicBezTo>
                  <a:lnTo>
                    <a:pt x="209" y="24"/>
                  </a:lnTo>
                  <a:cubicBezTo>
                    <a:pt x="186" y="9"/>
                    <a:pt x="158" y="0"/>
                    <a:pt x="1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8" name="Google Shape;2418;p43"/>
            <p:cNvSpPr/>
            <p:nvPr/>
          </p:nvSpPr>
          <p:spPr>
            <a:xfrm>
              <a:off x="705208" y="2176130"/>
              <a:ext cx="16042" cy="12884"/>
            </a:xfrm>
            <a:custGeom>
              <a:avLst/>
              <a:gdLst/>
              <a:ahLst/>
              <a:cxnLst/>
              <a:rect l="l" t="t" r="r" b="b"/>
              <a:pathLst>
                <a:path w="569" h="457" extrusionOk="0">
                  <a:moveTo>
                    <a:pt x="277" y="0"/>
                  </a:moveTo>
                  <a:cubicBezTo>
                    <a:pt x="118" y="0"/>
                    <a:pt x="0" y="168"/>
                    <a:pt x="91" y="336"/>
                  </a:cubicBezTo>
                  <a:cubicBezTo>
                    <a:pt x="106" y="371"/>
                    <a:pt x="141" y="402"/>
                    <a:pt x="172" y="433"/>
                  </a:cubicBezTo>
                  <a:cubicBezTo>
                    <a:pt x="208" y="449"/>
                    <a:pt x="244" y="457"/>
                    <a:pt x="278" y="457"/>
                  </a:cubicBezTo>
                  <a:cubicBezTo>
                    <a:pt x="442" y="457"/>
                    <a:pt x="569" y="285"/>
                    <a:pt x="476" y="113"/>
                  </a:cubicBezTo>
                  <a:cubicBezTo>
                    <a:pt x="461" y="82"/>
                    <a:pt x="430" y="47"/>
                    <a:pt x="395" y="32"/>
                  </a:cubicBezTo>
                  <a:cubicBezTo>
                    <a:pt x="355" y="10"/>
                    <a:pt x="315" y="0"/>
                    <a:pt x="27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9" name="Google Shape;2419;p43"/>
            <p:cNvSpPr/>
            <p:nvPr/>
          </p:nvSpPr>
          <p:spPr>
            <a:xfrm>
              <a:off x="726803" y="2195780"/>
              <a:ext cx="15788" cy="12940"/>
            </a:xfrm>
            <a:custGeom>
              <a:avLst/>
              <a:gdLst/>
              <a:ahLst/>
              <a:cxnLst/>
              <a:rect l="l" t="t" r="r" b="b"/>
              <a:pathLst>
                <a:path w="560" h="459" extrusionOk="0">
                  <a:moveTo>
                    <a:pt x="294" y="1"/>
                  </a:moveTo>
                  <a:cubicBezTo>
                    <a:pt x="129" y="1"/>
                    <a:pt x="1" y="174"/>
                    <a:pt x="81" y="349"/>
                  </a:cubicBezTo>
                  <a:cubicBezTo>
                    <a:pt x="96" y="380"/>
                    <a:pt x="127" y="411"/>
                    <a:pt x="177" y="426"/>
                  </a:cubicBezTo>
                  <a:cubicBezTo>
                    <a:pt x="218" y="449"/>
                    <a:pt x="258" y="459"/>
                    <a:pt x="296" y="459"/>
                  </a:cubicBezTo>
                  <a:cubicBezTo>
                    <a:pt x="450" y="459"/>
                    <a:pt x="559" y="289"/>
                    <a:pt x="482" y="121"/>
                  </a:cubicBezTo>
                  <a:cubicBezTo>
                    <a:pt x="466" y="91"/>
                    <a:pt x="435" y="60"/>
                    <a:pt x="401" y="25"/>
                  </a:cubicBezTo>
                  <a:cubicBezTo>
                    <a:pt x="365" y="8"/>
                    <a:pt x="329" y="1"/>
                    <a:pt x="29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0" name="Google Shape;2420;p43"/>
            <p:cNvSpPr/>
            <p:nvPr/>
          </p:nvSpPr>
          <p:spPr>
            <a:xfrm>
              <a:off x="726832" y="2174439"/>
              <a:ext cx="15816" cy="12828"/>
            </a:xfrm>
            <a:custGeom>
              <a:avLst/>
              <a:gdLst/>
              <a:ahLst/>
              <a:cxnLst/>
              <a:rect l="l" t="t" r="r" b="b"/>
              <a:pathLst>
                <a:path w="561" h="455" extrusionOk="0">
                  <a:moveTo>
                    <a:pt x="288" y="0"/>
                  </a:moveTo>
                  <a:cubicBezTo>
                    <a:pt x="126" y="0"/>
                    <a:pt x="1" y="161"/>
                    <a:pt x="80" y="335"/>
                  </a:cubicBezTo>
                  <a:cubicBezTo>
                    <a:pt x="95" y="381"/>
                    <a:pt x="126" y="412"/>
                    <a:pt x="176" y="431"/>
                  </a:cubicBezTo>
                  <a:cubicBezTo>
                    <a:pt x="212" y="447"/>
                    <a:pt x="247" y="455"/>
                    <a:pt x="280" y="455"/>
                  </a:cubicBezTo>
                  <a:cubicBezTo>
                    <a:pt x="442" y="455"/>
                    <a:pt x="561" y="280"/>
                    <a:pt x="481" y="107"/>
                  </a:cubicBezTo>
                  <a:cubicBezTo>
                    <a:pt x="465" y="76"/>
                    <a:pt x="434" y="45"/>
                    <a:pt x="400" y="26"/>
                  </a:cubicBezTo>
                  <a:cubicBezTo>
                    <a:pt x="362" y="8"/>
                    <a:pt x="324" y="0"/>
                    <a:pt x="28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aphicFrame>
        <p:nvGraphicFramePr>
          <p:cNvPr id="40" name="Table 39">
            <a:extLst>
              <a:ext uri="{FF2B5EF4-FFF2-40B4-BE49-F238E27FC236}">
                <a16:creationId xmlns:a16="http://schemas.microsoft.com/office/drawing/2014/main" id="{F1C47720-933F-7CC7-57F8-C8CADE397138}"/>
              </a:ext>
            </a:extLst>
          </p:cNvPr>
          <p:cNvGraphicFramePr>
            <a:graphicFrameLocks noGrp="1"/>
          </p:cNvGraphicFramePr>
          <p:nvPr>
            <p:extLst>
              <p:ext uri="{D42A27DB-BD31-4B8C-83A1-F6EECF244321}">
                <p14:modId xmlns:p14="http://schemas.microsoft.com/office/powerpoint/2010/main" val="1547968991"/>
              </p:ext>
            </p:extLst>
          </p:nvPr>
        </p:nvGraphicFramePr>
        <p:xfrm>
          <a:off x="595236" y="153779"/>
          <a:ext cx="7704001" cy="3913824"/>
        </p:xfrm>
        <a:graphic>
          <a:graphicData uri="http://schemas.openxmlformats.org/drawingml/2006/table">
            <a:tbl>
              <a:tblPr firstRow="1" firstCol="1" bandRow="1"/>
              <a:tblGrid>
                <a:gridCol w="1256535">
                  <a:extLst>
                    <a:ext uri="{9D8B030D-6E8A-4147-A177-3AD203B41FA5}">
                      <a16:colId xmlns:a16="http://schemas.microsoft.com/office/drawing/2014/main" val="1754341020"/>
                    </a:ext>
                  </a:extLst>
                </a:gridCol>
                <a:gridCol w="2025681">
                  <a:extLst>
                    <a:ext uri="{9D8B030D-6E8A-4147-A177-3AD203B41FA5}">
                      <a16:colId xmlns:a16="http://schemas.microsoft.com/office/drawing/2014/main" val="46285983"/>
                    </a:ext>
                  </a:extLst>
                </a:gridCol>
                <a:gridCol w="1448947">
                  <a:extLst>
                    <a:ext uri="{9D8B030D-6E8A-4147-A177-3AD203B41FA5}">
                      <a16:colId xmlns:a16="http://schemas.microsoft.com/office/drawing/2014/main" val="4220499482"/>
                    </a:ext>
                  </a:extLst>
                </a:gridCol>
                <a:gridCol w="1486419">
                  <a:extLst>
                    <a:ext uri="{9D8B030D-6E8A-4147-A177-3AD203B41FA5}">
                      <a16:colId xmlns:a16="http://schemas.microsoft.com/office/drawing/2014/main" val="321468341"/>
                    </a:ext>
                  </a:extLst>
                </a:gridCol>
                <a:gridCol w="1486419">
                  <a:extLst>
                    <a:ext uri="{9D8B030D-6E8A-4147-A177-3AD203B41FA5}">
                      <a16:colId xmlns:a16="http://schemas.microsoft.com/office/drawing/2014/main" val="436107526"/>
                    </a:ext>
                  </a:extLst>
                </a:gridCol>
              </a:tblGrid>
              <a:tr h="0">
                <a:tc>
                  <a:txBody>
                    <a:bodyPr/>
                    <a:lstStyle/>
                    <a:p>
                      <a:pPr marL="0" marR="0" algn="ctr">
                        <a:lnSpc>
                          <a:spcPct val="107000"/>
                        </a:lnSpc>
                        <a:spcBef>
                          <a:spcPts val="0"/>
                        </a:spcBef>
                        <a:spcAft>
                          <a:spcPts val="0"/>
                        </a:spcAft>
                      </a:pPr>
                      <a:r>
                        <a:rPr lang="en-US" sz="1600" b="1" kern="100">
                          <a:effectLst/>
                          <a:latin typeface="Anek Devanagari" panose="020B0604020202020204" charset="0"/>
                          <a:ea typeface="Calibri" panose="020F0502020204030204" pitchFamily="34" charset="0"/>
                          <a:cs typeface="Times New Roman" panose="02020603050405020304" pitchFamily="18" charset="0"/>
                        </a:rPr>
                        <a:t> </a:t>
                      </a:r>
                      <a:endParaRPr lang="en-US"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600" b="1" kern="100">
                          <a:effectLst/>
                          <a:latin typeface="Anek Devanagari" panose="020B0604020202020204" charset="0"/>
                          <a:ea typeface="Calibri" panose="020F0502020204030204" pitchFamily="34" charset="0"/>
                          <a:cs typeface="Times New Roman" panose="02020603050405020304" pitchFamily="18" charset="0"/>
                        </a:rPr>
                        <a:t>Our project</a:t>
                      </a:r>
                      <a:endParaRPr lang="en-US"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600" b="1" kern="100" dirty="0" err="1">
                          <a:effectLst/>
                          <a:latin typeface="Anek Devanagari" panose="020B0604020202020204" charset="0"/>
                          <a:ea typeface="Calibri" panose="020F0502020204030204" pitchFamily="34" charset="0"/>
                          <a:cs typeface="Times New Roman" panose="02020603050405020304" pitchFamily="18" charset="0"/>
                        </a:rPr>
                        <a:t>Kollea</a:t>
                      </a:r>
                      <a:r>
                        <a:rPr lang="en-US" sz="1600" b="1" kern="100" dirty="0">
                          <a:effectLst/>
                          <a:latin typeface="Anek Devanagari" panose="020B0604020202020204" charset="0"/>
                          <a:ea typeface="Calibri" panose="020F0502020204030204" pitchFamily="34" charset="0"/>
                          <a:cs typeface="Times New Roman" panose="02020603050405020304" pitchFamily="18" charset="0"/>
                        </a:rPr>
                        <a:t> Reliable Automatic Watering System [2]</a:t>
                      </a:r>
                      <a:endParaRPr lang="en-US" sz="14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600" b="1" kern="100">
                          <a:effectLst/>
                          <a:latin typeface="Anek Devanagari" panose="020B0604020202020204" charset="0"/>
                          <a:ea typeface="Calibri" panose="020F0502020204030204" pitchFamily="34" charset="0"/>
                          <a:cs typeface="Times New Roman" panose="02020603050405020304" pitchFamily="18" charset="0"/>
                        </a:rPr>
                        <a:t>RAINTPOINT Automatic Watering System [3]</a:t>
                      </a:r>
                      <a:endParaRPr lang="en-US"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600" b="1" kern="100">
                          <a:effectLst/>
                          <a:latin typeface="Anek Devanagari" panose="020B0604020202020204" charset="0"/>
                          <a:ea typeface="Calibri" panose="020F0502020204030204" pitchFamily="34" charset="0"/>
                          <a:cs typeface="Times New Roman" panose="02020603050405020304" pitchFamily="18" charset="0"/>
                        </a:rPr>
                        <a:t>MARS HYDRO Auto Drip Irrigation Kits [4]</a:t>
                      </a:r>
                      <a:endParaRPr lang="en-US"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87078789"/>
                  </a:ext>
                </a:extLst>
              </a:tr>
              <a:tr h="0">
                <a:tc>
                  <a:txBody>
                    <a:bodyPr/>
                    <a:lstStyle/>
                    <a:p>
                      <a:pPr marL="0" marR="0" algn="ctr">
                        <a:lnSpc>
                          <a:spcPct val="107000"/>
                        </a:lnSpc>
                        <a:spcBef>
                          <a:spcPts val="0"/>
                        </a:spcBef>
                        <a:spcAft>
                          <a:spcPts val="0"/>
                        </a:spcAft>
                      </a:pPr>
                      <a:r>
                        <a:rPr lang="en-US" sz="1600" b="1" kern="100">
                          <a:effectLst/>
                          <a:latin typeface="Anek Devanagari" panose="020B0604020202020204" charset="0"/>
                          <a:ea typeface="Calibri" panose="020F0502020204030204" pitchFamily="34" charset="0"/>
                          <a:cs typeface="Times New Roman" panose="02020603050405020304" pitchFamily="18" charset="0"/>
                        </a:rPr>
                        <a:t>Cost</a:t>
                      </a:r>
                      <a:endParaRPr lang="en-US"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rtl="0">
                        <a:lnSpc>
                          <a:spcPct val="107000"/>
                        </a:lnSpc>
                        <a:spcBef>
                          <a:spcPts val="0"/>
                        </a:spcBef>
                        <a:spcAft>
                          <a:spcPts val="0"/>
                        </a:spcAft>
                        <a:buClr>
                          <a:srgbClr val="000000"/>
                        </a:buClr>
                        <a:buFont typeface="Arial"/>
                      </a:pPr>
                      <a:r>
                        <a:rPr lang="ar-SA" sz="1600" b="0" i="0" u="none" strike="noStrike" kern="100" cap="none" dirty="0">
                          <a:solidFill>
                            <a:schemeClr val="tx1"/>
                          </a:solidFill>
                          <a:effectLst/>
                          <a:latin typeface="Anek Devanagari" panose="020B0604020202020204" charset="0"/>
                          <a:ea typeface="Calibri" panose="020F0502020204030204" pitchFamily="34" charset="0"/>
                          <a:cs typeface="Times New Roman" panose="02020603050405020304" pitchFamily="18" charset="0"/>
                          <a:sym typeface="Arial"/>
                        </a:rPr>
                        <a:t>140</a:t>
                      </a:r>
                      <a:r>
                        <a:rPr lang="en-US" sz="1600" b="0" i="0" u="none" strike="noStrike" kern="100" cap="none" dirty="0">
                          <a:solidFill>
                            <a:schemeClr val="tx1"/>
                          </a:solidFill>
                          <a:effectLst/>
                          <a:latin typeface="Anek Devanagari" panose="020B0604020202020204" charset="0"/>
                          <a:ea typeface="Calibri" panose="020F0502020204030204" pitchFamily="34" charset="0"/>
                          <a:cs typeface="Times New Roman" panose="02020603050405020304" pitchFamily="18" charset="0"/>
                          <a:sym typeface="Arial"/>
                        </a:rPr>
                        <a:t> $</a:t>
                      </a:r>
                      <a:br>
                        <a:rPr lang="ar-SA" sz="1600" b="0" i="0" u="none" strike="noStrike" kern="100" cap="none" dirty="0">
                          <a:solidFill>
                            <a:schemeClr val="tx1"/>
                          </a:solidFill>
                          <a:effectLst/>
                          <a:latin typeface="Anek Devanagari" panose="020B0604020202020204" charset="0"/>
                          <a:ea typeface="Calibri" panose="020F0502020204030204" pitchFamily="34" charset="0"/>
                          <a:cs typeface="Times New Roman" panose="02020603050405020304" pitchFamily="18" charset="0"/>
                          <a:sym typeface="Arial"/>
                        </a:rPr>
                      </a:br>
                      <a:r>
                        <a:rPr lang="en-US" sz="1600" b="0" i="0" u="none" strike="noStrike" kern="100" cap="none" dirty="0">
                          <a:solidFill>
                            <a:schemeClr val="tx1"/>
                          </a:solidFill>
                          <a:effectLst/>
                          <a:latin typeface="Anek Devanagari" panose="020B0604020202020204" charset="0"/>
                          <a:ea typeface="Calibri" panose="020F0502020204030204" pitchFamily="34" charset="0"/>
                          <a:cs typeface="Times New Roman" panose="02020603050405020304" pitchFamily="18" charset="0"/>
                          <a:sym typeface="Arial"/>
                        </a:rPr>
                        <a:t>(this is the cost + the profit)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600" kern="100" dirty="0">
                          <a:effectLst/>
                          <a:latin typeface="Anek Devanagari" panose="020B0604020202020204" charset="0"/>
                          <a:ea typeface="Calibri" panose="020F0502020204030204" pitchFamily="34" charset="0"/>
                          <a:cs typeface="Times New Roman" panose="02020603050405020304" pitchFamily="18" charset="0"/>
                        </a:rPr>
                        <a:t>50 $</a:t>
                      </a:r>
                      <a:endParaRPr lang="en-US" sz="14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600" kern="100">
                          <a:effectLst/>
                          <a:latin typeface="Anek Devanagari" panose="020B0604020202020204" charset="0"/>
                          <a:ea typeface="Calibri" panose="020F0502020204030204" pitchFamily="34" charset="0"/>
                          <a:cs typeface="Times New Roman" panose="02020603050405020304" pitchFamily="18" charset="0"/>
                        </a:rPr>
                        <a:t>55 $</a:t>
                      </a:r>
                      <a:endParaRPr lang="en-US"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600" kern="100">
                          <a:effectLst/>
                          <a:latin typeface="Anek Devanagari" panose="020B0604020202020204" charset="0"/>
                          <a:ea typeface="Calibri" panose="020F0502020204030204" pitchFamily="34" charset="0"/>
                          <a:cs typeface="Times New Roman" panose="02020603050405020304" pitchFamily="18" charset="0"/>
                        </a:rPr>
                        <a:t>140$</a:t>
                      </a:r>
                      <a:endParaRPr lang="en-US"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64122146"/>
                  </a:ext>
                </a:extLst>
              </a:tr>
              <a:tr h="0">
                <a:tc>
                  <a:txBody>
                    <a:bodyPr/>
                    <a:lstStyle/>
                    <a:p>
                      <a:pPr marL="0" marR="0" algn="ctr">
                        <a:lnSpc>
                          <a:spcPct val="107000"/>
                        </a:lnSpc>
                        <a:spcBef>
                          <a:spcPts val="0"/>
                        </a:spcBef>
                        <a:spcAft>
                          <a:spcPts val="0"/>
                        </a:spcAft>
                      </a:pPr>
                      <a:r>
                        <a:rPr lang="en-US" sz="1600" b="1" kern="100">
                          <a:effectLst/>
                          <a:latin typeface="Anek Devanagari" panose="020B0604020202020204" charset="0"/>
                          <a:ea typeface="Calibri" panose="020F0502020204030204" pitchFamily="34" charset="0"/>
                          <a:cs typeface="Times New Roman" panose="02020603050405020304" pitchFamily="18" charset="0"/>
                        </a:rPr>
                        <a:t>Number of plants</a:t>
                      </a:r>
                      <a:endParaRPr lang="en-US"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rtl="0">
                        <a:lnSpc>
                          <a:spcPct val="107000"/>
                        </a:lnSpc>
                        <a:spcBef>
                          <a:spcPts val="0"/>
                        </a:spcBef>
                        <a:spcAft>
                          <a:spcPts val="0"/>
                        </a:spcAft>
                        <a:buClr>
                          <a:srgbClr val="000000"/>
                        </a:buClr>
                        <a:buFont typeface="Arial"/>
                      </a:pPr>
                      <a:r>
                        <a:rPr lang="en-US" sz="1600" b="0" i="0" u="none" strike="noStrike" kern="100" cap="none" dirty="0">
                          <a:solidFill>
                            <a:schemeClr val="tx1"/>
                          </a:solidFill>
                          <a:effectLst/>
                          <a:latin typeface="Anek Devanagari" panose="020B0604020202020204" charset="0"/>
                          <a:ea typeface="Calibri" panose="020F0502020204030204" pitchFamily="34" charset="0"/>
                          <a:cs typeface="Times New Roman" panose="02020603050405020304" pitchFamily="18" charset="0"/>
                          <a:sym typeface="Arial"/>
                        </a:rPr>
                        <a:t>8 plants with some modifications</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600" kern="100" dirty="0">
                          <a:effectLst/>
                          <a:latin typeface="Anek Devanagari" panose="020B0604020202020204" charset="0"/>
                          <a:ea typeface="Calibri" panose="020F0502020204030204" pitchFamily="34" charset="0"/>
                          <a:cs typeface="Times New Roman" panose="02020603050405020304" pitchFamily="18" charset="0"/>
                        </a:rPr>
                        <a:t>8</a:t>
                      </a:r>
                      <a:endParaRPr lang="en-US" sz="14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600" kern="100">
                          <a:effectLst/>
                          <a:latin typeface="Anek Devanagari" panose="020B0604020202020204" charset="0"/>
                          <a:ea typeface="Calibri" panose="020F0502020204030204" pitchFamily="34" charset="0"/>
                          <a:cs typeface="Times New Roman" panose="02020603050405020304" pitchFamily="18" charset="0"/>
                        </a:rPr>
                        <a:t>8</a:t>
                      </a:r>
                      <a:endParaRPr lang="en-US"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600" kern="100">
                          <a:effectLst/>
                          <a:latin typeface="Anek Devanagari" panose="020B0604020202020204" charset="0"/>
                          <a:ea typeface="Calibri" panose="020F0502020204030204" pitchFamily="34" charset="0"/>
                          <a:cs typeface="Times New Roman" panose="02020603050405020304" pitchFamily="18" charset="0"/>
                        </a:rPr>
                        <a:t>8</a:t>
                      </a:r>
                      <a:endParaRPr lang="en-US"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6628994"/>
                  </a:ext>
                </a:extLst>
              </a:tr>
              <a:tr h="0">
                <a:tc>
                  <a:txBody>
                    <a:bodyPr/>
                    <a:lstStyle/>
                    <a:p>
                      <a:pPr marL="0" marR="0" algn="ctr">
                        <a:lnSpc>
                          <a:spcPct val="107000"/>
                        </a:lnSpc>
                        <a:spcBef>
                          <a:spcPts val="0"/>
                        </a:spcBef>
                        <a:spcAft>
                          <a:spcPts val="0"/>
                        </a:spcAft>
                      </a:pPr>
                      <a:r>
                        <a:rPr lang="en-US" sz="1600" b="1" kern="100">
                          <a:effectLst/>
                          <a:latin typeface="Anek Devanagari" panose="020B0604020202020204" charset="0"/>
                          <a:ea typeface="Calibri" panose="020F0502020204030204" pitchFamily="34" charset="0"/>
                          <a:cs typeface="Times New Roman" panose="02020603050405020304" pitchFamily="18" charset="0"/>
                        </a:rPr>
                        <a:t>Automatic</a:t>
                      </a:r>
                      <a:endParaRPr lang="en-US"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600" kern="100" dirty="0">
                          <a:effectLst/>
                          <a:latin typeface="Anek Devanagari" panose="020B0604020202020204" charset="0"/>
                          <a:ea typeface="Calibri" panose="020F0502020204030204" pitchFamily="34" charset="0"/>
                          <a:cs typeface="Times New Roman" panose="02020603050405020304" pitchFamily="18" charset="0"/>
                        </a:rPr>
                        <a:t>Yes</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600" kern="100" dirty="0">
                          <a:effectLst/>
                          <a:latin typeface="Anek Devanagari" panose="020B0604020202020204" charset="0"/>
                          <a:ea typeface="Calibri" panose="020F0502020204030204" pitchFamily="34" charset="0"/>
                          <a:cs typeface="Times New Roman" panose="02020603050405020304" pitchFamily="18" charset="0"/>
                        </a:rPr>
                        <a:t>Yes</a:t>
                      </a:r>
                    </a:p>
                    <a:p>
                      <a:pPr marL="0" marR="0" algn="ctr">
                        <a:lnSpc>
                          <a:spcPct val="107000"/>
                        </a:lnSpc>
                        <a:spcBef>
                          <a:spcPts val="0"/>
                        </a:spcBef>
                        <a:spcAft>
                          <a:spcPts val="0"/>
                        </a:spcAft>
                      </a:pPr>
                      <a:r>
                        <a:rPr lang="en-US" sz="1600" kern="100" dirty="0">
                          <a:effectLst/>
                          <a:latin typeface="Anek Devanagari" panose="020B0604020202020204" charset="0"/>
                          <a:ea typeface="Calibri" panose="020F0502020204030204" pitchFamily="34" charset="0"/>
                          <a:cs typeface="Times New Roman" panose="02020603050405020304" pitchFamily="18" charset="0"/>
                        </a:rPr>
                        <a:t>It waters on intervals of time</a:t>
                      </a:r>
                      <a:endParaRPr lang="en-US" sz="14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600" kern="100" dirty="0">
                          <a:effectLst/>
                          <a:latin typeface="Anek Devanagari" panose="020B0604020202020204" charset="0"/>
                          <a:ea typeface="Calibri" panose="020F0502020204030204" pitchFamily="34" charset="0"/>
                          <a:cs typeface="Times New Roman" panose="02020603050405020304" pitchFamily="18" charset="0"/>
                        </a:rPr>
                        <a:t>Yes</a:t>
                      </a:r>
                    </a:p>
                    <a:p>
                      <a:pPr marL="0" marR="0" algn="ctr">
                        <a:lnSpc>
                          <a:spcPct val="107000"/>
                        </a:lnSpc>
                        <a:spcBef>
                          <a:spcPts val="0"/>
                        </a:spcBef>
                        <a:spcAft>
                          <a:spcPts val="0"/>
                        </a:spcAft>
                      </a:pPr>
                      <a:r>
                        <a:rPr lang="en-US" sz="1600" kern="100" dirty="0">
                          <a:effectLst/>
                          <a:latin typeface="Anek Devanagari" panose="020B0604020202020204" charset="0"/>
                          <a:ea typeface="Calibri" panose="020F0502020204030204" pitchFamily="34" charset="0"/>
                          <a:cs typeface="Times New Roman" panose="02020603050405020304" pitchFamily="18" charset="0"/>
                        </a:rPr>
                        <a:t>It waters on intervals of time</a:t>
                      </a:r>
                      <a:endParaRPr lang="en-US" sz="14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600" kern="100" dirty="0">
                          <a:effectLst/>
                          <a:latin typeface="Anek Devanagari" panose="020B0604020202020204" charset="0"/>
                          <a:ea typeface="Calibri" panose="020F0502020204030204" pitchFamily="34" charset="0"/>
                          <a:cs typeface="Times New Roman" panose="02020603050405020304" pitchFamily="18" charset="0"/>
                        </a:rPr>
                        <a:t>Yes</a:t>
                      </a:r>
                    </a:p>
                    <a:p>
                      <a:pPr marL="0" marR="0" algn="ctr">
                        <a:lnSpc>
                          <a:spcPct val="107000"/>
                        </a:lnSpc>
                        <a:spcBef>
                          <a:spcPts val="0"/>
                        </a:spcBef>
                        <a:spcAft>
                          <a:spcPts val="0"/>
                        </a:spcAft>
                      </a:pPr>
                      <a:r>
                        <a:rPr lang="en-US" sz="1600" kern="100" dirty="0">
                          <a:effectLst/>
                          <a:latin typeface="Anek Devanagari" panose="020B0604020202020204" charset="0"/>
                          <a:ea typeface="Calibri" panose="020F0502020204030204" pitchFamily="34" charset="0"/>
                          <a:cs typeface="Times New Roman" panose="02020603050405020304" pitchFamily="18" charset="0"/>
                        </a:rPr>
                        <a:t>It waters on intervals of time</a:t>
                      </a:r>
                      <a:endParaRPr lang="en-US" sz="14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72167581"/>
                  </a:ext>
                </a:extLst>
              </a:tr>
              <a:tr h="0">
                <a:tc>
                  <a:txBody>
                    <a:bodyPr/>
                    <a:lstStyle/>
                    <a:p>
                      <a:pPr marL="0" marR="0" algn="ctr">
                        <a:lnSpc>
                          <a:spcPct val="107000"/>
                        </a:lnSpc>
                        <a:spcBef>
                          <a:spcPts val="0"/>
                        </a:spcBef>
                        <a:spcAft>
                          <a:spcPts val="0"/>
                        </a:spcAft>
                      </a:pPr>
                      <a:r>
                        <a:rPr lang="en-US" sz="1600" b="1" kern="100">
                          <a:effectLst/>
                          <a:latin typeface="Anek Devanagari" panose="020B0604020202020204" charset="0"/>
                          <a:ea typeface="Calibri" panose="020F0502020204030204" pitchFamily="34" charset="0"/>
                          <a:cs typeface="Times New Roman" panose="02020603050405020304" pitchFamily="18" charset="0"/>
                        </a:rPr>
                        <a:t>Manual</a:t>
                      </a:r>
                      <a:endParaRPr lang="en-US"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kumimoji="0" lang="en-US" sz="1600" b="0" i="0" u="none" strike="noStrike" kern="100" cap="none" spc="0" normalizeH="0" baseline="0" noProof="0">
                          <a:ln>
                            <a:noFill/>
                          </a:ln>
                          <a:solidFill>
                            <a:srgbClr val="13304E"/>
                          </a:solidFill>
                          <a:effectLst/>
                          <a:uLnTx/>
                          <a:uFillTx/>
                          <a:latin typeface="Anek Devanagari" panose="020B0604020202020204" charset="0"/>
                          <a:ea typeface="Calibri" panose="020F0502020204030204" pitchFamily="34" charset="0"/>
                          <a:cs typeface="Times New Roman" panose="02020603050405020304" pitchFamily="18" charset="0"/>
                          <a:sym typeface="Arial"/>
                        </a:rPr>
                        <a:t>Yes</a:t>
                      </a:r>
                      <a:endParaRPr lang="en-US" sz="1600" kern="100" dirty="0">
                        <a:effectLst/>
                        <a:latin typeface="Anek Devanagari" panose="020B060402020202020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600" kern="100" dirty="0">
                          <a:effectLst/>
                          <a:latin typeface="Anek Devanagari" panose="020B0604020202020204" charset="0"/>
                          <a:ea typeface="Calibri" panose="020F0502020204030204" pitchFamily="34" charset="0"/>
                          <a:cs typeface="Times New Roman" panose="02020603050405020304" pitchFamily="18" charset="0"/>
                        </a:rPr>
                        <a:t>No</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600" kern="100" dirty="0">
                          <a:effectLst/>
                          <a:latin typeface="Anek Devanagari" panose="020B0604020202020204" charset="0"/>
                          <a:ea typeface="Calibri" panose="020F0502020204030204" pitchFamily="34" charset="0"/>
                          <a:cs typeface="Times New Roman" panose="02020603050405020304" pitchFamily="18" charset="0"/>
                        </a:rPr>
                        <a:t>Yes</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600" kern="100" dirty="0">
                          <a:effectLst/>
                          <a:latin typeface="Anek Devanagari" panose="020B0604020202020204" charset="0"/>
                          <a:ea typeface="Calibri" panose="020F0502020204030204" pitchFamily="34" charset="0"/>
                          <a:cs typeface="Times New Roman" panose="02020603050405020304" pitchFamily="18" charset="0"/>
                        </a:rPr>
                        <a:t>No</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38690935"/>
                  </a:ext>
                </a:extLst>
              </a:tr>
              <a:tr h="0">
                <a:tc>
                  <a:txBody>
                    <a:bodyPr/>
                    <a:lstStyle/>
                    <a:p>
                      <a:pPr marL="0" marR="0" algn="ctr">
                        <a:lnSpc>
                          <a:spcPct val="107000"/>
                        </a:lnSpc>
                        <a:spcBef>
                          <a:spcPts val="0"/>
                        </a:spcBef>
                        <a:spcAft>
                          <a:spcPts val="0"/>
                        </a:spcAft>
                      </a:pPr>
                      <a:r>
                        <a:rPr lang="en-US" sz="1600" b="1" kern="100">
                          <a:effectLst/>
                          <a:latin typeface="Anek Devanagari" panose="020B0604020202020204" charset="0"/>
                          <a:ea typeface="Calibri" panose="020F0502020204030204" pitchFamily="34" charset="0"/>
                          <a:cs typeface="Times New Roman" panose="02020603050405020304" pitchFamily="18" charset="0"/>
                        </a:rPr>
                        <a:t>Sensors</a:t>
                      </a:r>
                      <a:endParaRPr lang="en-US" sz="14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kumimoji="0" lang="en-US" sz="1600" b="0" i="0" u="none" strike="noStrike" kern="100" cap="none" spc="0" normalizeH="0" baseline="0" noProof="0" dirty="0">
                          <a:ln>
                            <a:noFill/>
                          </a:ln>
                          <a:solidFill>
                            <a:srgbClr val="13304E"/>
                          </a:solidFill>
                          <a:effectLst/>
                          <a:uLnTx/>
                          <a:uFillTx/>
                          <a:latin typeface="Anek Devanagari" panose="020B0604020202020204" charset="0"/>
                          <a:ea typeface="Calibri" panose="020F0502020204030204" pitchFamily="34" charset="0"/>
                          <a:cs typeface="Times New Roman" panose="02020603050405020304" pitchFamily="18" charset="0"/>
                          <a:sym typeface="Arial"/>
                        </a:rPr>
                        <a:t>Yes</a:t>
                      </a:r>
                      <a:endParaRPr lang="en-US" sz="1600" kern="100" dirty="0">
                        <a:effectLst/>
                        <a:latin typeface="Anek Devanagari" panose="020B060402020202020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600" kern="100" dirty="0">
                          <a:effectLst/>
                          <a:latin typeface="Anek Devanagari" panose="020B0604020202020204" charset="0"/>
                          <a:ea typeface="Calibri" panose="020F0502020204030204" pitchFamily="34" charset="0"/>
                          <a:cs typeface="Times New Roman" panose="02020603050405020304" pitchFamily="18" charset="0"/>
                        </a:rPr>
                        <a:t>No</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600" kern="100" dirty="0">
                          <a:effectLst/>
                          <a:latin typeface="Anek Devanagari" panose="020B0604020202020204" charset="0"/>
                          <a:ea typeface="Calibri" panose="020F0502020204030204" pitchFamily="34" charset="0"/>
                          <a:cs typeface="Times New Roman" panose="02020603050405020304" pitchFamily="18" charset="0"/>
                        </a:rPr>
                        <a:t>Yes</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600" kern="100" dirty="0">
                          <a:effectLst/>
                          <a:latin typeface="Anek Devanagari" panose="020B0604020202020204" charset="0"/>
                          <a:ea typeface="Calibri" panose="020F0502020204030204" pitchFamily="34" charset="0"/>
                          <a:cs typeface="Times New Roman" panose="02020603050405020304" pitchFamily="18" charset="0"/>
                        </a:rPr>
                        <a:t>No</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11769012"/>
                  </a:ext>
                </a:extLst>
              </a:tr>
            </a:tbl>
          </a:graphicData>
        </a:graphic>
      </p:graphicFrame>
      <p:grpSp>
        <p:nvGrpSpPr>
          <p:cNvPr id="2" name="Google Shape;4937;p66">
            <a:extLst>
              <a:ext uri="{FF2B5EF4-FFF2-40B4-BE49-F238E27FC236}">
                <a16:creationId xmlns:a16="http://schemas.microsoft.com/office/drawing/2014/main" id="{CD9F88DA-FFF7-F235-0245-00F2368D0E7B}"/>
              </a:ext>
            </a:extLst>
          </p:cNvPr>
          <p:cNvGrpSpPr/>
          <p:nvPr/>
        </p:nvGrpSpPr>
        <p:grpSpPr>
          <a:xfrm>
            <a:off x="-1389796" y="1549042"/>
            <a:ext cx="436875" cy="208450"/>
            <a:chOff x="1029850" y="2384275"/>
            <a:chExt cx="436875" cy="208450"/>
          </a:xfrm>
        </p:grpSpPr>
        <p:sp>
          <p:nvSpPr>
            <p:cNvPr id="3" name="Google Shape;4938;p66">
              <a:extLst>
                <a:ext uri="{FF2B5EF4-FFF2-40B4-BE49-F238E27FC236}">
                  <a16:creationId xmlns:a16="http://schemas.microsoft.com/office/drawing/2014/main" id="{8AE9A053-0B07-233C-FBD9-93ACAD45B50D}"/>
                </a:ext>
              </a:extLst>
            </p:cNvPr>
            <p:cNvSpPr/>
            <p:nvPr/>
          </p:nvSpPr>
          <p:spPr>
            <a:xfrm>
              <a:off x="1029850" y="2384275"/>
              <a:ext cx="99825" cy="208450"/>
            </a:xfrm>
            <a:custGeom>
              <a:avLst/>
              <a:gdLst/>
              <a:ahLst/>
              <a:cxnLst/>
              <a:rect l="l" t="t" r="r" b="b"/>
              <a:pathLst>
                <a:path w="3993" h="8338" extrusionOk="0">
                  <a:moveTo>
                    <a:pt x="788" y="0"/>
                  </a:moveTo>
                  <a:cubicBezTo>
                    <a:pt x="355" y="0"/>
                    <a:pt x="1" y="354"/>
                    <a:pt x="1" y="788"/>
                  </a:cubicBezTo>
                  <a:lnTo>
                    <a:pt x="1" y="7550"/>
                  </a:lnTo>
                  <a:cubicBezTo>
                    <a:pt x="1" y="7983"/>
                    <a:pt x="355" y="8337"/>
                    <a:pt x="788" y="8337"/>
                  </a:cubicBezTo>
                  <a:lnTo>
                    <a:pt x="3205" y="8337"/>
                  </a:lnTo>
                  <a:cubicBezTo>
                    <a:pt x="3638" y="8337"/>
                    <a:pt x="3992" y="7983"/>
                    <a:pt x="3992" y="7550"/>
                  </a:cubicBezTo>
                  <a:cubicBezTo>
                    <a:pt x="3992" y="7117"/>
                    <a:pt x="3638" y="6763"/>
                    <a:pt x="3205" y="6763"/>
                  </a:cubicBezTo>
                  <a:lnTo>
                    <a:pt x="1575" y="6763"/>
                  </a:lnTo>
                  <a:lnTo>
                    <a:pt x="1270" y="5847"/>
                  </a:lnTo>
                  <a:lnTo>
                    <a:pt x="1575" y="4956"/>
                  </a:lnTo>
                  <a:lnTo>
                    <a:pt x="3205" y="4956"/>
                  </a:lnTo>
                  <a:cubicBezTo>
                    <a:pt x="3638" y="4956"/>
                    <a:pt x="3992" y="4602"/>
                    <a:pt x="3992" y="4169"/>
                  </a:cubicBezTo>
                  <a:cubicBezTo>
                    <a:pt x="3992" y="3736"/>
                    <a:pt x="3638" y="3382"/>
                    <a:pt x="3205" y="3382"/>
                  </a:cubicBezTo>
                  <a:lnTo>
                    <a:pt x="1575" y="3382"/>
                  </a:lnTo>
                  <a:lnTo>
                    <a:pt x="1270" y="2490"/>
                  </a:lnTo>
                  <a:lnTo>
                    <a:pt x="1575" y="1575"/>
                  </a:lnTo>
                  <a:lnTo>
                    <a:pt x="3205" y="1575"/>
                  </a:lnTo>
                  <a:cubicBezTo>
                    <a:pt x="3638" y="1575"/>
                    <a:pt x="3992" y="1221"/>
                    <a:pt x="3992" y="788"/>
                  </a:cubicBezTo>
                  <a:cubicBezTo>
                    <a:pt x="3992" y="354"/>
                    <a:pt x="3638" y="0"/>
                    <a:pt x="320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4939;p66">
              <a:extLst>
                <a:ext uri="{FF2B5EF4-FFF2-40B4-BE49-F238E27FC236}">
                  <a16:creationId xmlns:a16="http://schemas.microsoft.com/office/drawing/2014/main" id="{F967EDAA-6539-393A-5FEB-966AE2079DEE}"/>
                </a:ext>
              </a:extLst>
            </p:cNvPr>
            <p:cNvSpPr/>
            <p:nvPr/>
          </p:nvSpPr>
          <p:spPr>
            <a:xfrm>
              <a:off x="1053350" y="2423650"/>
              <a:ext cx="15900" cy="45175"/>
            </a:xfrm>
            <a:custGeom>
              <a:avLst/>
              <a:gdLst/>
              <a:ahLst/>
              <a:cxnLst/>
              <a:rect l="l" t="t" r="r" b="b"/>
              <a:pathLst>
                <a:path w="636" h="1807" extrusionOk="0">
                  <a:moveTo>
                    <a:pt x="178" y="0"/>
                  </a:moveTo>
                  <a:cubicBezTo>
                    <a:pt x="80" y="0"/>
                    <a:pt x="1" y="79"/>
                    <a:pt x="1" y="177"/>
                  </a:cubicBezTo>
                  <a:lnTo>
                    <a:pt x="1" y="1630"/>
                  </a:lnTo>
                  <a:cubicBezTo>
                    <a:pt x="1" y="1727"/>
                    <a:pt x="80" y="1807"/>
                    <a:pt x="178" y="1807"/>
                  </a:cubicBezTo>
                  <a:lnTo>
                    <a:pt x="635" y="1807"/>
                  </a:lnTo>
                  <a:lnTo>
                    <a:pt x="63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4940;p66">
              <a:extLst>
                <a:ext uri="{FF2B5EF4-FFF2-40B4-BE49-F238E27FC236}">
                  <a16:creationId xmlns:a16="http://schemas.microsoft.com/office/drawing/2014/main" id="{DD22F285-71A0-48F3-8B84-1B5E23E1C202}"/>
                </a:ext>
              </a:extLst>
            </p:cNvPr>
            <p:cNvSpPr/>
            <p:nvPr/>
          </p:nvSpPr>
          <p:spPr>
            <a:xfrm>
              <a:off x="1101725" y="2384275"/>
              <a:ext cx="35575" cy="39375"/>
            </a:xfrm>
            <a:custGeom>
              <a:avLst/>
              <a:gdLst/>
              <a:ahLst/>
              <a:cxnLst/>
              <a:rect l="l" t="t" r="r" b="b"/>
              <a:pathLst>
                <a:path w="1423" h="1575" extrusionOk="0">
                  <a:moveTo>
                    <a:pt x="0" y="0"/>
                  </a:moveTo>
                  <a:cubicBezTo>
                    <a:pt x="434" y="0"/>
                    <a:pt x="788" y="354"/>
                    <a:pt x="788" y="788"/>
                  </a:cubicBezTo>
                  <a:cubicBezTo>
                    <a:pt x="788" y="1221"/>
                    <a:pt x="434" y="1575"/>
                    <a:pt x="0" y="1575"/>
                  </a:cubicBezTo>
                  <a:lnTo>
                    <a:pt x="635" y="1575"/>
                  </a:lnTo>
                  <a:cubicBezTo>
                    <a:pt x="1068" y="1575"/>
                    <a:pt x="1422" y="1221"/>
                    <a:pt x="1422" y="788"/>
                  </a:cubicBezTo>
                  <a:cubicBezTo>
                    <a:pt x="1422" y="354"/>
                    <a:pt x="1068" y="0"/>
                    <a:pt x="63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4941;p66">
              <a:extLst>
                <a:ext uri="{FF2B5EF4-FFF2-40B4-BE49-F238E27FC236}">
                  <a16:creationId xmlns:a16="http://schemas.microsoft.com/office/drawing/2014/main" id="{2DD947B6-5207-4295-3A19-E463AE7F395F}"/>
                </a:ext>
              </a:extLst>
            </p:cNvPr>
            <p:cNvSpPr/>
            <p:nvPr/>
          </p:nvSpPr>
          <p:spPr>
            <a:xfrm>
              <a:off x="1101725" y="2553325"/>
              <a:ext cx="35575" cy="39400"/>
            </a:xfrm>
            <a:custGeom>
              <a:avLst/>
              <a:gdLst/>
              <a:ahLst/>
              <a:cxnLst/>
              <a:rect l="l" t="t" r="r" b="b"/>
              <a:pathLst>
                <a:path w="1423" h="1576" extrusionOk="0">
                  <a:moveTo>
                    <a:pt x="0" y="1"/>
                  </a:moveTo>
                  <a:cubicBezTo>
                    <a:pt x="434" y="1"/>
                    <a:pt x="788" y="355"/>
                    <a:pt x="788" y="788"/>
                  </a:cubicBezTo>
                  <a:cubicBezTo>
                    <a:pt x="788" y="1221"/>
                    <a:pt x="434" y="1575"/>
                    <a:pt x="0" y="1575"/>
                  </a:cubicBezTo>
                  <a:lnTo>
                    <a:pt x="635" y="1575"/>
                  </a:lnTo>
                  <a:cubicBezTo>
                    <a:pt x="1068" y="1575"/>
                    <a:pt x="1422" y="1221"/>
                    <a:pt x="1422" y="788"/>
                  </a:cubicBezTo>
                  <a:cubicBezTo>
                    <a:pt x="1422" y="355"/>
                    <a:pt x="1068" y="1"/>
                    <a:pt x="6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4942;p66">
              <a:extLst>
                <a:ext uri="{FF2B5EF4-FFF2-40B4-BE49-F238E27FC236}">
                  <a16:creationId xmlns:a16="http://schemas.microsoft.com/office/drawing/2014/main" id="{75C86EEF-613F-4D9B-BD8C-D142C250F9A8}"/>
                </a:ext>
              </a:extLst>
            </p:cNvPr>
            <p:cNvSpPr/>
            <p:nvPr/>
          </p:nvSpPr>
          <p:spPr>
            <a:xfrm>
              <a:off x="1053350" y="2508175"/>
              <a:ext cx="15900" cy="45175"/>
            </a:xfrm>
            <a:custGeom>
              <a:avLst/>
              <a:gdLst/>
              <a:ahLst/>
              <a:cxnLst/>
              <a:rect l="l" t="t" r="r" b="b"/>
              <a:pathLst>
                <a:path w="636" h="1807" extrusionOk="0">
                  <a:moveTo>
                    <a:pt x="178" y="0"/>
                  </a:moveTo>
                  <a:cubicBezTo>
                    <a:pt x="80" y="0"/>
                    <a:pt x="1" y="80"/>
                    <a:pt x="1" y="177"/>
                  </a:cubicBezTo>
                  <a:lnTo>
                    <a:pt x="1" y="1630"/>
                  </a:lnTo>
                  <a:cubicBezTo>
                    <a:pt x="1" y="1734"/>
                    <a:pt x="80" y="1807"/>
                    <a:pt x="178" y="1807"/>
                  </a:cubicBezTo>
                  <a:lnTo>
                    <a:pt x="635" y="1807"/>
                  </a:lnTo>
                  <a:lnTo>
                    <a:pt x="63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4943;p66">
              <a:extLst>
                <a:ext uri="{FF2B5EF4-FFF2-40B4-BE49-F238E27FC236}">
                  <a16:creationId xmlns:a16="http://schemas.microsoft.com/office/drawing/2014/main" id="{553FB47B-7FD9-5CB7-F219-64647EC0A983}"/>
                </a:ext>
              </a:extLst>
            </p:cNvPr>
            <p:cNvSpPr/>
            <p:nvPr/>
          </p:nvSpPr>
          <p:spPr>
            <a:xfrm>
              <a:off x="1101725" y="2468800"/>
              <a:ext cx="35575" cy="39400"/>
            </a:xfrm>
            <a:custGeom>
              <a:avLst/>
              <a:gdLst/>
              <a:ahLst/>
              <a:cxnLst/>
              <a:rect l="l" t="t" r="r" b="b"/>
              <a:pathLst>
                <a:path w="1423" h="1576" extrusionOk="0">
                  <a:moveTo>
                    <a:pt x="0" y="1"/>
                  </a:moveTo>
                  <a:cubicBezTo>
                    <a:pt x="434" y="1"/>
                    <a:pt x="788" y="355"/>
                    <a:pt x="788" y="788"/>
                  </a:cubicBezTo>
                  <a:cubicBezTo>
                    <a:pt x="788" y="1221"/>
                    <a:pt x="434" y="1575"/>
                    <a:pt x="0" y="1575"/>
                  </a:cubicBezTo>
                  <a:lnTo>
                    <a:pt x="635" y="1575"/>
                  </a:lnTo>
                  <a:cubicBezTo>
                    <a:pt x="1068" y="1575"/>
                    <a:pt x="1422" y="1221"/>
                    <a:pt x="1422" y="788"/>
                  </a:cubicBezTo>
                  <a:cubicBezTo>
                    <a:pt x="1422" y="355"/>
                    <a:pt x="1068" y="1"/>
                    <a:pt x="6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4944;p66">
              <a:extLst>
                <a:ext uri="{FF2B5EF4-FFF2-40B4-BE49-F238E27FC236}">
                  <a16:creationId xmlns:a16="http://schemas.microsoft.com/office/drawing/2014/main" id="{D1C3EEB5-3D9D-5FB9-DE22-A6B87DB9EE38}"/>
                </a:ext>
              </a:extLst>
            </p:cNvPr>
            <p:cNvSpPr/>
            <p:nvPr/>
          </p:nvSpPr>
          <p:spPr>
            <a:xfrm>
              <a:off x="1137275" y="2384275"/>
              <a:ext cx="126525" cy="208100"/>
            </a:xfrm>
            <a:custGeom>
              <a:avLst/>
              <a:gdLst/>
              <a:ahLst/>
              <a:cxnLst/>
              <a:rect l="l" t="t" r="r" b="b"/>
              <a:pathLst>
                <a:path w="5061" h="8324" extrusionOk="0">
                  <a:moveTo>
                    <a:pt x="2314" y="0"/>
                  </a:moveTo>
                  <a:cubicBezTo>
                    <a:pt x="1020" y="177"/>
                    <a:pt x="0" y="1270"/>
                    <a:pt x="0" y="2619"/>
                  </a:cubicBezTo>
                  <a:lnTo>
                    <a:pt x="0" y="5719"/>
                  </a:lnTo>
                  <a:cubicBezTo>
                    <a:pt x="0" y="7044"/>
                    <a:pt x="1020" y="8160"/>
                    <a:pt x="2314" y="8313"/>
                  </a:cubicBezTo>
                  <a:cubicBezTo>
                    <a:pt x="2348" y="8321"/>
                    <a:pt x="2394" y="8324"/>
                    <a:pt x="2442" y="8324"/>
                  </a:cubicBezTo>
                  <a:cubicBezTo>
                    <a:pt x="2538" y="8324"/>
                    <a:pt x="2645" y="8313"/>
                    <a:pt x="2698" y="8313"/>
                  </a:cubicBezTo>
                  <a:cubicBezTo>
                    <a:pt x="3412" y="8185"/>
                    <a:pt x="4633" y="7452"/>
                    <a:pt x="4907" y="6201"/>
                  </a:cubicBezTo>
                  <a:cubicBezTo>
                    <a:pt x="5060" y="5542"/>
                    <a:pt x="4120" y="5341"/>
                    <a:pt x="4120" y="5341"/>
                  </a:cubicBezTo>
                  <a:cubicBezTo>
                    <a:pt x="3894" y="5438"/>
                    <a:pt x="3717" y="5646"/>
                    <a:pt x="3662" y="5927"/>
                  </a:cubicBezTo>
                  <a:cubicBezTo>
                    <a:pt x="3565" y="6409"/>
                    <a:pt x="3131" y="6763"/>
                    <a:pt x="2619" y="6763"/>
                  </a:cubicBezTo>
                  <a:cubicBezTo>
                    <a:pt x="2521" y="6763"/>
                    <a:pt x="2417" y="6738"/>
                    <a:pt x="2314" y="6714"/>
                  </a:cubicBezTo>
                  <a:cubicBezTo>
                    <a:pt x="1886" y="6561"/>
                    <a:pt x="1276" y="6177"/>
                    <a:pt x="1276" y="5719"/>
                  </a:cubicBezTo>
                  <a:lnTo>
                    <a:pt x="1276" y="2619"/>
                  </a:lnTo>
                  <a:cubicBezTo>
                    <a:pt x="1276" y="2161"/>
                    <a:pt x="1911" y="1752"/>
                    <a:pt x="2314" y="1624"/>
                  </a:cubicBezTo>
                  <a:cubicBezTo>
                    <a:pt x="2417" y="1599"/>
                    <a:pt x="2521" y="1575"/>
                    <a:pt x="2619" y="1575"/>
                  </a:cubicBezTo>
                  <a:cubicBezTo>
                    <a:pt x="3131" y="1575"/>
                    <a:pt x="3565" y="1929"/>
                    <a:pt x="3662" y="2417"/>
                  </a:cubicBezTo>
                  <a:cubicBezTo>
                    <a:pt x="3717" y="2692"/>
                    <a:pt x="3894" y="2899"/>
                    <a:pt x="4120" y="2997"/>
                  </a:cubicBezTo>
                  <a:cubicBezTo>
                    <a:pt x="4120" y="2997"/>
                    <a:pt x="4248" y="2997"/>
                    <a:pt x="4401" y="2948"/>
                  </a:cubicBezTo>
                  <a:cubicBezTo>
                    <a:pt x="4834" y="2875"/>
                    <a:pt x="4938" y="2490"/>
                    <a:pt x="4859" y="2057"/>
                  </a:cubicBezTo>
                  <a:cubicBezTo>
                    <a:pt x="4633" y="812"/>
                    <a:pt x="3510" y="202"/>
                    <a:pt x="2674" y="25"/>
                  </a:cubicBezTo>
                  <a:cubicBezTo>
                    <a:pt x="2570" y="0"/>
                    <a:pt x="2314" y="0"/>
                    <a:pt x="231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4945;p66">
              <a:extLst>
                <a:ext uri="{FF2B5EF4-FFF2-40B4-BE49-F238E27FC236}">
                  <a16:creationId xmlns:a16="http://schemas.microsoft.com/office/drawing/2014/main" id="{B02CDE09-D6FE-FB63-9765-21CEC343F813}"/>
                </a:ext>
              </a:extLst>
            </p:cNvPr>
            <p:cNvSpPr/>
            <p:nvPr/>
          </p:nvSpPr>
          <p:spPr>
            <a:xfrm>
              <a:off x="1195100" y="2384275"/>
              <a:ext cx="74475" cy="76550"/>
            </a:xfrm>
            <a:custGeom>
              <a:avLst/>
              <a:gdLst/>
              <a:ahLst/>
              <a:cxnLst/>
              <a:rect l="l" t="t" r="r" b="b"/>
              <a:pathLst>
                <a:path w="2979" h="3062" extrusionOk="0">
                  <a:moveTo>
                    <a:pt x="1" y="0"/>
                  </a:moveTo>
                  <a:cubicBezTo>
                    <a:pt x="1124" y="153"/>
                    <a:pt x="2039" y="989"/>
                    <a:pt x="2265" y="2112"/>
                  </a:cubicBezTo>
                  <a:cubicBezTo>
                    <a:pt x="2344" y="2490"/>
                    <a:pt x="2137" y="2844"/>
                    <a:pt x="1807" y="2997"/>
                  </a:cubicBezTo>
                  <a:cubicBezTo>
                    <a:pt x="1920" y="3038"/>
                    <a:pt x="2032" y="3061"/>
                    <a:pt x="2144" y="3061"/>
                  </a:cubicBezTo>
                  <a:cubicBezTo>
                    <a:pt x="2185" y="3061"/>
                    <a:pt x="2225" y="3058"/>
                    <a:pt x="2265" y="3052"/>
                  </a:cubicBezTo>
                  <a:cubicBezTo>
                    <a:pt x="2698" y="2973"/>
                    <a:pt x="2979" y="2539"/>
                    <a:pt x="2900" y="2112"/>
                  </a:cubicBezTo>
                  <a:cubicBezTo>
                    <a:pt x="2674" y="891"/>
                    <a:pt x="1581" y="0"/>
                    <a:pt x="3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4946;p66">
              <a:extLst>
                <a:ext uri="{FF2B5EF4-FFF2-40B4-BE49-F238E27FC236}">
                  <a16:creationId xmlns:a16="http://schemas.microsoft.com/office/drawing/2014/main" id="{584F5401-6D0C-519F-0AAD-D07645E98259}"/>
                </a:ext>
              </a:extLst>
            </p:cNvPr>
            <p:cNvSpPr/>
            <p:nvPr/>
          </p:nvSpPr>
          <p:spPr>
            <a:xfrm>
              <a:off x="1160775" y="2423650"/>
              <a:ext cx="34350" cy="129700"/>
            </a:xfrm>
            <a:custGeom>
              <a:avLst/>
              <a:gdLst/>
              <a:ahLst/>
              <a:cxnLst/>
              <a:rect l="l" t="t" r="r" b="b"/>
              <a:pathLst>
                <a:path w="1374" h="5188" extrusionOk="0">
                  <a:moveTo>
                    <a:pt x="1068" y="0"/>
                  </a:moveTo>
                  <a:cubicBezTo>
                    <a:pt x="489" y="0"/>
                    <a:pt x="0" y="458"/>
                    <a:pt x="0" y="1044"/>
                  </a:cubicBezTo>
                  <a:lnTo>
                    <a:pt x="0" y="4144"/>
                  </a:lnTo>
                  <a:cubicBezTo>
                    <a:pt x="0" y="4706"/>
                    <a:pt x="489" y="5188"/>
                    <a:pt x="1068" y="5188"/>
                  </a:cubicBezTo>
                  <a:cubicBezTo>
                    <a:pt x="1172" y="5188"/>
                    <a:pt x="1276" y="5163"/>
                    <a:pt x="1374" y="5139"/>
                  </a:cubicBezTo>
                  <a:cubicBezTo>
                    <a:pt x="946" y="4986"/>
                    <a:pt x="641" y="4602"/>
                    <a:pt x="641" y="4144"/>
                  </a:cubicBezTo>
                  <a:lnTo>
                    <a:pt x="641" y="1044"/>
                  </a:lnTo>
                  <a:cubicBezTo>
                    <a:pt x="641" y="586"/>
                    <a:pt x="946" y="177"/>
                    <a:pt x="1374" y="49"/>
                  </a:cubicBezTo>
                  <a:cubicBezTo>
                    <a:pt x="1276" y="24"/>
                    <a:pt x="1172" y="0"/>
                    <a:pt x="106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4947;p66">
              <a:extLst>
                <a:ext uri="{FF2B5EF4-FFF2-40B4-BE49-F238E27FC236}">
                  <a16:creationId xmlns:a16="http://schemas.microsoft.com/office/drawing/2014/main" id="{51883364-E108-C93B-2286-3641FCC92134}"/>
                </a:ext>
              </a:extLst>
            </p:cNvPr>
            <p:cNvSpPr/>
            <p:nvPr/>
          </p:nvSpPr>
          <p:spPr>
            <a:xfrm>
              <a:off x="1195100" y="2516050"/>
              <a:ext cx="74475" cy="76675"/>
            </a:xfrm>
            <a:custGeom>
              <a:avLst/>
              <a:gdLst/>
              <a:ahLst/>
              <a:cxnLst/>
              <a:rect l="l" t="t" r="r" b="b"/>
              <a:pathLst>
                <a:path w="2979" h="3067" extrusionOk="0">
                  <a:moveTo>
                    <a:pt x="2102" y="0"/>
                  </a:moveTo>
                  <a:cubicBezTo>
                    <a:pt x="2003" y="0"/>
                    <a:pt x="1905" y="19"/>
                    <a:pt x="1807" y="70"/>
                  </a:cubicBezTo>
                  <a:cubicBezTo>
                    <a:pt x="2137" y="222"/>
                    <a:pt x="2344" y="576"/>
                    <a:pt x="2265" y="930"/>
                  </a:cubicBezTo>
                  <a:cubicBezTo>
                    <a:pt x="2039" y="2078"/>
                    <a:pt x="1124" y="2914"/>
                    <a:pt x="1" y="3042"/>
                  </a:cubicBezTo>
                  <a:cubicBezTo>
                    <a:pt x="104" y="3066"/>
                    <a:pt x="208" y="3066"/>
                    <a:pt x="306" y="3066"/>
                  </a:cubicBezTo>
                  <a:cubicBezTo>
                    <a:pt x="1581" y="3066"/>
                    <a:pt x="2674" y="2181"/>
                    <a:pt x="2900" y="930"/>
                  </a:cubicBezTo>
                  <a:cubicBezTo>
                    <a:pt x="2979" y="527"/>
                    <a:pt x="2698" y="94"/>
                    <a:pt x="2265" y="15"/>
                  </a:cubicBezTo>
                  <a:cubicBezTo>
                    <a:pt x="2210" y="6"/>
                    <a:pt x="2156" y="0"/>
                    <a:pt x="210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4948;p66">
              <a:extLst>
                <a:ext uri="{FF2B5EF4-FFF2-40B4-BE49-F238E27FC236}">
                  <a16:creationId xmlns:a16="http://schemas.microsoft.com/office/drawing/2014/main" id="{67147BDA-8EA8-3692-46B7-1CCE3D32F48A}"/>
                </a:ext>
              </a:extLst>
            </p:cNvPr>
            <p:cNvSpPr/>
            <p:nvPr/>
          </p:nvSpPr>
          <p:spPr>
            <a:xfrm>
              <a:off x="1258725" y="2394525"/>
              <a:ext cx="200375" cy="198200"/>
            </a:xfrm>
            <a:custGeom>
              <a:avLst/>
              <a:gdLst/>
              <a:ahLst/>
              <a:cxnLst/>
              <a:rect l="l" t="t" r="r" b="b"/>
              <a:pathLst>
                <a:path w="8015" h="7928" extrusionOk="0">
                  <a:moveTo>
                    <a:pt x="5468" y="0"/>
                  </a:moveTo>
                  <a:cubicBezTo>
                    <a:pt x="4555" y="0"/>
                    <a:pt x="788" y="1342"/>
                    <a:pt x="788" y="1342"/>
                  </a:cubicBezTo>
                  <a:cubicBezTo>
                    <a:pt x="306" y="2007"/>
                    <a:pt x="1" y="2868"/>
                    <a:pt x="1" y="3783"/>
                  </a:cubicBezTo>
                  <a:cubicBezTo>
                    <a:pt x="1" y="4876"/>
                    <a:pt x="434" y="5895"/>
                    <a:pt x="1148" y="6634"/>
                  </a:cubicBezTo>
                  <a:lnTo>
                    <a:pt x="3589" y="7903"/>
                  </a:lnTo>
                  <a:cubicBezTo>
                    <a:pt x="3663" y="7903"/>
                    <a:pt x="3766" y="7903"/>
                    <a:pt x="3840" y="7927"/>
                  </a:cubicBezTo>
                  <a:cubicBezTo>
                    <a:pt x="3943" y="7927"/>
                    <a:pt x="4169" y="7903"/>
                    <a:pt x="4169" y="7903"/>
                  </a:cubicBezTo>
                  <a:cubicBezTo>
                    <a:pt x="5927" y="7854"/>
                    <a:pt x="8014" y="6072"/>
                    <a:pt x="8014" y="3783"/>
                  </a:cubicBezTo>
                  <a:cubicBezTo>
                    <a:pt x="8014" y="2105"/>
                    <a:pt x="6867" y="683"/>
                    <a:pt x="5622" y="24"/>
                  </a:cubicBezTo>
                  <a:cubicBezTo>
                    <a:pt x="5588" y="8"/>
                    <a:pt x="5536" y="0"/>
                    <a:pt x="54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4949;p66">
              <a:extLst>
                <a:ext uri="{FF2B5EF4-FFF2-40B4-BE49-F238E27FC236}">
                  <a16:creationId xmlns:a16="http://schemas.microsoft.com/office/drawing/2014/main" id="{CE5CB56F-B376-3917-8BF2-F5CFB17E053E}"/>
                </a:ext>
              </a:extLst>
            </p:cNvPr>
            <p:cNvSpPr/>
            <p:nvPr/>
          </p:nvSpPr>
          <p:spPr>
            <a:xfrm>
              <a:off x="1287425" y="2538400"/>
              <a:ext cx="64850" cy="53700"/>
            </a:xfrm>
            <a:custGeom>
              <a:avLst/>
              <a:gdLst/>
              <a:ahLst/>
              <a:cxnLst/>
              <a:rect l="l" t="t" r="r" b="b"/>
              <a:pathLst>
                <a:path w="2594" h="2148" extrusionOk="0">
                  <a:moveTo>
                    <a:pt x="1414" y="0"/>
                  </a:moveTo>
                  <a:cubicBezTo>
                    <a:pt x="1113" y="0"/>
                    <a:pt x="793" y="308"/>
                    <a:pt x="378" y="525"/>
                  </a:cubicBezTo>
                  <a:cubicBezTo>
                    <a:pt x="226" y="598"/>
                    <a:pt x="98" y="726"/>
                    <a:pt x="0" y="879"/>
                  </a:cubicBezTo>
                  <a:cubicBezTo>
                    <a:pt x="635" y="1538"/>
                    <a:pt x="1471" y="1995"/>
                    <a:pt x="2441" y="2148"/>
                  </a:cubicBezTo>
                  <a:cubicBezTo>
                    <a:pt x="2594" y="1794"/>
                    <a:pt x="2258" y="1410"/>
                    <a:pt x="1953" y="1208"/>
                  </a:cubicBezTo>
                  <a:cubicBezTo>
                    <a:pt x="1550" y="927"/>
                    <a:pt x="2057" y="396"/>
                    <a:pt x="1678" y="91"/>
                  </a:cubicBezTo>
                  <a:cubicBezTo>
                    <a:pt x="1591" y="27"/>
                    <a:pt x="1503" y="0"/>
                    <a:pt x="141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4950;p66">
              <a:extLst>
                <a:ext uri="{FF2B5EF4-FFF2-40B4-BE49-F238E27FC236}">
                  <a16:creationId xmlns:a16="http://schemas.microsoft.com/office/drawing/2014/main" id="{BD85C8F6-101D-37F4-4761-F6AC840827AD}"/>
                </a:ext>
              </a:extLst>
            </p:cNvPr>
            <p:cNvSpPr/>
            <p:nvPr/>
          </p:nvSpPr>
          <p:spPr>
            <a:xfrm>
              <a:off x="1278400" y="2384875"/>
              <a:ext cx="134150" cy="128925"/>
            </a:xfrm>
            <a:custGeom>
              <a:avLst/>
              <a:gdLst/>
              <a:ahLst/>
              <a:cxnLst/>
              <a:rect l="l" t="t" r="r" b="b"/>
              <a:pathLst>
                <a:path w="5366" h="5157" extrusionOk="0">
                  <a:moveTo>
                    <a:pt x="3053" y="1"/>
                  </a:moveTo>
                  <a:cubicBezTo>
                    <a:pt x="1807" y="105"/>
                    <a:pt x="715" y="764"/>
                    <a:pt x="1" y="1728"/>
                  </a:cubicBezTo>
                  <a:cubicBezTo>
                    <a:pt x="154" y="2058"/>
                    <a:pt x="361" y="2393"/>
                    <a:pt x="636" y="2668"/>
                  </a:cubicBezTo>
                  <a:cubicBezTo>
                    <a:pt x="1222" y="3278"/>
                    <a:pt x="1069" y="4627"/>
                    <a:pt x="1277" y="4908"/>
                  </a:cubicBezTo>
                  <a:cubicBezTo>
                    <a:pt x="1384" y="5077"/>
                    <a:pt x="1538" y="5156"/>
                    <a:pt x="1699" y="5156"/>
                  </a:cubicBezTo>
                  <a:cubicBezTo>
                    <a:pt x="1994" y="5156"/>
                    <a:pt x="2310" y="4888"/>
                    <a:pt x="2393" y="4426"/>
                  </a:cubicBezTo>
                  <a:cubicBezTo>
                    <a:pt x="2497" y="3736"/>
                    <a:pt x="3028" y="3461"/>
                    <a:pt x="3510" y="2820"/>
                  </a:cubicBezTo>
                  <a:cubicBezTo>
                    <a:pt x="3992" y="2186"/>
                    <a:pt x="3028" y="1832"/>
                    <a:pt x="3382" y="1630"/>
                  </a:cubicBezTo>
                  <a:cubicBezTo>
                    <a:pt x="3411" y="1615"/>
                    <a:pt x="3446" y="1608"/>
                    <a:pt x="3487" y="1608"/>
                  </a:cubicBezTo>
                  <a:cubicBezTo>
                    <a:pt x="3834" y="1608"/>
                    <a:pt x="4566" y="2119"/>
                    <a:pt x="4927" y="2119"/>
                  </a:cubicBezTo>
                  <a:cubicBezTo>
                    <a:pt x="5017" y="2119"/>
                    <a:pt x="5083" y="2088"/>
                    <a:pt x="5115" y="2009"/>
                  </a:cubicBezTo>
                  <a:cubicBezTo>
                    <a:pt x="5366" y="1502"/>
                    <a:pt x="3687" y="1093"/>
                    <a:pt x="3718" y="788"/>
                  </a:cubicBezTo>
                  <a:cubicBezTo>
                    <a:pt x="3742" y="611"/>
                    <a:pt x="4224" y="507"/>
                    <a:pt x="4603" y="459"/>
                  </a:cubicBezTo>
                  <a:lnTo>
                    <a:pt x="4682" y="306"/>
                  </a:lnTo>
                  <a:cubicBezTo>
                    <a:pt x="4145" y="50"/>
                    <a:pt x="3053" y="1"/>
                    <a:pt x="30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4951;p66">
              <a:extLst>
                <a:ext uri="{FF2B5EF4-FFF2-40B4-BE49-F238E27FC236}">
                  <a16:creationId xmlns:a16="http://schemas.microsoft.com/office/drawing/2014/main" id="{3458DFBA-E9A9-8FB8-2855-1560A2BC6B05}"/>
                </a:ext>
              </a:extLst>
            </p:cNvPr>
            <p:cNvSpPr/>
            <p:nvPr/>
          </p:nvSpPr>
          <p:spPr>
            <a:xfrm>
              <a:off x="1354700" y="2580650"/>
              <a:ext cx="49000" cy="12075"/>
            </a:xfrm>
            <a:custGeom>
              <a:avLst/>
              <a:gdLst/>
              <a:ahLst/>
              <a:cxnLst/>
              <a:rect l="l" t="t" r="r" b="b"/>
              <a:pathLst>
                <a:path w="1960" h="483" extrusionOk="0">
                  <a:moveTo>
                    <a:pt x="1630" y="0"/>
                  </a:moveTo>
                  <a:cubicBezTo>
                    <a:pt x="1124" y="281"/>
                    <a:pt x="586" y="434"/>
                    <a:pt x="1" y="482"/>
                  </a:cubicBezTo>
                  <a:lnTo>
                    <a:pt x="330" y="482"/>
                  </a:lnTo>
                  <a:cubicBezTo>
                    <a:pt x="892" y="482"/>
                    <a:pt x="1453" y="360"/>
                    <a:pt x="1960" y="153"/>
                  </a:cubicBezTo>
                  <a:lnTo>
                    <a:pt x="188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4952;p66">
              <a:extLst>
                <a:ext uri="{FF2B5EF4-FFF2-40B4-BE49-F238E27FC236}">
                  <a16:creationId xmlns:a16="http://schemas.microsoft.com/office/drawing/2014/main" id="{9EBD9B74-73D7-2D22-445B-4EFD60FC1429}"/>
                </a:ext>
              </a:extLst>
            </p:cNvPr>
            <p:cNvSpPr/>
            <p:nvPr/>
          </p:nvSpPr>
          <p:spPr>
            <a:xfrm>
              <a:off x="1393450" y="2393725"/>
              <a:ext cx="73275" cy="113250"/>
            </a:xfrm>
            <a:custGeom>
              <a:avLst/>
              <a:gdLst/>
              <a:ahLst/>
              <a:cxnLst/>
              <a:rect l="l" t="t" r="r" b="b"/>
              <a:pathLst>
                <a:path w="2931" h="4530" extrusionOk="0">
                  <a:moveTo>
                    <a:pt x="184" y="1"/>
                  </a:moveTo>
                  <a:lnTo>
                    <a:pt x="1" y="105"/>
                  </a:lnTo>
                  <a:cubicBezTo>
                    <a:pt x="1374" y="788"/>
                    <a:pt x="2290" y="2192"/>
                    <a:pt x="2290" y="3815"/>
                  </a:cubicBezTo>
                  <a:lnTo>
                    <a:pt x="2290" y="4096"/>
                  </a:lnTo>
                  <a:lnTo>
                    <a:pt x="2497" y="4529"/>
                  </a:lnTo>
                  <a:lnTo>
                    <a:pt x="2875" y="4505"/>
                  </a:lnTo>
                  <a:cubicBezTo>
                    <a:pt x="2900" y="4273"/>
                    <a:pt x="2930" y="4047"/>
                    <a:pt x="2930" y="3815"/>
                  </a:cubicBezTo>
                  <a:cubicBezTo>
                    <a:pt x="2930" y="2137"/>
                    <a:pt x="1936" y="690"/>
                    <a:pt x="513" y="25"/>
                  </a:cubicBezTo>
                  <a:lnTo>
                    <a:pt x="18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4953;p66">
              <a:extLst>
                <a:ext uri="{FF2B5EF4-FFF2-40B4-BE49-F238E27FC236}">
                  <a16:creationId xmlns:a16="http://schemas.microsoft.com/office/drawing/2014/main" id="{350954B1-DE78-2BE1-8934-84A5044BBABF}"/>
                </a:ext>
              </a:extLst>
            </p:cNvPr>
            <p:cNvSpPr/>
            <p:nvPr/>
          </p:nvSpPr>
          <p:spPr>
            <a:xfrm>
              <a:off x="1354700" y="2384875"/>
              <a:ext cx="51600" cy="11475"/>
            </a:xfrm>
            <a:custGeom>
              <a:avLst/>
              <a:gdLst/>
              <a:ahLst/>
              <a:cxnLst/>
              <a:rect l="l" t="t" r="r" b="b"/>
              <a:pathLst>
                <a:path w="2064" h="459" extrusionOk="0">
                  <a:moveTo>
                    <a:pt x="330" y="1"/>
                  </a:moveTo>
                  <a:cubicBezTo>
                    <a:pt x="208" y="1"/>
                    <a:pt x="104" y="1"/>
                    <a:pt x="1" y="25"/>
                  </a:cubicBezTo>
                  <a:cubicBezTo>
                    <a:pt x="562" y="50"/>
                    <a:pt x="1093" y="202"/>
                    <a:pt x="1551" y="459"/>
                  </a:cubicBezTo>
                  <a:cubicBezTo>
                    <a:pt x="1832" y="410"/>
                    <a:pt x="2063" y="379"/>
                    <a:pt x="2063" y="379"/>
                  </a:cubicBezTo>
                  <a:cubicBezTo>
                    <a:pt x="1526" y="129"/>
                    <a:pt x="940" y="1"/>
                    <a:pt x="33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4954;p66">
              <a:extLst>
                <a:ext uri="{FF2B5EF4-FFF2-40B4-BE49-F238E27FC236}">
                  <a16:creationId xmlns:a16="http://schemas.microsoft.com/office/drawing/2014/main" id="{D8BD7B50-5D14-7528-550F-2083AF9D3587}"/>
                </a:ext>
              </a:extLst>
            </p:cNvPr>
            <p:cNvSpPr/>
            <p:nvPr/>
          </p:nvSpPr>
          <p:spPr>
            <a:xfrm>
              <a:off x="1372975" y="2495650"/>
              <a:ext cx="80325" cy="85025"/>
            </a:xfrm>
            <a:custGeom>
              <a:avLst/>
              <a:gdLst/>
              <a:ahLst/>
              <a:cxnLst/>
              <a:rect l="l" t="t" r="r" b="b"/>
              <a:pathLst>
                <a:path w="3213" h="3401" extrusionOk="0">
                  <a:moveTo>
                    <a:pt x="2880" y="1"/>
                  </a:moveTo>
                  <a:cubicBezTo>
                    <a:pt x="2803" y="1"/>
                    <a:pt x="2727" y="7"/>
                    <a:pt x="2651" y="19"/>
                  </a:cubicBezTo>
                  <a:cubicBezTo>
                    <a:pt x="2034" y="131"/>
                    <a:pt x="1589" y="589"/>
                    <a:pt x="1231" y="589"/>
                  </a:cubicBezTo>
                  <a:cubicBezTo>
                    <a:pt x="1177" y="589"/>
                    <a:pt x="1126" y="579"/>
                    <a:pt x="1076" y="556"/>
                  </a:cubicBezTo>
                  <a:cubicBezTo>
                    <a:pt x="947" y="494"/>
                    <a:pt x="780" y="453"/>
                    <a:pt x="617" y="453"/>
                  </a:cubicBezTo>
                  <a:cubicBezTo>
                    <a:pt x="300" y="453"/>
                    <a:pt x="0" y="608"/>
                    <a:pt x="32" y="1063"/>
                  </a:cubicBezTo>
                  <a:cubicBezTo>
                    <a:pt x="57" y="1722"/>
                    <a:pt x="1076" y="1874"/>
                    <a:pt x="747" y="2387"/>
                  </a:cubicBezTo>
                  <a:cubicBezTo>
                    <a:pt x="515" y="2766"/>
                    <a:pt x="618" y="3199"/>
                    <a:pt x="899" y="3400"/>
                  </a:cubicBezTo>
                  <a:cubicBezTo>
                    <a:pt x="899" y="3400"/>
                    <a:pt x="2425" y="2845"/>
                    <a:pt x="2803" y="2259"/>
                  </a:cubicBezTo>
                  <a:cubicBezTo>
                    <a:pt x="3212" y="1673"/>
                    <a:pt x="3109" y="19"/>
                    <a:pt x="3109" y="19"/>
                  </a:cubicBezTo>
                  <a:cubicBezTo>
                    <a:pt x="3032" y="7"/>
                    <a:pt x="2956" y="1"/>
                    <a:pt x="28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4955;p66">
              <a:extLst>
                <a:ext uri="{FF2B5EF4-FFF2-40B4-BE49-F238E27FC236}">
                  <a16:creationId xmlns:a16="http://schemas.microsoft.com/office/drawing/2014/main" id="{9E20B7E9-2BBB-8F5C-3041-C3409F4695FA}"/>
                </a:ext>
              </a:extLst>
            </p:cNvPr>
            <p:cNvSpPr/>
            <p:nvPr/>
          </p:nvSpPr>
          <p:spPr>
            <a:xfrm>
              <a:off x="1395450" y="2496125"/>
              <a:ext cx="69900" cy="88350"/>
            </a:xfrm>
            <a:custGeom>
              <a:avLst/>
              <a:gdLst/>
              <a:ahLst/>
              <a:cxnLst/>
              <a:rect l="l" t="t" r="r" b="b"/>
              <a:pathLst>
                <a:path w="2796" h="3534" extrusionOk="0">
                  <a:moveTo>
                    <a:pt x="2210" y="0"/>
                  </a:moveTo>
                  <a:cubicBezTo>
                    <a:pt x="2112" y="1477"/>
                    <a:pt x="1221" y="2747"/>
                    <a:pt x="0" y="3381"/>
                  </a:cubicBezTo>
                  <a:cubicBezTo>
                    <a:pt x="73" y="3485"/>
                    <a:pt x="202" y="3534"/>
                    <a:pt x="330" y="3534"/>
                  </a:cubicBezTo>
                  <a:cubicBezTo>
                    <a:pt x="1599" y="2978"/>
                    <a:pt x="2570" y="1807"/>
                    <a:pt x="2795" y="409"/>
                  </a:cubicBezTo>
                  <a:cubicBezTo>
                    <a:pt x="2795" y="385"/>
                    <a:pt x="2594" y="104"/>
                    <a:pt x="22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 name="Google Shape;5178;p66">
            <a:extLst>
              <a:ext uri="{FF2B5EF4-FFF2-40B4-BE49-F238E27FC236}">
                <a16:creationId xmlns:a16="http://schemas.microsoft.com/office/drawing/2014/main" id="{5384D8B2-9732-ABCB-BF8A-257A48EBB417}"/>
              </a:ext>
            </a:extLst>
          </p:cNvPr>
          <p:cNvGrpSpPr/>
          <p:nvPr/>
        </p:nvGrpSpPr>
        <p:grpSpPr>
          <a:xfrm>
            <a:off x="-677071" y="2144767"/>
            <a:ext cx="439900" cy="436425"/>
            <a:chOff x="1742575" y="3284800"/>
            <a:chExt cx="439900" cy="436425"/>
          </a:xfrm>
        </p:grpSpPr>
        <p:sp>
          <p:nvSpPr>
            <p:cNvPr id="22" name="Google Shape;5179;p66">
              <a:extLst>
                <a:ext uri="{FF2B5EF4-FFF2-40B4-BE49-F238E27FC236}">
                  <a16:creationId xmlns:a16="http://schemas.microsoft.com/office/drawing/2014/main" id="{1E80E1E4-5BC3-2BB5-67C8-DF92A50A3B90}"/>
                </a:ext>
              </a:extLst>
            </p:cNvPr>
            <p:cNvSpPr/>
            <p:nvPr/>
          </p:nvSpPr>
          <p:spPr>
            <a:xfrm>
              <a:off x="2047125" y="3455275"/>
              <a:ext cx="104225" cy="154100"/>
            </a:xfrm>
            <a:custGeom>
              <a:avLst/>
              <a:gdLst/>
              <a:ahLst/>
              <a:cxnLst/>
              <a:rect l="l" t="t" r="r" b="b"/>
              <a:pathLst>
                <a:path w="4169" h="6164" extrusionOk="0">
                  <a:moveTo>
                    <a:pt x="3719" y="0"/>
                  </a:moveTo>
                  <a:cubicBezTo>
                    <a:pt x="3523" y="0"/>
                    <a:pt x="3346" y="138"/>
                    <a:pt x="3278" y="317"/>
                  </a:cubicBezTo>
                  <a:lnTo>
                    <a:pt x="2948" y="1354"/>
                  </a:lnTo>
                  <a:lnTo>
                    <a:pt x="2667" y="799"/>
                  </a:lnTo>
                  <a:cubicBezTo>
                    <a:pt x="2667" y="799"/>
                    <a:pt x="2643" y="799"/>
                    <a:pt x="2643" y="774"/>
                  </a:cubicBezTo>
                  <a:cubicBezTo>
                    <a:pt x="2603" y="766"/>
                    <a:pt x="2564" y="762"/>
                    <a:pt x="2526" y="762"/>
                  </a:cubicBezTo>
                  <a:cubicBezTo>
                    <a:pt x="2320" y="762"/>
                    <a:pt x="2149" y="884"/>
                    <a:pt x="2082" y="1079"/>
                  </a:cubicBezTo>
                  <a:lnTo>
                    <a:pt x="1776" y="2019"/>
                  </a:lnTo>
                  <a:lnTo>
                    <a:pt x="1471" y="1433"/>
                  </a:lnTo>
                  <a:cubicBezTo>
                    <a:pt x="1447" y="1433"/>
                    <a:pt x="1422" y="1409"/>
                    <a:pt x="1422" y="1409"/>
                  </a:cubicBezTo>
                  <a:cubicBezTo>
                    <a:pt x="1401" y="1407"/>
                    <a:pt x="1379" y="1406"/>
                    <a:pt x="1358" y="1406"/>
                  </a:cubicBezTo>
                  <a:cubicBezTo>
                    <a:pt x="1129" y="1406"/>
                    <a:pt x="936" y="1526"/>
                    <a:pt x="891" y="1739"/>
                  </a:cubicBezTo>
                  <a:lnTo>
                    <a:pt x="0" y="4406"/>
                  </a:lnTo>
                  <a:lnTo>
                    <a:pt x="556" y="6163"/>
                  </a:lnTo>
                  <a:lnTo>
                    <a:pt x="3028" y="4253"/>
                  </a:lnTo>
                  <a:lnTo>
                    <a:pt x="4065" y="1964"/>
                  </a:lnTo>
                  <a:lnTo>
                    <a:pt x="4169" y="591"/>
                  </a:lnTo>
                  <a:lnTo>
                    <a:pt x="3943" y="60"/>
                  </a:lnTo>
                  <a:cubicBezTo>
                    <a:pt x="3888" y="36"/>
                    <a:pt x="3864" y="11"/>
                    <a:pt x="3815" y="11"/>
                  </a:cubicBezTo>
                  <a:cubicBezTo>
                    <a:pt x="3783" y="4"/>
                    <a:pt x="3750" y="0"/>
                    <a:pt x="3719" y="0"/>
                  </a:cubicBezTo>
                  <a:close/>
                </a:path>
              </a:pathLst>
            </a:custGeom>
            <a:solidFill>
              <a:srgbClr val="F4B1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5180;p66">
              <a:extLst>
                <a:ext uri="{FF2B5EF4-FFF2-40B4-BE49-F238E27FC236}">
                  <a16:creationId xmlns:a16="http://schemas.microsoft.com/office/drawing/2014/main" id="{E55AC354-A60B-246E-31DF-400220B83A85}"/>
                </a:ext>
              </a:extLst>
            </p:cNvPr>
            <p:cNvSpPr/>
            <p:nvPr/>
          </p:nvSpPr>
          <p:spPr>
            <a:xfrm>
              <a:off x="2100525" y="3475225"/>
              <a:ext cx="22300" cy="46425"/>
            </a:xfrm>
            <a:custGeom>
              <a:avLst/>
              <a:gdLst/>
              <a:ahLst/>
              <a:cxnLst/>
              <a:rect l="l" t="t" r="r" b="b"/>
              <a:pathLst>
                <a:path w="892" h="1857" extrusionOk="0">
                  <a:moveTo>
                    <a:pt x="531" y="1"/>
                  </a:moveTo>
                  <a:lnTo>
                    <a:pt x="0" y="1704"/>
                  </a:lnTo>
                  <a:lnTo>
                    <a:pt x="403" y="1856"/>
                  </a:lnTo>
                  <a:lnTo>
                    <a:pt x="812" y="556"/>
                  </a:lnTo>
                  <a:cubicBezTo>
                    <a:pt x="892" y="330"/>
                    <a:pt x="763" y="74"/>
                    <a:pt x="531" y="1"/>
                  </a:cubicBezTo>
                  <a:close/>
                </a:path>
              </a:pathLst>
            </a:custGeom>
            <a:solidFill>
              <a:srgbClr val="EAA6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5181;p66">
              <a:extLst>
                <a:ext uri="{FF2B5EF4-FFF2-40B4-BE49-F238E27FC236}">
                  <a16:creationId xmlns:a16="http://schemas.microsoft.com/office/drawing/2014/main" id="{13205EA2-000D-277A-B503-8D16AD674367}"/>
                </a:ext>
              </a:extLst>
            </p:cNvPr>
            <p:cNvSpPr/>
            <p:nvPr/>
          </p:nvSpPr>
          <p:spPr>
            <a:xfrm>
              <a:off x="2066800" y="3491100"/>
              <a:ext cx="27350" cy="55250"/>
            </a:xfrm>
            <a:custGeom>
              <a:avLst/>
              <a:gdLst/>
              <a:ahLst/>
              <a:cxnLst/>
              <a:rect l="l" t="t" r="r" b="b"/>
              <a:pathLst>
                <a:path w="1094" h="2210" extrusionOk="0">
                  <a:moveTo>
                    <a:pt x="684" y="0"/>
                  </a:moveTo>
                  <a:lnTo>
                    <a:pt x="1" y="2210"/>
                  </a:lnTo>
                  <a:lnTo>
                    <a:pt x="434" y="2112"/>
                  </a:lnTo>
                  <a:lnTo>
                    <a:pt x="715" y="1526"/>
                  </a:lnTo>
                  <a:lnTo>
                    <a:pt x="989" y="586"/>
                  </a:lnTo>
                  <a:cubicBezTo>
                    <a:pt x="1093" y="330"/>
                    <a:pt x="941" y="74"/>
                    <a:pt x="684" y="0"/>
                  </a:cubicBezTo>
                  <a:close/>
                </a:path>
              </a:pathLst>
            </a:custGeom>
            <a:solidFill>
              <a:srgbClr val="EAA6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5182;p66">
              <a:extLst>
                <a:ext uri="{FF2B5EF4-FFF2-40B4-BE49-F238E27FC236}">
                  <a16:creationId xmlns:a16="http://schemas.microsoft.com/office/drawing/2014/main" id="{67BA5E4F-1CA2-0D7F-2942-96C69D489FB0}"/>
                </a:ext>
              </a:extLst>
            </p:cNvPr>
            <p:cNvSpPr/>
            <p:nvPr/>
          </p:nvSpPr>
          <p:spPr>
            <a:xfrm>
              <a:off x="2113800" y="3456150"/>
              <a:ext cx="39550" cy="100425"/>
            </a:xfrm>
            <a:custGeom>
              <a:avLst/>
              <a:gdLst/>
              <a:ahLst/>
              <a:cxnLst/>
              <a:rect l="l" t="t" r="r" b="b"/>
              <a:pathLst>
                <a:path w="1582" h="4017" extrusionOk="0">
                  <a:moveTo>
                    <a:pt x="1246" y="1"/>
                  </a:moveTo>
                  <a:lnTo>
                    <a:pt x="0" y="4017"/>
                  </a:lnTo>
                  <a:lnTo>
                    <a:pt x="0" y="4017"/>
                  </a:lnTo>
                  <a:lnTo>
                    <a:pt x="1069" y="2875"/>
                  </a:lnTo>
                  <a:lnTo>
                    <a:pt x="1502" y="556"/>
                  </a:lnTo>
                  <a:cubicBezTo>
                    <a:pt x="1581" y="330"/>
                    <a:pt x="1453" y="98"/>
                    <a:pt x="1246" y="1"/>
                  </a:cubicBezTo>
                  <a:close/>
                </a:path>
              </a:pathLst>
            </a:custGeom>
            <a:solidFill>
              <a:srgbClr val="EAA6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5183;p66">
              <a:extLst>
                <a:ext uri="{FF2B5EF4-FFF2-40B4-BE49-F238E27FC236}">
                  <a16:creationId xmlns:a16="http://schemas.microsoft.com/office/drawing/2014/main" id="{588B0F6D-35EB-D707-7D39-F33D80133AAF}"/>
                </a:ext>
              </a:extLst>
            </p:cNvPr>
            <p:cNvSpPr/>
            <p:nvPr/>
          </p:nvSpPr>
          <p:spPr>
            <a:xfrm>
              <a:off x="1985475" y="3449150"/>
              <a:ext cx="189375" cy="272075"/>
            </a:xfrm>
            <a:custGeom>
              <a:avLst/>
              <a:gdLst/>
              <a:ahLst/>
              <a:cxnLst/>
              <a:rect l="l" t="t" r="r" b="b"/>
              <a:pathLst>
                <a:path w="7575" h="10883" extrusionOk="0">
                  <a:moveTo>
                    <a:pt x="7196" y="0"/>
                  </a:moveTo>
                  <a:cubicBezTo>
                    <a:pt x="7019" y="24"/>
                    <a:pt x="6836" y="153"/>
                    <a:pt x="6787" y="354"/>
                  </a:cubicBezTo>
                  <a:lnTo>
                    <a:pt x="6226" y="2209"/>
                  </a:lnTo>
                  <a:cubicBezTo>
                    <a:pt x="5872" y="3430"/>
                    <a:pt x="5133" y="4498"/>
                    <a:pt x="4120" y="5261"/>
                  </a:cubicBezTo>
                  <a:lnTo>
                    <a:pt x="3022" y="6103"/>
                  </a:lnTo>
                  <a:lnTo>
                    <a:pt x="5036" y="3583"/>
                  </a:lnTo>
                  <a:cubicBezTo>
                    <a:pt x="5188" y="3381"/>
                    <a:pt x="5188" y="3101"/>
                    <a:pt x="5005" y="2899"/>
                  </a:cubicBezTo>
                  <a:cubicBezTo>
                    <a:pt x="4905" y="2798"/>
                    <a:pt x="4772" y="2748"/>
                    <a:pt x="4639" y="2748"/>
                  </a:cubicBezTo>
                  <a:cubicBezTo>
                    <a:pt x="4506" y="2748"/>
                    <a:pt x="4374" y="2798"/>
                    <a:pt x="4273" y="2899"/>
                  </a:cubicBezTo>
                  <a:lnTo>
                    <a:pt x="2466" y="4651"/>
                  </a:lnTo>
                  <a:cubicBezTo>
                    <a:pt x="2466" y="4651"/>
                    <a:pt x="1471" y="5035"/>
                    <a:pt x="788" y="5975"/>
                  </a:cubicBezTo>
                  <a:cubicBezTo>
                    <a:pt x="123" y="6939"/>
                    <a:pt x="1" y="8160"/>
                    <a:pt x="1" y="8160"/>
                  </a:cubicBezTo>
                  <a:lnTo>
                    <a:pt x="1" y="10730"/>
                  </a:lnTo>
                  <a:cubicBezTo>
                    <a:pt x="1" y="10809"/>
                    <a:pt x="74" y="10882"/>
                    <a:pt x="178" y="10882"/>
                  </a:cubicBezTo>
                  <a:lnTo>
                    <a:pt x="2387" y="10882"/>
                  </a:lnTo>
                  <a:lnTo>
                    <a:pt x="2717" y="10730"/>
                  </a:lnTo>
                  <a:lnTo>
                    <a:pt x="2717" y="8899"/>
                  </a:lnTo>
                  <a:lnTo>
                    <a:pt x="5060" y="6915"/>
                  </a:lnTo>
                  <a:cubicBezTo>
                    <a:pt x="6153" y="6024"/>
                    <a:pt x="7575" y="256"/>
                    <a:pt x="7575" y="256"/>
                  </a:cubicBezTo>
                  <a:lnTo>
                    <a:pt x="7196" y="0"/>
                  </a:lnTo>
                  <a:close/>
                </a:path>
              </a:pathLst>
            </a:custGeom>
            <a:solidFill>
              <a:srgbClr val="FFC8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5184;p66">
              <a:extLst>
                <a:ext uri="{FF2B5EF4-FFF2-40B4-BE49-F238E27FC236}">
                  <a16:creationId xmlns:a16="http://schemas.microsoft.com/office/drawing/2014/main" id="{A08F3FDC-7B4B-F427-B3AA-EBF1E60ED97F}"/>
                </a:ext>
              </a:extLst>
            </p:cNvPr>
            <p:cNvSpPr/>
            <p:nvPr/>
          </p:nvSpPr>
          <p:spPr>
            <a:xfrm>
              <a:off x="2045125" y="3448675"/>
              <a:ext cx="137350" cy="272550"/>
            </a:xfrm>
            <a:custGeom>
              <a:avLst/>
              <a:gdLst/>
              <a:ahLst/>
              <a:cxnLst/>
              <a:rect l="l" t="t" r="r" b="b"/>
              <a:pathLst>
                <a:path w="5494" h="10902" extrusionOk="0">
                  <a:moveTo>
                    <a:pt x="4939" y="1"/>
                  </a:moveTo>
                  <a:cubicBezTo>
                    <a:pt x="4891" y="1"/>
                    <a:pt x="4847" y="7"/>
                    <a:pt x="4810" y="19"/>
                  </a:cubicBezTo>
                  <a:cubicBezTo>
                    <a:pt x="4884" y="147"/>
                    <a:pt x="4939" y="300"/>
                    <a:pt x="4884" y="477"/>
                  </a:cubicBezTo>
                  <a:lnTo>
                    <a:pt x="4047" y="3174"/>
                  </a:lnTo>
                  <a:cubicBezTo>
                    <a:pt x="3639" y="4517"/>
                    <a:pt x="3230" y="6019"/>
                    <a:pt x="2137" y="6910"/>
                  </a:cubicBezTo>
                  <a:lnTo>
                    <a:pt x="80" y="8539"/>
                  </a:lnTo>
                  <a:cubicBezTo>
                    <a:pt x="25" y="8564"/>
                    <a:pt x="1" y="8612"/>
                    <a:pt x="1" y="8667"/>
                  </a:cubicBezTo>
                  <a:lnTo>
                    <a:pt x="1" y="10901"/>
                  </a:lnTo>
                  <a:lnTo>
                    <a:pt x="459" y="10901"/>
                  </a:lnTo>
                  <a:cubicBezTo>
                    <a:pt x="562" y="10901"/>
                    <a:pt x="636" y="10828"/>
                    <a:pt x="636" y="10749"/>
                  </a:cubicBezTo>
                  <a:lnTo>
                    <a:pt x="636" y="8893"/>
                  </a:lnTo>
                  <a:lnTo>
                    <a:pt x="2674" y="7239"/>
                  </a:lnTo>
                  <a:cubicBezTo>
                    <a:pt x="3767" y="6348"/>
                    <a:pt x="4176" y="4725"/>
                    <a:pt x="4578" y="3376"/>
                  </a:cubicBezTo>
                  <a:lnTo>
                    <a:pt x="5421" y="703"/>
                  </a:lnTo>
                  <a:cubicBezTo>
                    <a:pt x="5494" y="428"/>
                    <a:pt x="5341" y="123"/>
                    <a:pt x="5091" y="19"/>
                  </a:cubicBezTo>
                  <a:cubicBezTo>
                    <a:pt x="5039" y="7"/>
                    <a:pt x="4987" y="1"/>
                    <a:pt x="4939" y="1"/>
                  </a:cubicBezTo>
                  <a:close/>
                </a:path>
              </a:pathLst>
            </a:custGeom>
            <a:solidFill>
              <a:srgbClr val="F7BC9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5185;p66">
              <a:extLst>
                <a:ext uri="{FF2B5EF4-FFF2-40B4-BE49-F238E27FC236}">
                  <a16:creationId xmlns:a16="http://schemas.microsoft.com/office/drawing/2014/main" id="{3A461727-5D5D-348A-4CC5-0A9625EAF92E}"/>
                </a:ext>
              </a:extLst>
            </p:cNvPr>
            <p:cNvSpPr/>
            <p:nvPr/>
          </p:nvSpPr>
          <p:spPr>
            <a:xfrm>
              <a:off x="1771850" y="3455550"/>
              <a:ext cx="106075" cy="156425"/>
            </a:xfrm>
            <a:custGeom>
              <a:avLst/>
              <a:gdLst/>
              <a:ahLst/>
              <a:cxnLst/>
              <a:rect l="l" t="t" r="r" b="b"/>
              <a:pathLst>
                <a:path w="4243" h="6257" extrusionOk="0">
                  <a:moveTo>
                    <a:pt x="404" y="0"/>
                  </a:moveTo>
                  <a:cubicBezTo>
                    <a:pt x="154" y="74"/>
                    <a:pt x="1" y="330"/>
                    <a:pt x="74" y="580"/>
                  </a:cubicBezTo>
                  <a:lnTo>
                    <a:pt x="276" y="1905"/>
                  </a:lnTo>
                  <a:cubicBezTo>
                    <a:pt x="660" y="3125"/>
                    <a:pt x="1295" y="4242"/>
                    <a:pt x="2290" y="5005"/>
                  </a:cubicBezTo>
                  <a:lnTo>
                    <a:pt x="3761" y="6256"/>
                  </a:lnTo>
                  <a:lnTo>
                    <a:pt x="4243" y="4395"/>
                  </a:lnTo>
                  <a:lnTo>
                    <a:pt x="2796" y="1398"/>
                  </a:lnTo>
                  <a:cubicBezTo>
                    <a:pt x="2540" y="1471"/>
                    <a:pt x="2387" y="1752"/>
                    <a:pt x="2467" y="2008"/>
                  </a:cubicBezTo>
                  <a:lnTo>
                    <a:pt x="1624" y="763"/>
                  </a:lnTo>
                  <a:cubicBezTo>
                    <a:pt x="1374" y="837"/>
                    <a:pt x="1222" y="1093"/>
                    <a:pt x="1295" y="1343"/>
                  </a:cubicBezTo>
                  <a:lnTo>
                    <a:pt x="404" y="0"/>
                  </a:lnTo>
                  <a:close/>
                </a:path>
              </a:pathLst>
            </a:custGeom>
            <a:solidFill>
              <a:srgbClr val="F4B1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5186;p66">
              <a:extLst>
                <a:ext uri="{FF2B5EF4-FFF2-40B4-BE49-F238E27FC236}">
                  <a16:creationId xmlns:a16="http://schemas.microsoft.com/office/drawing/2014/main" id="{E31E2C34-B831-A8C3-24AE-7ABA2474A729}"/>
                </a:ext>
              </a:extLst>
            </p:cNvPr>
            <p:cNvSpPr/>
            <p:nvPr/>
          </p:nvSpPr>
          <p:spPr>
            <a:xfrm>
              <a:off x="1841750" y="3490400"/>
              <a:ext cx="36175" cy="75025"/>
            </a:xfrm>
            <a:custGeom>
              <a:avLst/>
              <a:gdLst/>
              <a:ahLst/>
              <a:cxnLst/>
              <a:rect l="l" t="t" r="r" b="b"/>
              <a:pathLst>
                <a:path w="1447" h="3001" extrusionOk="0">
                  <a:moveTo>
                    <a:pt x="107" y="1"/>
                  </a:moveTo>
                  <a:cubicBezTo>
                    <a:pt x="88" y="1"/>
                    <a:pt x="69" y="2"/>
                    <a:pt x="49" y="4"/>
                  </a:cubicBezTo>
                  <a:lnTo>
                    <a:pt x="0" y="4"/>
                  </a:lnTo>
                  <a:lnTo>
                    <a:pt x="586" y="2165"/>
                  </a:lnTo>
                  <a:lnTo>
                    <a:pt x="714" y="2598"/>
                  </a:lnTo>
                  <a:lnTo>
                    <a:pt x="1447" y="3001"/>
                  </a:lnTo>
                  <a:lnTo>
                    <a:pt x="586" y="334"/>
                  </a:lnTo>
                  <a:cubicBezTo>
                    <a:pt x="514" y="121"/>
                    <a:pt x="318" y="1"/>
                    <a:pt x="107" y="1"/>
                  </a:cubicBezTo>
                  <a:close/>
                </a:path>
              </a:pathLst>
            </a:custGeom>
            <a:solidFill>
              <a:srgbClr val="EAA6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5187;p66">
              <a:extLst>
                <a:ext uri="{FF2B5EF4-FFF2-40B4-BE49-F238E27FC236}">
                  <a16:creationId xmlns:a16="http://schemas.microsoft.com/office/drawing/2014/main" id="{B69D13FA-6EC0-9674-F434-A9B032748B31}"/>
                </a:ext>
              </a:extLst>
            </p:cNvPr>
            <p:cNvSpPr/>
            <p:nvPr/>
          </p:nvSpPr>
          <p:spPr>
            <a:xfrm>
              <a:off x="1812450" y="3474300"/>
              <a:ext cx="28100" cy="54975"/>
            </a:xfrm>
            <a:custGeom>
              <a:avLst/>
              <a:gdLst/>
              <a:ahLst/>
              <a:cxnLst/>
              <a:rect l="l" t="t" r="r" b="b"/>
              <a:pathLst>
                <a:path w="1124" h="2199" extrusionOk="0">
                  <a:moveTo>
                    <a:pt x="109" y="1"/>
                  </a:moveTo>
                  <a:cubicBezTo>
                    <a:pt x="73" y="1"/>
                    <a:pt x="36" y="5"/>
                    <a:pt x="0" y="13"/>
                  </a:cubicBezTo>
                  <a:lnTo>
                    <a:pt x="513" y="1741"/>
                  </a:lnTo>
                  <a:lnTo>
                    <a:pt x="635" y="2198"/>
                  </a:lnTo>
                  <a:lnTo>
                    <a:pt x="1123" y="2198"/>
                  </a:lnTo>
                  <a:lnTo>
                    <a:pt x="538" y="318"/>
                  </a:lnTo>
                  <a:cubicBezTo>
                    <a:pt x="491" y="123"/>
                    <a:pt x="305" y="1"/>
                    <a:pt x="109" y="1"/>
                  </a:cubicBezTo>
                  <a:close/>
                </a:path>
              </a:pathLst>
            </a:custGeom>
            <a:solidFill>
              <a:srgbClr val="EAA6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5188;p66">
              <a:extLst>
                <a:ext uri="{FF2B5EF4-FFF2-40B4-BE49-F238E27FC236}">
                  <a16:creationId xmlns:a16="http://schemas.microsoft.com/office/drawing/2014/main" id="{C664784D-AB1E-6F0B-5F31-3F7688B5B7FA}"/>
                </a:ext>
              </a:extLst>
            </p:cNvPr>
            <p:cNvSpPr/>
            <p:nvPr/>
          </p:nvSpPr>
          <p:spPr>
            <a:xfrm>
              <a:off x="1781925" y="3455275"/>
              <a:ext cx="82125" cy="146475"/>
            </a:xfrm>
            <a:custGeom>
              <a:avLst/>
              <a:gdLst/>
              <a:ahLst/>
              <a:cxnLst/>
              <a:rect l="l" t="t" r="r" b="b"/>
              <a:pathLst>
                <a:path w="3285" h="5859" extrusionOk="0">
                  <a:moveTo>
                    <a:pt x="122" y="0"/>
                  </a:moveTo>
                  <a:cubicBezTo>
                    <a:pt x="90" y="0"/>
                    <a:pt x="58" y="4"/>
                    <a:pt x="25" y="11"/>
                  </a:cubicBezTo>
                  <a:lnTo>
                    <a:pt x="1" y="11"/>
                  </a:lnTo>
                  <a:lnTo>
                    <a:pt x="1173" y="4027"/>
                  </a:lnTo>
                  <a:lnTo>
                    <a:pt x="1887" y="5321"/>
                  </a:lnTo>
                  <a:lnTo>
                    <a:pt x="3284" y="5858"/>
                  </a:lnTo>
                  <a:lnTo>
                    <a:pt x="3284" y="5858"/>
                  </a:lnTo>
                  <a:lnTo>
                    <a:pt x="1325" y="2654"/>
                  </a:lnTo>
                  <a:lnTo>
                    <a:pt x="562" y="317"/>
                  </a:lnTo>
                  <a:cubicBezTo>
                    <a:pt x="494" y="138"/>
                    <a:pt x="317" y="0"/>
                    <a:pt x="122" y="0"/>
                  </a:cubicBezTo>
                  <a:close/>
                </a:path>
              </a:pathLst>
            </a:custGeom>
            <a:solidFill>
              <a:srgbClr val="EAA6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5189;p66">
              <a:extLst>
                <a:ext uri="{FF2B5EF4-FFF2-40B4-BE49-F238E27FC236}">
                  <a16:creationId xmlns:a16="http://schemas.microsoft.com/office/drawing/2014/main" id="{0200A112-B7FF-D789-9D82-05EB62CDFC0A}"/>
                </a:ext>
              </a:extLst>
            </p:cNvPr>
            <p:cNvSpPr/>
            <p:nvPr/>
          </p:nvSpPr>
          <p:spPr>
            <a:xfrm>
              <a:off x="1742575" y="3448475"/>
              <a:ext cx="189525" cy="272750"/>
            </a:xfrm>
            <a:custGeom>
              <a:avLst/>
              <a:gdLst/>
              <a:ahLst/>
              <a:cxnLst/>
              <a:rect l="l" t="t" r="r" b="b"/>
              <a:pathLst>
                <a:path w="7581" h="10910" extrusionOk="0">
                  <a:moveTo>
                    <a:pt x="561" y="0"/>
                  </a:moveTo>
                  <a:cubicBezTo>
                    <a:pt x="543" y="0"/>
                    <a:pt x="525" y="1"/>
                    <a:pt x="507" y="3"/>
                  </a:cubicBezTo>
                  <a:cubicBezTo>
                    <a:pt x="202" y="51"/>
                    <a:pt x="0" y="381"/>
                    <a:pt x="73" y="686"/>
                  </a:cubicBezTo>
                  <a:lnTo>
                    <a:pt x="916" y="3384"/>
                  </a:lnTo>
                  <a:cubicBezTo>
                    <a:pt x="1325" y="4733"/>
                    <a:pt x="1727" y="6356"/>
                    <a:pt x="2820" y="7247"/>
                  </a:cubicBezTo>
                  <a:lnTo>
                    <a:pt x="4858" y="8901"/>
                  </a:lnTo>
                  <a:lnTo>
                    <a:pt x="4858" y="10757"/>
                  </a:lnTo>
                  <a:cubicBezTo>
                    <a:pt x="4858" y="10836"/>
                    <a:pt x="4932" y="10909"/>
                    <a:pt x="5035" y="10909"/>
                  </a:cubicBezTo>
                  <a:lnTo>
                    <a:pt x="7275" y="10909"/>
                  </a:lnTo>
                  <a:lnTo>
                    <a:pt x="7580" y="10757"/>
                  </a:lnTo>
                  <a:lnTo>
                    <a:pt x="7580" y="8187"/>
                  </a:lnTo>
                  <a:cubicBezTo>
                    <a:pt x="7580" y="8187"/>
                    <a:pt x="7477" y="6966"/>
                    <a:pt x="6787" y="6002"/>
                  </a:cubicBezTo>
                  <a:cubicBezTo>
                    <a:pt x="6103" y="5062"/>
                    <a:pt x="4803" y="4678"/>
                    <a:pt x="4803" y="4678"/>
                  </a:cubicBezTo>
                  <a:lnTo>
                    <a:pt x="3180" y="3128"/>
                  </a:lnTo>
                  <a:lnTo>
                    <a:pt x="2795" y="3079"/>
                  </a:lnTo>
                  <a:lnTo>
                    <a:pt x="2795" y="3079"/>
                  </a:lnTo>
                  <a:cubicBezTo>
                    <a:pt x="2722" y="3256"/>
                    <a:pt x="2747" y="3457"/>
                    <a:pt x="2850" y="3610"/>
                  </a:cubicBezTo>
                  <a:lnTo>
                    <a:pt x="4858" y="6130"/>
                  </a:lnTo>
                  <a:lnTo>
                    <a:pt x="4858" y="6130"/>
                  </a:lnTo>
                  <a:lnTo>
                    <a:pt x="3766" y="5288"/>
                  </a:lnTo>
                  <a:cubicBezTo>
                    <a:pt x="2771" y="4525"/>
                    <a:pt x="2008" y="3457"/>
                    <a:pt x="1654" y="2236"/>
                  </a:cubicBezTo>
                  <a:lnTo>
                    <a:pt x="1093" y="381"/>
                  </a:lnTo>
                  <a:cubicBezTo>
                    <a:pt x="1025" y="148"/>
                    <a:pt x="798" y="0"/>
                    <a:pt x="561" y="0"/>
                  </a:cubicBezTo>
                  <a:close/>
                </a:path>
              </a:pathLst>
            </a:custGeom>
            <a:solidFill>
              <a:srgbClr val="FFC8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5190;p66">
              <a:extLst>
                <a:ext uri="{FF2B5EF4-FFF2-40B4-BE49-F238E27FC236}">
                  <a16:creationId xmlns:a16="http://schemas.microsoft.com/office/drawing/2014/main" id="{FBEE66FC-0CC4-178D-9732-8F271A97E673}"/>
                </a:ext>
              </a:extLst>
            </p:cNvPr>
            <p:cNvSpPr/>
            <p:nvPr/>
          </p:nvSpPr>
          <p:spPr>
            <a:xfrm>
              <a:off x="1812450" y="3517850"/>
              <a:ext cx="127275" cy="203375"/>
            </a:xfrm>
            <a:custGeom>
              <a:avLst/>
              <a:gdLst/>
              <a:ahLst/>
              <a:cxnLst/>
              <a:rect l="l" t="t" r="r" b="b"/>
              <a:pathLst>
                <a:path w="5091" h="8135" extrusionOk="0">
                  <a:moveTo>
                    <a:pt x="450" y="0"/>
                  </a:moveTo>
                  <a:cubicBezTo>
                    <a:pt x="319" y="0"/>
                    <a:pt x="193" y="50"/>
                    <a:pt x="104" y="151"/>
                  </a:cubicBezTo>
                  <a:cubicBezTo>
                    <a:pt x="55" y="200"/>
                    <a:pt x="25" y="255"/>
                    <a:pt x="0" y="304"/>
                  </a:cubicBezTo>
                  <a:cubicBezTo>
                    <a:pt x="80" y="328"/>
                    <a:pt x="129" y="377"/>
                    <a:pt x="208" y="432"/>
                  </a:cubicBezTo>
                  <a:lnTo>
                    <a:pt x="2008" y="2183"/>
                  </a:lnTo>
                  <a:cubicBezTo>
                    <a:pt x="2008" y="2183"/>
                    <a:pt x="3003" y="2568"/>
                    <a:pt x="3662" y="3508"/>
                  </a:cubicBezTo>
                  <a:cubicBezTo>
                    <a:pt x="4352" y="4472"/>
                    <a:pt x="4480" y="5693"/>
                    <a:pt x="4480" y="5693"/>
                  </a:cubicBezTo>
                  <a:lnTo>
                    <a:pt x="4480" y="8134"/>
                  </a:lnTo>
                  <a:lnTo>
                    <a:pt x="4907" y="8134"/>
                  </a:lnTo>
                  <a:cubicBezTo>
                    <a:pt x="5011" y="8134"/>
                    <a:pt x="5091" y="8061"/>
                    <a:pt x="5091" y="7982"/>
                  </a:cubicBezTo>
                  <a:lnTo>
                    <a:pt x="5091" y="5412"/>
                  </a:lnTo>
                  <a:cubicBezTo>
                    <a:pt x="5091" y="5412"/>
                    <a:pt x="4987" y="4191"/>
                    <a:pt x="4297" y="3227"/>
                  </a:cubicBezTo>
                  <a:cubicBezTo>
                    <a:pt x="3614" y="2287"/>
                    <a:pt x="2619" y="1903"/>
                    <a:pt x="2619" y="1903"/>
                  </a:cubicBezTo>
                  <a:lnTo>
                    <a:pt x="818" y="151"/>
                  </a:lnTo>
                  <a:cubicBezTo>
                    <a:pt x="715" y="50"/>
                    <a:pt x="580" y="0"/>
                    <a:pt x="450" y="0"/>
                  </a:cubicBezTo>
                  <a:close/>
                </a:path>
              </a:pathLst>
            </a:custGeom>
            <a:solidFill>
              <a:srgbClr val="F7BC9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5191;p66">
              <a:extLst>
                <a:ext uri="{FF2B5EF4-FFF2-40B4-BE49-F238E27FC236}">
                  <a16:creationId xmlns:a16="http://schemas.microsoft.com/office/drawing/2014/main" id="{4A1EA83B-E83C-BB86-8908-71ACA44C1CE9}"/>
                </a:ext>
              </a:extLst>
            </p:cNvPr>
            <p:cNvSpPr/>
            <p:nvPr/>
          </p:nvSpPr>
          <p:spPr>
            <a:xfrm>
              <a:off x="1872250" y="3284800"/>
              <a:ext cx="181150" cy="229825"/>
            </a:xfrm>
            <a:custGeom>
              <a:avLst/>
              <a:gdLst/>
              <a:ahLst/>
              <a:cxnLst/>
              <a:rect l="l" t="t" r="r" b="b"/>
              <a:pathLst>
                <a:path w="7246" h="9193" extrusionOk="0">
                  <a:moveTo>
                    <a:pt x="3614" y="1"/>
                  </a:moveTo>
                  <a:cubicBezTo>
                    <a:pt x="3573" y="1"/>
                    <a:pt x="3535" y="13"/>
                    <a:pt x="3510" y="37"/>
                  </a:cubicBezTo>
                  <a:cubicBezTo>
                    <a:pt x="2265" y="1154"/>
                    <a:pt x="202" y="3321"/>
                    <a:pt x="1" y="5530"/>
                  </a:cubicBezTo>
                  <a:cubicBezTo>
                    <a:pt x="1" y="5579"/>
                    <a:pt x="1" y="9192"/>
                    <a:pt x="3614" y="9192"/>
                  </a:cubicBezTo>
                  <a:cubicBezTo>
                    <a:pt x="7246" y="9192"/>
                    <a:pt x="7221" y="5579"/>
                    <a:pt x="7221" y="5530"/>
                  </a:cubicBezTo>
                  <a:cubicBezTo>
                    <a:pt x="7044" y="3321"/>
                    <a:pt x="4957" y="1154"/>
                    <a:pt x="3736" y="37"/>
                  </a:cubicBezTo>
                  <a:cubicBezTo>
                    <a:pt x="3700" y="13"/>
                    <a:pt x="3655" y="1"/>
                    <a:pt x="361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5192;p66">
              <a:extLst>
                <a:ext uri="{FF2B5EF4-FFF2-40B4-BE49-F238E27FC236}">
                  <a16:creationId xmlns:a16="http://schemas.microsoft.com/office/drawing/2014/main" id="{8821A251-74A2-6748-8D71-A40529E7F709}"/>
                </a:ext>
              </a:extLst>
            </p:cNvPr>
            <p:cNvSpPr/>
            <p:nvPr/>
          </p:nvSpPr>
          <p:spPr>
            <a:xfrm>
              <a:off x="1871650" y="3423050"/>
              <a:ext cx="181750" cy="99800"/>
            </a:xfrm>
            <a:custGeom>
              <a:avLst/>
              <a:gdLst/>
              <a:ahLst/>
              <a:cxnLst/>
              <a:rect l="l" t="t" r="r" b="b"/>
              <a:pathLst>
                <a:path w="7270" h="3992" extrusionOk="0">
                  <a:moveTo>
                    <a:pt x="7245" y="0"/>
                  </a:moveTo>
                  <a:lnTo>
                    <a:pt x="7245" y="129"/>
                  </a:lnTo>
                  <a:cubicBezTo>
                    <a:pt x="7019" y="1783"/>
                    <a:pt x="5872" y="3357"/>
                    <a:pt x="3638" y="3357"/>
                  </a:cubicBezTo>
                  <a:cubicBezTo>
                    <a:pt x="1398" y="3357"/>
                    <a:pt x="251" y="1783"/>
                    <a:pt x="49" y="129"/>
                  </a:cubicBezTo>
                  <a:cubicBezTo>
                    <a:pt x="49" y="80"/>
                    <a:pt x="25" y="49"/>
                    <a:pt x="25" y="0"/>
                  </a:cubicBezTo>
                  <a:lnTo>
                    <a:pt x="25" y="0"/>
                  </a:lnTo>
                  <a:cubicBezTo>
                    <a:pt x="1" y="257"/>
                    <a:pt x="25" y="507"/>
                    <a:pt x="49" y="763"/>
                  </a:cubicBezTo>
                  <a:cubicBezTo>
                    <a:pt x="251" y="2417"/>
                    <a:pt x="1398" y="3992"/>
                    <a:pt x="3638" y="3992"/>
                  </a:cubicBezTo>
                  <a:cubicBezTo>
                    <a:pt x="5872" y="3992"/>
                    <a:pt x="7019" y="2417"/>
                    <a:pt x="7245" y="763"/>
                  </a:cubicBezTo>
                  <a:cubicBezTo>
                    <a:pt x="7270" y="507"/>
                    <a:pt x="7270" y="257"/>
                    <a:pt x="72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 name="Google Shape;5279;p66">
            <a:extLst>
              <a:ext uri="{FF2B5EF4-FFF2-40B4-BE49-F238E27FC236}">
                <a16:creationId xmlns:a16="http://schemas.microsoft.com/office/drawing/2014/main" id="{C5A38D94-051A-3576-630A-E7AF59496340}"/>
              </a:ext>
            </a:extLst>
          </p:cNvPr>
          <p:cNvGrpSpPr/>
          <p:nvPr/>
        </p:nvGrpSpPr>
        <p:grpSpPr>
          <a:xfrm>
            <a:off x="-1420296" y="2203517"/>
            <a:ext cx="436850" cy="318625"/>
            <a:chOff x="999350" y="3343550"/>
            <a:chExt cx="436850" cy="318625"/>
          </a:xfrm>
        </p:grpSpPr>
        <p:sp>
          <p:nvSpPr>
            <p:cNvPr id="37" name="Google Shape;5280;p66">
              <a:extLst>
                <a:ext uri="{FF2B5EF4-FFF2-40B4-BE49-F238E27FC236}">
                  <a16:creationId xmlns:a16="http://schemas.microsoft.com/office/drawing/2014/main" id="{703C5CDE-6FA0-7FEB-EF62-E8A0EC5CB1A1}"/>
                </a:ext>
              </a:extLst>
            </p:cNvPr>
            <p:cNvSpPr/>
            <p:nvPr/>
          </p:nvSpPr>
          <p:spPr>
            <a:xfrm>
              <a:off x="1234000" y="3460575"/>
              <a:ext cx="163300" cy="181900"/>
            </a:xfrm>
            <a:custGeom>
              <a:avLst/>
              <a:gdLst/>
              <a:ahLst/>
              <a:cxnLst/>
              <a:rect l="l" t="t" r="r" b="b"/>
              <a:pathLst>
                <a:path w="6532" h="7276" extrusionOk="0">
                  <a:moveTo>
                    <a:pt x="861" y="1"/>
                  </a:moveTo>
                  <a:lnTo>
                    <a:pt x="1" y="2314"/>
                  </a:lnTo>
                  <a:lnTo>
                    <a:pt x="532" y="4883"/>
                  </a:lnTo>
                  <a:lnTo>
                    <a:pt x="1753" y="6971"/>
                  </a:lnTo>
                  <a:lnTo>
                    <a:pt x="4395" y="7276"/>
                  </a:lnTo>
                  <a:lnTo>
                    <a:pt x="6379" y="6971"/>
                  </a:lnTo>
                  <a:lnTo>
                    <a:pt x="6531" y="6513"/>
                  </a:lnTo>
                  <a:lnTo>
                    <a:pt x="4218" y="379"/>
                  </a:lnTo>
                  <a:lnTo>
                    <a:pt x="376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5281;p66">
              <a:extLst>
                <a:ext uri="{FF2B5EF4-FFF2-40B4-BE49-F238E27FC236}">
                  <a16:creationId xmlns:a16="http://schemas.microsoft.com/office/drawing/2014/main" id="{7CFC7551-2578-CF2C-0D2C-E3C096A308AD}"/>
                </a:ext>
              </a:extLst>
            </p:cNvPr>
            <p:cNvSpPr/>
            <p:nvPr/>
          </p:nvSpPr>
          <p:spPr>
            <a:xfrm>
              <a:off x="1328000" y="3452950"/>
              <a:ext cx="81500" cy="189525"/>
            </a:xfrm>
            <a:custGeom>
              <a:avLst/>
              <a:gdLst/>
              <a:ahLst/>
              <a:cxnLst/>
              <a:rect l="l" t="t" r="r" b="b"/>
              <a:pathLst>
                <a:path w="3260" h="7581" extrusionOk="0">
                  <a:moveTo>
                    <a:pt x="330" y="1"/>
                  </a:moveTo>
                  <a:lnTo>
                    <a:pt x="0" y="306"/>
                  </a:lnTo>
                  <a:lnTo>
                    <a:pt x="2619" y="7276"/>
                  </a:lnTo>
                  <a:lnTo>
                    <a:pt x="2924" y="7581"/>
                  </a:lnTo>
                  <a:lnTo>
                    <a:pt x="3260" y="7276"/>
                  </a:lnTo>
                  <a:lnTo>
                    <a:pt x="635" y="306"/>
                  </a:lnTo>
                  <a:lnTo>
                    <a:pt x="33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5282;p66">
              <a:extLst>
                <a:ext uri="{FF2B5EF4-FFF2-40B4-BE49-F238E27FC236}">
                  <a16:creationId xmlns:a16="http://schemas.microsoft.com/office/drawing/2014/main" id="{40B97355-5253-DBC3-7BA8-4392A0E9985B}"/>
                </a:ext>
              </a:extLst>
            </p:cNvPr>
            <p:cNvSpPr/>
            <p:nvPr/>
          </p:nvSpPr>
          <p:spPr>
            <a:xfrm>
              <a:off x="1025425" y="3434500"/>
              <a:ext cx="242950" cy="207975"/>
            </a:xfrm>
            <a:custGeom>
              <a:avLst/>
              <a:gdLst/>
              <a:ahLst/>
              <a:cxnLst/>
              <a:rect l="l" t="t" r="r" b="b"/>
              <a:pathLst>
                <a:path w="9718" h="8319" extrusionOk="0">
                  <a:moveTo>
                    <a:pt x="3028" y="0"/>
                  </a:moveTo>
                  <a:lnTo>
                    <a:pt x="1" y="8014"/>
                  </a:lnTo>
                  <a:lnTo>
                    <a:pt x="5060" y="8319"/>
                  </a:lnTo>
                  <a:lnTo>
                    <a:pt x="9461" y="8014"/>
                  </a:lnTo>
                  <a:lnTo>
                    <a:pt x="9717" y="7782"/>
                  </a:lnTo>
                  <a:lnTo>
                    <a:pt x="6916" y="385"/>
                  </a:lnTo>
                  <a:lnTo>
                    <a:pt x="645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5283;p66">
              <a:extLst>
                <a:ext uri="{FF2B5EF4-FFF2-40B4-BE49-F238E27FC236}">
                  <a16:creationId xmlns:a16="http://schemas.microsoft.com/office/drawing/2014/main" id="{102C1DEE-49D9-865F-21E8-0997687CF642}"/>
                </a:ext>
              </a:extLst>
            </p:cNvPr>
            <p:cNvSpPr/>
            <p:nvPr/>
          </p:nvSpPr>
          <p:spPr>
            <a:xfrm>
              <a:off x="1186850" y="3426850"/>
              <a:ext cx="90975" cy="215625"/>
            </a:xfrm>
            <a:custGeom>
              <a:avLst/>
              <a:gdLst/>
              <a:ahLst/>
              <a:cxnLst/>
              <a:rect l="l" t="t" r="r" b="b"/>
              <a:pathLst>
                <a:path w="3639" h="8625" extrusionOk="0">
                  <a:moveTo>
                    <a:pt x="306" y="1"/>
                  </a:moveTo>
                  <a:lnTo>
                    <a:pt x="1" y="306"/>
                  </a:lnTo>
                  <a:lnTo>
                    <a:pt x="3004" y="8320"/>
                  </a:lnTo>
                  <a:lnTo>
                    <a:pt x="3333" y="8625"/>
                  </a:lnTo>
                  <a:lnTo>
                    <a:pt x="3639" y="8320"/>
                  </a:lnTo>
                  <a:lnTo>
                    <a:pt x="636" y="306"/>
                  </a:lnTo>
                  <a:lnTo>
                    <a:pt x="306"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5284;p66">
              <a:extLst>
                <a:ext uri="{FF2B5EF4-FFF2-40B4-BE49-F238E27FC236}">
                  <a16:creationId xmlns:a16="http://schemas.microsoft.com/office/drawing/2014/main" id="{3443DD69-9127-A9D9-F6AB-B9B027BCD7CB}"/>
                </a:ext>
              </a:extLst>
            </p:cNvPr>
            <p:cNvSpPr/>
            <p:nvPr/>
          </p:nvSpPr>
          <p:spPr>
            <a:xfrm>
              <a:off x="1097900" y="3517050"/>
              <a:ext cx="52825" cy="34275"/>
            </a:xfrm>
            <a:custGeom>
              <a:avLst/>
              <a:gdLst/>
              <a:ahLst/>
              <a:cxnLst/>
              <a:rect l="l" t="t" r="r" b="b"/>
              <a:pathLst>
                <a:path w="2113" h="1371" extrusionOk="0">
                  <a:moveTo>
                    <a:pt x="403" y="1"/>
                  </a:moveTo>
                  <a:cubicBezTo>
                    <a:pt x="282" y="1"/>
                    <a:pt x="193" y="6"/>
                    <a:pt x="153" y="6"/>
                  </a:cubicBezTo>
                  <a:cubicBezTo>
                    <a:pt x="153" y="6"/>
                    <a:pt x="1" y="641"/>
                    <a:pt x="562" y="1123"/>
                  </a:cubicBezTo>
                  <a:cubicBezTo>
                    <a:pt x="769" y="1312"/>
                    <a:pt x="1037" y="1371"/>
                    <a:pt x="1291" y="1371"/>
                  </a:cubicBezTo>
                  <a:cubicBezTo>
                    <a:pt x="1720" y="1371"/>
                    <a:pt x="2112" y="1202"/>
                    <a:pt x="2112" y="1202"/>
                  </a:cubicBezTo>
                  <a:cubicBezTo>
                    <a:pt x="2088" y="922"/>
                    <a:pt x="1960" y="616"/>
                    <a:pt x="1728" y="385"/>
                  </a:cubicBezTo>
                  <a:cubicBezTo>
                    <a:pt x="1352" y="45"/>
                    <a:pt x="750" y="1"/>
                    <a:pt x="40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5285;p66">
              <a:extLst>
                <a:ext uri="{FF2B5EF4-FFF2-40B4-BE49-F238E27FC236}">
                  <a16:creationId xmlns:a16="http://schemas.microsoft.com/office/drawing/2014/main" id="{AC0B626D-D53C-959E-7EA3-A8F172966A26}"/>
                </a:ext>
              </a:extLst>
            </p:cNvPr>
            <p:cNvSpPr/>
            <p:nvPr/>
          </p:nvSpPr>
          <p:spPr>
            <a:xfrm>
              <a:off x="1152525" y="3517050"/>
              <a:ext cx="52825" cy="34275"/>
            </a:xfrm>
            <a:custGeom>
              <a:avLst/>
              <a:gdLst/>
              <a:ahLst/>
              <a:cxnLst/>
              <a:rect l="l" t="t" r="r" b="b"/>
              <a:pathLst>
                <a:path w="2113" h="1371" extrusionOk="0">
                  <a:moveTo>
                    <a:pt x="1725" y="1"/>
                  </a:moveTo>
                  <a:cubicBezTo>
                    <a:pt x="1387" y="1"/>
                    <a:pt x="786" y="45"/>
                    <a:pt x="410" y="385"/>
                  </a:cubicBezTo>
                  <a:cubicBezTo>
                    <a:pt x="153" y="616"/>
                    <a:pt x="56" y="922"/>
                    <a:pt x="1" y="1202"/>
                  </a:cubicBezTo>
                  <a:cubicBezTo>
                    <a:pt x="1" y="1202"/>
                    <a:pt x="402" y="1371"/>
                    <a:pt x="833" y="1371"/>
                  </a:cubicBezTo>
                  <a:cubicBezTo>
                    <a:pt x="1088" y="1371"/>
                    <a:pt x="1353" y="1312"/>
                    <a:pt x="1551" y="1123"/>
                  </a:cubicBezTo>
                  <a:cubicBezTo>
                    <a:pt x="2112" y="641"/>
                    <a:pt x="1984" y="6"/>
                    <a:pt x="1960" y="6"/>
                  </a:cubicBezTo>
                  <a:cubicBezTo>
                    <a:pt x="1927" y="6"/>
                    <a:pt x="1842" y="1"/>
                    <a:pt x="172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5286;p66">
              <a:extLst>
                <a:ext uri="{FF2B5EF4-FFF2-40B4-BE49-F238E27FC236}">
                  <a16:creationId xmlns:a16="http://schemas.microsoft.com/office/drawing/2014/main" id="{2B8390AF-B9CA-1C13-71FC-B973CC2715E3}"/>
                </a:ext>
              </a:extLst>
            </p:cNvPr>
            <p:cNvSpPr/>
            <p:nvPr/>
          </p:nvSpPr>
          <p:spPr>
            <a:xfrm>
              <a:off x="1097900" y="3517200"/>
              <a:ext cx="107450" cy="80725"/>
            </a:xfrm>
            <a:custGeom>
              <a:avLst/>
              <a:gdLst/>
              <a:ahLst/>
              <a:cxnLst/>
              <a:rect l="l" t="t" r="r" b="b"/>
              <a:pathLst>
                <a:path w="4298" h="3229" extrusionOk="0">
                  <a:moveTo>
                    <a:pt x="129" y="0"/>
                  </a:moveTo>
                  <a:cubicBezTo>
                    <a:pt x="129" y="0"/>
                    <a:pt x="1" y="940"/>
                    <a:pt x="562" y="1447"/>
                  </a:cubicBezTo>
                  <a:cubicBezTo>
                    <a:pt x="941" y="1776"/>
                    <a:pt x="1551" y="1831"/>
                    <a:pt x="1881" y="1831"/>
                  </a:cubicBezTo>
                  <a:lnTo>
                    <a:pt x="1881" y="2948"/>
                  </a:lnTo>
                  <a:cubicBezTo>
                    <a:pt x="1881" y="3101"/>
                    <a:pt x="2009" y="3229"/>
                    <a:pt x="2161" y="3229"/>
                  </a:cubicBezTo>
                  <a:cubicBezTo>
                    <a:pt x="2289" y="3229"/>
                    <a:pt x="2418" y="3101"/>
                    <a:pt x="2418" y="2948"/>
                  </a:cubicBezTo>
                  <a:lnTo>
                    <a:pt x="2418" y="1831"/>
                  </a:lnTo>
                  <a:cubicBezTo>
                    <a:pt x="2747" y="1831"/>
                    <a:pt x="3358" y="1776"/>
                    <a:pt x="3736" y="1447"/>
                  </a:cubicBezTo>
                  <a:cubicBezTo>
                    <a:pt x="4297" y="940"/>
                    <a:pt x="4169" y="0"/>
                    <a:pt x="4169" y="0"/>
                  </a:cubicBezTo>
                  <a:lnTo>
                    <a:pt x="4145" y="0"/>
                  </a:lnTo>
                  <a:cubicBezTo>
                    <a:pt x="4096" y="281"/>
                    <a:pt x="3992" y="586"/>
                    <a:pt x="3736" y="812"/>
                  </a:cubicBezTo>
                  <a:cubicBezTo>
                    <a:pt x="3352" y="1159"/>
                    <a:pt x="2720" y="1201"/>
                    <a:pt x="2380" y="1201"/>
                  </a:cubicBezTo>
                  <a:cubicBezTo>
                    <a:pt x="2271" y="1201"/>
                    <a:pt x="2192" y="1196"/>
                    <a:pt x="2161" y="1196"/>
                  </a:cubicBezTo>
                  <a:cubicBezTo>
                    <a:pt x="2124" y="1196"/>
                    <a:pt x="2041" y="1201"/>
                    <a:pt x="1929" y="1201"/>
                  </a:cubicBezTo>
                  <a:cubicBezTo>
                    <a:pt x="1578" y="1201"/>
                    <a:pt x="946" y="1159"/>
                    <a:pt x="562" y="812"/>
                  </a:cubicBezTo>
                  <a:cubicBezTo>
                    <a:pt x="306" y="586"/>
                    <a:pt x="202" y="281"/>
                    <a:pt x="15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5287;p66">
              <a:extLst>
                <a:ext uri="{FF2B5EF4-FFF2-40B4-BE49-F238E27FC236}">
                  <a16:creationId xmlns:a16="http://schemas.microsoft.com/office/drawing/2014/main" id="{C019E780-9F60-6F41-4CDC-88EB7B306300}"/>
                </a:ext>
              </a:extLst>
            </p:cNvPr>
            <p:cNvSpPr/>
            <p:nvPr/>
          </p:nvSpPr>
          <p:spPr>
            <a:xfrm>
              <a:off x="1000550" y="3634825"/>
              <a:ext cx="433675" cy="19725"/>
            </a:xfrm>
            <a:custGeom>
              <a:avLst/>
              <a:gdLst/>
              <a:ahLst/>
              <a:cxnLst/>
              <a:rect l="l" t="t" r="r" b="b"/>
              <a:pathLst>
                <a:path w="17347" h="789" extrusionOk="0">
                  <a:moveTo>
                    <a:pt x="489" y="1"/>
                  </a:moveTo>
                  <a:cubicBezTo>
                    <a:pt x="282" y="1"/>
                    <a:pt x="105" y="123"/>
                    <a:pt x="1" y="275"/>
                  </a:cubicBezTo>
                  <a:cubicBezTo>
                    <a:pt x="1" y="275"/>
                    <a:pt x="1" y="788"/>
                    <a:pt x="489" y="788"/>
                  </a:cubicBezTo>
                  <a:lnTo>
                    <a:pt x="16864" y="788"/>
                  </a:lnTo>
                  <a:cubicBezTo>
                    <a:pt x="17346" y="788"/>
                    <a:pt x="17346" y="275"/>
                    <a:pt x="17346" y="275"/>
                  </a:cubicBezTo>
                  <a:lnTo>
                    <a:pt x="17322" y="251"/>
                  </a:lnTo>
                  <a:cubicBezTo>
                    <a:pt x="17218" y="98"/>
                    <a:pt x="17066" y="1"/>
                    <a:pt x="168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5288;p66">
              <a:extLst>
                <a:ext uri="{FF2B5EF4-FFF2-40B4-BE49-F238E27FC236}">
                  <a16:creationId xmlns:a16="http://schemas.microsoft.com/office/drawing/2014/main" id="{7DA93914-DFF6-D942-B149-C31F25E24F80}"/>
                </a:ext>
              </a:extLst>
            </p:cNvPr>
            <p:cNvSpPr/>
            <p:nvPr/>
          </p:nvSpPr>
          <p:spPr>
            <a:xfrm>
              <a:off x="999350" y="3641700"/>
              <a:ext cx="436850" cy="20475"/>
            </a:xfrm>
            <a:custGeom>
              <a:avLst/>
              <a:gdLst/>
              <a:ahLst/>
              <a:cxnLst/>
              <a:rect l="l" t="t" r="r" b="b"/>
              <a:pathLst>
                <a:path w="17474" h="819" extrusionOk="0">
                  <a:moveTo>
                    <a:pt x="49" y="0"/>
                  </a:moveTo>
                  <a:cubicBezTo>
                    <a:pt x="24" y="80"/>
                    <a:pt x="0" y="183"/>
                    <a:pt x="0" y="281"/>
                  </a:cubicBezTo>
                  <a:cubicBezTo>
                    <a:pt x="0" y="586"/>
                    <a:pt x="232" y="818"/>
                    <a:pt x="537" y="818"/>
                  </a:cubicBezTo>
                  <a:lnTo>
                    <a:pt x="16912" y="818"/>
                  </a:lnTo>
                  <a:cubicBezTo>
                    <a:pt x="17217" y="818"/>
                    <a:pt x="17474" y="586"/>
                    <a:pt x="17474" y="281"/>
                  </a:cubicBezTo>
                  <a:cubicBezTo>
                    <a:pt x="17474" y="183"/>
                    <a:pt x="17443" y="80"/>
                    <a:pt x="17394" y="0"/>
                  </a:cubicBezTo>
                  <a:cubicBezTo>
                    <a:pt x="17291" y="153"/>
                    <a:pt x="17114" y="281"/>
                    <a:pt x="16912" y="281"/>
                  </a:cubicBezTo>
                  <a:lnTo>
                    <a:pt x="537" y="281"/>
                  </a:lnTo>
                  <a:cubicBezTo>
                    <a:pt x="330" y="281"/>
                    <a:pt x="153" y="153"/>
                    <a:pt x="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5289;p66">
              <a:extLst>
                <a:ext uri="{FF2B5EF4-FFF2-40B4-BE49-F238E27FC236}">
                  <a16:creationId xmlns:a16="http://schemas.microsoft.com/office/drawing/2014/main" id="{5FB18E02-70B4-6AA8-4E89-345E04951593}"/>
                </a:ext>
              </a:extLst>
            </p:cNvPr>
            <p:cNvSpPr/>
            <p:nvPr/>
          </p:nvSpPr>
          <p:spPr>
            <a:xfrm>
              <a:off x="1255525" y="3379250"/>
              <a:ext cx="80750" cy="81350"/>
            </a:xfrm>
            <a:custGeom>
              <a:avLst/>
              <a:gdLst/>
              <a:ahLst/>
              <a:cxnLst/>
              <a:rect l="l" t="t" r="r" b="b"/>
              <a:pathLst>
                <a:path w="3230" h="3254" extrusionOk="0">
                  <a:moveTo>
                    <a:pt x="177" y="1"/>
                  </a:moveTo>
                  <a:cubicBezTo>
                    <a:pt x="80" y="1"/>
                    <a:pt x="0" y="74"/>
                    <a:pt x="0" y="178"/>
                  </a:cubicBezTo>
                  <a:lnTo>
                    <a:pt x="0" y="3254"/>
                  </a:lnTo>
                  <a:lnTo>
                    <a:pt x="2899" y="3254"/>
                  </a:lnTo>
                  <a:lnTo>
                    <a:pt x="3229" y="2949"/>
                  </a:lnTo>
                  <a:lnTo>
                    <a:pt x="3229" y="306"/>
                  </a:lnTo>
                  <a:lnTo>
                    <a:pt x="289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5290;p66">
              <a:extLst>
                <a:ext uri="{FF2B5EF4-FFF2-40B4-BE49-F238E27FC236}">
                  <a16:creationId xmlns:a16="http://schemas.microsoft.com/office/drawing/2014/main" id="{277D24FD-CC5F-0FB1-5CF8-E53364D21204}"/>
                </a:ext>
              </a:extLst>
            </p:cNvPr>
            <p:cNvSpPr/>
            <p:nvPr/>
          </p:nvSpPr>
          <p:spPr>
            <a:xfrm>
              <a:off x="1328000" y="3408400"/>
              <a:ext cx="15900" cy="52200"/>
            </a:xfrm>
            <a:custGeom>
              <a:avLst/>
              <a:gdLst/>
              <a:ahLst/>
              <a:cxnLst/>
              <a:rect l="l" t="t" r="r" b="b"/>
              <a:pathLst>
                <a:path w="636" h="2088" extrusionOk="0">
                  <a:moveTo>
                    <a:pt x="330" y="0"/>
                  </a:moveTo>
                  <a:lnTo>
                    <a:pt x="0" y="306"/>
                  </a:lnTo>
                  <a:lnTo>
                    <a:pt x="0" y="2088"/>
                  </a:lnTo>
                  <a:lnTo>
                    <a:pt x="635" y="2088"/>
                  </a:lnTo>
                  <a:lnTo>
                    <a:pt x="635" y="306"/>
                  </a:lnTo>
                  <a:lnTo>
                    <a:pt x="33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5291;p66">
              <a:extLst>
                <a:ext uri="{FF2B5EF4-FFF2-40B4-BE49-F238E27FC236}">
                  <a16:creationId xmlns:a16="http://schemas.microsoft.com/office/drawing/2014/main" id="{DB330982-1658-48C5-3D97-538E0DE6553F}"/>
                </a:ext>
              </a:extLst>
            </p:cNvPr>
            <p:cNvSpPr/>
            <p:nvPr/>
          </p:nvSpPr>
          <p:spPr>
            <a:xfrm>
              <a:off x="1255525" y="3379250"/>
              <a:ext cx="80750" cy="36800"/>
            </a:xfrm>
            <a:custGeom>
              <a:avLst/>
              <a:gdLst/>
              <a:ahLst/>
              <a:cxnLst/>
              <a:rect l="l" t="t" r="r" b="b"/>
              <a:pathLst>
                <a:path w="3230" h="1472" extrusionOk="0">
                  <a:moveTo>
                    <a:pt x="177" y="1"/>
                  </a:moveTo>
                  <a:cubicBezTo>
                    <a:pt x="80" y="1"/>
                    <a:pt x="0" y="74"/>
                    <a:pt x="0" y="178"/>
                  </a:cubicBezTo>
                  <a:lnTo>
                    <a:pt x="0" y="1472"/>
                  </a:lnTo>
                  <a:lnTo>
                    <a:pt x="2899" y="1472"/>
                  </a:lnTo>
                  <a:lnTo>
                    <a:pt x="3229" y="1166"/>
                  </a:lnTo>
                  <a:lnTo>
                    <a:pt x="3229" y="306"/>
                  </a:lnTo>
                  <a:lnTo>
                    <a:pt x="289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292;p66">
              <a:extLst>
                <a:ext uri="{FF2B5EF4-FFF2-40B4-BE49-F238E27FC236}">
                  <a16:creationId xmlns:a16="http://schemas.microsoft.com/office/drawing/2014/main" id="{CA005AB7-E44D-D680-98BD-97AB6AD9B00C}"/>
                </a:ext>
              </a:extLst>
            </p:cNvPr>
            <p:cNvSpPr/>
            <p:nvPr/>
          </p:nvSpPr>
          <p:spPr>
            <a:xfrm>
              <a:off x="1328000" y="3379250"/>
              <a:ext cx="15900" cy="36800"/>
            </a:xfrm>
            <a:custGeom>
              <a:avLst/>
              <a:gdLst/>
              <a:ahLst/>
              <a:cxnLst/>
              <a:rect l="l" t="t" r="r" b="b"/>
              <a:pathLst>
                <a:path w="636" h="1472" extrusionOk="0">
                  <a:moveTo>
                    <a:pt x="0" y="1"/>
                  </a:moveTo>
                  <a:lnTo>
                    <a:pt x="0" y="1472"/>
                  </a:lnTo>
                  <a:lnTo>
                    <a:pt x="635" y="1472"/>
                  </a:lnTo>
                  <a:lnTo>
                    <a:pt x="635" y="178"/>
                  </a:lnTo>
                  <a:cubicBezTo>
                    <a:pt x="635" y="74"/>
                    <a:pt x="562" y="1"/>
                    <a:pt x="45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293;p66">
              <a:extLst>
                <a:ext uri="{FF2B5EF4-FFF2-40B4-BE49-F238E27FC236}">
                  <a16:creationId xmlns:a16="http://schemas.microsoft.com/office/drawing/2014/main" id="{D20E9505-EF78-8037-7818-A1D95DC736E5}"/>
                </a:ext>
              </a:extLst>
            </p:cNvPr>
            <p:cNvSpPr/>
            <p:nvPr/>
          </p:nvSpPr>
          <p:spPr>
            <a:xfrm>
              <a:off x="1101100" y="3343550"/>
              <a:ext cx="93425" cy="90975"/>
            </a:xfrm>
            <a:custGeom>
              <a:avLst/>
              <a:gdLst/>
              <a:ahLst/>
              <a:cxnLst/>
              <a:rect l="l" t="t" r="r" b="b"/>
              <a:pathLst>
                <a:path w="3737" h="3639" extrusionOk="0">
                  <a:moveTo>
                    <a:pt x="178" y="1"/>
                  </a:moveTo>
                  <a:cubicBezTo>
                    <a:pt x="74" y="1"/>
                    <a:pt x="1" y="80"/>
                    <a:pt x="1" y="178"/>
                  </a:cubicBezTo>
                  <a:lnTo>
                    <a:pt x="1" y="3638"/>
                  </a:lnTo>
                  <a:lnTo>
                    <a:pt x="3431" y="3638"/>
                  </a:lnTo>
                  <a:lnTo>
                    <a:pt x="3736" y="3333"/>
                  </a:lnTo>
                  <a:lnTo>
                    <a:pt x="3736" y="306"/>
                  </a:lnTo>
                  <a:lnTo>
                    <a:pt x="343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94;p66">
              <a:extLst>
                <a:ext uri="{FF2B5EF4-FFF2-40B4-BE49-F238E27FC236}">
                  <a16:creationId xmlns:a16="http://schemas.microsoft.com/office/drawing/2014/main" id="{FA997FEF-BC14-CE29-A187-11A17278847C}"/>
                </a:ext>
              </a:extLst>
            </p:cNvPr>
            <p:cNvSpPr/>
            <p:nvPr/>
          </p:nvSpPr>
          <p:spPr>
            <a:xfrm>
              <a:off x="1186850" y="3379875"/>
              <a:ext cx="15900" cy="54650"/>
            </a:xfrm>
            <a:custGeom>
              <a:avLst/>
              <a:gdLst/>
              <a:ahLst/>
              <a:cxnLst/>
              <a:rect l="l" t="t" r="r" b="b"/>
              <a:pathLst>
                <a:path w="636" h="2186" extrusionOk="0">
                  <a:moveTo>
                    <a:pt x="306" y="0"/>
                  </a:moveTo>
                  <a:lnTo>
                    <a:pt x="1" y="305"/>
                  </a:lnTo>
                  <a:lnTo>
                    <a:pt x="1" y="2185"/>
                  </a:lnTo>
                  <a:lnTo>
                    <a:pt x="636" y="2185"/>
                  </a:lnTo>
                  <a:lnTo>
                    <a:pt x="636" y="305"/>
                  </a:lnTo>
                  <a:lnTo>
                    <a:pt x="306"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295;p66">
              <a:extLst>
                <a:ext uri="{FF2B5EF4-FFF2-40B4-BE49-F238E27FC236}">
                  <a16:creationId xmlns:a16="http://schemas.microsoft.com/office/drawing/2014/main" id="{1FEC507D-3B38-349F-E8DC-DC797F15F1B1}"/>
                </a:ext>
              </a:extLst>
            </p:cNvPr>
            <p:cNvSpPr/>
            <p:nvPr/>
          </p:nvSpPr>
          <p:spPr>
            <a:xfrm>
              <a:off x="1101100" y="3343550"/>
              <a:ext cx="93425" cy="43975"/>
            </a:xfrm>
            <a:custGeom>
              <a:avLst/>
              <a:gdLst/>
              <a:ahLst/>
              <a:cxnLst/>
              <a:rect l="l" t="t" r="r" b="b"/>
              <a:pathLst>
                <a:path w="3737" h="1759" extrusionOk="0">
                  <a:moveTo>
                    <a:pt x="178" y="1"/>
                  </a:moveTo>
                  <a:cubicBezTo>
                    <a:pt x="74" y="1"/>
                    <a:pt x="1" y="80"/>
                    <a:pt x="1" y="178"/>
                  </a:cubicBezTo>
                  <a:lnTo>
                    <a:pt x="1" y="1758"/>
                  </a:lnTo>
                  <a:lnTo>
                    <a:pt x="3431" y="1758"/>
                  </a:lnTo>
                  <a:lnTo>
                    <a:pt x="3736" y="1453"/>
                  </a:lnTo>
                  <a:lnTo>
                    <a:pt x="3736" y="306"/>
                  </a:lnTo>
                  <a:lnTo>
                    <a:pt x="343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296;p66">
              <a:extLst>
                <a:ext uri="{FF2B5EF4-FFF2-40B4-BE49-F238E27FC236}">
                  <a16:creationId xmlns:a16="http://schemas.microsoft.com/office/drawing/2014/main" id="{36A22F54-2DA4-C5BB-24E0-6F247EF3D520}"/>
                </a:ext>
              </a:extLst>
            </p:cNvPr>
            <p:cNvSpPr/>
            <p:nvPr/>
          </p:nvSpPr>
          <p:spPr>
            <a:xfrm>
              <a:off x="1186850" y="3343550"/>
              <a:ext cx="15900" cy="43975"/>
            </a:xfrm>
            <a:custGeom>
              <a:avLst/>
              <a:gdLst/>
              <a:ahLst/>
              <a:cxnLst/>
              <a:rect l="l" t="t" r="r" b="b"/>
              <a:pathLst>
                <a:path w="636" h="1759" extrusionOk="0">
                  <a:moveTo>
                    <a:pt x="1" y="1"/>
                  </a:moveTo>
                  <a:lnTo>
                    <a:pt x="1" y="1758"/>
                  </a:lnTo>
                  <a:lnTo>
                    <a:pt x="636" y="1758"/>
                  </a:lnTo>
                  <a:lnTo>
                    <a:pt x="636" y="178"/>
                  </a:lnTo>
                  <a:cubicBezTo>
                    <a:pt x="636" y="80"/>
                    <a:pt x="538" y="1"/>
                    <a:pt x="45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 name="Google Shape;5297;p66">
            <a:extLst>
              <a:ext uri="{FF2B5EF4-FFF2-40B4-BE49-F238E27FC236}">
                <a16:creationId xmlns:a16="http://schemas.microsoft.com/office/drawing/2014/main" id="{54916544-41C9-10C1-6B78-8E2BED9BB45C}"/>
              </a:ext>
            </a:extLst>
          </p:cNvPr>
          <p:cNvGrpSpPr/>
          <p:nvPr/>
        </p:nvGrpSpPr>
        <p:grpSpPr>
          <a:xfrm>
            <a:off x="-670671" y="3443967"/>
            <a:ext cx="437325" cy="436900"/>
            <a:chOff x="1748975" y="5193600"/>
            <a:chExt cx="437325" cy="436900"/>
          </a:xfrm>
        </p:grpSpPr>
        <p:sp>
          <p:nvSpPr>
            <p:cNvPr id="56" name="Google Shape;5298;p66">
              <a:extLst>
                <a:ext uri="{FF2B5EF4-FFF2-40B4-BE49-F238E27FC236}">
                  <a16:creationId xmlns:a16="http://schemas.microsoft.com/office/drawing/2014/main" id="{0ECB0C4C-934B-11DD-8673-910B3EE6D141}"/>
                </a:ext>
              </a:extLst>
            </p:cNvPr>
            <p:cNvSpPr/>
            <p:nvPr/>
          </p:nvSpPr>
          <p:spPr>
            <a:xfrm>
              <a:off x="1748975" y="5210775"/>
              <a:ext cx="397950" cy="372550"/>
            </a:xfrm>
            <a:custGeom>
              <a:avLst/>
              <a:gdLst/>
              <a:ahLst/>
              <a:cxnLst/>
              <a:rect l="l" t="t" r="r" b="b"/>
              <a:pathLst>
                <a:path w="15918" h="14902" extrusionOk="0">
                  <a:moveTo>
                    <a:pt x="10971" y="0"/>
                  </a:moveTo>
                  <a:cubicBezTo>
                    <a:pt x="9051" y="0"/>
                    <a:pt x="1526" y="2597"/>
                    <a:pt x="1526" y="2597"/>
                  </a:cubicBezTo>
                  <a:cubicBezTo>
                    <a:pt x="635" y="3842"/>
                    <a:pt x="74" y="5344"/>
                    <a:pt x="0" y="6967"/>
                  </a:cubicBezTo>
                  <a:cubicBezTo>
                    <a:pt x="177" y="11215"/>
                    <a:pt x="3077" y="14901"/>
                    <a:pt x="7959" y="14901"/>
                  </a:cubicBezTo>
                  <a:cubicBezTo>
                    <a:pt x="12915" y="14901"/>
                    <a:pt x="15765" y="11215"/>
                    <a:pt x="15918" y="6967"/>
                  </a:cubicBezTo>
                  <a:cubicBezTo>
                    <a:pt x="15814" y="3891"/>
                    <a:pt x="13959" y="1273"/>
                    <a:pt x="11316" y="52"/>
                  </a:cubicBezTo>
                  <a:cubicBezTo>
                    <a:pt x="11241" y="17"/>
                    <a:pt x="11123" y="0"/>
                    <a:pt x="1097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299;p66">
              <a:extLst>
                <a:ext uri="{FF2B5EF4-FFF2-40B4-BE49-F238E27FC236}">
                  <a16:creationId xmlns:a16="http://schemas.microsoft.com/office/drawing/2014/main" id="{CD259AC9-0BDB-B50E-325F-97E7CE149184}"/>
                </a:ext>
              </a:extLst>
            </p:cNvPr>
            <p:cNvSpPr/>
            <p:nvPr/>
          </p:nvSpPr>
          <p:spPr>
            <a:xfrm>
              <a:off x="1913600" y="5566825"/>
              <a:ext cx="113100" cy="24900"/>
            </a:xfrm>
            <a:custGeom>
              <a:avLst/>
              <a:gdLst/>
              <a:ahLst/>
              <a:cxnLst/>
              <a:rect l="l" t="t" r="r" b="b"/>
              <a:pathLst>
                <a:path w="4524" h="996" extrusionOk="0">
                  <a:moveTo>
                    <a:pt x="3761" y="0"/>
                  </a:moveTo>
                  <a:cubicBezTo>
                    <a:pt x="3028" y="232"/>
                    <a:pt x="2210" y="354"/>
                    <a:pt x="1374" y="354"/>
                  </a:cubicBezTo>
                  <a:cubicBezTo>
                    <a:pt x="1014" y="354"/>
                    <a:pt x="660" y="330"/>
                    <a:pt x="306" y="281"/>
                  </a:cubicBezTo>
                  <a:lnTo>
                    <a:pt x="1" y="562"/>
                  </a:lnTo>
                  <a:lnTo>
                    <a:pt x="282" y="916"/>
                  </a:lnTo>
                  <a:cubicBezTo>
                    <a:pt x="636" y="965"/>
                    <a:pt x="1014" y="995"/>
                    <a:pt x="1374" y="995"/>
                  </a:cubicBezTo>
                  <a:cubicBezTo>
                    <a:pt x="2491" y="995"/>
                    <a:pt x="3559" y="763"/>
                    <a:pt x="4523" y="354"/>
                  </a:cubicBezTo>
                  <a:lnTo>
                    <a:pt x="4426" y="49"/>
                  </a:lnTo>
                  <a:lnTo>
                    <a:pt x="376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300;p66">
              <a:extLst>
                <a:ext uri="{FF2B5EF4-FFF2-40B4-BE49-F238E27FC236}">
                  <a16:creationId xmlns:a16="http://schemas.microsoft.com/office/drawing/2014/main" id="{E2E55824-4E4B-39EA-6987-28F46F67ACD0}"/>
                </a:ext>
              </a:extLst>
            </p:cNvPr>
            <p:cNvSpPr/>
            <p:nvPr/>
          </p:nvSpPr>
          <p:spPr>
            <a:xfrm>
              <a:off x="1748975" y="5384950"/>
              <a:ext cx="61675" cy="144975"/>
            </a:xfrm>
            <a:custGeom>
              <a:avLst/>
              <a:gdLst/>
              <a:ahLst/>
              <a:cxnLst/>
              <a:rect l="l" t="t" r="r" b="b"/>
              <a:pathLst>
                <a:path w="2467" h="5799" extrusionOk="0">
                  <a:moveTo>
                    <a:pt x="0" y="0"/>
                  </a:moveTo>
                  <a:lnTo>
                    <a:pt x="0" y="305"/>
                  </a:lnTo>
                  <a:cubicBezTo>
                    <a:pt x="0" y="2441"/>
                    <a:pt x="837" y="4376"/>
                    <a:pt x="2185" y="5798"/>
                  </a:cubicBezTo>
                  <a:lnTo>
                    <a:pt x="2466" y="5749"/>
                  </a:lnTo>
                  <a:lnTo>
                    <a:pt x="2466" y="5420"/>
                  </a:lnTo>
                  <a:cubicBezTo>
                    <a:pt x="1014" y="4047"/>
                    <a:pt x="98" y="2136"/>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301;p66">
              <a:extLst>
                <a:ext uri="{FF2B5EF4-FFF2-40B4-BE49-F238E27FC236}">
                  <a16:creationId xmlns:a16="http://schemas.microsoft.com/office/drawing/2014/main" id="{12A26903-18EC-8930-934F-A5F8100F7370}"/>
                </a:ext>
              </a:extLst>
            </p:cNvPr>
            <p:cNvSpPr/>
            <p:nvPr/>
          </p:nvSpPr>
          <p:spPr>
            <a:xfrm>
              <a:off x="1787125" y="5193600"/>
              <a:ext cx="256200" cy="246725"/>
            </a:xfrm>
            <a:custGeom>
              <a:avLst/>
              <a:gdLst/>
              <a:ahLst/>
              <a:cxnLst/>
              <a:rect l="l" t="t" r="r" b="b"/>
              <a:pathLst>
                <a:path w="10248" h="9869" extrusionOk="0">
                  <a:moveTo>
                    <a:pt x="6433" y="1"/>
                  </a:moveTo>
                  <a:cubicBezTo>
                    <a:pt x="3784" y="1"/>
                    <a:pt x="1447" y="1301"/>
                    <a:pt x="0" y="3284"/>
                  </a:cubicBezTo>
                  <a:cubicBezTo>
                    <a:pt x="275" y="3943"/>
                    <a:pt x="659" y="4603"/>
                    <a:pt x="1190" y="5140"/>
                  </a:cubicBezTo>
                  <a:cubicBezTo>
                    <a:pt x="2338" y="6257"/>
                    <a:pt x="2033" y="8850"/>
                    <a:pt x="2387" y="9387"/>
                  </a:cubicBezTo>
                  <a:cubicBezTo>
                    <a:pt x="2609" y="9717"/>
                    <a:pt x="2913" y="9869"/>
                    <a:pt x="3225" y="9869"/>
                  </a:cubicBezTo>
                  <a:cubicBezTo>
                    <a:pt x="3801" y="9869"/>
                    <a:pt x="4401" y="9348"/>
                    <a:pt x="4547" y="8472"/>
                  </a:cubicBezTo>
                  <a:cubicBezTo>
                    <a:pt x="4779" y="7123"/>
                    <a:pt x="5768" y="6617"/>
                    <a:pt x="6714" y="5396"/>
                  </a:cubicBezTo>
                  <a:cubicBezTo>
                    <a:pt x="7629" y="4175"/>
                    <a:pt x="5798" y="3486"/>
                    <a:pt x="6458" y="3132"/>
                  </a:cubicBezTo>
                  <a:cubicBezTo>
                    <a:pt x="6518" y="3096"/>
                    <a:pt x="6593" y="3080"/>
                    <a:pt x="6679" y="3080"/>
                  </a:cubicBezTo>
                  <a:cubicBezTo>
                    <a:pt x="7362" y="3080"/>
                    <a:pt x="8751" y="4071"/>
                    <a:pt x="9437" y="4071"/>
                  </a:cubicBezTo>
                  <a:cubicBezTo>
                    <a:pt x="9602" y="4071"/>
                    <a:pt x="9726" y="4013"/>
                    <a:pt x="9790" y="3870"/>
                  </a:cubicBezTo>
                  <a:cubicBezTo>
                    <a:pt x="10248" y="2851"/>
                    <a:pt x="7068" y="2088"/>
                    <a:pt x="7092" y="1526"/>
                  </a:cubicBezTo>
                  <a:cubicBezTo>
                    <a:pt x="7141" y="971"/>
                    <a:pt x="9735" y="739"/>
                    <a:pt x="9790" y="739"/>
                  </a:cubicBezTo>
                  <a:cubicBezTo>
                    <a:pt x="8771" y="257"/>
                    <a:pt x="7629" y="1"/>
                    <a:pt x="643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5302;p66">
              <a:extLst>
                <a:ext uri="{FF2B5EF4-FFF2-40B4-BE49-F238E27FC236}">
                  <a16:creationId xmlns:a16="http://schemas.microsoft.com/office/drawing/2014/main" id="{19CA7676-BFE2-164B-5BF8-40014D6C0DF5}"/>
                </a:ext>
              </a:extLst>
            </p:cNvPr>
            <p:cNvSpPr/>
            <p:nvPr/>
          </p:nvSpPr>
          <p:spPr>
            <a:xfrm>
              <a:off x="1967625" y="5405575"/>
              <a:ext cx="174275" cy="161275"/>
            </a:xfrm>
            <a:custGeom>
              <a:avLst/>
              <a:gdLst/>
              <a:ahLst/>
              <a:cxnLst/>
              <a:rect l="l" t="t" r="r" b="b"/>
              <a:pathLst>
                <a:path w="6971" h="6451" extrusionOk="0">
                  <a:moveTo>
                    <a:pt x="5481" y="0"/>
                  </a:moveTo>
                  <a:cubicBezTo>
                    <a:pt x="5349" y="0"/>
                    <a:pt x="5209" y="13"/>
                    <a:pt x="5060" y="42"/>
                  </a:cubicBezTo>
                  <a:cubicBezTo>
                    <a:pt x="3893" y="264"/>
                    <a:pt x="3050" y="1130"/>
                    <a:pt x="2386" y="1130"/>
                  </a:cubicBezTo>
                  <a:cubicBezTo>
                    <a:pt x="2282" y="1130"/>
                    <a:pt x="2183" y="1109"/>
                    <a:pt x="2088" y="1061"/>
                  </a:cubicBezTo>
                  <a:cubicBezTo>
                    <a:pt x="1840" y="940"/>
                    <a:pt x="1521" y="864"/>
                    <a:pt x="1209" y="864"/>
                  </a:cubicBezTo>
                  <a:cubicBezTo>
                    <a:pt x="591" y="864"/>
                    <a:pt x="1" y="1165"/>
                    <a:pt x="49" y="2025"/>
                  </a:cubicBezTo>
                  <a:cubicBezTo>
                    <a:pt x="129" y="3325"/>
                    <a:pt x="2088" y="3600"/>
                    <a:pt x="1447" y="4570"/>
                  </a:cubicBezTo>
                  <a:cubicBezTo>
                    <a:pt x="1020" y="5230"/>
                    <a:pt x="1197" y="5993"/>
                    <a:pt x="1600" y="6450"/>
                  </a:cubicBezTo>
                  <a:lnTo>
                    <a:pt x="2594" y="6450"/>
                  </a:lnTo>
                  <a:lnTo>
                    <a:pt x="4883" y="4851"/>
                  </a:lnTo>
                  <a:lnTo>
                    <a:pt x="6177" y="3045"/>
                  </a:lnTo>
                  <a:lnTo>
                    <a:pt x="6916" y="1311"/>
                  </a:lnTo>
                  <a:cubicBezTo>
                    <a:pt x="6916" y="1311"/>
                    <a:pt x="6916" y="884"/>
                    <a:pt x="6970" y="677"/>
                  </a:cubicBezTo>
                  <a:cubicBezTo>
                    <a:pt x="6772" y="462"/>
                    <a:pt x="6276" y="0"/>
                    <a:pt x="548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5303;p66">
              <a:extLst>
                <a:ext uri="{FF2B5EF4-FFF2-40B4-BE49-F238E27FC236}">
                  <a16:creationId xmlns:a16="http://schemas.microsoft.com/office/drawing/2014/main" id="{8E32E661-E1BF-2220-2BC5-7061DBB52D35}"/>
                </a:ext>
              </a:extLst>
            </p:cNvPr>
            <p:cNvSpPr/>
            <p:nvPr/>
          </p:nvSpPr>
          <p:spPr>
            <a:xfrm>
              <a:off x="2007600" y="5422475"/>
              <a:ext cx="136750" cy="153225"/>
            </a:xfrm>
            <a:custGeom>
              <a:avLst/>
              <a:gdLst/>
              <a:ahLst/>
              <a:cxnLst/>
              <a:rect l="l" t="t" r="r" b="b"/>
              <a:pathLst>
                <a:path w="5470" h="6129" extrusionOk="0">
                  <a:moveTo>
                    <a:pt x="5371" y="1"/>
                  </a:moveTo>
                  <a:cubicBezTo>
                    <a:pt x="4731" y="2747"/>
                    <a:pt x="2674" y="4938"/>
                    <a:pt x="1" y="5774"/>
                  </a:cubicBezTo>
                  <a:cubicBezTo>
                    <a:pt x="208" y="5976"/>
                    <a:pt x="489" y="6104"/>
                    <a:pt x="763" y="6128"/>
                  </a:cubicBezTo>
                  <a:cubicBezTo>
                    <a:pt x="3205" y="5060"/>
                    <a:pt x="5011" y="2826"/>
                    <a:pt x="5469" y="129"/>
                  </a:cubicBezTo>
                  <a:cubicBezTo>
                    <a:pt x="5469" y="129"/>
                    <a:pt x="5445" y="80"/>
                    <a:pt x="537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5304;p66">
              <a:extLst>
                <a:ext uri="{FF2B5EF4-FFF2-40B4-BE49-F238E27FC236}">
                  <a16:creationId xmlns:a16="http://schemas.microsoft.com/office/drawing/2014/main" id="{1BFFD38A-F0AC-88CD-4E69-07440AB8102D}"/>
                </a:ext>
              </a:extLst>
            </p:cNvPr>
            <p:cNvSpPr/>
            <p:nvPr/>
          </p:nvSpPr>
          <p:spPr>
            <a:xfrm>
              <a:off x="2054150" y="5265475"/>
              <a:ext cx="131550" cy="357375"/>
            </a:xfrm>
            <a:custGeom>
              <a:avLst/>
              <a:gdLst/>
              <a:ahLst/>
              <a:cxnLst/>
              <a:rect l="l" t="t" r="r" b="b"/>
              <a:pathLst>
                <a:path w="5262" h="14295" extrusionOk="0">
                  <a:moveTo>
                    <a:pt x="2643" y="0"/>
                  </a:moveTo>
                  <a:cubicBezTo>
                    <a:pt x="1801" y="0"/>
                    <a:pt x="1117" y="690"/>
                    <a:pt x="1117" y="1502"/>
                  </a:cubicBezTo>
                  <a:lnTo>
                    <a:pt x="1117" y="9814"/>
                  </a:lnTo>
                  <a:cubicBezTo>
                    <a:pt x="531" y="10223"/>
                    <a:pt x="122" y="10882"/>
                    <a:pt x="24" y="11645"/>
                  </a:cubicBezTo>
                  <a:cubicBezTo>
                    <a:pt x="0" y="11749"/>
                    <a:pt x="24" y="14294"/>
                    <a:pt x="2563" y="14294"/>
                  </a:cubicBezTo>
                  <a:cubicBezTo>
                    <a:pt x="5261" y="14294"/>
                    <a:pt x="5261" y="11749"/>
                    <a:pt x="5261" y="11645"/>
                  </a:cubicBezTo>
                  <a:cubicBezTo>
                    <a:pt x="5157" y="10882"/>
                    <a:pt x="4755" y="10223"/>
                    <a:pt x="4144" y="9814"/>
                  </a:cubicBezTo>
                  <a:lnTo>
                    <a:pt x="4144" y="1502"/>
                  </a:lnTo>
                  <a:cubicBezTo>
                    <a:pt x="4144" y="690"/>
                    <a:pt x="3479" y="0"/>
                    <a:pt x="264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5305;p66">
              <a:extLst>
                <a:ext uri="{FF2B5EF4-FFF2-40B4-BE49-F238E27FC236}">
                  <a16:creationId xmlns:a16="http://schemas.microsoft.com/office/drawing/2014/main" id="{AA89BADE-8E66-F8B1-90BC-5EA884E0CDFD}"/>
                </a:ext>
              </a:extLst>
            </p:cNvPr>
            <p:cNvSpPr/>
            <p:nvPr/>
          </p:nvSpPr>
          <p:spPr>
            <a:xfrm>
              <a:off x="2054150" y="5556600"/>
              <a:ext cx="132150" cy="73900"/>
            </a:xfrm>
            <a:custGeom>
              <a:avLst/>
              <a:gdLst/>
              <a:ahLst/>
              <a:cxnLst/>
              <a:rect l="l" t="t" r="r" b="b"/>
              <a:pathLst>
                <a:path w="5286" h="2956" extrusionOk="0">
                  <a:moveTo>
                    <a:pt x="24" y="0"/>
                  </a:moveTo>
                  <a:cubicBezTo>
                    <a:pt x="0" y="104"/>
                    <a:pt x="0" y="208"/>
                    <a:pt x="0" y="306"/>
                  </a:cubicBezTo>
                  <a:cubicBezTo>
                    <a:pt x="0" y="1758"/>
                    <a:pt x="1141" y="2930"/>
                    <a:pt x="2563" y="2954"/>
                  </a:cubicBezTo>
                  <a:cubicBezTo>
                    <a:pt x="2593" y="2955"/>
                    <a:pt x="2623" y="2956"/>
                    <a:pt x="2652" y="2956"/>
                  </a:cubicBezTo>
                  <a:cubicBezTo>
                    <a:pt x="4113" y="2956"/>
                    <a:pt x="5286" y="1778"/>
                    <a:pt x="5286" y="336"/>
                  </a:cubicBezTo>
                  <a:cubicBezTo>
                    <a:pt x="5286" y="208"/>
                    <a:pt x="5261" y="104"/>
                    <a:pt x="5261" y="0"/>
                  </a:cubicBezTo>
                  <a:cubicBezTo>
                    <a:pt x="5112" y="1295"/>
                    <a:pt x="3989" y="2321"/>
                    <a:pt x="2656" y="2321"/>
                  </a:cubicBezTo>
                  <a:cubicBezTo>
                    <a:pt x="2625" y="2321"/>
                    <a:pt x="2594" y="2321"/>
                    <a:pt x="2563" y="2320"/>
                  </a:cubicBezTo>
                  <a:cubicBezTo>
                    <a:pt x="1245" y="2289"/>
                    <a:pt x="177" y="1276"/>
                    <a:pt x="2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0" name="Google Shape;5306;p66">
              <a:extLst>
                <a:ext uri="{FF2B5EF4-FFF2-40B4-BE49-F238E27FC236}">
                  <a16:creationId xmlns:a16="http://schemas.microsoft.com/office/drawing/2014/main" id="{8D9E09BE-29FD-70E7-85F0-465DF75740CD}"/>
                </a:ext>
              </a:extLst>
            </p:cNvPr>
            <p:cNvSpPr/>
            <p:nvPr/>
          </p:nvSpPr>
          <p:spPr>
            <a:xfrm>
              <a:off x="2104350" y="5288975"/>
              <a:ext cx="31150" cy="101175"/>
            </a:xfrm>
            <a:custGeom>
              <a:avLst/>
              <a:gdLst/>
              <a:ahLst/>
              <a:cxnLst/>
              <a:rect l="l" t="t" r="r" b="b"/>
              <a:pathLst>
                <a:path w="1246" h="4047" extrusionOk="0">
                  <a:moveTo>
                    <a:pt x="635" y="0"/>
                  </a:moveTo>
                  <a:cubicBezTo>
                    <a:pt x="281" y="0"/>
                    <a:pt x="0" y="281"/>
                    <a:pt x="0" y="611"/>
                  </a:cubicBezTo>
                  <a:lnTo>
                    <a:pt x="0" y="1911"/>
                  </a:lnTo>
                  <a:lnTo>
                    <a:pt x="330" y="2161"/>
                  </a:lnTo>
                  <a:lnTo>
                    <a:pt x="0" y="2417"/>
                  </a:lnTo>
                  <a:lnTo>
                    <a:pt x="0" y="3461"/>
                  </a:lnTo>
                  <a:lnTo>
                    <a:pt x="330" y="3742"/>
                  </a:lnTo>
                  <a:lnTo>
                    <a:pt x="635" y="4047"/>
                  </a:lnTo>
                  <a:lnTo>
                    <a:pt x="1245" y="3742"/>
                  </a:lnTo>
                  <a:lnTo>
                    <a:pt x="1245" y="611"/>
                  </a:lnTo>
                  <a:cubicBezTo>
                    <a:pt x="1245" y="281"/>
                    <a:pt x="964" y="0"/>
                    <a:pt x="6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1" name="Google Shape;5307;p66">
              <a:extLst>
                <a:ext uri="{FF2B5EF4-FFF2-40B4-BE49-F238E27FC236}">
                  <a16:creationId xmlns:a16="http://schemas.microsoft.com/office/drawing/2014/main" id="{863DE045-8D76-1064-1AE6-D89239B16AAC}"/>
                </a:ext>
              </a:extLst>
            </p:cNvPr>
            <p:cNvSpPr/>
            <p:nvPr/>
          </p:nvSpPr>
          <p:spPr>
            <a:xfrm>
              <a:off x="2078850" y="5382500"/>
              <a:ext cx="82125" cy="216850"/>
            </a:xfrm>
            <a:custGeom>
              <a:avLst/>
              <a:gdLst/>
              <a:ahLst/>
              <a:cxnLst/>
              <a:rect l="l" t="t" r="r" b="b"/>
              <a:pathLst>
                <a:path w="3285" h="8674" extrusionOk="0">
                  <a:moveTo>
                    <a:pt x="1350" y="1"/>
                  </a:moveTo>
                  <a:lnTo>
                    <a:pt x="1020" y="251"/>
                  </a:lnTo>
                  <a:lnTo>
                    <a:pt x="1020" y="1294"/>
                  </a:lnTo>
                  <a:lnTo>
                    <a:pt x="1350" y="1575"/>
                  </a:lnTo>
                  <a:lnTo>
                    <a:pt x="1020" y="1831"/>
                  </a:lnTo>
                  <a:lnTo>
                    <a:pt x="1020" y="2875"/>
                  </a:lnTo>
                  <a:lnTo>
                    <a:pt x="1350" y="3125"/>
                  </a:lnTo>
                  <a:lnTo>
                    <a:pt x="1020" y="3406"/>
                  </a:lnTo>
                  <a:lnTo>
                    <a:pt x="1020" y="4450"/>
                  </a:lnTo>
                  <a:lnTo>
                    <a:pt x="1350" y="4706"/>
                  </a:lnTo>
                  <a:lnTo>
                    <a:pt x="1020" y="4956"/>
                  </a:lnTo>
                  <a:lnTo>
                    <a:pt x="1020" y="5799"/>
                  </a:lnTo>
                  <a:cubicBezTo>
                    <a:pt x="538" y="6000"/>
                    <a:pt x="153" y="6458"/>
                    <a:pt x="25" y="7019"/>
                  </a:cubicBezTo>
                  <a:cubicBezTo>
                    <a:pt x="1" y="7147"/>
                    <a:pt x="25" y="8673"/>
                    <a:pt x="1575" y="8673"/>
                  </a:cubicBezTo>
                  <a:cubicBezTo>
                    <a:pt x="3284" y="8673"/>
                    <a:pt x="3284" y="7117"/>
                    <a:pt x="3284" y="7019"/>
                  </a:cubicBezTo>
                  <a:cubicBezTo>
                    <a:pt x="3156" y="6458"/>
                    <a:pt x="2772" y="6024"/>
                    <a:pt x="2265" y="5799"/>
                  </a:cubicBezTo>
                  <a:lnTo>
                    <a:pt x="226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2" name="Google Shape;5308;p66">
              <a:extLst>
                <a:ext uri="{FF2B5EF4-FFF2-40B4-BE49-F238E27FC236}">
                  <a16:creationId xmlns:a16="http://schemas.microsoft.com/office/drawing/2014/main" id="{403C46CA-ACC8-5753-C71A-BCE57EFE3B33}"/>
                </a:ext>
              </a:extLst>
            </p:cNvPr>
            <p:cNvSpPr/>
            <p:nvPr/>
          </p:nvSpPr>
          <p:spPr>
            <a:xfrm>
              <a:off x="2078850" y="5557975"/>
              <a:ext cx="82725" cy="49050"/>
            </a:xfrm>
            <a:custGeom>
              <a:avLst/>
              <a:gdLst/>
              <a:ahLst/>
              <a:cxnLst/>
              <a:rect l="l" t="t" r="r" b="b"/>
              <a:pathLst>
                <a:path w="3309" h="1962" extrusionOk="0">
                  <a:moveTo>
                    <a:pt x="25" y="0"/>
                  </a:moveTo>
                  <a:cubicBezTo>
                    <a:pt x="1" y="128"/>
                    <a:pt x="1" y="251"/>
                    <a:pt x="1" y="379"/>
                  </a:cubicBezTo>
                  <a:cubicBezTo>
                    <a:pt x="25" y="1245"/>
                    <a:pt x="715" y="1929"/>
                    <a:pt x="1575" y="1959"/>
                  </a:cubicBezTo>
                  <a:cubicBezTo>
                    <a:pt x="1604" y="1961"/>
                    <a:pt x="1633" y="1962"/>
                    <a:pt x="1661" y="1962"/>
                  </a:cubicBezTo>
                  <a:cubicBezTo>
                    <a:pt x="2569" y="1962"/>
                    <a:pt x="3309" y="1217"/>
                    <a:pt x="3309" y="330"/>
                  </a:cubicBezTo>
                  <a:cubicBezTo>
                    <a:pt x="3309" y="202"/>
                    <a:pt x="3284" y="98"/>
                    <a:pt x="3284" y="0"/>
                  </a:cubicBezTo>
                  <a:cubicBezTo>
                    <a:pt x="3135" y="772"/>
                    <a:pt x="2446" y="1350"/>
                    <a:pt x="1626" y="1350"/>
                  </a:cubicBezTo>
                  <a:cubicBezTo>
                    <a:pt x="1609" y="1350"/>
                    <a:pt x="1592" y="1350"/>
                    <a:pt x="1575" y="1349"/>
                  </a:cubicBezTo>
                  <a:cubicBezTo>
                    <a:pt x="813" y="1294"/>
                    <a:pt x="178" y="739"/>
                    <a:pt x="2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3" name="Google Shape;5309;p66">
              <a:extLst>
                <a:ext uri="{FF2B5EF4-FFF2-40B4-BE49-F238E27FC236}">
                  <a16:creationId xmlns:a16="http://schemas.microsoft.com/office/drawing/2014/main" id="{60CA3F6A-82BB-553A-A96B-26EA7F0AEE62}"/>
                </a:ext>
              </a:extLst>
            </p:cNvPr>
            <p:cNvSpPr/>
            <p:nvPr/>
          </p:nvSpPr>
          <p:spPr>
            <a:xfrm>
              <a:off x="2104350" y="5493725"/>
              <a:ext cx="17725" cy="12700"/>
            </a:xfrm>
            <a:custGeom>
              <a:avLst/>
              <a:gdLst/>
              <a:ahLst/>
              <a:cxnLst/>
              <a:rect l="l" t="t" r="r" b="b"/>
              <a:pathLst>
                <a:path w="709" h="508" extrusionOk="0">
                  <a:moveTo>
                    <a:pt x="0" y="1"/>
                  </a:moveTo>
                  <a:lnTo>
                    <a:pt x="0" y="507"/>
                  </a:lnTo>
                  <a:lnTo>
                    <a:pt x="433" y="507"/>
                  </a:lnTo>
                  <a:cubicBezTo>
                    <a:pt x="586" y="507"/>
                    <a:pt x="708" y="410"/>
                    <a:pt x="708" y="257"/>
                  </a:cubicBezTo>
                  <a:cubicBezTo>
                    <a:pt x="708" y="105"/>
                    <a:pt x="586" y="1"/>
                    <a:pt x="43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4" name="Google Shape;5310;p66">
              <a:extLst>
                <a:ext uri="{FF2B5EF4-FFF2-40B4-BE49-F238E27FC236}">
                  <a16:creationId xmlns:a16="http://schemas.microsoft.com/office/drawing/2014/main" id="{C31BB851-3E3F-4D00-D4C2-379CB33B4FAE}"/>
                </a:ext>
              </a:extLst>
            </p:cNvPr>
            <p:cNvSpPr/>
            <p:nvPr/>
          </p:nvSpPr>
          <p:spPr>
            <a:xfrm>
              <a:off x="2104350" y="5454375"/>
              <a:ext cx="17725" cy="13300"/>
            </a:xfrm>
            <a:custGeom>
              <a:avLst/>
              <a:gdLst/>
              <a:ahLst/>
              <a:cxnLst/>
              <a:rect l="l" t="t" r="r" b="b"/>
              <a:pathLst>
                <a:path w="709" h="532" extrusionOk="0">
                  <a:moveTo>
                    <a:pt x="0" y="0"/>
                  </a:moveTo>
                  <a:lnTo>
                    <a:pt x="0" y="531"/>
                  </a:lnTo>
                  <a:lnTo>
                    <a:pt x="433" y="531"/>
                  </a:lnTo>
                  <a:cubicBezTo>
                    <a:pt x="586" y="531"/>
                    <a:pt x="708" y="403"/>
                    <a:pt x="708" y="250"/>
                  </a:cubicBezTo>
                  <a:cubicBezTo>
                    <a:pt x="708" y="122"/>
                    <a:pt x="586" y="0"/>
                    <a:pt x="43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5" name="Google Shape;5311;p66">
              <a:extLst>
                <a:ext uri="{FF2B5EF4-FFF2-40B4-BE49-F238E27FC236}">
                  <a16:creationId xmlns:a16="http://schemas.microsoft.com/office/drawing/2014/main" id="{F15903C0-E714-BFDA-1A76-C3D8827B117B}"/>
                </a:ext>
              </a:extLst>
            </p:cNvPr>
            <p:cNvSpPr/>
            <p:nvPr/>
          </p:nvSpPr>
          <p:spPr>
            <a:xfrm>
              <a:off x="2104350" y="5414850"/>
              <a:ext cx="17725" cy="13450"/>
            </a:xfrm>
            <a:custGeom>
              <a:avLst/>
              <a:gdLst/>
              <a:ahLst/>
              <a:cxnLst/>
              <a:rect l="l" t="t" r="r" b="b"/>
              <a:pathLst>
                <a:path w="709" h="538" extrusionOk="0">
                  <a:moveTo>
                    <a:pt x="0" y="0"/>
                  </a:moveTo>
                  <a:lnTo>
                    <a:pt x="0" y="537"/>
                  </a:lnTo>
                  <a:lnTo>
                    <a:pt x="433" y="537"/>
                  </a:lnTo>
                  <a:cubicBezTo>
                    <a:pt x="586" y="537"/>
                    <a:pt x="708" y="409"/>
                    <a:pt x="708" y="281"/>
                  </a:cubicBezTo>
                  <a:cubicBezTo>
                    <a:pt x="708" y="129"/>
                    <a:pt x="586" y="0"/>
                    <a:pt x="43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6" name="Google Shape;5312;p66">
              <a:extLst>
                <a:ext uri="{FF2B5EF4-FFF2-40B4-BE49-F238E27FC236}">
                  <a16:creationId xmlns:a16="http://schemas.microsoft.com/office/drawing/2014/main" id="{4AC52389-FA89-41DE-1532-8932C840995A}"/>
                </a:ext>
              </a:extLst>
            </p:cNvPr>
            <p:cNvSpPr/>
            <p:nvPr/>
          </p:nvSpPr>
          <p:spPr>
            <a:xfrm>
              <a:off x="2104350" y="5375475"/>
              <a:ext cx="17725" cy="13300"/>
            </a:xfrm>
            <a:custGeom>
              <a:avLst/>
              <a:gdLst/>
              <a:ahLst/>
              <a:cxnLst/>
              <a:rect l="l" t="t" r="r" b="b"/>
              <a:pathLst>
                <a:path w="709" h="532" extrusionOk="0">
                  <a:moveTo>
                    <a:pt x="0" y="1"/>
                  </a:moveTo>
                  <a:lnTo>
                    <a:pt x="0" y="532"/>
                  </a:lnTo>
                  <a:lnTo>
                    <a:pt x="433" y="532"/>
                  </a:lnTo>
                  <a:cubicBezTo>
                    <a:pt x="586" y="532"/>
                    <a:pt x="708" y="434"/>
                    <a:pt x="708" y="282"/>
                  </a:cubicBezTo>
                  <a:cubicBezTo>
                    <a:pt x="708" y="129"/>
                    <a:pt x="586" y="1"/>
                    <a:pt x="43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7" name="Google Shape;5313;p66">
              <a:extLst>
                <a:ext uri="{FF2B5EF4-FFF2-40B4-BE49-F238E27FC236}">
                  <a16:creationId xmlns:a16="http://schemas.microsoft.com/office/drawing/2014/main" id="{9A80B7A4-452C-2788-3E7C-FAB172E7E8CA}"/>
                </a:ext>
              </a:extLst>
            </p:cNvPr>
            <p:cNvSpPr/>
            <p:nvPr/>
          </p:nvSpPr>
          <p:spPr>
            <a:xfrm>
              <a:off x="2104350" y="5336725"/>
              <a:ext cx="17725" cy="12700"/>
            </a:xfrm>
            <a:custGeom>
              <a:avLst/>
              <a:gdLst/>
              <a:ahLst/>
              <a:cxnLst/>
              <a:rect l="l" t="t" r="r" b="b"/>
              <a:pathLst>
                <a:path w="709" h="508" extrusionOk="0">
                  <a:moveTo>
                    <a:pt x="0" y="1"/>
                  </a:moveTo>
                  <a:lnTo>
                    <a:pt x="0" y="507"/>
                  </a:lnTo>
                  <a:lnTo>
                    <a:pt x="433" y="507"/>
                  </a:lnTo>
                  <a:cubicBezTo>
                    <a:pt x="586" y="507"/>
                    <a:pt x="708" y="403"/>
                    <a:pt x="708" y="251"/>
                  </a:cubicBezTo>
                  <a:cubicBezTo>
                    <a:pt x="708" y="98"/>
                    <a:pt x="586" y="1"/>
                    <a:pt x="43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8" name="Google Shape;5314;p66">
              <a:extLst>
                <a:ext uri="{FF2B5EF4-FFF2-40B4-BE49-F238E27FC236}">
                  <a16:creationId xmlns:a16="http://schemas.microsoft.com/office/drawing/2014/main" id="{1A9679CC-B66A-2E71-769A-9CF93B67D14B}"/>
                </a:ext>
              </a:extLst>
            </p:cNvPr>
            <p:cNvSpPr/>
            <p:nvPr/>
          </p:nvSpPr>
          <p:spPr>
            <a:xfrm>
              <a:off x="1810625" y="5487500"/>
              <a:ext cx="110650" cy="91400"/>
            </a:xfrm>
            <a:custGeom>
              <a:avLst/>
              <a:gdLst/>
              <a:ahLst/>
              <a:cxnLst/>
              <a:rect l="l" t="t" r="r" b="b"/>
              <a:pathLst>
                <a:path w="4426" h="3656" extrusionOk="0">
                  <a:moveTo>
                    <a:pt x="2421" y="0"/>
                  </a:moveTo>
                  <a:cubicBezTo>
                    <a:pt x="1839" y="0"/>
                    <a:pt x="1224" y="591"/>
                    <a:pt x="458" y="988"/>
                  </a:cubicBezTo>
                  <a:cubicBezTo>
                    <a:pt x="281" y="1062"/>
                    <a:pt x="128" y="1190"/>
                    <a:pt x="0" y="1318"/>
                  </a:cubicBezTo>
                  <a:lnTo>
                    <a:pt x="379" y="2056"/>
                  </a:lnTo>
                  <a:lnTo>
                    <a:pt x="3687" y="3655"/>
                  </a:lnTo>
                  <a:lnTo>
                    <a:pt x="4425" y="3454"/>
                  </a:lnTo>
                  <a:cubicBezTo>
                    <a:pt x="4273" y="2996"/>
                    <a:pt x="3864" y="2563"/>
                    <a:pt x="3485" y="2307"/>
                  </a:cubicBezTo>
                  <a:cubicBezTo>
                    <a:pt x="2667" y="1776"/>
                    <a:pt x="3662" y="732"/>
                    <a:pt x="2924" y="170"/>
                  </a:cubicBezTo>
                  <a:cubicBezTo>
                    <a:pt x="2757" y="51"/>
                    <a:pt x="2590" y="0"/>
                    <a:pt x="242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9" name="Google Shape;5315;p66">
              <a:extLst>
                <a:ext uri="{FF2B5EF4-FFF2-40B4-BE49-F238E27FC236}">
                  <a16:creationId xmlns:a16="http://schemas.microsoft.com/office/drawing/2014/main" id="{60A2B17B-236C-65B5-2685-922576711C58}"/>
                </a:ext>
              </a:extLst>
            </p:cNvPr>
            <p:cNvSpPr/>
            <p:nvPr/>
          </p:nvSpPr>
          <p:spPr>
            <a:xfrm>
              <a:off x="1803600" y="5520425"/>
              <a:ext cx="118875" cy="69300"/>
            </a:xfrm>
            <a:custGeom>
              <a:avLst/>
              <a:gdLst/>
              <a:ahLst/>
              <a:cxnLst/>
              <a:rect l="l" t="t" r="r" b="b"/>
              <a:pathLst>
                <a:path w="4755" h="2772" extrusionOk="0">
                  <a:moveTo>
                    <a:pt x="281" y="1"/>
                  </a:moveTo>
                  <a:cubicBezTo>
                    <a:pt x="177" y="129"/>
                    <a:pt x="104" y="257"/>
                    <a:pt x="0" y="379"/>
                  </a:cubicBezTo>
                  <a:cubicBezTo>
                    <a:pt x="1221" y="1655"/>
                    <a:pt x="2851" y="2515"/>
                    <a:pt x="4682" y="2772"/>
                  </a:cubicBezTo>
                  <a:cubicBezTo>
                    <a:pt x="4755" y="2570"/>
                    <a:pt x="4755" y="2338"/>
                    <a:pt x="4706" y="2137"/>
                  </a:cubicBezTo>
                  <a:cubicBezTo>
                    <a:pt x="3003" y="1905"/>
                    <a:pt x="1477" y="1142"/>
                    <a:pt x="28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50" name="Google Shape;5316;p66">
            <a:extLst>
              <a:ext uri="{FF2B5EF4-FFF2-40B4-BE49-F238E27FC236}">
                <a16:creationId xmlns:a16="http://schemas.microsoft.com/office/drawing/2014/main" id="{1E2585EF-8C4E-0966-EA86-587B13A38EA6}"/>
              </a:ext>
            </a:extLst>
          </p:cNvPr>
          <p:cNvGrpSpPr/>
          <p:nvPr/>
        </p:nvGrpSpPr>
        <p:grpSpPr>
          <a:xfrm>
            <a:off x="-1420296" y="3502967"/>
            <a:ext cx="436850" cy="319275"/>
            <a:chOff x="999350" y="5252600"/>
            <a:chExt cx="436850" cy="319275"/>
          </a:xfrm>
        </p:grpSpPr>
        <p:sp>
          <p:nvSpPr>
            <p:cNvPr id="2251" name="Google Shape;5317;p66">
              <a:extLst>
                <a:ext uri="{FF2B5EF4-FFF2-40B4-BE49-F238E27FC236}">
                  <a16:creationId xmlns:a16="http://schemas.microsoft.com/office/drawing/2014/main" id="{7447375B-4A9F-243B-DD26-F48FB83F1487}"/>
                </a:ext>
              </a:extLst>
            </p:cNvPr>
            <p:cNvSpPr/>
            <p:nvPr/>
          </p:nvSpPr>
          <p:spPr>
            <a:xfrm>
              <a:off x="1199675" y="5347550"/>
              <a:ext cx="228150" cy="224325"/>
            </a:xfrm>
            <a:custGeom>
              <a:avLst/>
              <a:gdLst/>
              <a:ahLst/>
              <a:cxnLst/>
              <a:rect l="l" t="t" r="r" b="b"/>
              <a:pathLst>
                <a:path w="9126" h="8973" extrusionOk="0">
                  <a:moveTo>
                    <a:pt x="6482" y="1"/>
                  </a:moveTo>
                  <a:lnTo>
                    <a:pt x="4578" y="178"/>
                  </a:lnTo>
                  <a:lnTo>
                    <a:pt x="916" y="1472"/>
                  </a:lnTo>
                  <a:cubicBezTo>
                    <a:pt x="355" y="2259"/>
                    <a:pt x="1" y="3229"/>
                    <a:pt x="1" y="4243"/>
                  </a:cubicBezTo>
                  <a:cubicBezTo>
                    <a:pt x="1" y="5518"/>
                    <a:pt x="507" y="6660"/>
                    <a:pt x="1319" y="7502"/>
                  </a:cubicBezTo>
                  <a:lnTo>
                    <a:pt x="4065" y="8924"/>
                  </a:lnTo>
                  <a:cubicBezTo>
                    <a:pt x="4194" y="8948"/>
                    <a:pt x="4297" y="8948"/>
                    <a:pt x="4426" y="8973"/>
                  </a:cubicBezTo>
                  <a:cubicBezTo>
                    <a:pt x="4426" y="8973"/>
                    <a:pt x="9125" y="8973"/>
                    <a:pt x="9125" y="4243"/>
                  </a:cubicBezTo>
                  <a:cubicBezTo>
                    <a:pt x="9125" y="1704"/>
                    <a:pt x="7752" y="532"/>
                    <a:pt x="648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2" name="Google Shape;5318;p66">
              <a:extLst>
                <a:ext uri="{FF2B5EF4-FFF2-40B4-BE49-F238E27FC236}">
                  <a16:creationId xmlns:a16="http://schemas.microsoft.com/office/drawing/2014/main" id="{D09F70D3-3963-D7C7-B095-D1574C7252EA}"/>
                </a:ext>
              </a:extLst>
            </p:cNvPr>
            <p:cNvSpPr/>
            <p:nvPr/>
          </p:nvSpPr>
          <p:spPr>
            <a:xfrm>
              <a:off x="1122025" y="5252600"/>
              <a:ext cx="56625" cy="44350"/>
            </a:xfrm>
            <a:custGeom>
              <a:avLst/>
              <a:gdLst/>
              <a:ahLst/>
              <a:cxnLst/>
              <a:rect l="l" t="t" r="r" b="b"/>
              <a:pathLst>
                <a:path w="2265" h="1774" extrusionOk="0">
                  <a:moveTo>
                    <a:pt x="305" y="1"/>
                  </a:moveTo>
                  <a:cubicBezTo>
                    <a:pt x="157" y="1"/>
                    <a:pt x="53" y="9"/>
                    <a:pt x="24" y="9"/>
                  </a:cubicBezTo>
                  <a:cubicBezTo>
                    <a:pt x="24" y="9"/>
                    <a:pt x="0" y="1126"/>
                    <a:pt x="787" y="1608"/>
                  </a:cubicBezTo>
                  <a:cubicBezTo>
                    <a:pt x="977" y="1729"/>
                    <a:pt x="1169" y="1774"/>
                    <a:pt x="1350" y="1774"/>
                  </a:cubicBezTo>
                  <a:cubicBezTo>
                    <a:pt x="1852" y="1774"/>
                    <a:pt x="2264" y="1431"/>
                    <a:pt x="2264" y="1431"/>
                  </a:cubicBezTo>
                  <a:cubicBezTo>
                    <a:pt x="2216" y="1101"/>
                    <a:pt x="2087" y="717"/>
                    <a:pt x="1782" y="442"/>
                  </a:cubicBezTo>
                  <a:cubicBezTo>
                    <a:pt x="1360" y="55"/>
                    <a:pt x="686" y="1"/>
                    <a:pt x="30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3" name="Google Shape;5319;p66">
              <a:extLst>
                <a:ext uri="{FF2B5EF4-FFF2-40B4-BE49-F238E27FC236}">
                  <a16:creationId xmlns:a16="http://schemas.microsoft.com/office/drawing/2014/main" id="{1EE745B6-B650-960F-E022-9F479223212A}"/>
                </a:ext>
              </a:extLst>
            </p:cNvPr>
            <p:cNvSpPr/>
            <p:nvPr/>
          </p:nvSpPr>
          <p:spPr>
            <a:xfrm>
              <a:off x="1179850" y="5252600"/>
              <a:ext cx="56625" cy="44350"/>
            </a:xfrm>
            <a:custGeom>
              <a:avLst/>
              <a:gdLst/>
              <a:ahLst/>
              <a:cxnLst/>
              <a:rect l="l" t="t" r="r" b="b"/>
              <a:pathLst>
                <a:path w="2265" h="1774" extrusionOk="0">
                  <a:moveTo>
                    <a:pt x="1945" y="1"/>
                  </a:moveTo>
                  <a:cubicBezTo>
                    <a:pt x="1554" y="1"/>
                    <a:pt x="881" y="55"/>
                    <a:pt x="458" y="442"/>
                  </a:cubicBezTo>
                  <a:cubicBezTo>
                    <a:pt x="153" y="717"/>
                    <a:pt x="31" y="1101"/>
                    <a:pt x="0" y="1431"/>
                  </a:cubicBezTo>
                  <a:cubicBezTo>
                    <a:pt x="0" y="1431"/>
                    <a:pt x="399" y="1774"/>
                    <a:pt x="894" y="1774"/>
                  </a:cubicBezTo>
                  <a:cubicBezTo>
                    <a:pt x="1073" y="1774"/>
                    <a:pt x="1264" y="1729"/>
                    <a:pt x="1453" y="1608"/>
                  </a:cubicBezTo>
                  <a:cubicBezTo>
                    <a:pt x="2265" y="1126"/>
                    <a:pt x="2240" y="9"/>
                    <a:pt x="2240" y="9"/>
                  </a:cubicBezTo>
                  <a:cubicBezTo>
                    <a:pt x="2204" y="9"/>
                    <a:pt x="2096" y="1"/>
                    <a:pt x="194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4" name="Google Shape;5320;p66">
              <a:extLst>
                <a:ext uri="{FF2B5EF4-FFF2-40B4-BE49-F238E27FC236}">
                  <a16:creationId xmlns:a16="http://schemas.microsoft.com/office/drawing/2014/main" id="{F1E172B1-6F53-B627-1249-7283742D6B15}"/>
                </a:ext>
              </a:extLst>
            </p:cNvPr>
            <p:cNvSpPr/>
            <p:nvPr/>
          </p:nvSpPr>
          <p:spPr>
            <a:xfrm>
              <a:off x="1118800" y="5252800"/>
              <a:ext cx="120875" cy="95400"/>
            </a:xfrm>
            <a:custGeom>
              <a:avLst/>
              <a:gdLst/>
              <a:ahLst/>
              <a:cxnLst/>
              <a:rect l="l" t="t" r="r" b="b"/>
              <a:pathLst>
                <a:path w="4835" h="3816" extrusionOk="0">
                  <a:moveTo>
                    <a:pt x="129" y="1"/>
                  </a:moveTo>
                  <a:cubicBezTo>
                    <a:pt x="129" y="1"/>
                    <a:pt x="1" y="1044"/>
                    <a:pt x="611" y="1600"/>
                  </a:cubicBezTo>
                  <a:cubicBezTo>
                    <a:pt x="1069" y="2009"/>
                    <a:pt x="1783" y="2058"/>
                    <a:pt x="2137" y="2058"/>
                  </a:cubicBezTo>
                  <a:lnTo>
                    <a:pt x="2137" y="3559"/>
                  </a:lnTo>
                  <a:cubicBezTo>
                    <a:pt x="2137" y="3687"/>
                    <a:pt x="2265" y="3815"/>
                    <a:pt x="2418" y="3815"/>
                  </a:cubicBezTo>
                  <a:cubicBezTo>
                    <a:pt x="2546" y="3815"/>
                    <a:pt x="2674" y="3687"/>
                    <a:pt x="2674" y="3559"/>
                  </a:cubicBezTo>
                  <a:lnTo>
                    <a:pt x="2674" y="2058"/>
                  </a:lnTo>
                  <a:cubicBezTo>
                    <a:pt x="3053" y="2058"/>
                    <a:pt x="3767" y="2009"/>
                    <a:pt x="4200" y="1600"/>
                  </a:cubicBezTo>
                  <a:cubicBezTo>
                    <a:pt x="4835" y="1044"/>
                    <a:pt x="4682" y="1"/>
                    <a:pt x="4682" y="1"/>
                  </a:cubicBezTo>
                  <a:lnTo>
                    <a:pt x="4682" y="1"/>
                  </a:lnTo>
                  <a:cubicBezTo>
                    <a:pt x="4633" y="330"/>
                    <a:pt x="4505" y="709"/>
                    <a:pt x="4200" y="989"/>
                  </a:cubicBezTo>
                  <a:cubicBezTo>
                    <a:pt x="3803" y="1353"/>
                    <a:pt x="3175" y="1412"/>
                    <a:pt x="2778" y="1412"/>
                  </a:cubicBezTo>
                  <a:cubicBezTo>
                    <a:pt x="2588" y="1412"/>
                    <a:pt x="2451" y="1398"/>
                    <a:pt x="2418" y="1398"/>
                  </a:cubicBezTo>
                  <a:cubicBezTo>
                    <a:pt x="2386" y="1398"/>
                    <a:pt x="2248" y="1412"/>
                    <a:pt x="2055" y="1412"/>
                  </a:cubicBezTo>
                  <a:cubicBezTo>
                    <a:pt x="1651" y="1412"/>
                    <a:pt x="1008" y="1353"/>
                    <a:pt x="611" y="989"/>
                  </a:cubicBezTo>
                  <a:cubicBezTo>
                    <a:pt x="306" y="709"/>
                    <a:pt x="208" y="330"/>
                    <a:pt x="15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5" name="Google Shape;5321;p66">
              <a:extLst>
                <a:ext uri="{FF2B5EF4-FFF2-40B4-BE49-F238E27FC236}">
                  <a16:creationId xmlns:a16="http://schemas.microsoft.com/office/drawing/2014/main" id="{FEDC9D86-775F-1587-6B05-7A192B1DAAE0}"/>
                </a:ext>
              </a:extLst>
            </p:cNvPr>
            <p:cNvSpPr/>
            <p:nvPr/>
          </p:nvSpPr>
          <p:spPr>
            <a:xfrm>
              <a:off x="999350" y="5336125"/>
              <a:ext cx="151375" cy="235750"/>
            </a:xfrm>
            <a:custGeom>
              <a:avLst/>
              <a:gdLst/>
              <a:ahLst/>
              <a:cxnLst/>
              <a:rect l="l" t="t" r="r" b="b"/>
              <a:pathLst>
                <a:path w="6055" h="9430" extrusionOk="0">
                  <a:moveTo>
                    <a:pt x="3052" y="1648"/>
                  </a:moveTo>
                  <a:cubicBezTo>
                    <a:pt x="3589" y="1648"/>
                    <a:pt x="4016" y="2081"/>
                    <a:pt x="4016" y="2618"/>
                  </a:cubicBezTo>
                  <a:cubicBezTo>
                    <a:pt x="4016" y="3149"/>
                    <a:pt x="3589" y="3607"/>
                    <a:pt x="3052" y="3607"/>
                  </a:cubicBezTo>
                  <a:lnTo>
                    <a:pt x="1654" y="3607"/>
                  </a:lnTo>
                  <a:lnTo>
                    <a:pt x="1349" y="2618"/>
                  </a:lnTo>
                  <a:lnTo>
                    <a:pt x="1654" y="1648"/>
                  </a:lnTo>
                  <a:close/>
                  <a:moveTo>
                    <a:pt x="3509" y="5261"/>
                  </a:moveTo>
                  <a:cubicBezTo>
                    <a:pt x="4169" y="5261"/>
                    <a:pt x="4706" y="5798"/>
                    <a:pt x="4706" y="6457"/>
                  </a:cubicBezTo>
                  <a:lnTo>
                    <a:pt x="4706" y="6586"/>
                  </a:lnTo>
                  <a:cubicBezTo>
                    <a:pt x="4706" y="7245"/>
                    <a:pt x="4169" y="7782"/>
                    <a:pt x="3509" y="7782"/>
                  </a:cubicBezTo>
                  <a:lnTo>
                    <a:pt x="1654" y="7782"/>
                  </a:lnTo>
                  <a:lnTo>
                    <a:pt x="1349" y="6506"/>
                  </a:lnTo>
                  <a:lnTo>
                    <a:pt x="1654" y="5261"/>
                  </a:lnTo>
                  <a:close/>
                  <a:moveTo>
                    <a:pt x="812" y="0"/>
                  </a:moveTo>
                  <a:cubicBezTo>
                    <a:pt x="354" y="0"/>
                    <a:pt x="0" y="354"/>
                    <a:pt x="0" y="812"/>
                  </a:cubicBezTo>
                  <a:lnTo>
                    <a:pt x="0" y="8594"/>
                  </a:lnTo>
                  <a:cubicBezTo>
                    <a:pt x="0" y="9051"/>
                    <a:pt x="354" y="9430"/>
                    <a:pt x="812" y="9430"/>
                  </a:cubicBezTo>
                  <a:lnTo>
                    <a:pt x="3204" y="9430"/>
                  </a:lnTo>
                  <a:cubicBezTo>
                    <a:pt x="4779" y="9430"/>
                    <a:pt x="6054" y="8160"/>
                    <a:pt x="6054" y="6586"/>
                  </a:cubicBezTo>
                  <a:lnTo>
                    <a:pt x="6054" y="6457"/>
                  </a:lnTo>
                  <a:cubicBezTo>
                    <a:pt x="6054" y="5517"/>
                    <a:pt x="5597" y="4675"/>
                    <a:pt x="4883" y="4144"/>
                  </a:cubicBezTo>
                  <a:cubicBezTo>
                    <a:pt x="5188" y="3711"/>
                    <a:pt x="5365" y="3204"/>
                    <a:pt x="5365" y="2618"/>
                  </a:cubicBezTo>
                  <a:cubicBezTo>
                    <a:pt x="5365" y="1166"/>
                    <a:pt x="4199" y="0"/>
                    <a:pt x="274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6" name="Google Shape;5322;p66">
              <a:extLst>
                <a:ext uri="{FF2B5EF4-FFF2-40B4-BE49-F238E27FC236}">
                  <a16:creationId xmlns:a16="http://schemas.microsoft.com/office/drawing/2014/main" id="{545824A1-7E31-40E8-BC17-E7E20BD1D817}"/>
                </a:ext>
              </a:extLst>
            </p:cNvPr>
            <p:cNvSpPr/>
            <p:nvPr/>
          </p:nvSpPr>
          <p:spPr>
            <a:xfrm>
              <a:off x="1024825" y="5467650"/>
              <a:ext cx="15875" cy="63025"/>
            </a:xfrm>
            <a:custGeom>
              <a:avLst/>
              <a:gdLst/>
              <a:ahLst/>
              <a:cxnLst/>
              <a:rect l="l" t="t" r="r" b="b"/>
              <a:pathLst>
                <a:path w="635" h="2521" extrusionOk="0">
                  <a:moveTo>
                    <a:pt x="177" y="0"/>
                  </a:moveTo>
                  <a:cubicBezTo>
                    <a:pt x="73" y="0"/>
                    <a:pt x="0" y="79"/>
                    <a:pt x="0" y="177"/>
                  </a:cubicBezTo>
                  <a:lnTo>
                    <a:pt x="0" y="2338"/>
                  </a:lnTo>
                  <a:cubicBezTo>
                    <a:pt x="0" y="2417"/>
                    <a:pt x="73" y="2521"/>
                    <a:pt x="177" y="2521"/>
                  </a:cubicBezTo>
                  <a:lnTo>
                    <a:pt x="635" y="2521"/>
                  </a:lnTo>
                  <a:lnTo>
                    <a:pt x="6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7" name="Google Shape;5323;p66">
              <a:extLst>
                <a:ext uri="{FF2B5EF4-FFF2-40B4-BE49-F238E27FC236}">
                  <a16:creationId xmlns:a16="http://schemas.microsoft.com/office/drawing/2014/main" id="{3644C68E-DFB9-4648-B5BF-ED80EB69A6B9}"/>
                </a:ext>
              </a:extLst>
            </p:cNvPr>
            <p:cNvSpPr/>
            <p:nvPr/>
          </p:nvSpPr>
          <p:spPr>
            <a:xfrm>
              <a:off x="1059750" y="5336125"/>
              <a:ext cx="98600" cy="235750"/>
            </a:xfrm>
            <a:custGeom>
              <a:avLst/>
              <a:gdLst/>
              <a:ahLst/>
              <a:cxnLst/>
              <a:rect l="l" t="t" r="r" b="b"/>
              <a:pathLst>
                <a:path w="3944" h="9430" extrusionOk="0">
                  <a:moveTo>
                    <a:pt x="1" y="0"/>
                  </a:moveTo>
                  <a:cubicBezTo>
                    <a:pt x="1447" y="0"/>
                    <a:pt x="2644" y="1166"/>
                    <a:pt x="2644" y="2618"/>
                  </a:cubicBezTo>
                  <a:cubicBezTo>
                    <a:pt x="2644" y="3125"/>
                    <a:pt x="2491" y="3607"/>
                    <a:pt x="2241" y="4016"/>
                  </a:cubicBezTo>
                  <a:cubicBezTo>
                    <a:pt x="2186" y="4089"/>
                    <a:pt x="2210" y="4193"/>
                    <a:pt x="2265" y="4242"/>
                  </a:cubicBezTo>
                  <a:cubicBezTo>
                    <a:pt x="2900" y="4779"/>
                    <a:pt x="3309" y="5566"/>
                    <a:pt x="3309" y="6457"/>
                  </a:cubicBezTo>
                  <a:lnTo>
                    <a:pt x="3309" y="6586"/>
                  </a:lnTo>
                  <a:cubicBezTo>
                    <a:pt x="3309" y="8160"/>
                    <a:pt x="2033" y="9430"/>
                    <a:pt x="459" y="9430"/>
                  </a:cubicBezTo>
                  <a:lnTo>
                    <a:pt x="1093" y="9430"/>
                  </a:lnTo>
                  <a:cubicBezTo>
                    <a:pt x="2668" y="9430"/>
                    <a:pt x="3944" y="8160"/>
                    <a:pt x="3944" y="6586"/>
                  </a:cubicBezTo>
                  <a:lnTo>
                    <a:pt x="3944" y="6457"/>
                  </a:lnTo>
                  <a:cubicBezTo>
                    <a:pt x="3944" y="5517"/>
                    <a:pt x="3486" y="4675"/>
                    <a:pt x="2772" y="4144"/>
                  </a:cubicBezTo>
                  <a:cubicBezTo>
                    <a:pt x="3101" y="3711"/>
                    <a:pt x="3278" y="3174"/>
                    <a:pt x="3278" y="2594"/>
                  </a:cubicBezTo>
                  <a:cubicBezTo>
                    <a:pt x="3254" y="1141"/>
                    <a:pt x="2033" y="0"/>
                    <a:pt x="58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8" name="Google Shape;5324;p66">
              <a:extLst>
                <a:ext uri="{FF2B5EF4-FFF2-40B4-BE49-F238E27FC236}">
                  <a16:creationId xmlns:a16="http://schemas.microsoft.com/office/drawing/2014/main" id="{5DDC41BB-3093-F2E9-50A6-C67298E93E15}"/>
                </a:ext>
              </a:extLst>
            </p:cNvPr>
            <p:cNvSpPr/>
            <p:nvPr/>
          </p:nvSpPr>
          <p:spPr>
            <a:xfrm>
              <a:off x="1024825" y="5377325"/>
              <a:ext cx="15875" cy="49000"/>
            </a:xfrm>
            <a:custGeom>
              <a:avLst/>
              <a:gdLst/>
              <a:ahLst/>
              <a:cxnLst/>
              <a:rect l="l" t="t" r="r" b="b"/>
              <a:pathLst>
                <a:path w="635" h="1960" extrusionOk="0">
                  <a:moveTo>
                    <a:pt x="177" y="0"/>
                  </a:moveTo>
                  <a:cubicBezTo>
                    <a:pt x="73" y="0"/>
                    <a:pt x="0" y="79"/>
                    <a:pt x="0" y="183"/>
                  </a:cubicBezTo>
                  <a:lnTo>
                    <a:pt x="0" y="1782"/>
                  </a:lnTo>
                  <a:cubicBezTo>
                    <a:pt x="0" y="1886"/>
                    <a:pt x="73" y="1959"/>
                    <a:pt x="177" y="1959"/>
                  </a:cubicBezTo>
                  <a:lnTo>
                    <a:pt x="635" y="1959"/>
                  </a:lnTo>
                  <a:lnTo>
                    <a:pt x="6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9" name="Google Shape;5325;p66">
              <a:extLst>
                <a:ext uri="{FF2B5EF4-FFF2-40B4-BE49-F238E27FC236}">
                  <a16:creationId xmlns:a16="http://schemas.microsoft.com/office/drawing/2014/main" id="{21A7E96B-9BED-9449-607B-5F9B017F7760}"/>
                </a:ext>
              </a:extLst>
            </p:cNvPr>
            <p:cNvSpPr/>
            <p:nvPr/>
          </p:nvSpPr>
          <p:spPr>
            <a:xfrm>
              <a:off x="1158325" y="5337225"/>
              <a:ext cx="33750" cy="232925"/>
            </a:xfrm>
            <a:custGeom>
              <a:avLst/>
              <a:gdLst/>
              <a:ahLst/>
              <a:cxnLst/>
              <a:rect l="l" t="t" r="r" b="b"/>
              <a:pathLst>
                <a:path w="1350" h="9317" extrusionOk="0">
                  <a:moveTo>
                    <a:pt x="534" y="0"/>
                  </a:moveTo>
                  <a:cubicBezTo>
                    <a:pt x="523" y="0"/>
                    <a:pt x="514" y="2"/>
                    <a:pt x="507" y="5"/>
                  </a:cubicBezTo>
                  <a:cubicBezTo>
                    <a:pt x="202" y="133"/>
                    <a:pt x="1" y="438"/>
                    <a:pt x="1" y="768"/>
                  </a:cubicBezTo>
                  <a:lnTo>
                    <a:pt x="1" y="8550"/>
                  </a:lnTo>
                  <a:cubicBezTo>
                    <a:pt x="1" y="8904"/>
                    <a:pt x="202" y="9209"/>
                    <a:pt x="507" y="9312"/>
                  </a:cubicBezTo>
                  <a:cubicBezTo>
                    <a:pt x="514" y="9315"/>
                    <a:pt x="523" y="9317"/>
                    <a:pt x="534" y="9317"/>
                  </a:cubicBezTo>
                  <a:cubicBezTo>
                    <a:pt x="700" y="9317"/>
                    <a:pt x="1349" y="8979"/>
                    <a:pt x="1349" y="8550"/>
                  </a:cubicBezTo>
                  <a:lnTo>
                    <a:pt x="1349" y="768"/>
                  </a:lnTo>
                  <a:cubicBezTo>
                    <a:pt x="1349" y="339"/>
                    <a:pt x="700" y="0"/>
                    <a:pt x="53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0" name="Google Shape;5326;p66">
              <a:extLst>
                <a:ext uri="{FF2B5EF4-FFF2-40B4-BE49-F238E27FC236}">
                  <a16:creationId xmlns:a16="http://schemas.microsoft.com/office/drawing/2014/main" id="{6ED7E216-D7D2-627F-BE2F-01E7FB891AF5}"/>
                </a:ext>
              </a:extLst>
            </p:cNvPr>
            <p:cNvSpPr/>
            <p:nvPr/>
          </p:nvSpPr>
          <p:spPr>
            <a:xfrm>
              <a:off x="1171000" y="5336125"/>
              <a:ext cx="28700" cy="235750"/>
            </a:xfrm>
            <a:custGeom>
              <a:avLst/>
              <a:gdLst/>
              <a:ahLst/>
              <a:cxnLst/>
              <a:rect l="l" t="t" r="r" b="b"/>
              <a:pathLst>
                <a:path w="1148" h="9430" extrusionOk="0">
                  <a:moveTo>
                    <a:pt x="330" y="0"/>
                  </a:moveTo>
                  <a:cubicBezTo>
                    <a:pt x="202" y="0"/>
                    <a:pt x="104" y="0"/>
                    <a:pt x="0" y="49"/>
                  </a:cubicBezTo>
                  <a:cubicBezTo>
                    <a:pt x="305" y="177"/>
                    <a:pt x="507" y="482"/>
                    <a:pt x="507" y="812"/>
                  </a:cubicBezTo>
                  <a:lnTo>
                    <a:pt x="507" y="8594"/>
                  </a:lnTo>
                  <a:cubicBezTo>
                    <a:pt x="507" y="8948"/>
                    <a:pt x="305" y="9253"/>
                    <a:pt x="0" y="9356"/>
                  </a:cubicBezTo>
                  <a:cubicBezTo>
                    <a:pt x="104" y="9405"/>
                    <a:pt x="202" y="9430"/>
                    <a:pt x="330" y="9430"/>
                  </a:cubicBezTo>
                  <a:cubicBezTo>
                    <a:pt x="788" y="9430"/>
                    <a:pt x="1148" y="9051"/>
                    <a:pt x="1148" y="8594"/>
                  </a:cubicBezTo>
                  <a:lnTo>
                    <a:pt x="1148" y="812"/>
                  </a:lnTo>
                  <a:cubicBezTo>
                    <a:pt x="1148" y="354"/>
                    <a:pt x="788" y="0"/>
                    <a:pt x="33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1" name="Google Shape;5327;p66">
              <a:extLst>
                <a:ext uri="{FF2B5EF4-FFF2-40B4-BE49-F238E27FC236}">
                  <a16:creationId xmlns:a16="http://schemas.microsoft.com/office/drawing/2014/main" id="{13B379C4-D17F-B151-83A9-F23D21ED411F}"/>
                </a:ext>
              </a:extLst>
            </p:cNvPr>
            <p:cNvSpPr/>
            <p:nvPr/>
          </p:nvSpPr>
          <p:spPr>
            <a:xfrm>
              <a:off x="1354700" y="5344975"/>
              <a:ext cx="81500" cy="131550"/>
            </a:xfrm>
            <a:custGeom>
              <a:avLst/>
              <a:gdLst/>
              <a:ahLst/>
              <a:cxnLst/>
              <a:rect l="l" t="t" r="r" b="b"/>
              <a:pathLst>
                <a:path w="3260" h="5262" extrusionOk="0">
                  <a:moveTo>
                    <a:pt x="129" y="0"/>
                  </a:moveTo>
                  <a:lnTo>
                    <a:pt x="1" y="128"/>
                  </a:lnTo>
                  <a:cubicBezTo>
                    <a:pt x="1551" y="916"/>
                    <a:pt x="2619" y="2515"/>
                    <a:pt x="2619" y="4346"/>
                  </a:cubicBezTo>
                  <a:cubicBezTo>
                    <a:pt x="2619" y="4474"/>
                    <a:pt x="2619" y="4602"/>
                    <a:pt x="2594" y="4730"/>
                  </a:cubicBezTo>
                  <a:lnTo>
                    <a:pt x="2851" y="5261"/>
                  </a:lnTo>
                  <a:lnTo>
                    <a:pt x="3180" y="5139"/>
                  </a:lnTo>
                  <a:cubicBezTo>
                    <a:pt x="3229" y="4883"/>
                    <a:pt x="3260" y="4626"/>
                    <a:pt x="3260" y="4346"/>
                  </a:cubicBezTo>
                  <a:cubicBezTo>
                    <a:pt x="3260" y="2466"/>
                    <a:pt x="2137" y="812"/>
                    <a:pt x="513" y="73"/>
                  </a:cubicBezTo>
                  <a:lnTo>
                    <a:pt x="12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2" name="Google Shape;5328;p66">
              <a:extLst>
                <a:ext uri="{FF2B5EF4-FFF2-40B4-BE49-F238E27FC236}">
                  <a16:creationId xmlns:a16="http://schemas.microsoft.com/office/drawing/2014/main" id="{A1644271-5199-FE4A-6F91-54838569263B}"/>
                </a:ext>
              </a:extLst>
            </p:cNvPr>
            <p:cNvSpPr/>
            <p:nvPr/>
          </p:nvSpPr>
          <p:spPr>
            <a:xfrm>
              <a:off x="1310300" y="5559200"/>
              <a:ext cx="54050" cy="12675"/>
            </a:xfrm>
            <a:custGeom>
              <a:avLst/>
              <a:gdLst/>
              <a:ahLst/>
              <a:cxnLst/>
              <a:rect l="l" t="t" r="r" b="b"/>
              <a:pathLst>
                <a:path w="2162" h="507" extrusionOk="0">
                  <a:moveTo>
                    <a:pt x="1801" y="0"/>
                  </a:moveTo>
                  <a:cubicBezTo>
                    <a:pt x="1270" y="281"/>
                    <a:pt x="635" y="458"/>
                    <a:pt x="1" y="507"/>
                  </a:cubicBezTo>
                  <a:lnTo>
                    <a:pt x="306" y="507"/>
                  </a:lnTo>
                  <a:cubicBezTo>
                    <a:pt x="965" y="507"/>
                    <a:pt x="1600" y="385"/>
                    <a:pt x="2161" y="128"/>
                  </a:cubicBezTo>
                  <a:lnTo>
                    <a:pt x="208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3" name="Google Shape;5329;p66">
              <a:extLst>
                <a:ext uri="{FF2B5EF4-FFF2-40B4-BE49-F238E27FC236}">
                  <a16:creationId xmlns:a16="http://schemas.microsoft.com/office/drawing/2014/main" id="{B4A5CD2C-E70B-D5A0-2297-A49A86CB71D7}"/>
                </a:ext>
              </a:extLst>
            </p:cNvPr>
            <p:cNvSpPr/>
            <p:nvPr/>
          </p:nvSpPr>
          <p:spPr>
            <a:xfrm>
              <a:off x="1232625" y="5510125"/>
              <a:ext cx="73125" cy="60525"/>
            </a:xfrm>
            <a:custGeom>
              <a:avLst/>
              <a:gdLst/>
              <a:ahLst/>
              <a:cxnLst/>
              <a:rect l="l" t="t" r="r" b="b"/>
              <a:pathLst>
                <a:path w="2925" h="2421" extrusionOk="0">
                  <a:moveTo>
                    <a:pt x="1586" y="0"/>
                  </a:moveTo>
                  <a:cubicBezTo>
                    <a:pt x="1246" y="0"/>
                    <a:pt x="886" y="355"/>
                    <a:pt x="434" y="590"/>
                  </a:cubicBezTo>
                  <a:cubicBezTo>
                    <a:pt x="233" y="669"/>
                    <a:pt x="105" y="822"/>
                    <a:pt x="1" y="999"/>
                  </a:cubicBezTo>
                  <a:cubicBezTo>
                    <a:pt x="715" y="1762"/>
                    <a:pt x="1679" y="2268"/>
                    <a:pt x="2747" y="2421"/>
                  </a:cubicBezTo>
                  <a:cubicBezTo>
                    <a:pt x="2924" y="2042"/>
                    <a:pt x="2546" y="1609"/>
                    <a:pt x="2216" y="1353"/>
                  </a:cubicBezTo>
                  <a:cubicBezTo>
                    <a:pt x="1734" y="1048"/>
                    <a:pt x="2314" y="437"/>
                    <a:pt x="1887" y="108"/>
                  </a:cubicBezTo>
                  <a:cubicBezTo>
                    <a:pt x="1787" y="32"/>
                    <a:pt x="1688" y="0"/>
                    <a:pt x="158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4" name="Google Shape;5330;p66">
              <a:extLst>
                <a:ext uri="{FF2B5EF4-FFF2-40B4-BE49-F238E27FC236}">
                  <a16:creationId xmlns:a16="http://schemas.microsoft.com/office/drawing/2014/main" id="{1C27BC52-F968-0F32-355A-A97A8C3F28AF}"/>
                </a:ext>
              </a:extLst>
            </p:cNvPr>
            <p:cNvSpPr/>
            <p:nvPr/>
          </p:nvSpPr>
          <p:spPr>
            <a:xfrm>
              <a:off x="1222575" y="5336125"/>
              <a:ext cx="151825" cy="146050"/>
            </a:xfrm>
            <a:custGeom>
              <a:avLst/>
              <a:gdLst/>
              <a:ahLst/>
              <a:cxnLst/>
              <a:rect l="l" t="t" r="r" b="b"/>
              <a:pathLst>
                <a:path w="6073" h="5842" extrusionOk="0">
                  <a:moveTo>
                    <a:pt x="3510" y="0"/>
                  </a:moveTo>
                  <a:cubicBezTo>
                    <a:pt x="2057" y="98"/>
                    <a:pt x="787" y="836"/>
                    <a:pt x="0" y="1929"/>
                  </a:cubicBezTo>
                  <a:cubicBezTo>
                    <a:pt x="153" y="2313"/>
                    <a:pt x="403" y="2716"/>
                    <a:pt x="708" y="3021"/>
                  </a:cubicBezTo>
                  <a:cubicBezTo>
                    <a:pt x="1373" y="3711"/>
                    <a:pt x="1190" y="5237"/>
                    <a:pt x="1422" y="5566"/>
                  </a:cubicBezTo>
                  <a:cubicBezTo>
                    <a:pt x="1546" y="5754"/>
                    <a:pt x="1722" y="5842"/>
                    <a:pt x="1905" y="5842"/>
                  </a:cubicBezTo>
                  <a:cubicBezTo>
                    <a:pt x="2246" y="5842"/>
                    <a:pt x="2608" y="5537"/>
                    <a:pt x="2692" y="5005"/>
                  </a:cubicBezTo>
                  <a:cubicBezTo>
                    <a:pt x="2820" y="4217"/>
                    <a:pt x="3406" y="3912"/>
                    <a:pt x="3967" y="3204"/>
                  </a:cubicBezTo>
                  <a:cubicBezTo>
                    <a:pt x="4523" y="2466"/>
                    <a:pt x="3430" y="2057"/>
                    <a:pt x="3839" y="1831"/>
                  </a:cubicBezTo>
                  <a:cubicBezTo>
                    <a:pt x="3871" y="1814"/>
                    <a:pt x="3910" y="1806"/>
                    <a:pt x="3955" y="1806"/>
                  </a:cubicBezTo>
                  <a:cubicBezTo>
                    <a:pt x="4347" y="1806"/>
                    <a:pt x="5184" y="2408"/>
                    <a:pt x="5591" y="2408"/>
                  </a:cubicBezTo>
                  <a:cubicBezTo>
                    <a:pt x="5689" y="2408"/>
                    <a:pt x="5762" y="2374"/>
                    <a:pt x="5798" y="2289"/>
                  </a:cubicBezTo>
                  <a:cubicBezTo>
                    <a:pt x="6073" y="1679"/>
                    <a:pt x="4193" y="1221"/>
                    <a:pt x="4193" y="885"/>
                  </a:cubicBezTo>
                  <a:cubicBezTo>
                    <a:pt x="4217" y="684"/>
                    <a:pt x="4828" y="556"/>
                    <a:pt x="5286" y="482"/>
                  </a:cubicBezTo>
                  <a:lnTo>
                    <a:pt x="5365" y="305"/>
                  </a:lnTo>
                  <a:lnTo>
                    <a:pt x="393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5" name="Google Shape;5331;p66">
              <a:extLst>
                <a:ext uri="{FF2B5EF4-FFF2-40B4-BE49-F238E27FC236}">
                  <a16:creationId xmlns:a16="http://schemas.microsoft.com/office/drawing/2014/main" id="{5CAB20C1-3BD5-B984-BB30-9EF3AD3B6177}"/>
                </a:ext>
              </a:extLst>
            </p:cNvPr>
            <p:cNvSpPr/>
            <p:nvPr/>
          </p:nvSpPr>
          <p:spPr>
            <a:xfrm>
              <a:off x="1310300" y="5336125"/>
              <a:ext cx="57250" cy="12075"/>
            </a:xfrm>
            <a:custGeom>
              <a:avLst/>
              <a:gdLst/>
              <a:ahLst/>
              <a:cxnLst/>
              <a:rect l="l" t="t" r="r" b="b"/>
              <a:pathLst>
                <a:path w="2290" h="483" extrusionOk="0">
                  <a:moveTo>
                    <a:pt x="1" y="0"/>
                  </a:moveTo>
                  <a:cubicBezTo>
                    <a:pt x="635" y="49"/>
                    <a:pt x="1246" y="202"/>
                    <a:pt x="1777" y="482"/>
                  </a:cubicBezTo>
                  <a:cubicBezTo>
                    <a:pt x="2057" y="458"/>
                    <a:pt x="2289" y="427"/>
                    <a:pt x="2289" y="427"/>
                  </a:cubicBezTo>
                  <a:cubicBezTo>
                    <a:pt x="1679" y="153"/>
                    <a:pt x="1014" y="0"/>
                    <a:pt x="3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6" name="Google Shape;5332;p66">
              <a:extLst>
                <a:ext uri="{FF2B5EF4-FFF2-40B4-BE49-F238E27FC236}">
                  <a16:creationId xmlns:a16="http://schemas.microsoft.com/office/drawing/2014/main" id="{5F15A1E1-6C0B-70C0-C3BD-432026CAE342}"/>
                </a:ext>
              </a:extLst>
            </p:cNvPr>
            <p:cNvSpPr/>
            <p:nvPr/>
          </p:nvSpPr>
          <p:spPr>
            <a:xfrm>
              <a:off x="1419550" y="5463225"/>
              <a:ext cx="625" cy="25"/>
            </a:xfrm>
            <a:custGeom>
              <a:avLst/>
              <a:gdLst/>
              <a:ahLst/>
              <a:cxnLst/>
              <a:rect l="l" t="t" r="r" b="b"/>
              <a:pathLst>
                <a:path w="25" h="1" extrusionOk="0">
                  <a:moveTo>
                    <a:pt x="0" y="0"/>
                  </a:moveTo>
                  <a:lnTo>
                    <a:pt x="25" y="0"/>
                  </a:lnTo>
                  <a:close/>
                  <a:moveTo>
                    <a:pt x="0" y="0"/>
                  </a:move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7" name="Google Shape;5333;p66">
              <a:extLst>
                <a:ext uri="{FF2B5EF4-FFF2-40B4-BE49-F238E27FC236}">
                  <a16:creationId xmlns:a16="http://schemas.microsoft.com/office/drawing/2014/main" id="{CA4398A2-5419-51F4-FE1C-FF97B6C90967}"/>
                </a:ext>
              </a:extLst>
            </p:cNvPr>
            <p:cNvSpPr/>
            <p:nvPr/>
          </p:nvSpPr>
          <p:spPr>
            <a:xfrm>
              <a:off x="1329775" y="5461525"/>
              <a:ext cx="98050" cy="97700"/>
            </a:xfrm>
            <a:custGeom>
              <a:avLst/>
              <a:gdLst/>
              <a:ahLst/>
              <a:cxnLst/>
              <a:rect l="l" t="t" r="r" b="b"/>
              <a:pathLst>
                <a:path w="3922" h="3908" extrusionOk="0">
                  <a:moveTo>
                    <a:pt x="3252" y="0"/>
                  </a:moveTo>
                  <a:cubicBezTo>
                    <a:pt x="3169" y="0"/>
                    <a:pt x="3079" y="8"/>
                    <a:pt x="2981" y="19"/>
                  </a:cubicBezTo>
                  <a:cubicBezTo>
                    <a:pt x="2297" y="152"/>
                    <a:pt x="1806" y="668"/>
                    <a:pt x="1405" y="668"/>
                  </a:cubicBezTo>
                  <a:cubicBezTo>
                    <a:pt x="1344" y="668"/>
                    <a:pt x="1286" y="656"/>
                    <a:pt x="1229" y="630"/>
                  </a:cubicBezTo>
                  <a:cubicBezTo>
                    <a:pt x="1087" y="561"/>
                    <a:pt x="903" y="518"/>
                    <a:pt x="723" y="518"/>
                  </a:cubicBezTo>
                  <a:cubicBezTo>
                    <a:pt x="355" y="518"/>
                    <a:pt x="0" y="698"/>
                    <a:pt x="33" y="1209"/>
                  </a:cubicBezTo>
                  <a:cubicBezTo>
                    <a:pt x="58" y="1972"/>
                    <a:pt x="1229" y="2125"/>
                    <a:pt x="845" y="2711"/>
                  </a:cubicBezTo>
                  <a:cubicBezTo>
                    <a:pt x="564" y="3144"/>
                    <a:pt x="717" y="3651"/>
                    <a:pt x="1022" y="3907"/>
                  </a:cubicBezTo>
                  <a:lnTo>
                    <a:pt x="1608" y="3779"/>
                  </a:lnTo>
                  <a:lnTo>
                    <a:pt x="2957" y="2662"/>
                  </a:lnTo>
                  <a:lnTo>
                    <a:pt x="3921" y="477"/>
                  </a:lnTo>
                  <a:lnTo>
                    <a:pt x="3591" y="68"/>
                  </a:lnTo>
                  <a:cubicBezTo>
                    <a:pt x="3497" y="19"/>
                    <a:pt x="3385" y="0"/>
                    <a:pt x="32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8" name="Google Shape;5334;p66">
              <a:extLst>
                <a:ext uri="{FF2B5EF4-FFF2-40B4-BE49-F238E27FC236}">
                  <a16:creationId xmlns:a16="http://schemas.microsoft.com/office/drawing/2014/main" id="{B7C88D42-157C-8862-E211-D9D7E71869A9}"/>
                </a:ext>
              </a:extLst>
            </p:cNvPr>
            <p:cNvSpPr/>
            <p:nvPr/>
          </p:nvSpPr>
          <p:spPr>
            <a:xfrm>
              <a:off x="1355300" y="5463225"/>
              <a:ext cx="78925" cy="99200"/>
            </a:xfrm>
            <a:custGeom>
              <a:avLst/>
              <a:gdLst/>
              <a:ahLst/>
              <a:cxnLst/>
              <a:rect l="l" t="t" r="r" b="b"/>
              <a:pathLst>
                <a:path w="3157" h="3968" extrusionOk="0">
                  <a:moveTo>
                    <a:pt x="2570" y="0"/>
                  </a:moveTo>
                  <a:cubicBezTo>
                    <a:pt x="2442" y="1679"/>
                    <a:pt x="1454" y="3101"/>
                    <a:pt x="1" y="3839"/>
                  </a:cubicBezTo>
                  <a:cubicBezTo>
                    <a:pt x="105" y="3918"/>
                    <a:pt x="233" y="3967"/>
                    <a:pt x="361" y="3967"/>
                  </a:cubicBezTo>
                  <a:cubicBezTo>
                    <a:pt x="1808" y="3333"/>
                    <a:pt x="2900" y="2008"/>
                    <a:pt x="3156" y="409"/>
                  </a:cubicBezTo>
                  <a:cubicBezTo>
                    <a:pt x="3156" y="409"/>
                    <a:pt x="2955" y="104"/>
                    <a:pt x="25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69" name="Google Shape;5370;p66">
            <a:extLst>
              <a:ext uri="{FF2B5EF4-FFF2-40B4-BE49-F238E27FC236}">
                <a16:creationId xmlns:a16="http://schemas.microsoft.com/office/drawing/2014/main" id="{0F76BC47-D639-6E14-147B-A932636385A9}"/>
              </a:ext>
            </a:extLst>
          </p:cNvPr>
          <p:cNvGrpSpPr/>
          <p:nvPr/>
        </p:nvGrpSpPr>
        <p:grpSpPr>
          <a:xfrm>
            <a:off x="-1329971" y="2807942"/>
            <a:ext cx="317225" cy="436725"/>
            <a:chOff x="1089675" y="4252775"/>
            <a:chExt cx="317225" cy="436725"/>
          </a:xfrm>
        </p:grpSpPr>
        <p:sp>
          <p:nvSpPr>
            <p:cNvPr id="2270" name="Google Shape;5371;p66">
              <a:extLst>
                <a:ext uri="{FF2B5EF4-FFF2-40B4-BE49-F238E27FC236}">
                  <a16:creationId xmlns:a16="http://schemas.microsoft.com/office/drawing/2014/main" id="{30BEECE7-DC68-A054-0CAE-C0E9804D8EB2}"/>
                </a:ext>
              </a:extLst>
            </p:cNvPr>
            <p:cNvSpPr/>
            <p:nvPr/>
          </p:nvSpPr>
          <p:spPr>
            <a:xfrm>
              <a:off x="1089675" y="4252775"/>
              <a:ext cx="317225" cy="429700"/>
            </a:xfrm>
            <a:custGeom>
              <a:avLst/>
              <a:gdLst/>
              <a:ahLst/>
              <a:cxnLst/>
              <a:rect l="l" t="t" r="r" b="b"/>
              <a:pathLst>
                <a:path w="12689" h="17188" extrusionOk="0">
                  <a:moveTo>
                    <a:pt x="354" y="1"/>
                  </a:moveTo>
                  <a:cubicBezTo>
                    <a:pt x="153" y="1"/>
                    <a:pt x="0" y="154"/>
                    <a:pt x="0" y="355"/>
                  </a:cubicBezTo>
                  <a:lnTo>
                    <a:pt x="0" y="16504"/>
                  </a:lnTo>
                  <a:lnTo>
                    <a:pt x="0" y="16602"/>
                  </a:lnTo>
                  <a:cubicBezTo>
                    <a:pt x="25" y="16907"/>
                    <a:pt x="281" y="17163"/>
                    <a:pt x="610" y="17163"/>
                  </a:cubicBezTo>
                  <a:lnTo>
                    <a:pt x="12079" y="17188"/>
                  </a:lnTo>
                  <a:cubicBezTo>
                    <a:pt x="12384" y="17188"/>
                    <a:pt x="12664" y="16938"/>
                    <a:pt x="12689" y="16632"/>
                  </a:cubicBezTo>
                  <a:lnTo>
                    <a:pt x="12689" y="16480"/>
                  </a:lnTo>
                  <a:lnTo>
                    <a:pt x="12689" y="3913"/>
                  </a:lnTo>
                  <a:lnTo>
                    <a:pt x="940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1" name="Google Shape;5372;p66">
              <a:extLst>
                <a:ext uri="{FF2B5EF4-FFF2-40B4-BE49-F238E27FC236}">
                  <a16:creationId xmlns:a16="http://schemas.microsoft.com/office/drawing/2014/main" id="{F43B730C-D461-3A55-F9E1-446A22ED0CD3}"/>
                </a:ext>
              </a:extLst>
            </p:cNvPr>
            <p:cNvSpPr/>
            <p:nvPr/>
          </p:nvSpPr>
          <p:spPr>
            <a:xfrm>
              <a:off x="1089675" y="4664750"/>
              <a:ext cx="317225" cy="24750"/>
            </a:xfrm>
            <a:custGeom>
              <a:avLst/>
              <a:gdLst/>
              <a:ahLst/>
              <a:cxnLst/>
              <a:rect l="l" t="t" r="r" b="b"/>
              <a:pathLst>
                <a:path w="12689" h="990" extrusionOk="0">
                  <a:moveTo>
                    <a:pt x="0" y="1"/>
                  </a:moveTo>
                  <a:lnTo>
                    <a:pt x="0" y="635"/>
                  </a:lnTo>
                  <a:cubicBezTo>
                    <a:pt x="0" y="837"/>
                    <a:pt x="153" y="989"/>
                    <a:pt x="354" y="989"/>
                  </a:cubicBezTo>
                  <a:lnTo>
                    <a:pt x="12335" y="989"/>
                  </a:lnTo>
                  <a:cubicBezTo>
                    <a:pt x="12536" y="989"/>
                    <a:pt x="12689" y="837"/>
                    <a:pt x="12689" y="635"/>
                  </a:cubicBezTo>
                  <a:lnTo>
                    <a:pt x="12689" y="1"/>
                  </a:lnTo>
                  <a:cubicBezTo>
                    <a:pt x="12689" y="202"/>
                    <a:pt x="12536" y="355"/>
                    <a:pt x="12335" y="355"/>
                  </a:cubicBezTo>
                  <a:lnTo>
                    <a:pt x="354" y="355"/>
                  </a:lnTo>
                  <a:cubicBezTo>
                    <a:pt x="153" y="355"/>
                    <a:pt x="0" y="202"/>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2" name="Google Shape;5373;p66">
              <a:extLst>
                <a:ext uri="{FF2B5EF4-FFF2-40B4-BE49-F238E27FC236}">
                  <a16:creationId xmlns:a16="http://schemas.microsoft.com/office/drawing/2014/main" id="{FC752BD1-D0B4-823D-20C5-E4194A84B7EF}"/>
                </a:ext>
              </a:extLst>
            </p:cNvPr>
            <p:cNvSpPr/>
            <p:nvPr/>
          </p:nvSpPr>
          <p:spPr>
            <a:xfrm>
              <a:off x="1324800" y="4316875"/>
              <a:ext cx="82100" cy="33750"/>
            </a:xfrm>
            <a:custGeom>
              <a:avLst/>
              <a:gdLst/>
              <a:ahLst/>
              <a:cxnLst/>
              <a:rect l="l" t="t" r="r" b="b"/>
              <a:pathLst>
                <a:path w="3284" h="1350" extrusionOk="0">
                  <a:moveTo>
                    <a:pt x="0" y="0"/>
                  </a:moveTo>
                  <a:lnTo>
                    <a:pt x="0" y="641"/>
                  </a:lnTo>
                  <a:cubicBezTo>
                    <a:pt x="0" y="1020"/>
                    <a:pt x="336" y="1349"/>
                    <a:pt x="714" y="1349"/>
                  </a:cubicBezTo>
                  <a:lnTo>
                    <a:pt x="3284" y="1349"/>
                  </a:lnTo>
                  <a:lnTo>
                    <a:pt x="3284" y="714"/>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3" name="Google Shape;5374;p66">
              <a:extLst>
                <a:ext uri="{FF2B5EF4-FFF2-40B4-BE49-F238E27FC236}">
                  <a16:creationId xmlns:a16="http://schemas.microsoft.com/office/drawing/2014/main" id="{85DE4492-C7C2-F6B8-7498-80B1635E3E3F}"/>
                </a:ext>
              </a:extLst>
            </p:cNvPr>
            <p:cNvSpPr/>
            <p:nvPr/>
          </p:nvSpPr>
          <p:spPr>
            <a:xfrm>
              <a:off x="1324800" y="4252775"/>
              <a:ext cx="66250" cy="72500"/>
            </a:xfrm>
            <a:custGeom>
              <a:avLst/>
              <a:gdLst/>
              <a:ahLst/>
              <a:cxnLst/>
              <a:rect l="l" t="t" r="r" b="b"/>
              <a:pathLst>
                <a:path w="2650" h="2900" extrusionOk="0">
                  <a:moveTo>
                    <a:pt x="0" y="1"/>
                  </a:moveTo>
                  <a:lnTo>
                    <a:pt x="0" y="1930"/>
                  </a:lnTo>
                  <a:lnTo>
                    <a:pt x="55" y="2564"/>
                  </a:lnTo>
                  <a:lnTo>
                    <a:pt x="916" y="2900"/>
                  </a:lnTo>
                  <a:lnTo>
                    <a:pt x="2649" y="2644"/>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4" name="Google Shape;5375;p66">
              <a:extLst>
                <a:ext uri="{FF2B5EF4-FFF2-40B4-BE49-F238E27FC236}">
                  <a16:creationId xmlns:a16="http://schemas.microsoft.com/office/drawing/2014/main" id="{4420E2D8-C2EF-0467-8243-3C639E074251}"/>
                </a:ext>
              </a:extLst>
            </p:cNvPr>
            <p:cNvSpPr/>
            <p:nvPr/>
          </p:nvSpPr>
          <p:spPr>
            <a:xfrm>
              <a:off x="1324800" y="4301000"/>
              <a:ext cx="82100" cy="33750"/>
            </a:xfrm>
            <a:custGeom>
              <a:avLst/>
              <a:gdLst/>
              <a:ahLst/>
              <a:cxnLst/>
              <a:rect l="l" t="t" r="r" b="b"/>
              <a:pathLst>
                <a:path w="3284" h="1350" extrusionOk="0">
                  <a:moveTo>
                    <a:pt x="0" y="1"/>
                  </a:moveTo>
                  <a:lnTo>
                    <a:pt x="0" y="635"/>
                  </a:lnTo>
                  <a:cubicBezTo>
                    <a:pt x="0" y="1020"/>
                    <a:pt x="336" y="1349"/>
                    <a:pt x="714" y="1349"/>
                  </a:cubicBezTo>
                  <a:lnTo>
                    <a:pt x="3284" y="1349"/>
                  </a:lnTo>
                  <a:lnTo>
                    <a:pt x="2649" y="715"/>
                  </a:lnTo>
                  <a:lnTo>
                    <a:pt x="714" y="715"/>
                  </a:lnTo>
                  <a:cubicBezTo>
                    <a:pt x="336" y="715"/>
                    <a:pt x="0" y="385"/>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5" name="Google Shape;5376;p66">
              <a:extLst>
                <a:ext uri="{FF2B5EF4-FFF2-40B4-BE49-F238E27FC236}">
                  <a16:creationId xmlns:a16="http://schemas.microsoft.com/office/drawing/2014/main" id="{986BAEB1-84FE-402E-439E-61F009AC883B}"/>
                </a:ext>
              </a:extLst>
            </p:cNvPr>
            <p:cNvSpPr/>
            <p:nvPr/>
          </p:nvSpPr>
          <p:spPr>
            <a:xfrm>
              <a:off x="1284200" y="4463175"/>
              <a:ext cx="61075" cy="57875"/>
            </a:xfrm>
            <a:custGeom>
              <a:avLst/>
              <a:gdLst/>
              <a:ahLst/>
              <a:cxnLst/>
              <a:rect l="l" t="t" r="r" b="b"/>
              <a:pathLst>
                <a:path w="2443" h="2315" extrusionOk="0">
                  <a:moveTo>
                    <a:pt x="1185" y="0"/>
                  </a:moveTo>
                  <a:cubicBezTo>
                    <a:pt x="1159" y="0"/>
                    <a:pt x="1135" y="8"/>
                    <a:pt x="1118" y="26"/>
                  </a:cubicBezTo>
                  <a:lnTo>
                    <a:pt x="74" y="636"/>
                  </a:lnTo>
                  <a:cubicBezTo>
                    <a:pt x="25" y="660"/>
                    <a:pt x="1" y="764"/>
                    <a:pt x="25" y="837"/>
                  </a:cubicBezTo>
                  <a:lnTo>
                    <a:pt x="709" y="1985"/>
                  </a:lnTo>
                  <a:lnTo>
                    <a:pt x="1374" y="2314"/>
                  </a:lnTo>
                  <a:lnTo>
                    <a:pt x="2137" y="2314"/>
                  </a:lnTo>
                  <a:lnTo>
                    <a:pt x="2442" y="1985"/>
                  </a:lnTo>
                  <a:lnTo>
                    <a:pt x="1319" y="75"/>
                  </a:lnTo>
                  <a:cubicBezTo>
                    <a:pt x="1288" y="27"/>
                    <a:pt x="1233" y="0"/>
                    <a:pt x="118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6" name="Google Shape;5377;p66">
              <a:extLst>
                <a:ext uri="{FF2B5EF4-FFF2-40B4-BE49-F238E27FC236}">
                  <a16:creationId xmlns:a16="http://schemas.microsoft.com/office/drawing/2014/main" id="{B15CCC6A-C7DF-C4E9-9CA5-1BC49AAE8366}"/>
                </a:ext>
              </a:extLst>
            </p:cNvPr>
            <p:cNvSpPr/>
            <p:nvPr/>
          </p:nvSpPr>
          <p:spPr>
            <a:xfrm>
              <a:off x="1301900" y="4512775"/>
              <a:ext cx="52225" cy="23525"/>
            </a:xfrm>
            <a:custGeom>
              <a:avLst/>
              <a:gdLst/>
              <a:ahLst/>
              <a:cxnLst/>
              <a:rect l="l" t="t" r="r" b="b"/>
              <a:pathLst>
                <a:path w="2089" h="941" extrusionOk="0">
                  <a:moveTo>
                    <a:pt x="1" y="1"/>
                  </a:moveTo>
                  <a:lnTo>
                    <a:pt x="385" y="636"/>
                  </a:lnTo>
                  <a:lnTo>
                    <a:pt x="1173" y="941"/>
                  </a:lnTo>
                  <a:lnTo>
                    <a:pt x="2088" y="636"/>
                  </a:lnTo>
                  <a:lnTo>
                    <a:pt x="173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7" name="Google Shape;5378;p66">
              <a:extLst>
                <a:ext uri="{FF2B5EF4-FFF2-40B4-BE49-F238E27FC236}">
                  <a16:creationId xmlns:a16="http://schemas.microsoft.com/office/drawing/2014/main" id="{767316E4-8E3B-FEA7-C1F2-8006E7CBA6B9}"/>
                </a:ext>
              </a:extLst>
            </p:cNvPr>
            <p:cNvSpPr/>
            <p:nvPr/>
          </p:nvSpPr>
          <p:spPr>
            <a:xfrm>
              <a:off x="1176800" y="4528050"/>
              <a:ext cx="63500" cy="37550"/>
            </a:xfrm>
            <a:custGeom>
              <a:avLst/>
              <a:gdLst/>
              <a:ahLst/>
              <a:cxnLst/>
              <a:rect l="l" t="t" r="r" b="b"/>
              <a:pathLst>
                <a:path w="2540" h="1502" extrusionOk="0">
                  <a:moveTo>
                    <a:pt x="964" y="0"/>
                  </a:moveTo>
                  <a:lnTo>
                    <a:pt x="531" y="226"/>
                  </a:lnTo>
                  <a:lnTo>
                    <a:pt x="0" y="1093"/>
                  </a:lnTo>
                  <a:lnTo>
                    <a:pt x="98" y="1502"/>
                  </a:lnTo>
                  <a:lnTo>
                    <a:pt x="2411" y="1502"/>
                  </a:lnTo>
                  <a:cubicBezTo>
                    <a:pt x="2490" y="1502"/>
                    <a:pt x="2539" y="1422"/>
                    <a:pt x="2539" y="1349"/>
                  </a:cubicBezTo>
                  <a:lnTo>
                    <a:pt x="2539" y="153"/>
                  </a:lnTo>
                  <a:cubicBezTo>
                    <a:pt x="2539" y="73"/>
                    <a:pt x="2490" y="0"/>
                    <a:pt x="241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8" name="Google Shape;5379;p66">
              <a:extLst>
                <a:ext uri="{FF2B5EF4-FFF2-40B4-BE49-F238E27FC236}">
                  <a16:creationId xmlns:a16="http://schemas.microsoft.com/office/drawing/2014/main" id="{17C6E97D-CDF2-AEDC-46DC-A63A2E851EBF}"/>
                </a:ext>
              </a:extLst>
            </p:cNvPr>
            <p:cNvSpPr/>
            <p:nvPr/>
          </p:nvSpPr>
          <p:spPr>
            <a:xfrm>
              <a:off x="1188850" y="4396975"/>
              <a:ext cx="50825" cy="70300"/>
            </a:xfrm>
            <a:custGeom>
              <a:avLst/>
              <a:gdLst/>
              <a:ahLst/>
              <a:cxnLst/>
              <a:rect l="l" t="t" r="r" b="b"/>
              <a:pathLst>
                <a:path w="2033" h="2812" extrusionOk="0">
                  <a:moveTo>
                    <a:pt x="1197" y="1"/>
                  </a:moveTo>
                  <a:lnTo>
                    <a:pt x="49" y="2015"/>
                  </a:lnTo>
                  <a:cubicBezTo>
                    <a:pt x="0" y="2063"/>
                    <a:pt x="25" y="2167"/>
                    <a:pt x="98" y="2216"/>
                  </a:cubicBezTo>
                  <a:lnTo>
                    <a:pt x="1117" y="2802"/>
                  </a:lnTo>
                  <a:cubicBezTo>
                    <a:pt x="1138" y="2808"/>
                    <a:pt x="1160" y="2811"/>
                    <a:pt x="1182" y="2811"/>
                  </a:cubicBezTo>
                  <a:cubicBezTo>
                    <a:pt x="1243" y="2811"/>
                    <a:pt x="1301" y="2787"/>
                    <a:pt x="1319" y="2747"/>
                  </a:cubicBezTo>
                  <a:lnTo>
                    <a:pt x="2033" y="1502"/>
                  </a:lnTo>
                  <a:lnTo>
                    <a:pt x="2033" y="971"/>
                  </a:lnTo>
                  <a:lnTo>
                    <a:pt x="1502" y="31"/>
                  </a:lnTo>
                  <a:lnTo>
                    <a:pt x="119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9" name="Google Shape;5380;p66">
              <a:extLst>
                <a:ext uri="{FF2B5EF4-FFF2-40B4-BE49-F238E27FC236}">
                  <a16:creationId xmlns:a16="http://schemas.microsoft.com/office/drawing/2014/main" id="{5CBD1625-E3EF-2E1B-9FFE-3DD1928005B1}"/>
                </a:ext>
              </a:extLst>
            </p:cNvPr>
            <p:cNvSpPr/>
            <p:nvPr/>
          </p:nvSpPr>
          <p:spPr>
            <a:xfrm>
              <a:off x="1261925" y="4524775"/>
              <a:ext cx="92200" cy="44200"/>
            </a:xfrm>
            <a:custGeom>
              <a:avLst/>
              <a:gdLst/>
              <a:ahLst/>
              <a:cxnLst/>
              <a:rect l="l" t="t" r="r" b="b"/>
              <a:pathLst>
                <a:path w="3688" h="1768" extrusionOk="0">
                  <a:moveTo>
                    <a:pt x="833" y="0"/>
                  </a:moveTo>
                  <a:cubicBezTo>
                    <a:pt x="793" y="0"/>
                    <a:pt x="750" y="16"/>
                    <a:pt x="715" y="52"/>
                  </a:cubicBezTo>
                  <a:lnTo>
                    <a:pt x="50" y="790"/>
                  </a:lnTo>
                  <a:cubicBezTo>
                    <a:pt x="1" y="839"/>
                    <a:pt x="1" y="919"/>
                    <a:pt x="50" y="967"/>
                  </a:cubicBezTo>
                  <a:lnTo>
                    <a:pt x="715" y="1730"/>
                  </a:lnTo>
                  <a:cubicBezTo>
                    <a:pt x="746" y="1756"/>
                    <a:pt x="783" y="1767"/>
                    <a:pt x="819" y="1767"/>
                  </a:cubicBezTo>
                  <a:cubicBezTo>
                    <a:pt x="895" y="1767"/>
                    <a:pt x="965" y="1715"/>
                    <a:pt x="965" y="1633"/>
                  </a:cubicBezTo>
                  <a:lnTo>
                    <a:pt x="2772" y="1633"/>
                  </a:lnTo>
                  <a:cubicBezTo>
                    <a:pt x="2820" y="1633"/>
                    <a:pt x="2875" y="1602"/>
                    <a:pt x="2900" y="1553"/>
                  </a:cubicBezTo>
                  <a:lnTo>
                    <a:pt x="3687" y="156"/>
                  </a:lnTo>
                  <a:lnTo>
                    <a:pt x="965" y="131"/>
                  </a:lnTo>
                  <a:cubicBezTo>
                    <a:pt x="965" y="50"/>
                    <a:pt x="903" y="0"/>
                    <a:pt x="8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0" name="Google Shape;5381;p66">
              <a:extLst>
                <a:ext uri="{FF2B5EF4-FFF2-40B4-BE49-F238E27FC236}">
                  <a16:creationId xmlns:a16="http://schemas.microsoft.com/office/drawing/2014/main" id="{1424368F-4737-2F84-5AF2-9621AE6F6DDD}"/>
                </a:ext>
              </a:extLst>
            </p:cNvPr>
            <p:cNvSpPr/>
            <p:nvPr/>
          </p:nvSpPr>
          <p:spPr>
            <a:xfrm>
              <a:off x="1163375" y="4528050"/>
              <a:ext cx="37550" cy="37550"/>
            </a:xfrm>
            <a:custGeom>
              <a:avLst/>
              <a:gdLst/>
              <a:ahLst/>
              <a:cxnLst/>
              <a:rect l="l" t="t" r="r" b="b"/>
              <a:pathLst>
                <a:path w="1502" h="1502" extrusionOk="0">
                  <a:moveTo>
                    <a:pt x="867" y="0"/>
                  </a:moveTo>
                  <a:lnTo>
                    <a:pt x="128" y="763"/>
                  </a:lnTo>
                  <a:lnTo>
                    <a:pt x="0" y="1502"/>
                  </a:lnTo>
                  <a:lnTo>
                    <a:pt x="635" y="1502"/>
                  </a:lnTo>
                  <a:lnTo>
                    <a:pt x="150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1" name="Google Shape;5382;p66">
              <a:extLst>
                <a:ext uri="{FF2B5EF4-FFF2-40B4-BE49-F238E27FC236}">
                  <a16:creationId xmlns:a16="http://schemas.microsoft.com/office/drawing/2014/main" id="{9F22AC26-B279-368A-E33B-8B80E2E735E7}"/>
                </a:ext>
              </a:extLst>
            </p:cNvPr>
            <p:cNvSpPr/>
            <p:nvPr/>
          </p:nvSpPr>
          <p:spPr>
            <a:xfrm>
              <a:off x="1218750" y="4383100"/>
              <a:ext cx="34350" cy="51425"/>
            </a:xfrm>
            <a:custGeom>
              <a:avLst/>
              <a:gdLst/>
              <a:ahLst/>
              <a:cxnLst/>
              <a:rect l="l" t="t" r="r" b="b"/>
              <a:pathLst>
                <a:path w="1374" h="2057" extrusionOk="0">
                  <a:moveTo>
                    <a:pt x="306" y="0"/>
                  </a:moveTo>
                  <a:lnTo>
                    <a:pt x="1" y="556"/>
                  </a:lnTo>
                  <a:lnTo>
                    <a:pt x="837" y="2057"/>
                  </a:lnTo>
                  <a:lnTo>
                    <a:pt x="1166" y="1502"/>
                  </a:lnTo>
                  <a:lnTo>
                    <a:pt x="1374" y="787"/>
                  </a:lnTo>
                  <a:lnTo>
                    <a:pt x="30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2" name="Google Shape;5383;p66">
              <a:extLst>
                <a:ext uri="{FF2B5EF4-FFF2-40B4-BE49-F238E27FC236}">
                  <a16:creationId xmlns:a16="http://schemas.microsoft.com/office/drawing/2014/main" id="{B238A5D2-BCAD-4E7B-60AE-FBFA627B89EC}"/>
                </a:ext>
              </a:extLst>
            </p:cNvPr>
            <p:cNvSpPr/>
            <p:nvPr/>
          </p:nvSpPr>
          <p:spPr>
            <a:xfrm>
              <a:off x="1142450" y="4476325"/>
              <a:ext cx="61525" cy="89275"/>
            </a:xfrm>
            <a:custGeom>
              <a:avLst/>
              <a:gdLst/>
              <a:ahLst/>
              <a:cxnLst/>
              <a:rect l="l" t="t" r="r" b="b"/>
              <a:pathLst>
                <a:path w="2461" h="3571" extrusionOk="0">
                  <a:moveTo>
                    <a:pt x="1995" y="0"/>
                  </a:moveTo>
                  <a:cubicBezTo>
                    <a:pt x="1982" y="0"/>
                    <a:pt x="1968" y="2"/>
                    <a:pt x="1954" y="6"/>
                  </a:cubicBezTo>
                  <a:lnTo>
                    <a:pt x="990" y="183"/>
                  </a:lnTo>
                  <a:cubicBezTo>
                    <a:pt x="861" y="214"/>
                    <a:pt x="837" y="391"/>
                    <a:pt x="941" y="464"/>
                  </a:cubicBezTo>
                  <a:lnTo>
                    <a:pt x="25" y="2014"/>
                  </a:lnTo>
                  <a:cubicBezTo>
                    <a:pt x="1" y="2045"/>
                    <a:pt x="1" y="2094"/>
                    <a:pt x="25" y="2142"/>
                  </a:cubicBezTo>
                  <a:lnTo>
                    <a:pt x="837" y="3571"/>
                  </a:lnTo>
                  <a:lnTo>
                    <a:pt x="2210" y="1203"/>
                  </a:lnTo>
                  <a:cubicBezTo>
                    <a:pt x="2241" y="1222"/>
                    <a:pt x="2272" y="1230"/>
                    <a:pt x="2301" y="1230"/>
                  </a:cubicBezTo>
                  <a:cubicBezTo>
                    <a:pt x="2392" y="1230"/>
                    <a:pt x="2461" y="1147"/>
                    <a:pt x="2442" y="1050"/>
                  </a:cubicBezTo>
                  <a:lnTo>
                    <a:pt x="2137" y="110"/>
                  </a:lnTo>
                  <a:cubicBezTo>
                    <a:pt x="2112" y="45"/>
                    <a:pt x="2058" y="0"/>
                    <a:pt x="199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3" name="Google Shape;5384;p66">
              <a:extLst>
                <a:ext uri="{FF2B5EF4-FFF2-40B4-BE49-F238E27FC236}">
                  <a16:creationId xmlns:a16="http://schemas.microsoft.com/office/drawing/2014/main" id="{45026698-1C59-AEC4-C3B3-419D732F166A}"/>
                </a:ext>
              </a:extLst>
            </p:cNvPr>
            <p:cNvSpPr/>
            <p:nvPr/>
          </p:nvSpPr>
          <p:spPr>
            <a:xfrm>
              <a:off x="1226375" y="4383100"/>
              <a:ext cx="72175" cy="71350"/>
            </a:xfrm>
            <a:custGeom>
              <a:avLst/>
              <a:gdLst/>
              <a:ahLst/>
              <a:cxnLst/>
              <a:rect l="l" t="t" r="r" b="b"/>
              <a:pathLst>
                <a:path w="2887" h="2854" extrusionOk="0">
                  <a:moveTo>
                    <a:pt x="1" y="0"/>
                  </a:moveTo>
                  <a:lnTo>
                    <a:pt x="1343" y="2387"/>
                  </a:lnTo>
                  <a:cubicBezTo>
                    <a:pt x="1221" y="2441"/>
                    <a:pt x="1246" y="2618"/>
                    <a:pt x="1398" y="2643"/>
                  </a:cubicBezTo>
                  <a:lnTo>
                    <a:pt x="2363" y="2844"/>
                  </a:lnTo>
                  <a:cubicBezTo>
                    <a:pt x="2379" y="2850"/>
                    <a:pt x="2393" y="2853"/>
                    <a:pt x="2407" y="2853"/>
                  </a:cubicBezTo>
                  <a:cubicBezTo>
                    <a:pt x="2461" y="2853"/>
                    <a:pt x="2496" y="2810"/>
                    <a:pt x="2515" y="2771"/>
                  </a:cubicBezTo>
                  <a:lnTo>
                    <a:pt x="2845" y="1807"/>
                  </a:lnTo>
                  <a:cubicBezTo>
                    <a:pt x="2886" y="1710"/>
                    <a:pt x="2809" y="1626"/>
                    <a:pt x="2724" y="1626"/>
                  </a:cubicBezTo>
                  <a:cubicBezTo>
                    <a:pt x="2697" y="1626"/>
                    <a:pt x="2669" y="1635"/>
                    <a:pt x="2643" y="1654"/>
                  </a:cubicBezTo>
                  <a:lnTo>
                    <a:pt x="1752" y="73"/>
                  </a:lnTo>
                  <a:cubicBezTo>
                    <a:pt x="1728" y="49"/>
                    <a:pt x="1679" y="0"/>
                    <a:pt x="16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84" name="Google Shape;5425;p66">
            <a:extLst>
              <a:ext uri="{FF2B5EF4-FFF2-40B4-BE49-F238E27FC236}">
                <a16:creationId xmlns:a16="http://schemas.microsoft.com/office/drawing/2014/main" id="{61776FC0-6ED6-6E8E-2609-D96816A236E7}"/>
              </a:ext>
            </a:extLst>
          </p:cNvPr>
          <p:cNvGrpSpPr/>
          <p:nvPr/>
        </p:nvGrpSpPr>
        <p:grpSpPr>
          <a:xfrm>
            <a:off x="-581721" y="2807942"/>
            <a:ext cx="310850" cy="436725"/>
            <a:chOff x="1837925" y="4252775"/>
            <a:chExt cx="310850" cy="436725"/>
          </a:xfrm>
        </p:grpSpPr>
        <p:sp>
          <p:nvSpPr>
            <p:cNvPr id="2285" name="Google Shape;5426;p66">
              <a:extLst>
                <a:ext uri="{FF2B5EF4-FFF2-40B4-BE49-F238E27FC236}">
                  <a16:creationId xmlns:a16="http://schemas.microsoft.com/office/drawing/2014/main" id="{26490566-90C7-0D92-359E-4E4EF9800785}"/>
                </a:ext>
              </a:extLst>
            </p:cNvPr>
            <p:cNvSpPr/>
            <p:nvPr/>
          </p:nvSpPr>
          <p:spPr>
            <a:xfrm>
              <a:off x="1888750" y="4284525"/>
              <a:ext cx="40150" cy="77525"/>
            </a:xfrm>
            <a:custGeom>
              <a:avLst/>
              <a:gdLst/>
              <a:ahLst/>
              <a:cxnLst/>
              <a:rect l="l" t="t" r="r" b="b"/>
              <a:pathLst>
                <a:path w="1606" h="3101" extrusionOk="0">
                  <a:moveTo>
                    <a:pt x="1605" y="0"/>
                  </a:moveTo>
                  <a:lnTo>
                    <a:pt x="0" y="306"/>
                  </a:lnTo>
                  <a:lnTo>
                    <a:pt x="0" y="2771"/>
                  </a:lnTo>
                  <a:lnTo>
                    <a:pt x="305" y="3101"/>
                  </a:lnTo>
                  <a:lnTo>
                    <a:pt x="1276" y="3101"/>
                  </a:lnTo>
                  <a:lnTo>
                    <a:pt x="1605" y="2771"/>
                  </a:lnTo>
                  <a:lnTo>
                    <a:pt x="160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6" name="Google Shape;5427;p66">
              <a:extLst>
                <a:ext uri="{FF2B5EF4-FFF2-40B4-BE49-F238E27FC236}">
                  <a16:creationId xmlns:a16="http://schemas.microsoft.com/office/drawing/2014/main" id="{801F6D26-E645-8051-6946-15CEFF860C2E}"/>
                </a:ext>
              </a:extLst>
            </p:cNvPr>
            <p:cNvSpPr/>
            <p:nvPr/>
          </p:nvSpPr>
          <p:spPr>
            <a:xfrm>
              <a:off x="2057950" y="4284525"/>
              <a:ext cx="40000" cy="77525"/>
            </a:xfrm>
            <a:custGeom>
              <a:avLst/>
              <a:gdLst/>
              <a:ahLst/>
              <a:cxnLst/>
              <a:rect l="l" t="t" r="r" b="b"/>
              <a:pathLst>
                <a:path w="1600" h="3101" extrusionOk="0">
                  <a:moveTo>
                    <a:pt x="1" y="0"/>
                  </a:moveTo>
                  <a:lnTo>
                    <a:pt x="1" y="2771"/>
                  </a:lnTo>
                  <a:lnTo>
                    <a:pt x="306" y="3101"/>
                  </a:lnTo>
                  <a:lnTo>
                    <a:pt x="1295" y="3101"/>
                  </a:lnTo>
                  <a:lnTo>
                    <a:pt x="1600" y="2771"/>
                  </a:lnTo>
                  <a:lnTo>
                    <a:pt x="1600" y="306"/>
                  </a:lnTo>
                  <a:lnTo>
                    <a:pt x="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7" name="Google Shape;5428;p66">
              <a:extLst>
                <a:ext uri="{FF2B5EF4-FFF2-40B4-BE49-F238E27FC236}">
                  <a16:creationId xmlns:a16="http://schemas.microsoft.com/office/drawing/2014/main" id="{284054C7-9F28-C363-6660-F1ED32F89A41}"/>
                </a:ext>
              </a:extLst>
            </p:cNvPr>
            <p:cNvSpPr/>
            <p:nvPr/>
          </p:nvSpPr>
          <p:spPr>
            <a:xfrm>
              <a:off x="1888750" y="4353800"/>
              <a:ext cx="40150" cy="23525"/>
            </a:xfrm>
            <a:custGeom>
              <a:avLst/>
              <a:gdLst/>
              <a:ahLst/>
              <a:cxnLst/>
              <a:rect l="l" t="t" r="r" b="b"/>
              <a:pathLst>
                <a:path w="1606" h="941" extrusionOk="0">
                  <a:moveTo>
                    <a:pt x="0" y="0"/>
                  </a:moveTo>
                  <a:lnTo>
                    <a:pt x="0" y="635"/>
                  </a:lnTo>
                  <a:lnTo>
                    <a:pt x="305" y="940"/>
                  </a:lnTo>
                  <a:lnTo>
                    <a:pt x="1276" y="940"/>
                  </a:lnTo>
                  <a:lnTo>
                    <a:pt x="1605" y="635"/>
                  </a:lnTo>
                  <a:lnTo>
                    <a:pt x="160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8" name="Google Shape;5429;p66">
              <a:extLst>
                <a:ext uri="{FF2B5EF4-FFF2-40B4-BE49-F238E27FC236}">
                  <a16:creationId xmlns:a16="http://schemas.microsoft.com/office/drawing/2014/main" id="{7C9D5FAF-0293-8B23-C72B-BE2935D3AD14}"/>
                </a:ext>
              </a:extLst>
            </p:cNvPr>
            <p:cNvSpPr/>
            <p:nvPr/>
          </p:nvSpPr>
          <p:spPr>
            <a:xfrm>
              <a:off x="2057950" y="4353800"/>
              <a:ext cx="40000" cy="23525"/>
            </a:xfrm>
            <a:custGeom>
              <a:avLst/>
              <a:gdLst/>
              <a:ahLst/>
              <a:cxnLst/>
              <a:rect l="l" t="t" r="r" b="b"/>
              <a:pathLst>
                <a:path w="1600" h="941" extrusionOk="0">
                  <a:moveTo>
                    <a:pt x="1" y="0"/>
                  </a:moveTo>
                  <a:lnTo>
                    <a:pt x="1" y="635"/>
                  </a:lnTo>
                  <a:lnTo>
                    <a:pt x="306" y="940"/>
                  </a:lnTo>
                  <a:lnTo>
                    <a:pt x="1295" y="940"/>
                  </a:lnTo>
                  <a:lnTo>
                    <a:pt x="1600" y="635"/>
                  </a:lnTo>
                  <a:lnTo>
                    <a:pt x="160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9" name="Google Shape;5430;p66">
              <a:extLst>
                <a:ext uri="{FF2B5EF4-FFF2-40B4-BE49-F238E27FC236}">
                  <a16:creationId xmlns:a16="http://schemas.microsoft.com/office/drawing/2014/main" id="{7492333D-B93D-6DBE-8AE0-5CB2CACB09A4}"/>
                </a:ext>
              </a:extLst>
            </p:cNvPr>
            <p:cNvSpPr/>
            <p:nvPr/>
          </p:nvSpPr>
          <p:spPr>
            <a:xfrm>
              <a:off x="1837925" y="4369675"/>
              <a:ext cx="310850" cy="310975"/>
            </a:xfrm>
            <a:custGeom>
              <a:avLst/>
              <a:gdLst/>
              <a:ahLst/>
              <a:cxnLst/>
              <a:rect l="l" t="t" r="r" b="b"/>
              <a:pathLst>
                <a:path w="12434" h="12439" extrusionOk="0">
                  <a:moveTo>
                    <a:pt x="153" y="0"/>
                  </a:moveTo>
                  <a:cubicBezTo>
                    <a:pt x="74" y="0"/>
                    <a:pt x="1" y="79"/>
                    <a:pt x="1" y="153"/>
                  </a:cubicBezTo>
                  <a:lnTo>
                    <a:pt x="1" y="11724"/>
                  </a:lnTo>
                  <a:cubicBezTo>
                    <a:pt x="1" y="12109"/>
                    <a:pt x="306" y="12438"/>
                    <a:pt x="715" y="12438"/>
                  </a:cubicBezTo>
                  <a:lnTo>
                    <a:pt x="11725" y="12438"/>
                  </a:lnTo>
                  <a:cubicBezTo>
                    <a:pt x="12104" y="12438"/>
                    <a:pt x="12433" y="12109"/>
                    <a:pt x="12433" y="11724"/>
                  </a:cubicBezTo>
                  <a:lnTo>
                    <a:pt x="12433" y="153"/>
                  </a:lnTo>
                  <a:cubicBezTo>
                    <a:pt x="12433" y="79"/>
                    <a:pt x="12360" y="0"/>
                    <a:pt x="1228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0" name="Google Shape;5431;p66">
              <a:extLst>
                <a:ext uri="{FF2B5EF4-FFF2-40B4-BE49-F238E27FC236}">
                  <a16:creationId xmlns:a16="http://schemas.microsoft.com/office/drawing/2014/main" id="{0CA0248C-42DC-2A84-4BAF-5337A6EAA3F4}"/>
                </a:ext>
              </a:extLst>
            </p:cNvPr>
            <p:cNvSpPr/>
            <p:nvPr/>
          </p:nvSpPr>
          <p:spPr>
            <a:xfrm>
              <a:off x="1837925" y="4655750"/>
              <a:ext cx="310850" cy="33750"/>
            </a:xfrm>
            <a:custGeom>
              <a:avLst/>
              <a:gdLst/>
              <a:ahLst/>
              <a:cxnLst/>
              <a:rect l="l" t="t" r="r" b="b"/>
              <a:pathLst>
                <a:path w="12434" h="1350" extrusionOk="0">
                  <a:moveTo>
                    <a:pt x="1" y="1"/>
                  </a:moveTo>
                  <a:lnTo>
                    <a:pt x="1" y="635"/>
                  </a:lnTo>
                  <a:cubicBezTo>
                    <a:pt x="1" y="1044"/>
                    <a:pt x="306" y="1349"/>
                    <a:pt x="715" y="1349"/>
                  </a:cubicBezTo>
                  <a:lnTo>
                    <a:pt x="11725" y="1349"/>
                  </a:lnTo>
                  <a:cubicBezTo>
                    <a:pt x="12104" y="1349"/>
                    <a:pt x="12433" y="1044"/>
                    <a:pt x="12433" y="635"/>
                  </a:cubicBezTo>
                  <a:lnTo>
                    <a:pt x="12433" y="1"/>
                  </a:lnTo>
                  <a:cubicBezTo>
                    <a:pt x="12433" y="410"/>
                    <a:pt x="12104" y="715"/>
                    <a:pt x="11725" y="715"/>
                  </a:cubicBezTo>
                  <a:lnTo>
                    <a:pt x="715" y="715"/>
                  </a:lnTo>
                  <a:cubicBezTo>
                    <a:pt x="306" y="715"/>
                    <a:pt x="1" y="410"/>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1" name="Google Shape;5432;p66">
              <a:extLst>
                <a:ext uri="{FF2B5EF4-FFF2-40B4-BE49-F238E27FC236}">
                  <a16:creationId xmlns:a16="http://schemas.microsoft.com/office/drawing/2014/main" id="{99876DCA-3E11-59C7-4C39-4E7285525743}"/>
                </a:ext>
              </a:extLst>
            </p:cNvPr>
            <p:cNvSpPr/>
            <p:nvPr/>
          </p:nvSpPr>
          <p:spPr>
            <a:xfrm>
              <a:off x="2029275" y="4514000"/>
              <a:ext cx="61050" cy="57250"/>
            </a:xfrm>
            <a:custGeom>
              <a:avLst/>
              <a:gdLst/>
              <a:ahLst/>
              <a:cxnLst/>
              <a:rect l="l" t="t" r="r" b="b"/>
              <a:pathLst>
                <a:path w="2442" h="2290" extrusionOk="0">
                  <a:moveTo>
                    <a:pt x="1197" y="0"/>
                  </a:moveTo>
                  <a:cubicBezTo>
                    <a:pt x="1172" y="0"/>
                    <a:pt x="1145" y="8"/>
                    <a:pt x="1117" y="25"/>
                  </a:cubicBezTo>
                  <a:lnTo>
                    <a:pt x="104" y="635"/>
                  </a:lnTo>
                  <a:cubicBezTo>
                    <a:pt x="25" y="660"/>
                    <a:pt x="0" y="764"/>
                    <a:pt x="49" y="843"/>
                  </a:cubicBezTo>
                  <a:lnTo>
                    <a:pt x="714" y="1984"/>
                  </a:lnTo>
                  <a:lnTo>
                    <a:pt x="1325" y="2289"/>
                  </a:lnTo>
                  <a:lnTo>
                    <a:pt x="2442" y="2289"/>
                  </a:lnTo>
                  <a:lnTo>
                    <a:pt x="2442" y="1984"/>
                  </a:lnTo>
                  <a:lnTo>
                    <a:pt x="1325" y="80"/>
                  </a:lnTo>
                  <a:cubicBezTo>
                    <a:pt x="1289" y="28"/>
                    <a:pt x="1245" y="0"/>
                    <a:pt x="119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2" name="Google Shape;5433;p66">
              <a:extLst>
                <a:ext uri="{FF2B5EF4-FFF2-40B4-BE49-F238E27FC236}">
                  <a16:creationId xmlns:a16="http://schemas.microsoft.com/office/drawing/2014/main" id="{C00DD2E7-C281-0E3D-A31E-FFA703F4F37E}"/>
                </a:ext>
              </a:extLst>
            </p:cNvPr>
            <p:cNvSpPr/>
            <p:nvPr/>
          </p:nvSpPr>
          <p:spPr>
            <a:xfrm>
              <a:off x="2047125" y="4563600"/>
              <a:ext cx="52825" cy="23525"/>
            </a:xfrm>
            <a:custGeom>
              <a:avLst/>
              <a:gdLst/>
              <a:ahLst/>
              <a:cxnLst/>
              <a:rect l="l" t="t" r="r" b="b"/>
              <a:pathLst>
                <a:path w="2113" h="941" extrusionOk="0">
                  <a:moveTo>
                    <a:pt x="0" y="0"/>
                  </a:moveTo>
                  <a:lnTo>
                    <a:pt x="379" y="635"/>
                  </a:lnTo>
                  <a:lnTo>
                    <a:pt x="1166" y="940"/>
                  </a:lnTo>
                  <a:lnTo>
                    <a:pt x="2112" y="635"/>
                  </a:lnTo>
                  <a:lnTo>
                    <a:pt x="172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3" name="Google Shape;5434;p66">
              <a:extLst>
                <a:ext uri="{FF2B5EF4-FFF2-40B4-BE49-F238E27FC236}">
                  <a16:creationId xmlns:a16="http://schemas.microsoft.com/office/drawing/2014/main" id="{F3C7366B-AE8E-CA0D-91E0-674418EC2757}"/>
                </a:ext>
              </a:extLst>
            </p:cNvPr>
            <p:cNvSpPr/>
            <p:nvPr/>
          </p:nvSpPr>
          <p:spPr>
            <a:xfrm>
              <a:off x="1920625" y="4578850"/>
              <a:ext cx="64875" cy="37575"/>
            </a:xfrm>
            <a:custGeom>
              <a:avLst/>
              <a:gdLst/>
              <a:ahLst/>
              <a:cxnLst/>
              <a:rect l="l" t="t" r="r" b="b"/>
              <a:pathLst>
                <a:path w="2595" h="1503" extrusionOk="0">
                  <a:moveTo>
                    <a:pt x="2442" y="1"/>
                  </a:moveTo>
                  <a:lnTo>
                    <a:pt x="1014" y="25"/>
                  </a:lnTo>
                  <a:lnTo>
                    <a:pt x="556" y="281"/>
                  </a:lnTo>
                  <a:lnTo>
                    <a:pt x="1" y="1246"/>
                  </a:lnTo>
                  <a:lnTo>
                    <a:pt x="123" y="1502"/>
                  </a:lnTo>
                  <a:lnTo>
                    <a:pt x="2442" y="1502"/>
                  </a:lnTo>
                  <a:cubicBezTo>
                    <a:pt x="2540" y="1502"/>
                    <a:pt x="2595" y="1453"/>
                    <a:pt x="2595" y="1349"/>
                  </a:cubicBezTo>
                  <a:lnTo>
                    <a:pt x="2595" y="153"/>
                  </a:lnTo>
                  <a:cubicBezTo>
                    <a:pt x="2595" y="80"/>
                    <a:pt x="2540" y="1"/>
                    <a:pt x="244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4" name="Google Shape;5435;p66">
              <a:extLst>
                <a:ext uri="{FF2B5EF4-FFF2-40B4-BE49-F238E27FC236}">
                  <a16:creationId xmlns:a16="http://schemas.microsoft.com/office/drawing/2014/main" id="{16B7CA20-6DC9-C23E-9A59-590F78CE6DC9}"/>
                </a:ext>
              </a:extLst>
            </p:cNvPr>
            <p:cNvSpPr/>
            <p:nvPr/>
          </p:nvSpPr>
          <p:spPr>
            <a:xfrm>
              <a:off x="1933900" y="4447325"/>
              <a:ext cx="50850" cy="70750"/>
            </a:xfrm>
            <a:custGeom>
              <a:avLst/>
              <a:gdLst/>
              <a:ahLst/>
              <a:cxnLst/>
              <a:rect l="l" t="t" r="r" b="b"/>
              <a:pathLst>
                <a:path w="2034" h="2830" extrusionOk="0">
                  <a:moveTo>
                    <a:pt x="1172" y="1"/>
                  </a:moveTo>
                  <a:lnTo>
                    <a:pt x="25" y="2009"/>
                  </a:lnTo>
                  <a:cubicBezTo>
                    <a:pt x="1" y="2082"/>
                    <a:pt x="25" y="2186"/>
                    <a:pt x="80" y="2210"/>
                  </a:cubicBezTo>
                  <a:lnTo>
                    <a:pt x="1118" y="2820"/>
                  </a:lnTo>
                  <a:cubicBezTo>
                    <a:pt x="1137" y="2826"/>
                    <a:pt x="1157" y="2829"/>
                    <a:pt x="1176" y="2829"/>
                  </a:cubicBezTo>
                  <a:cubicBezTo>
                    <a:pt x="1232" y="2829"/>
                    <a:pt x="1284" y="2802"/>
                    <a:pt x="1325" y="2747"/>
                  </a:cubicBezTo>
                  <a:lnTo>
                    <a:pt x="2033" y="1526"/>
                  </a:lnTo>
                  <a:lnTo>
                    <a:pt x="2033" y="1142"/>
                  </a:lnTo>
                  <a:lnTo>
                    <a:pt x="1502" y="178"/>
                  </a:lnTo>
                  <a:lnTo>
                    <a:pt x="117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5" name="Google Shape;5436;p66">
              <a:extLst>
                <a:ext uri="{FF2B5EF4-FFF2-40B4-BE49-F238E27FC236}">
                  <a16:creationId xmlns:a16="http://schemas.microsoft.com/office/drawing/2014/main" id="{EF3E2F7A-ABCD-0209-5401-19BA88008299}"/>
                </a:ext>
              </a:extLst>
            </p:cNvPr>
            <p:cNvSpPr/>
            <p:nvPr/>
          </p:nvSpPr>
          <p:spPr>
            <a:xfrm>
              <a:off x="2007000" y="4575650"/>
              <a:ext cx="92950" cy="44475"/>
            </a:xfrm>
            <a:custGeom>
              <a:avLst/>
              <a:gdLst/>
              <a:ahLst/>
              <a:cxnLst/>
              <a:rect l="l" t="t" r="r" b="b"/>
              <a:pathLst>
                <a:path w="3718" h="1779" extrusionOk="0">
                  <a:moveTo>
                    <a:pt x="836" y="0"/>
                  </a:moveTo>
                  <a:cubicBezTo>
                    <a:pt x="795" y="0"/>
                    <a:pt x="752" y="18"/>
                    <a:pt x="714" y="55"/>
                  </a:cubicBezTo>
                  <a:lnTo>
                    <a:pt x="55" y="788"/>
                  </a:lnTo>
                  <a:cubicBezTo>
                    <a:pt x="0" y="843"/>
                    <a:pt x="0" y="940"/>
                    <a:pt x="55" y="995"/>
                  </a:cubicBezTo>
                  <a:lnTo>
                    <a:pt x="714" y="1734"/>
                  </a:lnTo>
                  <a:cubicBezTo>
                    <a:pt x="747" y="1765"/>
                    <a:pt x="786" y="1779"/>
                    <a:pt x="822" y="1779"/>
                  </a:cubicBezTo>
                  <a:cubicBezTo>
                    <a:pt x="900" y="1779"/>
                    <a:pt x="971" y="1717"/>
                    <a:pt x="971" y="1630"/>
                  </a:cubicBezTo>
                  <a:lnTo>
                    <a:pt x="2771" y="1630"/>
                  </a:lnTo>
                  <a:cubicBezTo>
                    <a:pt x="2826" y="1630"/>
                    <a:pt x="2875" y="1606"/>
                    <a:pt x="2899" y="1551"/>
                  </a:cubicBezTo>
                  <a:lnTo>
                    <a:pt x="3717" y="153"/>
                  </a:lnTo>
                  <a:lnTo>
                    <a:pt x="971" y="153"/>
                  </a:lnTo>
                  <a:cubicBezTo>
                    <a:pt x="971" y="56"/>
                    <a:pt x="908" y="0"/>
                    <a:pt x="8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6" name="Google Shape;5437;p66">
              <a:extLst>
                <a:ext uri="{FF2B5EF4-FFF2-40B4-BE49-F238E27FC236}">
                  <a16:creationId xmlns:a16="http://schemas.microsoft.com/office/drawing/2014/main" id="{21E76834-C732-85A7-30A7-6AEDF91B5DE5}"/>
                </a:ext>
              </a:extLst>
            </p:cNvPr>
            <p:cNvSpPr/>
            <p:nvPr/>
          </p:nvSpPr>
          <p:spPr>
            <a:xfrm>
              <a:off x="1907800" y="4579475"/>
              <a:ext cx="38175" cy="36950"/>
            </a:xfrm>
            <a:custGeom>
              <a:avLst/>
              <a:gdLst/>
              <a:ahLst/>
              <a:cxnLst/>
              <a:rect l="l" t="t" r="r" b="b"/>
              <a:pathLst>
                <a:path w="1527" h="1478" extrusionOk="0">
                  <a:moveTo>
                    <a:pt x="892" y="0"/>
                  </a:moveTo>
                  <a:lnTo>
                    <a:pt x="154" y="739"/>
                  </a:lnTo>
                  <a:lnTo>
                    <a:pt x="1" y="1477"/>
                  </a:lnTo>
                  <a:lnTo>
                    <a:pt x="636" y="1477"/>
                  </a:lnTo>
                  <a:lnTo>
                    <a:pt x="152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7" name="Google Shape;5438;p66">
              <a:extLst>
                <a:ext uri="{FF2B5EF4-FFF2-40B4-BE49-F238E27FC236}">
                  <a16:creationId xmlns:a16="http://schemas.microsoft.com/office/drawing/2014/main" id="{65C5F75D-A8A1-6959-8842-B1F8D0C751F2}"/>
                </a:ext>
              </a:extLst>
            </p:cNvPr>
            <p:cNvSpPr/>
            <p:nvPr/>
          </p:nvSpPr>
          <p:spPr>
            <a:xfrm>
              <a:off x="1963200" y="4433900"/>
              <a:ext cx="35575" cy="51600"/>
            </a:xfrm>
            <a:custGeom>
              <a:avLst/>
              <a:gdLst/>
              <a:ahLst/>
              <a:cxnLst/>
              <a:rect l="l" t="t" r="r" b="b"/>
              <a:pathLst>
                <a:path w="1423" h="2064" extrusionOk="0">
                  <a:moveTo>
                    <a:pt x="330" y="1"/>
                  </a:moveTo>
                  <a:lnTo>
                    <a:pt x="0" y="538"/>
                  </a:lnTo>
                  <a:lnTo>
                    <a:pt x="861" y="2063"/>
                  </a:lnTo>
                  <a:lnTo>
                    <a:pt x="1166" y="1502"/>
                  </a:lnTo>
                  <a:lnTo>
                    <a:pt x="1423" y="843"/>
                  </a:lnTo>
                  <a:lnTo>
                    <a:pt x="33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8" name="Google Shape;5439;p66">
              <a:extLst>
                <a:ext uri="{FF2B5EF4-FFF2-40B4-BE49-F238E27FC236}">
                  <a16:creationId xmlns:a16="http://schemas.microsoft.com/office/drawing/2014/main" id="{C077A058-0381-2F5A-0EFD-317FD48CC614}"/>
                </a:ext>
              </a:extLst>
            </p:cNvPr>
            <p:cNvSpPr/>
            <p:nvPr/>
          </p:nvSpPr>
          <p:spPr>
            <a:xfrm>
              <a:off x="1904600" y="4252775"/>
              <a:ext cx="177475" cy="31775"/>
            </a:xfrm>
            <a:custGeom>
              <a:avLst/>
              <a:gdLst/>
              <a:ahLst/>
              <a:cxnLst/>
              <a:rect l="l" t="t" r="r" b="b"/>
              <a:pathLst>
                <a:path w="7099" h="1271" extrusionOk="0">
                  <a:moveTo>
                    <a:pt x="1020" y="1"/>
                  </a:moveTo>
                  <a:cubicBezTo>
                    <a:pt x="971" y="1"/>
                    <a:pt x="947" y="25"/>
                    <a:pt x="916" y="50"/>
                  </a:cubicBezTo>
                  <a:lnTo>
                    <a:pt x="1" y="941"/>
                  </a:lnTo>
                  <a:lnTo>
                    <a:pt x="1" y="1270"/>
                  </a:lnTo>
                  <a:lnTo>
                    <a:pt x="7099" y="1270"/>
                  </a:lnTo>
                  <a:lnTo>
                    <a:pt x="7099" y="941"/>
                  </a:lnTo>
                  <a:lnTo>
                    <a:pt x="6183" y="50"/>
                  </a:lnTo>
                  <a:cubicBezTo>
                    <a:pt x="6159" y="25"/>
                    <a:pt x="6104" y="1"/>
                    <a:pt x="60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0" name="Google Shape;5440;p66">
              <a:extLst>
                <a:ext uri="{FF2B5EF4-FFF2-40B4-BE49-F238E27FC236}">
                  <a16:creationId xmlns:a16="http://schemas.microsoft.com/office/drawing/2014/main" id="{FAE3C19E-EC64-BD80-3004-A3FD60132BF1}"/>
                </a:ext>
              </a:extLst>
            </p:cNvPr>
            <p:cNvSpPr/>
            <p:nvPr/>
          </p:nvSpPr>
          <p:spPr>
            <a:xfrm>
              <a:off x="1888750" y="4276275"/>
              <a:ext cx="209200" cy="15900"/>
            </a:xfrm>
            <a:custGeom>
              <a:avLst/>
              <a:gdLst/>
              <a:ahLst/>
              <a:cxnLst/>
              <a:rect l="l" t="t" r="r" b="b"/>
              <a:pathLst>
                <a:path w="8368" h="636" extrusionOk="0">
                  <a:moveTo>
                    <a:pt x="635" y="1"/>
                  </a:moveTo>
                  <a:lnTo>
                    <a:pt x="0" y="636"/>
                  </a:lnTo>
                  <a:lnTo>
                    <a:pt x="8368" y="636"/>
                  </a:lnTo>
                  <a:lnTo>
                    <a:pt x="773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1" name="Google Shape;5441;p66">
              <a:extLst>
                <a:ext uri="{FF2B5EF4-FFF2-40B4-BE49-F238E27FC236}">
                  <a16:creationId xmlns:a16="http://schemas.microsoft.com/office/drawing/2014/main" id="{DC6EC1E4-2990-98FD-430F-C440AA7A36F5}"/>
                </a:ext>
              </a:extLst>
            </p:cNvPr>
            <p:cNvSpPr/>
            <p:nvPr/>
          </p:nvSpPr>
          <p:spPr>
            <a:xfrm>
              <a:off x="1971450" y="4433900"/>
              <a:ext cx="72250" cy="71450"/>
            </a:xfrm>
            <a:custGeom>
              <a:avLst/>
              <a:gdLst/>
              <a:ahLst/>
              <a:cxnLst/>
              <a:rect l="l" t="t" r="r" b="b"/>
              <a:pathLst>
                <a:path w="2890" h="2858" extrusionOk="0">
                  <a:moveTo>
                    <a:pt x="0" y="1"/>
                  </a:moveTo>
                  <a:lnTo>
                    <a:pt x="1349" y="2369"/>
                  </a:lnTo>
                  <a:cubicBezTo>
                    <a:pt x="1221" y="2442"/>
                    <a:pt x="1245" y="2619"/>
                    <a:pt x="1398" y="2643"/>
                  </a:cubicBezTo>
                  <a:lnTo>
                    <a:pt x="2362" y="2851"/>
                  </a:lnTo>
                  <a:cubicBezTo>
                    <a:pt x="2376" y="2855"/>
                    <a:pt x="2390" y="2857"/>
                    <a:pt x="2403" y="2857"/>
                  </a:cubicBezTo>
                  <a:cubicBezTo>
                    <a:pt x="2466" y="2857"/>
                    <a:pt x="2520" y="2812"/>
                    <a:pt x="2545" y="2747"/>
                  </a:cubicBezTo>
                  <a:lnTo>
                    <a:pt x="2850" y="1807"/>
                  </a:lnTo>
                  <a:cubicBezTo>
                    <a:pt x="2890" y="1703"/>
                    <a:pt x="2813" y="1615"/>
                    <a:pt x="2714" y="1615"/>
                  </a:cubicBezTo>
                  <a:cubicBezTo>
                    <a:pt x="2691" y="1615"/>
                    <a:pt x="2667" y="1620"/>
                    <a:pt x="2643" y="1630"/>
                  </a:cubicBezTo>
                  <a:lnTo>
                    <a:pt x="1752" y="80"/>
                  </a:lnTo>
                  <a:cubicBezTo>
                    <a:pt x="1727" y="25"/>
                    <a:pt x="1678" y="1"/>
                    <a:pt x="163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2" name="Google Shape;5442;p66">
              <a:extLst>
                <a:ext uri="{FF2B5EF4-FFF2-40B4-BE49-F238E27FC236}">
                  <a16:creationId xmlns:a16="http://schemas.microsoft.com/office/drawing/2014/main" id="{79B53F2F-2893-39B4-FB33-46CA37BF172C}"/>
                </a:ext>
              </a:extLst>
            </p:cNvPr>
            <p:cNvSpPr/>
            <p:nvPr/>
          </p:nvSpPr>
          <p:spPr>
            <a:xfrm>
              <a:off x="1887525" y="4527225"/>
              <a:ext cx="61450" cy="89200"/>
            </a:xfrm>
            <a:custGeom>
              <a:avLst/>
              <a:gdLst/>
              <a:ahLst/>
              <a:cxnLst/>
              <a:rect l="l" t="t" r="r" b="b"/>
              <a:pathLst>
                <a:path w="2458" h="3568" extrusionOk="0">
                  <a:moveTo>
                    <a:pt x="2004" y="0"/>
                  </a:moveTo>
                  <a:cubicBezTo>
                    <a:pt x="1989" y="0"/>
                    <a:pt x="1974" y="3"/>
                    <a:pt x="1959" y="9"/>
                  </a:cubicBezTo>
                  <a:lnTo>
                    <a:pt x="965" y="186"/>
                  </a:lnTo>
                  <a:cubicBezTo>
                    <a:pt x="836" y="210"/>
                    <a:pt x="812" y="387"/>
                    <a:pt x="940" y="467"/>
                  </a:cubicBezTo>
                  <a:lnTo>
                    <a:pt x="25" y="2017"/>
                  </a:lnTo>
                  <a:cubicBezTo>
                    <a:pt x="0" y="2041"/>
                    <a:pt x="0" y="2114"/>
                    <a:pt x="25" y="2145"/>
                  </a:cubicBezTo>
                  <a:lnTo>
                    <a:pt x="812" y="3567"/>
                  </a:lnTo>
                  <a:lnTo>
                    <a:pt x="2210" y="1229"/>
                  </a:lnTo>
                  <a:cubicBezTo>
                    <a:pt x="2232" y="1238"/>
                    <a:pt x="2254" y="1242"/>
                    <a:pt x="2275" y="1242"/>
                  </a:cubicBezTo>
                  <a:cubicBezTo>
                    <a:pt x="2377" y="1242"/>
                    <a:pt x="2458" y="1152"/>
                    <a:pt x="2417" y="1046"/>
                  </a:cubicBezTo>
                  <a:lnTo>
                    <a:pt x="2136" y="82"/>
                  </a:lnTo>
                  <a:cubicBezTo>
                    <a:pt x="2117" y="43"/>
                    <a:pt x="2062" y="0"/>
                    <a:pt x="200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03" name="Google Shape;5513;p66">
            <a:extLst>
              <a:ext uri="{FF2B5EF4-FFF2-40B4-BE49-F238E27FC236}">
                <a16:creationId xmlns:a16="http://schemas.microsoft.com/office/drawing/2014/main" id="{2BECB8E3-23D7-4DB6-4438-C4359F8BBC1B}"/>
              </a:ext>
            </a:extLst>
          </p:cNvPr>
          <p:cNvGrpSpPr/>
          <p:nvPr/>
        </p:nvGrpSpPr>
        <p:grpSpPr>
          <a:xfrm>
            <a:off x="-633896" y="1434592"/>
            <a:ext cx="415200" cy="437325"/>
            <a:chOff x="1785750" y="2269825"/>
            <a:chExt cx="415200" cy="437325"/>
          </a:xfrm>
        </p:grpSpPr>
        <p:sp>
          <p:nvSpPr>
            <p:cNvPr id="2304" name="Google Shape;5514;p66">
              <a:extLst>
                <a:ext uri="{FF2B5EF4-FFF2-40B4-BE49-F238E27FC236}">
                  <a16:creationId xmlns:a16="http://schemas.microsoft.com/office/drawing/2014/main" id="{C75235AB-BBB7-8ED4-FA64-0A7628642A9D}"/>
                </a:ext>
              </a:extLst>
            </p:cNvPr>
            <p:cNvSpPr/>
            <p:nvPr/>
          </p:nvSpPr>
          <p:spPr>
            <a:xfrm>
              <a:off x="2057950" y="2361375"/>
              <a:ext cx="120725" cy="282925"/>
            </a:xfrm>
            <a:custGeom>
              <a:avLst/>
              <a:gdLst/>
              <a:ahLst/>
              <a:cxnLst/>
              <a:rect l="l" t="t" r="r" b="b"/>
              <a:pathLst>
                <a:path w="4829" h="11317" extrusionOk="0">
                  <a:moveTo>
                    <a:pt x="275" y="1"/>
                  </a:moveTo>
                  <a:cubicBezTo>
                    <a:pt x="123" y="1"/>
                    <a:pt x="1" y="99"/>
                    <a:pt x="1" y="251"/>
                  </a:cubicBezTo>
                  <a:cubicBezTo>
                    <a:pt x="1" y="404"/>
                    <a:pt x="123" y="507"/>
                    <a:pt x="275" y="507"/>
                  </a:cubicBezTo>
                  <a:lnTo>
                    <a:pt x="1374" y="507"/>
                  </a:lnTo>
                  <a:cubicBezTo>
                    <a:pt x="1624" y="507"/>
                    <a:pt x="1832" y="709"/>
                    <a:pt x="1832" y="965"/>
                  </a:cubicBezTo>
                  <a:lnTo>
                    <a:pt x="1832" y="9815"/>
                  </a:lnTo>
                  <a:cubicBezTo>
                    <a:pt x="1832" y="10657"/>
                    <a:pt x="2491" y="11316"/>
                    <a:pt x="3327" y="11316"/>
                  </a:cubicBezTo>
                  <a:cubicBezTo>
                    <a:pt x="4145" y="11316"/>
                    <a:pt x="4828" y="10657"/>
                    <a:pt x="4828" y="9815"/>
                  </a:cubicBezTo>
                  <a:lnTo>
                    <a:pt x="4828" y="3510"/>
                  </a:lnTo>
                  <a:cubicBezTo>
                    <a:pt x="4828" y="3358"/>
                    <a:pt x="4700" y="3229"/>
                    <a:pt x="4548" y="3229"/>
                  </a:cubicBezTo>
                  <a:cubicBezTo>
                    <a:pt x="4395" y="3229"/>
                    <a:pt x="4297" y="3358"/>
                    <a:pt x="4297" y="3510"/>
                  </a:cubicBezTo>
                  <a:lnTo>
                    <a:pt x="4297" y="9815"/>
                  </a:lnTo>
                  <a:cubicBezTo>
                    <a:pt x="4297" y="10352"/>
                    <a:pt x="3864" y="10779"/>
                    <a:pt x="3327" y="10779"/>
                  </a:cubicBezTo>
                  <a:cubicBezTo>
                    <a:pt x="2796" y="10779"/>
                    <a:pt x="2338" y="10352"/>
                    <a:pt x="2338" y="9815"/>
                  </a:cubicBezTo>
                  <a:lnTo>
                    <a:pt x="2338" y="965"/>
                  </a:lnTo>
                  <a:cubicBezTo>
                    <a:pt x="2338" y="434"/>
                    <a:pt x="1905" y="1"/>
                    <a:pt x="137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5" name="Google Shape;5515;p66">
              <a:extLst>
                <a:ext uri="{FF2B5EF4-FFF2-40B4-BE49-F238E27FC236}">
                  <a16:creationId xmlns:a16="http://schemas.microsoft.com/office/drawing/2014/main" id="{C11C2AF9-3DA5-B634-0353-8525930145E3}"/>
                </a:ext>
              </a:extLst>
            </p:cNvPr>
            <p:cNvSpPr/>
            <p:nvPr/>
          </p:nvSpPr>
          <p:spPr>
            <a:xfrm>
              <a:off x="2045750" y="2335900"/>
              <a:ext cx="35125" cy="56025"/>
            </a:xfrm>
            <a:custGeom>
              <a:avLst/>
              <a:gdLst/>
              <a:ahLst/>
              <a:cxnLst/>
              <a:rect l="l" t="t" r="r" b="b"/>
              <a:pathLst>
                <a:path w="1405" h="2241" extrusionOk="0">
                  <a:moveTo>
                    <a:pt x="0" y="1"/>
                  </a:moveTo>
                  <a:lnTo>
                    <a:pt x="0" y="1911"/>
                  </a:lnTo>
                  <a:lnTo>
                    <a:pt x="306" y="2241"/>
                  </a:lnTo>
                  <a:lnTo>
                    <a:pt x="714" y="2241"/>
                  </a:lnTo>
                  <a:cubicBezTo>
                    <a:pt x="1099" y="2241"/>
                    <a:pt x="1404" y="1935"/>
                    <a:pt x="1404" y="1551"/>
                  </a:cubicBezTo>
                  <a:lnTo>
                    <a:pt x="1404" y="355"/>
                  </a:lnTo>
                  <a:cubicBezTo>
                    <a:pt x="1404" y="153"/>
                    <a:pt x="1221" y="1"/>
                    <a:pt x="104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6" name="Google Shape;5516;p66">
              <a:extLst>
                <a:ext uri="{FF2B5EF4-FFF2-40B4-BE49-F238E27FC236}">
                  <a16:creationId xmlns:a16="http://schemas.microsoft.com/office/drawing/2014/main" id="{02A165F3-05B1-662D-FE00-FF27997BEBCE}"/>
                </a:ext>
              </a:extLst>
            </p:cNvPr>
            <p:cNvSpPr/>
            <p:nvPr/>
          </p:nvSpPr>
          <p:spPr>
            <a:xfrm>
              <a:off x="2045750" y="2374650"/>
              <a:ext cx="35125" cy="24900"/>
            </a:xfrm>
            <a:custGeom>
              <a:avLst/>
              <a:gdLst/>
              <a:ahLst/>
              <a:cxnLst/>
              <a:rect l="l" t="t" r="r" b="b"/>
              <a:pathLst>
                <a:path w="1405" h="996" extrusionOk="0">
                  <a:moveTo>
                    <a:pt x="1404" y="1"/>
                  </a:moveTo>
                  <a:cubicBezTo>
                    <a:pt x="1404" y="208"/>
                    <a:pt x="1221" y="361"/>
                    <a:pt x="1044" y="361"/>
                  </a:cubicBezTo>
                  <a:lnTo>
                    <a:pt x="0" y="361"/>
                  </a:lnTo>
                  <a:lnTo>
                    <a:pt x="0" y="996"/>
                  </a:lnTo>
                  <a:lnTo>
                    <a:pt x="1044" y="996"/>
                  </a:lnTo>
                  <a:cubicBezTo>
                    <a:pt x="1221" y="996"/>
                    <a:pt x="1404" y="843"/>
                    <a:pt x="1404" y="636"/>
                  </a:cubicBezTo>
                  <a:lnTo>
                    <a:pt x="140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1" name="Google Shape;5517;p66">
              <a:extLst>
                <a:ext uri="{FF2B5EF4-FFF2-40B4-BE49-F238E27FC236}">
                  <a16:creationId xmlns:a16="http://schemas.microsoft.com/office/drawing/2014/main" id="{B4CDB133-BFED-E12C-269C-4F518A83EDD8}"/>
                </a:ext>
              </a:extLst>
            </p:cNvPr>
            <p:cNvSpPr/>
            <p:nvPr/>
          </p:nvSpPr>
          <p:spPr>
            <a:xfrm>
              <a:off x="2149500" y="2377250"/>
              <a:ext cx="13300" cy="50225"/>
            </a:xfrm>
            <a:custGeom>
              <a:avLst/>
              <a:gdLst/>
              <a:ahLst/>
              <a:cxnLst/>
              <a:rect l="l" t="t" r="r" b="b"/>
              <a:pathLst>
                <a:path w="532" h="2009" extrusionOk="0">
                  <a:moveTo>
                    <a:pt x="251" y="1"/>
                  </a:moveTo>
                  <a:cubicBezTo>
                    <a:pt x="98" y="1"/>
                    <a:pt x="1" y="129"/>
                    <a:pt x="1" y="281"/>
                  </a:cubicBezTo>
                  <a:lnTo>
                    <a:pt x="1" y="1752"/>
                  </a:lnTo>
                  <a:cubicBezTo>
                    <a:pt x="1" y="1905"/>
                    <a:pt x="98" y="2009"/>
                    <a:pt x="251" y="2009"/>
                  </a:cubicBezTo>
                  <a:cubicBezTo>
                    <a:pt x="403" y="2009"/>
                    <a:pt x="532" y="1905"/>
                    <a:pt x="532" y="1752"/>
                  </a:cubicBezTo>
                  <a:lnTo>
                    <a:pt x="532" y="281"/>
                  </a:lnTo>
                  <a:cubicBezTo>
                    <a:pt x="532" y="129"/>
                    <a:pt x="403" y="1"/>
                    <a:pt x="25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2" name="Google Shape;5518;p66">
              <a:extLst>
                <a:ext uri="{FF2B5EF4-FFF2-40B4-BE49-F238E27FC236}">
                  <a16:creationId xmlns:a16="http://schemas.microsoft.com/office/drawing/2014/main" id="{A188C403-FBEE-3F4B-82D2-015A0141A6BE}"/>
                </a:ext>
              </a:extLst>
            </p:cNvPr>
            <p:cNvSpPr/>
            <p:nvPr/>
          </p:nvSpPr>
          <p:spPr>
            <a:xfrm>
              <a:off x="2181250" y="2377250"/>
              <a:ext cx="13300" cy="50225"/>
            </a:xfrm>
            <a:custGeom>
              <a:avLst/>
              <a:gdLst/>
              <a:ahLst/>
              <a:cxnLst/>
              <a:rect l="l" t="t" r="r" b="b"/>
              <a:pathLst>
                <a:path w="532" h="2009" extrusionOk="0">
                  <a:moveTo>
                    <a:pt x="256" y="1"/>
                  </a:moveTo>
                  <a:cubicBezTo>
                    <a:pt x="104" y="1"/>
                    <a:pt x="0" y="129"/>
                    <a:pt x="0" y="281"/>
                  </a:cubicBezTo>
                  <a:lnTo>
                    <a:pt x="0" y="1752"/>
                  </a:lnTo>
                  <a:cubicBezTo>
                    <a:pt x="0" y="1905"/>
                    <a:pt x="104" y="2009"/>
                    <a:pt x="256" y="2009"/>
                  </a:cubicBezTo>
                  <a:cubicBezTo>
                    <a:pt x="409" y="2009"/>
                    <a:pt x="531" y="1905"/>
                    <a:pt x="531" y="1752"/>
                  </a:cubicBezTo>
                  <a:lnTo>
                    <a:pt x="531" y="281"/>
                  </a:lnTo>
                  <a:cubicBezTo>
                    <a:pt x="531" y="129"/>
                    <a:pt x="409" y="1"/>
                    <a:pt x="25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3" name="Google Shape;5519;p66">
              <a:extLst>
                <a:ext uri="{FF2B5EF4-FFF2-40B4-BE49-F238E27FC236}">
                  <a16:creationId xmlns:a16="http://schemas.microsoft.com/office/drawing/2014/main" id="{4BC6225F-98C2-2EBA-3CB9-378489A98089}"/>
                </a:ext>
              </a:extLst>
            </p:cNvPr>
            <p:cNvSpPr/>
            <p:nvPr/>
          </p:nvSpPr>
          <p:spPr>
            <a:xfrm>
              <a:off x="2142475" y="2409600"/>
              <a:ext cx="58475" cy="45200"/>
            </a:xfrm>
            <a:custGeom>
              <a:avLst/>
              <a:gdLst/>
              <a:ahLst/>
              <a:cxnLst/>
              <a:rect l="l" t="t" r="r" b="b"/>
              <a:pathLst>
                <a:path w="2339" h="1808" extrusionOk="0">
                  <a:moveTo>
                    <a:pt x="178" y="1"/>
                  </a:moveTo>
                  <a:cubicBezTo>
                    <a:pt x="74" y="1"/>
                    <a:pt x="1" y="104"/>
                    <a:pt x="1" y="184"/>
                  </a:cubicBezTo>
                  <a:lnTo>
                    <a:pt x="1" y="947"/>
                  </a:lnTo>
                  <a:cubicBezTo>
                    <a:pt x="1" y="1099"/>
                    <a:pt x="74" y="1221"/>
                    <a:pt x="178" y="1325"/>
                  </a:cubicBezTo>
                  <a:cubicBezTo>
                    <a:pt x="251" y="1374"/>
                    <a:pt x="330" y="1477"/>
                    <a:pt x="404" y="1581"/>
                  </a:cubicBezTo>
                  <a:lnTo>
                    <a:pt x="941" y="1807"/>
                  </a:lnTo>
                  <a:lnTo>
                    <a:pt x="1423" y="1807"/>
                  </a:lnTo>
                  <a:lnTo>
                    <a:pt x="1930" y="1581"/>
                  </a:lnTo>
                  <a:cubicBezTo>
                    <a:pt x="2009" y="1477"/>
                    <a:pt x="2113" y="1374"/>
                    <a:pt x="2161" y="1325"/>
                  </a:cubicBezTo>
                  <a:cubicBezTo>
                    <a:pt x="2290" y="1221"/>
                    <a:pt x="2338" y="1099"/>
                    <a:pt x="2338" y="947"/>
                  </a:cubicBezTo>
                  <a:lnTo>
                    <a:pt x="2338" y="184"/>
                  </a:lnTo>
                  <a:cubicBezTo>
                    <a:pt x="2338" y="104"/>
                    <a:pt x="2265" y="1"/>
                    <a:pt x="216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4" name="Google Shape;5520;p66">
              <a:extLst>
                <a:ext uri="{FF2B5EF4-FFF2-40B4-BE49-F238E27FC236}">
                  <a16:creationId xmlns:a16="http://schemas.microsoft.com/office/drawing/2014/main" id="{319075E3-1613-8580-B362-CEFF7AFD3C7E}"/>
                </a:ext>
              </a:extLst>
            </p:cNvPr>
            <p:cNvSpPr/>
            <p:nvPr/>
          </p:nvSpPr>
          <p:spPr>
            <a:xfrm>
              <a:off x="2152550" y="2449125"/>
              <a:ext cx="38175" cy="15875"/>
            </a:xfrm>
            <a:custGeom>
              <a:avLst/>
              <a:gdLst/>
              <a:ahLst/>
              <a:cxnLst/>
              <a:rect l="l" t="t" r="r" b="b"/>
              <a:pathLst>
                <a:path w="1527" h="635" extrusionOk="0">
                  <a:moveTo>
                    <a:pt x="1" y="0"/>
                  </a:moveTo>
                  <a:cubicBezTo>
                    <a:pt x="104" y="128"/>
                    <a:pt x="184" y="305"/>
                    <a:pt x="208" y="507"/>
                  </a:cubicBezTo>
                  <a:cubicBezTo>
                    <a:pt x="233" y="586"/>
                    <a:pt x="281" y="635"/>
                    <a:pt x="336" y="635"/>
                  </a:cubicBezTo>
                  <a:lnTo>
                    <a:pt x="1197" y="635"/>
                  </a:lnTo>
                  <a:cubicBezTo>
                    <a:pt x="1276" y="635"/>
                    <a:pt x="1325" y="586"/>
                    <a:pt x="1325" y="507"/>
                  </a:cubicBezTo>
                  <a:cubicBezTo>
                    <a:pt x="1350" y="305"/>
                    <a:pt x="1429" y="128"/>
                    <a:pt x="152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5" name="Google Shape;5521;p66">
              <a:extLst>
                <a:ext uri="{FF2B5EF4-FFF2-40B4-BE49-F238E27FC236}">
                  <a16:creationId xmlns:a16="http://schemas.microsoft.com/office/drawing/2014/main" id="{E947767B-BCCB-4D48-0448-923B4A0E5EE7}"/>
                </a:ext>
              </a:extLst>
            </p:cNvPr>
            <p:cNvSpPr/>
            <p:nvPr/>
          </p:nvSpPr>
          <p:spPr>
            <a:xfrm>
              <a:off x="1811850" y="2269825"/>
              <a:ext cx="241550" cy="402400"/>
            </a:xfrm>
            <a:custGeom>
              <a:avLst/>
              <a:gdLst/>
              <a:ahLst/>
              <a:cxnLst/>
              <a:rect l="l" t="t" r="r" b="b"/>
              <a:pathLst>
                <a:path w="9662" h="16096" extrusionOk="0">
                  <a:moveTo>
                    <a:pt x="1044" y="1"/>
                  </a:moveTo>
                  <a:cubicBezTo>
                    <a:pt x="458" y="1"/>
                    <a:pt x="0" y="483"/>
                    <a:pt x="0" y="1069"/>
                  </a:cubicBezTo>
                  <a:lnTo>
                    <a:pt x="0" y="15766"/>
                  </a:lnTo>
                  <a:lnTo>
                    <a:pt x="305" y="16095"/>
                  </a:lnTo>
                  <a:lnTo>
                    <a:pt x="9356" y="16095"/>
                  </a:lnTo>
                  <a:lnTo>
                    <a:pt x="9662" y="15766"/>
                  </a:lnTo>
                  <a:lnTo>
                    <a:pt x="9662" y="1069"/>
                  </a:lnTo>
                  <a:cubicBezTo>
                    <a:pt x="9662" y="483"/>
                    <a:pt x="9179" y="1"/>
                    <a:pt x="862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6" name="Google Shape;5522;p66">
              <a:extLst>
                <a:ext uri="{FF2B5EF4-FFF2-40B4-BE49-F238E27FC236}">
                  <a16:creationId xmlns:a16="http://schemas.microsoft.com/office/drawing/2014/main" id="{8D0327AA-D870-57EA-D2C1-D0CB68866ACE}"/>
                </a:ext>
              </a:extLst>
            </p:cNvPr>
            <p:cNvSpPr/>
            <p:nvPr/>
          </p:nvSpPr>
          <p:spPr>
            <a:xfrm>
              <a:off x="1811850" y="2663950"/>
              <a:ext cx="241550" cy="24125"/>
            </a:xfrm>
            <a:custGeom>
              <a:avLst/>
              <a:gdLst/>
              <a:ahLst/>
              <a:cxnLst/>
              <a:rect l="l" t="t" r="r" b="b"/>
              <a:pathLst>
                <a:path w="9662" h="965" extrusionOk="0">
                  <a:moveTo>
                    <a:pt x="0" y="1"/>
                  </a:moveTo>
                  <a:lnTo>
                    <a:pt x="0" y="965"/>
                  </a:lnTo>
                  <a:lnTo>
                    <a:pt x="9662" y="965"/>
                  </a:lnTo>
                  <a:lnTo>
                    <a:pt x="966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7" name="Google Shape;5523;p66">
              <a:extLst>
                <a:ext uri="{FF2B5EF4-FFF2-40B4-BE49-F238E27FC236}">
                  <a16:creationId xmlns:a16="http://schemas.microsoft.com/office/drawing/2014/main" id="{11E76239-6AB0-C6A0-09BE-E33F9AEB44C3}"/>
                </a:ext>
              </a:extLst>
            </p:cNvPr>
            <p:cNvSpPr/>
            <p:nvPr/>
          </p:nvSpPr>
          <p:spPr>
            <a:xfrm>
              <a:off x="1846175" y="2306600"/>
              <a:ext cx="172900" cy="114475"/>
            </a:xfrm>
            <a:custGeom>
              <a:avLst/>
              <a:gdLst/>
              <a:ahLst/>
              <a:cxnLst/>
              <a:rect l="l" t="t" r="r" b="b"/>
              <a:pathLst>
                <a:path w="6916" h="4579" extrusionOk="0">
                  <a:moveTo>
                    <a:pt x="153" y="1"/>
                  </a:moveTo>
                  <a:cubicBezTo>
                    <a:pt x="80" y="1"/>
                    <a:pt x="0" y="80"/>
                    <a:pt x="0" y="184"/>
                  </a:cubicBezTo>
                  <a:lnTo>
                    <a:pt x="0" y="4249"/>
                  </a:lnTo>
                  <a:lnTo>
                    <a:pt x="305" y="4578"/>
                  </a:lnTo>
                  <a:lnTo>
                    <a:pt x="6610" y="4578"/>
                  </a:lnTo>
                  <a:lnTo>
                    <a:pt x="6915" y="4249"/>
                  </a:lnTo>
                  <a:lnTo>
                    <a:pt x="6915" y="184"/>
                  </a:lnTo>
                  <a:cubicBezTo>
                    <a:pt x="6915" y="80"/>
                    <a:pt x="6842" y="1"/>
                    <a:pt x="673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8" name="Google Shape;5524;p66">
              <a:extLst>
                <a:ext uri="{FF2B5EF4-FFF2-40B4-BE49-F238E27FC236}">
                  <a16:creationId xmlns:a16="http://schemas.microsoft.com/office/drawing/2014/main" id="{9C5CEC39-6DB1-32B3-99F5-5DA345AABAB5}"/>
                </a:ext>
              </a:extLst>
            </p:cNvPr>
            <p:cNvSpPr/>
            <p:nvPr/>
          </p:nvSpPr>
          <p:spPr>
            <a:xfrm>
              <a:off x="1846175" y="2412800"/>
              <a:ext cx="172900" cy="15900"/>
            </a:xfrm>
            <a:custGeom>
              <a:avLst/>
              <a:gdLst/>
              <a:ahLst/>
              <a:cxnLst/>
              <a:rect l="l" t="t" r="r" b="b"/>
              <a:pathLst>
                <a:path w="6916" h="636" extrusionOk="0">
                  <a:moveTo>
                    <a:pt x="0" y="1"/>
                  </a:moveTo>
                  <a:lnTo>
                    <a:pt x="0" y="458"/>
                  </a:lnTo>
                  <a:cubicBezTo>
                    <a:pt x="0" y="562"/>
                    <a:pt x="80" y="635"/>
                    <a:pt x="153" y="635"/>
                  </a:cubicBezTo>
                  <a:lnTo>
                    <a:pt x="6738" y="635"/>
                  </a:lnTo>
                  <a:cubicBezTo>
                    <a:pt x="6842" y="635"/>
                    <a:pt x="6915" y="562"/>
                    <a:pt x="6915" y="458"/>
                  </a:cubicBezTo>
                  <a:lnTo>
                    <a:pt x="691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9" name="Google Shape;5525;p66">
              <a:extLst>
                <a:ext uri="{FF2B5EF4-FFF2-40B4-BE49-F238E27FC236}">
                  <a16:creationId xmlns:a16="http://schemas.microsoft.com/office/drawing/2014/main" id="{2BFB6D95-52BA-7CBD-115C-CA3DAE649008}"/>
                </a:ext>
              </a:extLst>
            </p:cNvPr>
            <p:cNvSpPr/>
            <p:nvPr/>
          </p:nvSpPr>
          <p:spPr>
            <a:xfrm>
              <a:off x="1847400" y="2469400"/>
              <a:ext cx="170450" cy="162225"/>
            </a:xfrm>
            <a:custGeom>
              <a:avLst/>
              <a:gdLst/>
              <a:ahLst/>
              <a:cxnLst/>
              <a:rect l="l" t="t" r="r" b="b"/>
              <a:pathLst>
                <a:path w="6818" h="6489" extrusionOk="0">
                  <a:moveTo>
                    <a:pt x="3412" y="1"/>
                  </a:moveTo>
                  <a:cubicBezTo>
                    <a:pt x="1630" y="1"/>
                    <a:pt x="183" y="1350"/>
                    <a:pt x="0" y="3077"/>
                  </a:cubicBezTo>
                  <a:cubicBezTo>
                    <a:pt x="0" y="3077"/>
                    <a:pt x="0" y="6489"/>
                    <a:pt x="3412" y="6489"/>
                  </a:cubicBezTo>
                  <a:cubicBezTo>
                    <a:pt x="6817" y="6489"/>
                    <a:pt x="6817" y="3077"/>
                    <a:pt x="6817" y="3077"/>
                  </a:cubicBezTo>
                  <a:cubicBezTo>
                    <a:pt x="6640" y="1350"/>
                    <a:pt x="5188" y="1"/>
                    <a:pt x="341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0" name="Google Shape;5526;p66">
              <a:extLst>
                <a:ext uri="{FF2B5EF4-FFF2-40B4-BE49-F238E27FC236}">
                  <a16:creationId xmlns:a16="http://schemas.microsoft.com/office/drawing/2014/main" id="{9B749EA4-CDF6-B80D-466B-D461CF1EE3B6}"/>
                </a:ext>
              </a:extLst>
            </p:cNvPr>
            <p:cNvSpPr/>
            <p:nvPr/>
          </p:nvSpPr>
          <p:spPr>
            <a:xfrm>
              <a:off x="1909800" y="2507900"/>
              <a:ext cx="45175" cy="93225"/>
            </a:xfrm>
            <a:custGeom>
              <a:avLst/>
              <a:gdLst/>
              <a:ahLst/>
              <a:cxnLst/>
              <a:rect l="l" t="t" r="r" b="b"/>
              <a:pathLst>
                <a:path w="1807" h="3729" extrusionOk="0">
                  <a:moveTo>
                    <a:pt x="1309" y="1"/>
                  </a:moveTo>
                  <a:cubicBezTo>
                    <a:pt x="1213" y="1"/>
                    <a:pt x="1117" y="45"/>
                    <a:pt x="1068" y="115"/>
                  </a:cubicBezTo>
                  <a:lnTo>
                    <a:pt x="49" y="1714"/>
                  </a:lnTo>
                  <a:cubicBezTo>
                    <a:pt x="0" y="1793"/>
                    <a:pt x="0" y="1922"/>
                    <a:pt x="49" y="1995"/>
                  </a:cubicBezTo>
                  <a:cubicBezTo>
                    <a:pt x="98" y="2074"/>
                    <a:pt x="177" y="2123"/>
                    <a:pt x="281" y="2123"/>
                  </a:cubicBezTo>
                  <a:lnTo>
                    <a:pt x="1068" y="2123"/>
                  </a:lnTo>
                  <a:lnTo>
                    <a:pt x="306" y="3319"/>
                  </a:lnTo>
                  <a:cubicBezTo>
                    <a:pt x="226" y="3447"/>
                    <a:pt x="251" y="3600"/>
                    <a:pt x="379" y="3673"/>
                  </a:cubicBezTo>
                  <a:cubicBezTo>
                    <a:pt x="434" y="3728"/>
                    <a:pt x="483" y="3728"/>
                    <a:pt x="531" y="3728"/>
                  </a:cubicBezTo>
                  <a:cubicBezTo>
                    <a:pt x="611" y="3728"/>
                    <a:pt x="684" y="3673"/>
                    <a:pt x="739" y="3600"/>
                  </a:cubicBezTo>
                  <a:lnTo>
                    <a:pt x="1752" y="1995"/>
                  </a:lnTo>
                  <a:cubicBezTo>
                    <a:pt x="1807" y="1922"/>
                    <a:pt x="1807" y="1818"/>
                    <a:pt x="1776" y="1745"/>
                  </a:cubicBezTo>
                  <a:cubicBezTo>
                    <a:pt x="1728" y="1665"/>
                    <a:pt x="1624" y="1592"/>
                    <a:pt x="1551" y="1592"/>
                  </a:cubicBezTo>
                  <a:lnTo>
                    <a:pt x="763" y="1592"/>
                  </a:lnTo>
                  <a:lnTo>
                    <a:pt x="1526" y="420"/>
                  </a:lnTo>
                  <a:cubicBezTo>
                    <a:pt x="1599" y="292"/>
                    <a:pt x="1575" y="115"/>
                    <a:pt x="1447" y="36"/>
                  </a:cubicBezTo>
                  <a:cubicBezTo>
                    <a:pt x="1405" y="11"/>
                    <a:pt x="1357" y="1"/>
                    <a:pt x="130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1" name="Google Shape;5527;p66">
              <a:extLst>
                <a:ext uri="{FF2B5EF4-FFF2-40B4-BE49-F238E27FC236}">
                  <a16:creationId xmlns:a16="http://schemas.microsoft.com/office/drawing/2014/main" id="{3C4C5781-AC18-9192-72FA-3FF60F1AD47F}"/>
                </a:ext>
              </a:extLst>
            </p:cNvPr>
            <p:cNvSpPr/>
            <p:nvPr/>
          </p:nvSpPr>
          <p:spPr>
            <a:xfrm>
              <a:off x="1847400" y="2546325"/>
              <a:ext cx="170450" cy="93550"/>
            </a:xfrm>
            <a:custGeom>
              <a:avLst/>
              <a:gdLst/>
              <a:ahLst/>
              <a:cxnLst/>
              <a:rect l="l" t="t" r="r" b="b"/>
              <a:pathLst>
                <a:path w="6818" h="3742" extrusionOk="0">
                  <a:moveTo>
                    <a:pt x="0" y="0"/>
                  </a:moveTo>
                  <a:lnTo>
                    <a:pt x="0" y="330"/>
                  </a:lnTo>
                  <a:cubicBezTo>
                    <a:pt x="0" y="2216"/>
                    <a:pt x="1526" y="3741"/>
                    <a:pt x="3412" y="3741"/>
                  </a:cubicBezTo>
                  <a:cubicBezTo>
                    <a:pt x="5292" y="3741"/>
                    <a:pt x="6817" y="2216"/>
                    <a:pt x="6817" y="330"/>
                  </a:cubicBezTo>
                  <a:lnTo>
                    <a:pt x="6817" y="0"/>
                  </a:lnTo>
                  <a:cubicBezTo>
                    <a:pt x="6640" y="1758"/>
                    <a:pt x="5188" y="3107"/>
                    <a:pt x="3412" y="3107"/>
                  </a:cubicBezTo>
                  <a:cubicBezTo>
                    <a:pt x="1630" y="3107"/>
                    <a:pt x="183" y="1758"/>
                    <a:pt x="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2" name="Google Shape;5528;p66">
              <a:extLst>
                <a:ext uri="{FF2B5EF4-FFF2-40B4-BE49-F238E27FC236}">
                  <a16:creationId xmlns:a16="http://schemas.microsoft.com/office/drawing/2014/main" id="{8DB2C47C-6454-EE5A-B637-615456FBCDA6}"/>
                </a:ext>
              </a:extLst>
            </p:cNvPr>
            <p:cNvSpPr/>
            <p:nvPr/>
          </p:nvSpPr>
          <p:spPr>
            <a:xfrm>
              <a:off x="1787125" y="2679825"/>
              <a:ext cx="291150" cy="19100"/>
            </a:xfrm>
            <a:custGeom>
              <a:avLst/>
              <a:gdLst/>
              <a:ahLst/>
              <a:cxnLst/>
              <a:rect l="l" t="t" r="r" b="b"/>
              <a:pathLst>
                <a:path w="11646" h="764" extrusionOk="0">
                  <a:moveTo>
                    <a:pt x="482" y="0"/>
                  </a:moveTo>
                  <a:cubicBezTo>
                    <a:pt x="275" y="0"/>
                    <a:pt x="98" y="129"/>
                    <a:pt x="0" y="281"/>
                  </a:cubicBezTo>
                  <a:cubicBezTo>
                    <a:pt x="0" y="281"/>
                    <a:pt x="0" y="763"/>
                    <a:pt x="482" y="763"/>
                  </a:cubicBezTo>
                  <a:lnTo>
                    <a:pt x="11163" y="763"/>
                  </a:lnTo>
                  <a:cubicBezTo>
                    <a:pt x="11621" y="763"/>
                    <a:pt x="11645" y="281"/>
                    <a:pt x="11645" y="281"/>
                  </a:cubicBezTo>
                  <a:cubicBezTo>
                    <a:pt x="11542" y="129"/>
                    <a:pt x="11365" y="0"/>
                    <a:pt x="1116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3" name="Google Shape;5529;p66">
              <a:extLst>
                <a:ext uri="{FF2B5EF4-FFF2-40B4-BE49-F238E27FC236}">
                  <a16:creationId xmlns:a16="http://schemas.microsoft.com/office/drawing/2014/main" id="{0B3C7B45-9D89-6AD4-822B-C4234C01D01C}"/>
                </a:ext>
              </a:extLst>
            </p:cNvPr>
            <p:cNvSpPr/>
            <p:nvPr/>
          </p:nvSpPr>
          <p:spPr>
            <a:xfrm>
              <a:off x="1785750" y="2686850"/>
              <a:ext cx="293750" cy="20300"/>
            </a:xfrm>
            <a:custGeom>
              <a:avLst/>
              <a:gdLst/>
              <a:ahLst/>
              <a:cxnLst/>
              <a:rect l="l" t="t" r="r" b="b"/>
              <a:pathLst>
                <a:path w="11750" h="812" extrusionOk="0">
                  <a:moveTo>
                    <a:pt x="55" y="0"/>
                  </a:moveTo>
                  <a:cubicBezTo>
                    <a:pt x="25" y="79"/>
                    <a:pt x="0" y="177"/>
                    <a:pt x="0" y="256"/>
                  </a:cubicBezTo>
                  <a:cubicBezTo>
                    <a:pt x="0" y="562"/>
                    <a:pt x="232" y="812"/>
                    <a:pt x="537" y="812"/>
                  </a:cubicBezTo>
                  <a:lnTo>
                    <a:pt x="11218" y="812"/>
                  </a:lnTo>
                  <a:cubicBezTo>
                    <a:pt x="11523" y="812"/>
                    <a:pt x="11749" y="562"/>
                    <a:pt x="11749" y="256"/>
                  </a:cubicBezTo>
                  <a:cubicBezTo>
                    <a:pt x="11749" y="177"/>
                    <a:pt x="11725" y="79"/>
                    <a:pt x="11700" y="0"/>
                  </a:cubicBezTo>
                  <a:cubicBezTo>
                    <a:pt x="11597" y="153"/>
                    <a:pt x="11420" y="256"/>
                    <a:pt x="11218" y="256"/>
                  </a:cubicBezTo>
                  <a:lnTo>
                    <a:pt x="537" y="256"/>
                  </a:lnTo>
                  <a:cubicBezTo>
                    <a:pt x="330" y="256"/>
                    <a:pt x="153" y="153"/>
                    <a:pt x="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34" name="Google Shape;5626;p66">
            <a:extLst>
              <a:ext uri="{FF2B5EF4-FFF2-40B4-BE49-F238E27FC236}">
                <a16:creationId xmlns:a16="http://schemas.microsoft.com/office/drawing/2014/main" id="{4E1736DD-520D-B16F-C829-E896D0DF1ECF}"/>
              </a:ext>
            </a:extLst>
          </p:cNvPr>
          <p:cNvGrpSpPr/>
          <p:nvPr/>
        </p:nvGrpSpPr>
        <p:grpSpPr>
          <a:xfrm>
            <a:off x="-675871" y="771117"/>
            <a:ext cx="437500" cy="437475"/>
            <a:chOff x="1743775" y="1301550"/>
            <a:chExt cx="437500" cy="437475"/>
          </a:xfrm>
        </p:grpSpPr>
        <p:sp>
          <p:nvSpPr>
            <p:cNvPr id="4135" name="Google Shape;5627;p66">
              <a:extLst>
                <a:ext uri="{FF2B5EF4-FFF2-40B4-BE49-F238E27FC236}">
                  <a16:creationId xmlns:a16="http://schemas.microsoft.com/office/drawing/2014/main" id="{67AD26B9-49DF-F743-ACFD-C1E6D5C8873B}"/>
                </a:ext>
              </a:extLst>
            </p:cNvPr>
            <p:cNvSpPr/>
            <p:nvPr/>
          </p:nvSpPr>
          <p:spPr>
            <a:xfrm>
              <a:off x="1939700" y="1595275"/>
              <a:ext cx="45800" cy="124675"/>
            </a:xfrm>
            <a:custGeom>
              <a:avLst/>
              <a:gdLst/>
              <a:ahLst/>
              <a:cxnLst/>
              <a:rect l="l" t="t" r="r" b="b"/>
              <a:pathLst>
                <a:path w="1832" h="4987" extrusionOk="0">
                  <a:moveTo>
                    <a:pt x="306" y="0"/>
                  </a:moveTo>
                  <a:lnTo>
                    <a:pt x="1" y="330"/>
                  </a:lnTo>
                  <a:lnTo>
                    <a:pt x="1" y="4987"/>
                  </a:lnTo>
                  <a:lnTo>
                    <a:pt x="1832" y="4987"/>
                  </a:lnTo>
                  <a:lnTo>
                    <a:pt x="1832" y="330"/>
                  </a:lnTo>
                  <a:lnTo>
                    <a:pt x="152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6" name="Google Shape;5628;p66">
              <a:extLst>
                <a:ext uri="{FF2B5EF4-FFF2-40B4-BE49-F238E27FC236}">
                  <a16:creationId xmlns:a16="http://schemas.microsoft.com/office/drawing/2014/main" id="{EF0215F9-40D5-0D58-2CA9-9B406975DB1C}"/>
                </a:ext>
              </a:extLst>
            </p:cNvPr>
            <p:cNvSpPr/>
            <p:nvPr/>
          </p:nvSpPr>
          <p:spPr>
            <a:xfrm>
              <a:off x="1939700" y="1580025"/>
              <a:ext cx="45800" cy="23500"/>
            </a:xfrm>
            <a:custGeom>
              <a:avLst/>
              <a:gdLst/>
              <a:ahLst/>
              <a:cxnLst/>
              <a:rect l="l" t="t" r="r" b="b"/>
              <a:pathLst>
                <a:path w="1832" h="940" extrusionOk="0">
                  <a:moveTo>
                    <a:pt x="1" y="0"/>
                  </a:moveTo>
                  <a:lnTo>
                    <a:pt x="1" y="940"/>
                  </a:lnTo>
                  <a:lnTo>
                    <a:pt x="1832" y="940"/>
                  </a:lnTo>
                  <a:lnTo>
                    <a:pt x="183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7" name="Google Shape;5629;p66">
              <a:extLst>
                <a:ext uri="{FF2B5EF4-FFF2-40B4-BE49-F238E27FC236}">
                  <a16:creationId xmlns:a16="http://schemas.microsoft.com/office/drawing/2014/main" id="{DB30B620-6BCD-DDE5-66B9-1531FA4EDD9E}"/>
                </a:ext>
              </a:extLst>
            </p:cNvPr>
            <p:cNvSpPr/>
            <p:nvPr/>
          </p:nvSpPr>
          <p:spPr>
            <a:xfrm>
              <a:off x="1743775" y="1301550"/>
              <a:ext cx="437500" cy="244775"/>
            </a:xfrm>
            <a:custGeom>
              <a:avLst/>
              <a:gdLst/>
              <a:ahLst/>
              <a:cxnLst/>
              <a:rect l="l" t="t" r="r" b="b"/>
              <a:pathLst>
                <a:path w="17500" h="9791" extrusionOk="0">
                  <a:moveTo>
                    <a:pt x="2497" y="1"/>
                  </a:moveTo>
                  <a:cubicBezTo>
                    <a:pt x="2162" y="1"/>
                    <a:pt x="1856" y="257"/>
                    <a:pt x="1808" y="587"/>
                  </a:cubicBezTo>
                  <a:lnTo>
                    <a:pt x="1527" y="2057"/>
                  </a:lnTo>
                  <a:lnTo>
                    <a:pt x="1783" y="2314"/>
                  </a:lnTo>
                  <a:lnTo>
                    <a:pt x="1429" y="2594"/>
                  </a:lnTo>
                  <a:lnTo>
                    <a:pt x="1020" y="4627"/>
                  </a:lnTo>
                  <a:lnTo>
                    <a:pt x="1277" y="4908"/>
                  </a:lnTo>
                  <a:lnTo>
                    <a:pt x="916" y="5164"/>
                  </a:lnTo>
                  <a:lnTo>
                    <a:pt x="514" y="7221"/>
                  </a:lnTo>
                  <a:lnTo>
                    <a:pt x="764" y="7502"/>
                  </a:lnTo>
                  <a:lnTo>
                    <a:pt x="410" y="7733"/>
                  </a:lnTo>
                  <a:lnTo>
                    <a:pt x="1" y="9790"/>
                  </a:lnTo>
                  <a:lnTo>
                    <a:pt x="17499" y="9790"/>
                  </a:lnTo>
                  <a:lnTo>
                    <a:pt x="17090" y="7733"/>
                  </a:lnTo>
                  <a:lnTo>
                    <a:pt x="16736" y="7453"/>
                  </a:lnTo>
                  <a:lnTo>
                    <a:pt x="16993" y="7221"/>
                  </a:lnTo>
                  <a:lnTo>
                    <a:pt x="16584" y="5164"/>
                  </a:lnTo>
                  <a:lnTo>
                    <a:pt x="16230" y="4908"/>
                  </a:lnTo>
                  <a:lnTo>
                    <a:pt x="16480" y="4627"/>
                  </a:lnTo>
                  <a:lnTo>
                    <a:pt x="16101" y="2594"/>
                  </a:lnTo>
                  <a:lnTo>
                    <a:pt x="15717" y="2314"/>
                  </a:lnTo>
                  <a:lnTo>
                    <a:pt x="15998" y="2057"/>
                  </a:lnTo>
                  <a:lnTo>
                    <a:pt x="15693" y="587"/>
                  </a:lnTo>
                  <a:cubicBezTo>
                    <a:pt x="15644" y="257"/>
                    <a:pt x="15339" y="1"/>
                    <a:pt x="15009" y="1"/>
                  </a:cubicBezTo>
                  <a:lnTo>
                    <a:pt x="13099" y="1"/>
                  </a:lnTo>
                  <a:lnTo>
                    <a:pt x="12842" y="330"/>
                  </a:lnTo>
                  <a:lnTo>
                    <a:pt x="12568" y="1"/>
                  </a:lnTo>
                  <a:lnTo>
                    <a:pt x="10352" y="1"/>
                  </a:lnTo>
                  <a:lnTo>
                    <a:pt x="10096" y="330"/>
                  </a:lnTo>
                  <a:lnTo>
                    <a:pt x="9821" y="1"/>
                  </a:lnTo>
                  <a:lnTo>
                    <a:pt x="7685" y="1"/>
                  </a:lnTo>
                  <a:lnTo>
                    <a:pt x="7453" y="330"/>
                  </a:lnTo>
                  <a:lnTo>
                    <a:pt x="7148" y="1"/>
                  </a:lnTo>
                  <a:lnTo>
                    <a:pt x="4939" y="1"/>
                  </a:lnTo>
                  <a:lnTo>
                    <a:pt x="4682" y="330"/>
                  </a:lnTo>
                  <a:lnTo>
                    <a:pt x="440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8" name="Google Shape;5630;p66">
              <a:extLst>
                <a:ext uri="{FF2B5EF4-FFF2-40B4-BE49-F238E27FC236}">
                  <a16:creationId xmlns:a16="http://schemas.microsoft.com/office/drawing/2014/main" id="{59B8EEE7-A3EC-2D9E-7D63-C4C3BE1B9975}"/>
                </a:ext>
              </a:extLst>
            </p:cNvPr>
            <p:cNvSpPr/>
            <p:nvPr/>
          </p:nvSpPr>
          <p:spPr>
            <a:xfrm>
              <a:off x="1743775" y="1301550"/>
              <a:ext cx="437500" cy="275900"/>
            </a:xfrm>
            <a:custGeom>
              <a:avLst/>
              <a:gdLst/>
              <a:ahLst/>
              <a:cxnLst/>
              <a:rect l="l" t="t" r="r" b="b"/>
              <a:pathLst>
                <a:path w="17500" h="11036" extrusionOk="0">
                  <a:moveTo>
                    <a:pt x="7020" y="2594"/>
                  </a:moveTo>
                  <a:lnTo>
                    <a:pt x="6922" y="4627"/>
                  </a:lnTo>
                  <a:lnTo>
                    <a:pt x="4249" y="4627"/>
                  </a:lnTo>
                  <a:lnTo>
                    <a:pt x="4554" y="2594"/>
                  </a:lnTo>
                  <a:close/>
                  <a:moveTo>
                    <a:pt x="9943" y="2594"/>
                  </a:moveTo>
                  <a:lnTo>
                    <a:pt x="10071" y="4627"/>
                  </a:lnTo>
                  <a:lnTo>
                    <a:pt x="7453" y="4627"/>
                  </a:lnTo>
                  <a:lnTo>
                    <a:pt x="7557" y="2594"/>
                  </a:lnTo>
                  <a:close/>
                  <a:moveTo>
                    <a:pt x="12946" y="2594"/>
                  </a:moveTo>
                  <a:lnTo>
                    <a:pt x="13251" y="4627"/>
                  </a:lnTo>
                  <a:lnTo>
                    <a:pt x="10584" y="4627"/>
                  </a:lnTo>
                  <a:lnTo>
                    <a:pt x="10480" y="2594"/>
                  </a:lnTo>
                  <a:close/>
                  <a:moveTo>
                    <a:pt x="6892" y="5164"/>
                  </a:moveTo>
                  <a:lnTo>
                    <a:pt x="6770" y="7221"/>
                  </a:lnTo>
                  <a:lnTo>
                    <a:pt x="3870" y="7221"/>
                  </a:lnTo>
                  <a:lnTo>
                    <a:pt x="4176" y="5164"/>
                  </a:lnTo>
                  <a:close/>
                  <a:moveTo>
                    <a:pt x="10096" y="5164"/>
                  </a:moveTo>
                  <a:lnTo>
                    <a:pt x="10200" y="7221"/>
                  </a:lnTo>
                  <a:lnTo>
                    <a:pt x="7300" y="7221"/>
                  </a:lnTo>
                  <a:lnTo>
                    <a:pt x="7404" y="5164"/>
                  </a:lnTo>
                  <a:close/>
                  <a:moveTo>
                    <a:pt x="13331" y="5164"/>
                  </a:moveTo>
                  <a:lnTo>
                    <a:pt x="13636" y="7221"/>
                  </a:lnTo>
                  <a:lnTo>
                    <a:pt x="10737" y="7221"/>
                  </a:lnTo>
                  <a:lnTo>
                    <a:pt x="10633" y="5164"/>
                  </a:lnTo>
                  <a:close/>
                  <a:moveTo>
                    <a:pt x="6739" y="7733"/>
                  </a:moveTo>
                  <a:lnTo>
                    <a:pt x="6641" y="9790"/>
                  </a:lnTo>
                  <a:lnTo>
                    <a:pt x="3486" y="9790"/>
                  </a:lnTo>
                  <a:lnTo>
                    <a:pt x="3791" y="7733"/>
                  </a:lnTo>
                  <a:close/>
                  <a:moveTo>
                    <a:pt x="10224" y="7733"/>
                  </a:moveTo>
                  <a:lnTo>
                    <a:pt x="10328" y="9790"/>
                  </a:lnTo>
                  <a:lnTo>
                    <a:pt x="7172" y="9790"/>
                  </a:lnTo>
                  <a:lnTo>
                    <a:pt x="7276" y="7733"/>
                  </a:lnTo>
                  <a:close/>
                  <a:moveTo>
                    <a:pt x="13709" y="7733"/>
                  </a:moveTo>
                  <a:lnTo>
                    <a:pt x="14014" y="9790"/>
                  </a:lnTo>
                  <a:lnTo>
                    <a:pt x="10859" y="9790"/>
                  </a:lnTo>
                  <a:lnTo>
                    <a:pt x="10761" y="7733"/>
                  </a:lnTo>
                  <a:close/>
                  <a:moveTo>
                    <a:pt x="4401" y="1"/>
                  </a:moveTo>
                  <a:lnTo>
                    <a:pt x="4096" y="2057"/>
                  </a:lnTo>
                  <a:lnTo>
                    <a:pt x="1527" y="2057"/>
                  </a:lnTo>
                  <a:lnTo>
                    <a:pt x="1429" y="2594"/>
                  </a:lnTo>
                  <a:lnTo>
                    <a:pt x="4023" y="2594"/>
                  </a:lnTo>
                  <a:lnTo>
                    <a:pt x="3718" y="4627"/>
                  </a:lnTo>
                  <a:lnTo>
                    <a:pt x="1020" y="4627"/>
                  </a:lnTo>
                  <a:lnTo>
                    <a:pt x="916" y="5164"/>
                  </a:lnTo>
                  <a:lnTo>
                    <a:pt x="3639" y="5164"/>
                  </a:lnTo>
                  <a:lnTo>
                    <a:pt x="3333" y="7221"/>
                  </a:lnTo>
                  <a:lnTo>
                    <a:pt x="514" y="7221"/>
                  </a:lnTo>
                  <a:lnTo>
                    <a:pt x="410" y="7733"/>
                  </a:lnTo>
                  <a:lnTo>
                    <a:pt x="3260" y="7733"/>
                  </a:lnTo>
                  <a:lnTo>
                    <a:pt x="2955" y="9790"/>
                  </a:lnTo>
                  <a:lnTo>
                    <a:pt x="1" y="9790"/>
                  </a:lnTo>
                  <a:lnTo>
                    <a:pt x="1" y="10327"/>
                  </a:lnTo>
                  <a:cubicBezTo>
                    <a:pt x="1" y="10730"/>
                    <a:pt x="331" y="11035"/>
                    <a:pt x="715" y="11035"/>
                  </a:cubicBezTo>
                  <a:lnTo>
                    <a:pt x="16785" y="11035"/>
                  </a:lnTo>
                  <a:cubicBezTo>
                    <a:pt x="17170" y="11035"/>
                    <a:pt x="17499" y="10730"/>
                    <a:pt x="17499" y="10327"/>
                  </a:cubicBezTo>
                  <a:lnTo>
                    <a:pt x="17499" y="9790"/>
                  </a:lnTo>
                  <a:lnTo>
                    <a:pt x="14551" y="9790"/>
                  </a:lnTo>
                  <a:lnTo>
                    <a:pt x="14246" y="7733"/>
                  </a:lnTo>
                  <a:lnTo>
                    <a:pt x="17090" y="7733"/>
                  </a:lnTo>
                  <a:lnTo>
                    <a:pt x="16993" y="7221"/>
                  </a:lnTo>
                  <a:lnTo>
                    <a:pt x="14167" y="7221"/>
                  </a:lnTo>
                  <a:lnTo>
                    <a:pt x="13862" y="5164"/>
                  </a:lnTo>
                  <a:lnTo>
                    <a:pt x="16584" y="5164"/>
                  </a:lnTo>
                  <a:lnTo>
                    <a:pt x="16480" y="4627"/>
                  </a:lnTo>
                  <a:lnTo>
                    <a:pt x="13788" y="4627"/>
                  </a:lnTo>
                  <a:lnTo>
                    <a:pt x="13483" y="2594"/>
                  </a:lnTo>
                  <a:lnTo>
                    <a:pt x="16101" y="2594"/>
                  </a:lnTo>
                  <a:lnTo>
                    <a:pt x="15998" y="2057"/>
                  </a:lnTo>
                  <a:lnTo>
                    <a:pt x="13404" y="2057"/>
                  </a:lnTo>
                  <a:lnTo>
                    <a:pt x="13099" y="1"/>
                  </a:lnTo>
                  <a:lnTo>
                    <a:pt x="12568" y="1"/>
                  </a:lnTo>
                  <a:lnTo>
                    <a:pt x="12873" y="2057"/>
                  </a:lnTo>
                  <a:lnTo>
                    <a:pt x="10456" y="2057"/>
                  </a:lnTo>
                  <a:lnTo>
                    <a:pt x="10352" y="1"/>
                  </a:lnTo>
                  <a:lnTo>
                    <a:pt x="9821" y="1"/>
                  </a:lnTo>
                  <a:lnTo>
                    <a:pt x="9919" y="2057"/>
                  </a:lnTo>
                  <a:lnTo>
                    <a:pt x="7581" y="2057"/>
                  </a:lnTo>
                  <a:lnTo>
                    <a:pt x="7685" y="1"/>
                  </a:lnTo>
                  <a:lnTo>
                    <a:pt x="7148" y="1"/>
                  </a:lnTo>
                  <a:lnTo>
                    <a:pt x="7044" y="2057"/>
                  </a:lnTo>
                  <a:lnTo>
                    <a:pt x="4633" y="2057"/>
                  </a:lnTo>
                  <a:lnTo>
                    <a:pt x="493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9" name="Google Shape;5631;p66">
              <a:extLst>
                <a:ext uri="{FF2B5EF4-FFF2-40B4-BE49-F238E27FC236}">
                  <a16:creationId xmlns:a16="http://schemas.microsoft.com/office/drawing/2014/main" id="{06CAA325-2C99-BC7B-7077-A1F7E2694986}"/>
                </a:ext>
              </a:extLst>
            </p:cNvPr>
            <p:cNvSpPr/>
            <p:nvPr/>
          </p:nvSpPr>
          <p:spPr>
            <a:xfrm>
              <a:off x="1743775" y="1553925"/>
              <a:ext cx="437500" cy="33750"/>
            </a:xfrm>
            <a:custGeom>
              <a:avLst/>
              <a:gdLst/>
              <a:ahLst/>
              <a:cxnLst/>
              <a:rect l="l" t="t" r="r" b="b"/>
              <a:pathLst>
                <a:path w="17500" h="1350" extrusionOk="0">
                  <a:moveTo>
                    <a:pt x="1" y="0"/>
                  </a:moveTo>
                  <a:lnTo>
                    <a:pt x="1" y="635"/>
                  </a:lnTo>
                  <a:cubicBezTo>
                    <a:pt x="1" y="1020"/>
                    <a:pt x="331" y="1349"/>
                    <a:pt x="715" y="1349"/>
                  </a:cubicBezTo>
                  <a:lnTo>
                    <a:pt x="16785" y="1349"/>
                  </a:lnTo>
                  <a:cubicBezTo>
                    <a:pt x="17170" y="1349"/>
                    <a:pt x="17499" y="1020"/>
                    <a:pt x="17499" y="635"/>
                  </a:cubicBezTo>
                  <a:lnTo>
                    <a:pt x="17499" y="0"/>
                  </a:lnTo>
                  <a:cubicBezTo>
                    <a:pt x="17499" y="409"/>
                    <a:pt x="17170" y="714"/>
                    <a:pt x="16785" y="714"/>
                  </a:cubicBezTo>
                  <a:lnTo>
                    <a:pt x="715" y="714"/>
                  </a:lnTo>
                  <a:cubicBezTo>
                    <a:pt x="331" y="714"/>
                    <a:pt x="1" y="409"/>
                    <a:pt x="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0" name="Google Shape;5632;p66">
              <a:extLst>
                <a:ext uri="{FF2B5EF4-FFF2-40B4-BE49-F238E27FC236}">
                  <a16:creationId xmlns:a16="http://schemas.microsoft.com/office/drawing/2014/main" id="{85E62969-7FA2-A7FB-F4EF-6269102F23A1}"/>
                </a:ext>
              </a:extLst>
            </p:cNvPr>
            <p:cNvSpPr/>
            <p:nvPr/>
          </p:nvSpPr>
          <p:spPr>
            <a:xfrm>
              <a:off x="1841125" y="1711550"/>
              <a:ext cx="243550" cy="19850"/>
            </a:xfrm>
            <a:custGeom>
              <a:avLst/>
              <a:gdLst/>
              <a:ahLst/>
              <a:cxnLst/>
              <a:rect l="l" t="t" r="r" b="b"/>
              <a:pathLst>
                <a:path w="9742" h="794" extrusionOk="0">
                  <a:moveTo>
                    <a:pt x="459" y="0"/>
                  </a:moveTo>
                  <a:cubicBezTo>
                    <a:pt x="251" y="0"/>
                    <a:pt x="99" y="128"/>
                    <a:pt x="1" y="281"/>
                  </a:cubicBezTo>
                  <a:cubicBezTo>
                    <a:pt x="1" y="281"/>
                    <a:pt x="1" y="793"/>
                    <a:pt x="459" y="793"/>
                  </a:cubicBezTo>
                  <a:lnTo>
                    <a:pt x="9253" y="793"/>
                  </a:lnTo>
                  <a:cubicBezTo>
                    <a:pt x="9742" y="793"/>
                    <a:pt x="9711" y="281"/>
                    <a:pt x="9711" y="281"/>
                  </a:cubicBezTo>
                  <a:cubicBezTo>
                    <a:pt x="9638" y="128"/>
                    <a:pt x="9461" y="0"/>
                    <a:pt x="925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1" name="Google Shape;5633;p66">
              <a:extLst>
                <a:ext uri="{FF2B5EF4-FFF2-40B4-BE49-F238E27FC236}">
                  <a16:creationId xmlns:a16="http://schemas.microsoft.com/office/drawing/2014/main" id="{F81ED963-1FF4-AE72-F1A9-D1A2FF58F984}"/>
                </a:ext>
              </a:extLst>
            </p:cNvPr>
            <p:cNvSpPr/>
            <p:nvPr/>
          </p:nvSpPr>
          <p:spPr>
            <a:xfrm>
              <a:off x="1839150" y="1718550"/>
              <a:ext cx="246750" cy="20475"/>
            </a:xfrm>
            <a:custGeom>
              <a:avLst/>
              <a:gdLst/>
              <a:ahLst/>
              <a:cxnLst/>
              <a:rect l="l" t="t" r="r" b="b"/>
              <a:pathLst>
                <a:path w="9870" h="819" extrusionOk="0">
                  <a:moveTo>
                    <a:pt x="80" y="1"/>
                  </a:moveTo>
                  <a:cubicBezTo>
                    <a:pt x="25" y="80"/>
                    <a:pt x="1" y="178"/>
                    <a:pt x="1" y="282"/>
                  </a:cubicBezTo>
                  <a:cubicBezTo>
                    <a:pt x="1" y="562"/>
                    <a:pt x="257" y="819"/>
                    <a:pt x="538" y="819"/>
                  </a:cubicBezTo>
                  <a:lnTo>
                    <a:pt x="9332" y="819"/>
                  </a:lnTo>
                  <a:cubicBezTo>
                    <a:pt x="9638" y="819"/>
                    <a:pt x="9870" y="562"/>
                    <a:pt x="9870" y="282"/>
                  </a:cubicBezTo>
                  <a:cubicBezTo>
                    <a:pt x="9870" y="178"/>
                    <a:pt x="9845" y="80"/>
                    <a:pt x="9790" y="1"/>
                  </a:cubicBezTo>
                  <a:cubicBezTo>
                    <a:pt x="9717" y="153"/>
                    <a:pt x="9540" y="282"/>
                    <a:pt x="9332" y="282"/>
                  </a:cubicBezTo>
                  <a:lnTo>
                    <a:pt x="538" y="282"/>
                  </a:lnTo>
                  <a:cubicBezTo>
                    <a:pt x="330" y="282"/>
                    <a:pt x="178" y="153"/>
                    <a:pt x="8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42" name="Google Shape;5681;p66">
            <a:extLst>
              <a:ext uri="{FF2B5EF4-FFF2-40B4-BE49-F238E27FC236}">
                <a16:creationId xmlns:a16="http://schemas.microsoft.com/office/drawing/2014/main" id="{C177D67C-8F1A-1A3B-4CCE-B4C62C514F83}"/>
              </a:ext>
            </a:extLst>
          </p:cNvPr>
          <p:cNvGrpSpPr/>
          <p:nvPr/>
        </p:nvGrpSpPr>
        <p:grpSpPr>
          <a:xfrm>
            <a:off x="-1420296" y="771117"/>
            <a:ext cx="436850" cy="437475"/>
            <a:chOff x="999350" y="1301550"/>
            <a:chExt cx="436850" cy="437475"/>
          </a:xfrm>
        </p:grpSpPr>
        <p:sp>
          <p:nvSpPr>
            <p:cNvPr id="4143" name="Google Shape;5682;p66">
              <a:extLst>
                <a:ext uri="{FF2B5EF4-FFF2-40B4-BE49-F238E27FC236}">
                  <a16:creationId xmlns:a16="http://schemas.microsoft.com/office/drawing/2014/main" id="{27EE0D87-CA97-C1D4-BD3D-EE450474C693}"/>
                </a:ext>
              </a:extLst>
            </p:cNvPr>
            <p:cNvSpPr/>
            <p:nvPr/>
          </p:nvSpPr>
          <p:spPr>
            <a:xfrm>
              <a:off x="999350" y="1301550"/>
              <a:ext cx="436850" cy="106225"/>
            </a:xfrm>
            <a:custGeom>
              <a:avLst/>
              <a:gdLst/>
              <a:ahLst/>
              <a:cxnLst/>
              <a:rect l="l" t="t" r="r" b="b"/>
              <a:pathLst>
                <a:path w="17474" h="4249" extrusionOk="0">
                  <a:moveTo>
                    <a:pt x="2008" y="1"/>
                  </a:moveTo>
                  <a:cubicBezTo>
                    <a:pt x="1935" y="1"/>
                    <a:pt x="1880" y="49"/>
                    <a:pt x="1831" y="104"/>
                  </a:cubicBezTo>
                  <a:lnTo>
                    <a:pt x="0" y="3638"/>
                  </a:lnTo>
                  <a:lnTo>
                    <a:pt x="891" y="4248"/>
                  </a:lnTo>
                  <a:lnTo>
                    <a:pt x="16406" y="4248"/>
                  </a:lnTo>
                  <a:lnTo>
                    <a:pt x="17474" y="3638"/>
                  </a:lnTo>
                  <a:lnTo>
                    <a:pt x="15612" y="104"/>
                  </a:lnTo>
                  <a:cubicBezTo>
                    <a:pt x="15588" y="49"/>
                    <a:pt x="15515" y="1"/>
                    <a:pt x="15460" y="1"/>
                  </a:cubicBezTo>
                  <a:lnTo>
                    <a:pt x="9692" y="1"/>
                  </a:lnTo>
                  <a:lnTo>
                    <a:pt x="8722" y="635"/>
                  </a:lnTo>
                  <a:lnTo>
                    <a:pt x="778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4" name="Google Shape;5683;p66">
              <a:extLst>
                <a:ext uri="{FF2B5EF4-FFF2-40B4-BE49-F238E27FC236}">
                  <a16:creationId xmlns:a16="http://schemas.microsoft.com/office/drawing/2014/main" id="{86656AD6-2D1A-C8BC-61EF-B23587C2F01C}"/>
                </a:ext>
              </a:extLst>
            </p:cNvPr>
            <p:cNvSpPr/>
            <p:nvPr/>
          </p:nvSpPr>
          <p:spPr>
            <a:xfrm>
              <a:off x="999350" y="1392500"/>
              <a:ext cx="436850" cy="338900"/>
            </a:xfrm>
            <a:custGeom>
              <a:avLst/>
              <a:gdLst/>
              <a:ahLst/>
              <a:cxnLst/>
              <a:rect l="l" t="t" r="r" b="b"/>
              <a:pathLst>
                <a:path w="17474" h="13556" extrusionOk="0">
                  <a:moveTo>
                    <a:pt x="0" y="0"/>
                  </a:moveTo>
                  <a:lnTo>
                    <a:pt x="0" y="13220"/>
                  </a:lnTo>
                  <a:lnTo>
                    <a:pt x="610" y="13555"/>
                  </a:lnTo>
                  <a:lnTo>
                    <a:pt x="16863" y="13555"/>
                  </a:lnTo>
                  <a:lnTo>
                    <a:pt x="17474" y="13220"/>
                  </a:lnTo>
                  <a:lnTo>
                    <a:pt x="1747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5" name="Google Shape;5684;p66">
              <a:extLst>
                <a:ext uri="{FF2B5EF4-FFF2-40B4-BE49-F238E27FC236}">
                  <a16:creationId xmlns:a16="http://schemas.microsoft.com/office/drawing/2014/main" id="{F170F3B3-8DE0-A209-D73C-C514DE91FC82}"/>
                </a:ext>
              </a:extLst>
            </p:cNvPr>
            <p:cNvSpPr/>
            <p:nvPr/>
          </p:nvSpPr>
          <p:spPr>
            <a:xfrm>
              <a:off x="999350" y="1722975"/>
              <a:ext cx="436850" cy="16050"/>
            </a:xfrm>
            <a:custGeom>
              <a:avLst/>
              <a:gdLst/>
              <a:ahLst/>
              <a:cxnLst/>
              <a:rect l="l" t="t" r="r" b="b"/>
              <a:pathLst>
                <a:path w="17474" h="642" extrusionOk="0">
                  <a:moveTo>
                    <a:pt x="0" y="1"/>
                  </a:moveTo>
                  <a:lnTo>
                    <a:pt x="0" y="459"/>
                  </a:lnTo>
                  <a:cubicBezTo>
                    <a:pt x="0" y="562"/>
                    <a:pt x="79" y="642"/>
                    <a:pt x="153" y="642"/>
                  </a:cubicBezTo>
                  <a:lnTo>
                    <a:pt x="17291" y="642"/>
                  </a:lnTo>
                  <a:cubicBezTo>
                    <a:pt x="17394" y="642"/>
                    <a:pt x="17474" y="562"/>
                    <a:pt x="17474" y="459"/>
                  </a:cubicBezTo>
                  <a:lnTo>
                    <a:pt x="1747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6" name="Google Shape;5685;p66">
              <a:extLst>
                <a:ext uri="{FF2B5EF4-FFF2-40B4-BE49-F238E27FC236}">
                  <a16:creationId xmlns:a16="http://schemas.microsoft.com/office/drawing/2014/main" id="{E79CB111-00B1-E7DD-B8DC-635B0B1A4344}"/>
                </a:ext>
              </a:extLst>
            </p:cNvPr>
            <p:cNvSpPr/>
            <p:nvPr/>
          </p:nvSpPr>
          <p:spPr>
            <a:xfrm>
              <a:off x="1253075" y="1582525"/>
              <a:ext cx="61075" cy="57325"/>
            </a:xfrm>
            <a:custGeom>
              <a:avLst/>
              <a:gdLst/>
              <a:ahLst/>
              <a:cxnLst/>
              <a:rect l="l" t="t" r="r" b="b"/>
              <a:pathLst>
                <a:path w="2443" h="2293" extrusionOk="0">
                  <a:moveTo>
                    <a:pt x="1202" y="0"/>
                  </a:moveTo>
                  <a:cubicBezTo>
                    <a:pt x="1173" y="0"/>
                    <a:pt x="1143" y="9"/>
                    <a:pt x="1118" y="28"/>
                  </a:cubicBezTo>
                  <a:lnTo>
                    <a:pt x="98" y="639"/>
                  </a:lnTo>
                  <a:cubicBezTo>
                    <a:pt x="25" y="663"/>
                    <a:pt x="1" y="767"/>
                    <a:pt x="50" y="816"/>
                  </a:cubicBezTo>
                  <a:lnTo>
                    <a:pt x="709" y="1957"/>
                  </a:lnTo>
                  <a:lnTo>
                    <a:pt x="1398" y="2293"/>
                  </a:lnTo>
                  <a:lnTo>
                    <a:pt x="1905" y="2293"/>
                  </a:lnTo>
                  <a:lnTo>
                    <a:pt x="2442" y="1957"/>
                  </a:lnTo>
                  <a:lnTo>
                    <a:pt x="1319" y="77"/>
                  </a:lnTo>
                  <a:cubicBezTo>
                    <a:pt x="1303" y="30"/>
                    <a:pt x="1254" y="0"/>
                    <a:pt x="120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7" name="Google Shape;5686;p66">
              <a:extLst>
                <a:ext uri="{FF2B5EF4-FFF2-40B4-BE49-F238E27FC236}">
                  <a16:creationId xmlns:a16="http://schemas.microsoft.com/office/drawing/2014/main" id="{8C76948D-A4DE-A33E-0078-6FF981A7B9C9}"/>
                </a:ext>
              </a:extLst>
            </p:cNvPr>
            <p:cNvSpPr/>
            <p:nvPr/>
          </p:nvSpPr>
          <p:spPr>
            <a:xfrm>
              <a:off x="1270775" y="1631425"/>
              <a:ext cx="52825" cy="23675"/>
            </a:xfrm>
            <a:custGeom>
              <a:avLst/>
              <a:gdLst/>
              <a:ahLst/>
              <a:cxnLst/>
              <a:rect l="l" t="t" r="r" b="b"/>
              <a:pathLst>
                <a:path w="2113" h="947" extrusionOk="0">
                  <a:moveTo>
                    <a:pt x="1" y="1"/>
                  </a:moveTo>
                  <a:lnTo>
                    <a:pt x="385" y="642"/>
                  </a:lnTo>
                  <a:lnTo>
                    <a:pt x="1221" y="947"/>
                  </a:lnTo>
                  <a:lnTo>
                    <a:pt x="2112" y="642"/>
                  </a:lnTo>
                  <a:lnTo>
                    <a:pt x="173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8" name="Google Shape;5687;p66">
              <a:extLst>
                <a:ext uri="{FF2B5EF4-FFF2-40B4-BE49-F238E27FC236}">
                  <a16:creationId xmlns:a16="http://schemas.microsoft.com/office/drawing/2014/main" id="{DE80D73B-EE0B-51AD-444C-B155580E4073}"/>
                </a:ext>
              </a:extLst>
            </p:cNvPr>
            <p:cNvSpPr/>
            <p:nvPr/>
          </p:nvSpPr>
          <p:spPr>
            <a:xfrm>
              <a:off x="1145500" y="1647450"/>
              <a:ext cx="64275" cy="36800"/>
            </a:xfrm>
            <a:custGeom>
              <a:avLst/>
              <a:gdLst/>
              <a:ahLst/>
              <a:cxnLst/>
              <a:rect l="l" t="t" r="r" b="b"/>
              <a:pathLst>
                <a:path w="2571" h="1472" extrusionOk="0">
                  <a:moveTo>
                    <a:pt x="996" y="1"/>
                  </a:moveTo>
                  <a:lnTo>
                    <a:pt x="459" y="355"/>
                  </a:lnTo>
                  <a:lnTo>
                    <a:pt x="1" y="1118"/>
                  </a:lnTo>
                  <a:lnTo>
                    <a:pt x="129" y="1472"/>
                  </a:lnTo>
                  <a:lnTo>
                    <a:pt x="2418" y="1472"/>
                  </a:lnTo>
                  <a:cubicBezTo>
                    <a:pt x="2497" y="1472"/>
                    <a:pt x="2570" y="1423"/>
                    <a:pt x="2570" y="1343"/>
                  </a:cubicBezTo>
                  <a:lnTo>
                    <a:pt x="2570" y="153"/>
                  </a:lnTo>
                  <a:cubicBezTo>
                    <a:pt x="2570" y="74"/>
                    <a:pt x="2497" y="1"/>
                    <a:pt x="241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9" name="Google Shape;5688;p66">
              <a:extLst>
                <a:ext uri="{FF2B5EF4-FFF2-40B4-BE49-F238E27FC236}">
                  <a16:creationId xmlns:a16="http://schemas.microsoft.com/office/drawing/2014/main" id="{83F78715-5D34-E086-3D73-3E7624E8D2EA}"/>
                </a:ext>
              </a:extLst>
            </p:cNvPr>
            <p:cNvSpPr/>
            <p:nvPr/>
          </p:nvSpPr>
          <p:spPr>
            <a:xfrm>
              <a:off x="1158325" y="1516375"/>
              <a:ext cx="50850" cy="70025"/>
            </a:xfrm>
            <a:custGeom>
              <a:avLst/>
              <a:gdLst/>
              <a:ahLst/>
              <a:cxnLst/>
              <a:rect l="l" t="t" r="r" b="b"/>
              <a:pathLst>
                <a:path w="2034" h="2801" extrusionOk="0">
                  <a:moveTo>
                    <a:pt x="1166" y="1"/>
                  </a:moveTo>
                  <a:lnTo>
                    <a:pt x="49" y="1960"/>
                  </a:lnTo>
                  <a:cubicBezTo>
                    <a:pt x="1" y="2064"/>
                    <a:pt x="25" y="2162"/>
                    <a:pt x="98" y="2216"/>
                  </a:cubicBezTo>
                  <a:lnTo>
                    <a:pt x="1093" y="2772"/>
                  </a:lnTo>
                  <a:cubicBezTo>
                    <a:pt x="1118" y="2791"/>
                    <a:pt x="1150" y="2800"/>
                    <a:pt x="1184" y="2800"/>
                  </a:cubicBezTo>
                  <a:cubicBezTo>
                    <a:pt x="1246" y="2800"/>
                    <a:pt x="1314" y="2766"/>
                    <a:pt x="1349" y="2699"/>
                  </a:cubicBezTo>
                  <a:lnTo>
                    <a:pt x="2033" y="1502"/>
                  </a:lnTo>
                  <a:lnTo>
                    <a:pt x="2033" y="941"/>
                  </a:lnTo>
                  <a:lnTo>
                    <a:pt x="1502" y="56"/>
                  </a:lnTo>
                  <a:lnTo>
                    <a:pt x="116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0" name="Google Shape;5689;p66">
              <a:extLst>
                <a:ext uri="{FF2B5EF4-FFF2-40B4-BE49-F238E27FC236}">
                  <a16:creationId xmlns:a16="http://schemas.microsoft.com/office/drawing/2014/main" id="{8C37D793-5AF9-61DF-E8B6-AD2771623621}"/>
                </a:ext>
              </a:extLst>
            </p:cNvPr>
            <p:cNvSpPr/>
            <p:nvPr/>
          </p:nvSpPr>
          <p:spPr>
            <a:xfrm>
              <a:off x="1132850" y="1647450"/>
              <a:ext cx="37550" cy="37400"/>
            </a:xfrm>
            <a:custGeom>
              <a:avLst/>
              <a:gdLst/>
              <a:ahLst/>
              <a:cxnLst/>
              <a:rect l="l" t="t" r="r" b="b"/>
              <a:pathLst>
                <a:path w="1502" h="1496" extrusionOk="0">
                  <a:moveTo>
                    <a:pt x="867" y="1"/>
                  </a:moveTo>
                  <a:lnTo>
                    <a:pt x="129" y="733"/>
                  </a:lnTo>
                  <a:lnTo>
                    <a:pt x="0" y="1496"/>
                  </a:lnTo>
                  <a:lnTo>
                    <a:pt x="635" y="1472"/>
                  </a:lnTo>
                  <a:lnTo>
                    <a:pt x="150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1" name="Google Shape;5690;p66">
              <a:extLst>
                <a:ext uri="{FF2B5EF4-FFF2-40B4-BE49-F238E27FC236}">
                  <a16:creationId xmlns:a16="http://schemas.microsoft.com/office/drawing/2014/main" id="{2872130D-43D8-3C2E-4AA9-827F6BCD4F03}"/>
                </a:ext>
              </a:extLst>
            </p:cNvPr>
            <p:cNvSpPr/>
            <p:nvPr/>
          </p:nvSpPr>
          <p:spPr>
            <a:xfrm>
              <a:off x="1187475" y="1502500"/>
              <a:ext cx="29325" cy="51450"/>
            </a:xfrm>
            <a:custGeom>
              <a:avLst/>
              <a:gdLst/>
              <a:ahLst/>
              <a:cxnLst/>
              <a:rect l="l" t="t" r="r" b="b"/>
              <a:pathLst>
                <a:path w="1173" h="2058" extrusionOk="0">
                  <a:moveTo>
                    <a:pt x="336" y="1"/>
                  </a:moveTo>
                  <a:lnTo>
                    <a:pt x="0" y="556"/>
                  </a:lnTo>
                  <a:lnTo>
                    <a:pt x="867" y="2057"/>
                  </a:lnTo>
                  <a:lnTo>
                    <a:pt x="1172" y="1496"/>
                  </a:lnTo>
                  <a:lnTo>
                    <a:pt x="1099" y="837"/>
                  </a:lnTo>
                  <a:lnTo>
                    <a:pt x="33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2" name="Google Shape;5691;p66">
              <a:extLst>
                <a:ext uri="{FF2B5EF4-FFF2-40B4-BE49-F238E27FC236}">
                  <a16:creationId xmlns:a16="http://schemas.microsoft.com/office/drawing/2014/main" id="{ECA403B3-FF9E-EA9E-DDA4-4F79580C4DB2}"/>
                </a:ext>
              </a:extLst>
            </p:cNvPr>
            <p:cNvSpPr/>
            <p:nvPr/>
          </p:nvSpPr>
          <p:spPr>
            <a:xfrm>
              <a:off x="1175425" y="1301550"/>
              <a:ext cx="83950" cy="106225"/>
            </a:xfrm>
            <a:custGeom>
              <a:avLst/>
              <a:gdLst/>
              <a:ahLst/>
              <a:cxnLst/>
              <a:rect l="l" t="t" r="r" b="b"/>
              <a:pathLst>
                <a:path w="3358" h="4249" extrusionOk="0">
                  <a:moveTo>
                    <a:pt x="739" y="1"/>
                  </a:moveTo>
                  <a:lnTo>
                    <a:pt x="0" y="3638"/>
                  </a:lnTo>
                  <a:lnTo>
                    <a:pt x="763" y="4248"/>
                  </a:lnTo>
                  <a:lnTo>
                    <a:pt x="2594" y="4248"/>
                  </a:lnTo>
                  <a:lnTo>
                    <a:pt x="3357" y="3638"/>
                  </a:lnTo>
                  <a:lnTo>
                    <a:pt x="264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3" name="Google Shape;5692;p66">
              <a:extLst>
                <a:ext uri="{FF2B5EF4-FFF2-40B4-BE49-F238E27FC236}">
                  <a16:creationId xmlns:a16="http://schemas.microsoft.com/office/drawing/2014/main" id="{B8E5C67F-19B8-F747-3B8D-8AF4CC87D0D4}"/>
                </a:ext>
              </a:extLst>
            </p:cNvPr>
            <p:cNvSpPr/>
            <p:nvPr/>
          </p:nvSpPr>
          <p:spPr>
            <a:xfrm>
              <a:off x="1175425" y="1392500"/>
              <a:ext cx="83950" cy="51425"/>
            </a:xfrm>
            <a:custGeom>
              <a:avLst/>
              <a:gdLst/>
              <a:ahLst/>
              <a:cxnLst/>
              <a:rect l="l" t="t" r="r" b="b"/>
              <a:pathLst>
                <a:path w="3358" h="2057" extrusionOk="0">
                  <a:moveTo>
                    <a:pt x="0" y="0"/>
                  </a:moveTo>
                  <a:lnTo>
                    <a:pt x="0" y="2033"/>
                  </a:lnTo>
                  <a:lnTo>
                    <a:pt x="586" y="2033"/>
                  </a:lnTo>
                  <a:lnTo>
                    <a:pt x="1654" y="1422"/>
                  </a:lnTo>
                  <a:lnTo>
                    <a:pt x="2802" y="2057"/>
                  </a:lnTo>
                  <a:lnTo>
                    <a:pt x="3357" y="2033"/>
                  </a:lnTo>
                  <a:lnTo>
                    <a:pt x="335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4" name="Google Shape;5693;p66">
              <a:extLst>
                <a:ext uri="{FF2B5EF4-FFF2-40B4-BE49-F238E27FC236}">
                  <a16:creationId xmlns:a16="http://schemas.microsoft.com/office/drawing/2014/main" id="{1021F37C-28D4-7553-7BB7-D1F73FD1829D}"/>
                </a:ext>
              </a:extLst>
            </p:cNvPr>
            <p:cNvSpPr/>
            <p:nvPr/>
          </p:nvSpPr>
          <p:spPr>
            <a:xfrm>
              <a:off x="1175425" y="1420575"/>
              <a:ext cx="83950" cy="36200"/>
            </a:xfrm>
            <a:custGeom>
              <a:avLst/>
              <a:gdLst/>
              <a:ahLst/>
              <a:cxnLst/>
              <a:rect l="l" t="t" r="r" b="b"/>
              <a:pathLst>
                <a:path w="3358" h="1448" extrusionOk="0">
                  <a:moveTo>
                    <a:pt x="1655" y="0"/>
                  </a:moveTo>
                  <a:cubicBezTo>
                    <a:pt x="1630" y="0"/>
                    <a:pt x="1605" y="6"/>
                    <a:pt x="1581" y="18"/>
                  </a:cubicBezTo>
                  <a:lnTo>
                    <a:pt x="0" y="910"/>
                  </a:lnTo>
                  <a:lnTo>
                    <a:pt x="0" y="1294"/>
                  </a:lnTo>
                  <a:cubicBezTo>
                    <a:pt x="0" y="1384"/>
                    <a:pt x="70" y="1437"/>
                    <a:pt x="138" y="1437"/>
                  </a:cubicBezTo>
                  <a:cubicBezTo>
                    <a:pt x="163" y="1437"/>
                    <a:pt x="187" y="1431"/>
                    <a:pt x="208" y="1416"/>
                  </a:cubicBezTo>
                  <a:lnTo>
                    <a:pt x="1654" y="604"/>
                  </a:lnTo>
                  <a:lnTo>
                    <a:pt x="3156" y="1416"/>
                  </a:lnTo>
                  <a:cubicBezTo>
                    <a:pt x="3184" y="1438"/>
                    <a:pt x="3213" y="1448"/>
                    <a:pt x="3239" y="1448"/>
                  </a:cubicBezTo>
                  <a:cubicBezTo>
                    <a:pt x="3306" y="1448"/>
                    <a:pt x="3357" y="1382"/>
                    <a:pt x="3357" y="1294"/>
                  </a:cubicBezTo>
                  <a:lnTo>
                    <a:pt x="3357" y="910"/>
                  </a:lnTo>
                  <a:lnTo>
                    <a:pt x="1734" y="18"/>
                  </a:lnTo>
                  <a:cubicBezTo>
                    <a:pt x="1706" y="6"/>
                    <a:pt x="1680" y="0"/>
                    <a:pt x="165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5" name="Google Shape;5694;p66">
              <a:extLst>
                <a:ext uri="{FF2B5EF4-FFF2-40B4-BE49-F238E27FC236}">
                  <a16:creationId xmlns:a16="http://schemas.microsoft.com/office/drawing/2014/main" id="{9B0EFB4F-45E1-3BEA-69EC-A58FFB56069F}"/>
                </a:ext>
              </a:extLst>
            </p:cNvPr>
            <p:cNvSpPr/>
            <p:nvPr/>
          </p:nvSpPr>
          <p:spPr>
            <a:xfrm>
              <a:off x="1111950" y="1595725"/>
              <a:ext cx="61325" cy="89125"/>
            </a:xfrm>
            <a:custGeom>
              <a:avLst/>
              <a:gdLst/>
              <a:ahLst/>
              <a:cxnLst/>
              <a:rect l="l" t="t" r="r" b="b"/>
              <a:pathLst>
                <a:path w="2453" h="3565" extrusionOk="0">
                  <a:moveTo>
                    <a:pt x="1996" y="0"/>
                  </a:moveTo>
                  <a:cubicBezTo>
                    <a:pt x="1982" y="0"/>
                    <a:pt x="1968" y="2"/>
                    <a:pt x="1953" y="7"/>
                  </a:cubicBezTo>
                  <a:lnTo>
                    <a:pt x="989" y="184"/>
                  </a:lnTo>
                  <a:cubicBezTo>
                    <a:pt x="861" y="208"/>
                    <a:pt x="812" y="391"/>
                    <a:pt x="940" y="465"/>
                  </a:cubicBezTo>
                  <a:lnTo>
                    <a:pt x="25" y="1990"/>
                  </a:lnTo>
                  <a:cubicBezTo>
                    <a:pt x="0" y="2039"/>
                    <a:pt x="0" y="2094"/>
                    <a:pt x="25" y="2143"/>
                  </a:cubicBezTo>
                  <a:lnTo>
                    <a:pt x="836" y="3565"/>
                  </a:lnTo>
                  <a:lnTo>
                    <a:pt x="2210" y="1203"/>
                  </a:lnTo>
                  <a:cubicBezTo>
                    <a:pt x="2240" y="1220"/>
                    <a:pt x="2270" y="1228"/>
                    <a:pt x="2298" y="1228"/>
                  </a:cubicBezTo>
                  <a:cubicBezTo>
                    <a:pt x="2388" y="1228"/>
                    <a:pt x="2453" y="1148"/>
                    <a:pt x="2411" y="1050"/>
                  </a:cubicBezTo>
                  <a:lnTo>
                    <a:pt x="2136" y="86"/>
                  </a:lnTo>
                  <a:cubicBezTo>
                    <a:pt x="2111" y="41"/>
                    <a:pt x="2058" y="0"/>
                    <a:pt x="199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6" name="Google Shape;5695;p66">
              <a:extLst>
                <a:ext uri="{FF2B5EF4-FFF2-40B4-BE49-F238E27FC236}">
                  <a16:creationId xmlns:a16="http://schemas.microsoft.com/office/drawing/2014/main" id="{14F19EE8-ABF8-BF02-1707-105F73723FE4}"/>
                </a:ext>
              </a:extLst>
            </p:cNvPr>
            <p:cNvSpPr/>
            <p:nvPr/>
          </p:nvSpPr>
          <p:spPr>
            <a:xfrm>
              <a:off x="1231425" y="1643950"/>
              <a:ext cx="92175" cy="44250"/>
            </a:xfrm>
            <a:custGeom>
              <a:avLst/>
              <a:gdLst/>
              <a:ahLst/>
              <a:cxnLst/>
              <a:rect l="l" t="t" r="r" b="b"/>
              <a:pathLst>
                <a:path w="3687" h="1770" extrusionOk="0">
                  <a:moveTo>
                    <a:pt x="807" y="0"/>
                  </a:moveTo>
                  <a:cubicBezTo>
                    <a:pt x="771" y="0"/>
                    <a:pt x="738" y="12"/>
                    <a:pt x="714" y="37"/>
                  </a:cubicBezTo>
                  <a:lnTo>
                    <a:pt x="49" y="800"/>
                  </a:lnTo>
                  <a:cubicBezTo>
                    <a:pt x="0" y="849"/>
                    <a:pt x="0" y="928"/>
                    <a:pt x="49" y="977"/>
                  </a:cubicBezTo>
                  <a:lnTo>
                    <a:pt x="714" y="1715"/>
                  </a:lnTo>
                  <a:cubicBezTo>
                    <a:pt x="741" y="1753"/>
                    <a:pt x="781" y="1770"/>
                    <a:pt x="821" y="1770"/>
                  </a:cubicBezTo>
                  <a:cubicBezTo>
                    <a:pt x="892" y="1770"/>
                    <a:pt x="964" y="1718"/>
                    <a:pt x="964" y="1636"/>
                  </a:cubicBezTo>
                  <a:lnTo>
                    <a:pt x="2850" y="1636"/>
                  </a:lnTo>
                  <a:lnTo>
                    <a:pt x="3686" y="141"/>
                  </a:lnTo>
                  <a:lnTo>
                    <a:pt x="964" y="141"/>
                  </a:lnTo>
                  <a:cubicBezTo>
                    <a:pt x="964" y="53"/>
                    <a:pt x="882" y="0"/>
                    <a:pt x="80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7" name="Google Shape;5696;p66">
              <a:extLst>
                <a:ext uri="{FF2B5EF4-FFF2-40B4-BE49-F238E27FC236}">
                  <a16:creationId xmlns:a16="http://schemas.microsoft.com/office/drawing/2014/main" id="{548D43E3-FF25-BE5C-513B-8854036DDE84}"/>
                </a:ext>
              </a:extLst>
            </p:cNvPr>
            <p:cNvSpPr/>
            <p:nvPr/>
          </p:nvSpPr>
          <p:spPr>
            <a:xfrm>
              <a:off x="1195875" y="1502500"/>
              <a:ext cx="71625" cy="71300"/>
            </a:xfrm>
            <a:custGeom>
              <a:avLst/>
              <a:gdLst/>
              <a:ahLst/>
              <a:cxnLst/>
              <a:rect l="l" t="t" r="r" b="b"/>
              <a:pathLst>
                <a:path w="2865" h="2852" extrusionOk="0">
                  <a:moveTo>
                    <a:pt x="0" y="1"/>
                  </a:moveTo>
                  <a:lnTo>
                    <a:pt x="1343" y="2363"/>
                  </a:lnTo>
                  <a:cubicBezTo>
                    <a:pt x="1221" y="2442"/>
                    <a:pt x="1245" y="2619"/>
                    <a:pt x="1373" y="2643"/>
                  </a:cubicBezTo>
                  <a:lnTo>
                    <a:pt x="2338" y="2845"/>
                  </a:lnTo>
                  <a:cubicBezTo>
                    <a:pt x="2351" y="2849"/>
                    <a:pt x="2364" y="2851"/>
                    <a:pt x="2377" y="2851"/>
                  </a:cubicBezTo>
                  <a:cubicBezTo>
                    <a:pt x="2437" y="2851"/>
                    <a:pt x="2495" y="2807"/>
                    <a:pt x="2515" y="2747"/>
                  </a:cubicBezTo>
                  <a:lnTo>
                    <a:pt x="2844" y="1801"/>
                  </a:lnTo>
                  <a:cubicBezTo>
                    <a:pt x="2864" y="1700"/>
                    <a:pt x="2784" y="1612"/>
                    <a:pt x="2684" y="1612"/>
                  </a:cubicBezTo>
                  <a:cubicBezTo>
                    <a:pt x="2663" y="1612"/>
                    <a:pt x="2641" y="1616"/>
                    <a:pt x="2618" y="1624"/>
                  </a:cubicBezTo>
                  <a:lnTo>
                    <a:pt x="1752" y="74"/>
                  </a:lnTo>
                  <a:cubicBezTo>
                    <a:pt x="1703" y="25"/>
                    <a:pt x="1678" y="1"/>
                    <a:pt x="162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58" name="Google Shape;5011;p66">
            <a:extLst>
              <a:ext uri="{FF2B5EF4-FFF2-40B4-BE49-F238E27FC236}">
                <a16:creationId xmlns:a16="http://schemas.microsoft.com/office/drawing/2014/main" id="{CEE969B6-D49C-B9D3-0C9A-AE5954E7E297}"/>
              </a:ext>
            </a:extLst>
          </p:cNvPr>
          <p:cNvGrpSpPr/>
          <p:nvPr/>
        </p:nvGrpSpPr>
        <p:grpSpPr>
          <a:xfrm>
            <a:off x="9480569" y="3447379"/>
            <a:ext cx="437475" cy="293125"/>
            <a:chOff x="6999025" y="5265475"/>
            <a:chExt cx="437475" cy="293125"/>
          </a:xfrm>
        </p:grpSpPr>
        <p:sp>
          <p:nvSpPr>
            <p:cNvPr id="4159" name="Google Shape;5012;p66">
              <a:extLst>
                <a:ext uri="{FF2B5EF4-FFF2-40B4-BE49-F238E27FC236}">
                  <a16:creationId xmlns:a16="http://schemas.microsoft.com/office/drawing/2014/main" id="{706467AB-3726-4880-79E2-27DC1690659A}"/>
                </a:ext>
              </a:extLst>
            </p:cNvPr>
            <p:cNvSpPr/>
            <p:nvPr/>
          </p:nvSpPr>
          <p:spPr>
            <a:xfrm>
              <a:off x="7004675" y="5306825"/>
              <a:ext cx="426025" cy="244150"/>
            </a:xfrm>
            <a:custGeom>
              <a:avLst/>
              <a:gdLst/>
              <a:ahLst/>
              <a:cxnLst/>
              <a:rect l="l" t="t" r="r" b="b"/>
              <a:pathLst>
                <a:path w="17041" h="9766" extrusionOk="0">
                  <a:moveTo>
                    <a:pt x="8521" y="0"/>
                  </a:moveTo>
                  <a:cubicBezTo>
                    <a:pt x="4401" y="0"/>
                    <a:pt x="971" y="3613"/>
                    <a:pt x="0" y="4730"/>
                  </a:cubicBezTo>
                  <a:lnTo>
                    <a:pt x="129" y="5164"/>
                  </a:lnTo>
                  <a:cubicBezTo>
                    <a:pt x="129" y="5164"/>
                    <a:pt x="4096" y="9766"/>
                    <a:pt x="8521" y="9766"/>
                  </a:cubicBezTo>
                  <a:cubicBezTo>
                    <a:pt x="12945" y="9766"/>
                    <a:pt x="16278" y="5902"/>
                    <a:pt x="16913" y="5164"/>
                  </a:cubicBezTo>
                  <a:lnTo>
                    <a:pt x="17041" y="4730"/>
                  </a:lnTo>
                  <a:cubicBezTo>
                    <a:pt x="16076" y="3613"/>
                    <a:pt x="12616" y="0"/>
                    <a:pt x="852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1" name="Google Shape;5013;p66">
              <a:extLst>
                <a:ext uri="{FF2B5EF4-FFF2-40B4-BE49-F238E27FC236}">
                  <a16:creationId xmlns:a16="http://schemas.microsoft.com/office/drawing/2014/main" id="{213F12E6-A113-43F7-9899-502079F93FA0}"/>
                </a:ext>
              </a:extLst>
            </p:cNvPr>
            <p:cNvSpPr/>
            <p:nvPr/>
          </p:nvSpPr>
          <p:spPr>
            <a:xfrm>
              <a:off x="6999025" y="5425075"/>
              <a:ext cx="437475" cy="133525"/>
            </a:xfrm>
            <a:custGeom>
              <a:avLst/>
              <a:gdLst/>
              <a:ahLst/>
              <a:cxnLst/>
              <a:rect l="l" t="t" r="r" b="b"/>
              <a:pathLst>
                <a:path w="17499" h="5341" extrusionOk="0">
                  <a:moveTo>
                    <a:pt x="226" y="0"/>
                  </a:moveTo>
                  <a:cubicBezTo>
                    <a:pt x="153" y="74"/>
                    <a:pt x="74" y="153"/>
                    <a:pt x="49" y="202"/>
                  </a:cubicBezTo>
                  <a:cubicBezTo>
                    <a:pt x="1" y="281"/>
                    <a:pt x="1" y="354"/>
                    <a:pt x="49" y="434"/>
                  </a:cubicBezTo>
                  <a:cubicBezTo>
                    <a:pt x="660" y="1172"/>
                    <a:pt x="4322" y="5341"/>
                    <a:pt x="8747" y="5341"/>
                  </a:cubicBezTo>
                  <a:cubicBezTo>
                    <a:pt x="13171" y="5341"/>
                    <a:pt x="16809" y="1172"/>
                    <a:pt x="17444" y="434"/>
                  </a:cubicBezTo>
                  <a:cubicBezTo>
                    <a:pt x="17499" y="354"/>
                    <a:pt x="17499" y="281"/>
                    <a:pt x="17444" y="202"/>
                  </a:cubicBezTo>
                  <a:cubicBezTo>
                    <a:pt x="17395" y="153"/>
                    <a:pt x="17346" y="74"/>
                    <a:pt x="17267" y="0"/>
                  </a:cubicBezTo>
                  <a:cubicBezTo>
                    <a:pt x="16302" y="1093"/>
                    <a:pt x="12842" y="4706"/>
                    <a:pt x="8747" y="4706"/>
                  </a:cubicBezTo>
                  <a:cubicBezTo>
                    <a:pt x="4627" y="4706"/>
                    <a:pt x="1197" y="1093"/>
                    <a:pt x="22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2" name="Google Shape;5014;p66">
              <a:extLst>
                <a:ext uri="{FF2B5EF4-FFF2-40B4-BE49-F238E27FC236}">
                  <a16:creationId xmlns:a16="http://schemas.microsoft.com/office/drawing/2014/main" id="{525EB225-BDD8-0113-9D73-C998EE500292}"/>
                </a:ext>
              </a:extLst>
            </p:cNvPr>
            <p:cNvSpPr/>
            <p:nvPr/>
          </p:nvSpPr>
          <p:spPr>
            <a:xfrm>
              <a:off x="7091800" y="5314450"/>
              <a:ext cx="251775" cy="236525"/>
            </a:xfrm>
            <a:custGeom>
              <a:avLst/>
              <a:gdLst/>
              <a:ahLst/>
              <a:cxnLst/>
              <a:rect l="l" t="t" r="r" b="b"/>
              <a:pathLst>
                <a:path w="10071" h="9461" extrusionOk="0">
                  <a:moveTo>
                    <a:pt x="5621" y="0"/>
                  </a:moveTo>
                  <a:lnTo>
                    <a:pt x="971" y="1783"/>
                  </a:lnTo>
                  <a:cubicBezTo>
                    <a:pt x="404" y="2544"/>
                    <a:pt x="49" y="3471"/>
                    <a:pt x="4" y="4475"/>
                  </a:cubicBezTo>
                  <a:lnTo>
                    <a:pt x="4" y="4475"/>
                  </a:lnTo>
                  <a:cubicBezTo>
                    <a:pt x="3" y="4458"/>
                    <a:pt x="1" y="4442"/>
                    <a:pt x="0" y="4425"/>
                  </a:cubicBezTo>
                  <a:lnTo>
                    <a:pt x="0" y="4578"/>
                  </a:lnTo>
                  <a:cubicBezTo>
                    <a:pt x="1" y="4544"/>
                    <a:pt x="2" y="4509"/>
                    <a:pt x="4" y="4475"/>
                  </a:cubicBezTo>
                  <a:lnTo>
                    <a:pt x="4" y="4475"/>
                  </a:lnTo>
                  <a:cubicBezTo>
                    <a:pt x="195" y="7074"/>
                    <a:pt x="1573" y="9461"/>
                    <a:pt x="5036" y="9461"/>
                  </a:cubicBezTo>
                  <a:cubicBezTo>
                    <a:pt x="8472" y="9461"/>
                    <a:pt x="9894" y="7044"/>
                    <a:pt x="10046" y="4425"/>
                  </a:cubicBezTo>
                  <a:cubicBezTo>
                    <a:pt x="10046" y="4474"/>
                    <a:pt x="10046" y="4529"/>
                    <a:pt x="10071" y="4578"/>
                  </a:cubicBezTo>
                  <a:cubicBezTo>
                    <a:pt x="9998" y="2619"/>
                    <a:pt x="8826" y="940"/>
                    <a:pt x="7147" y="177"/>
                  </a:cubicBezTo>
                  <a:lnTo>
                    <a:pt x="562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3" name="Google Shape;5015;p66">
              <a:extLst>
                <a:ext uri="{FF2B5EF4-FFF2-40B4-BE49-F238E27FC236}">
                  <a16:creationId xmlns:a16="http://schemas.microsoft.com/office/drawing/2014/main" id="{F34B15A0-CBED-CA0A-C0C3-513E31BE53B8}"/>
                </a:ext>
              </a:extLst>
            </p:cNvPr>
            <p:cNvSpPr/>
            <p:nvPr/>
          </p:nvSpPr>
          <p:spPr>
            <a:xfrm>
              <a:off x="7343550" y="5428875"/>
              <a:ext cx="25" cy="3850"/>
            </a:xfrm>
            <a:custGeom>
              <a:avLst/>
              <a:gdLst/>
              <a:ahLst/>
              <a:cxnLst/>
              <a:rect l="l" t="t" r="r" b="b"/>
              <a:pathLst>
                <a:path w="1" h="154" extrusionOk="0">
                  <a:moveTo>
                    <a:pt x="1" y="1"/>
                  </a:moveTo>
                  <a:lnTo>
                    <a:pt x="1" y="153"/>
                  </a:lnTo>
                  <a:close/>
                  <a:moveTo>
                    <a:pt x="1" y="1"/>
                  </a:move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4" name="Google Shape;5016;p66">
              <a:extLst>
                <a:ext uri="{FF2B5EF4-FFF2-40B4-BE49-F238E27FC236}">
                  <a16:creationId xmlns:a16="http://schemas.microsoft.com/office/drawing/2014/main" id="{1BBD34E9-1DFE-1211-74C0-5158A386A377}"/>
                </a:ext>
              </a:extLst>
            </p:cNvPr>
            <p:cNvSpPr/>
            <p:nvPr/>
          </p:nvSpPr>
          <p:spPr>
            <a:xfrm>
              <a:off x="7091800" y="5428875"/>
              <a:ext cx="25" cy="3850"/>
            </a:xfrm>
            <a:custGeom>
              <a:avLst/>
              <a:gdLst/>
              <a:ahLst/>
              <a:cxnLst/>
              <a:rect l="l" t="t" r="r" b="b"/>
              <a:pathLst>
                <a:path w="1" h="154" extrusionOk="0">
                  <a:moveTo>
                    <a:pt x="0" y="153"/>
                  </a:moveTo>
                  <a:lnTo>
                    <a:pt x="0" y="1"/>
                  </a:lnTo>
                  <a:close/>
                  <a:moveTo>
                    <a:pt x="0" y="153"/>
                  </a:moveTo>
                  <a:lnTo>
                    <a:pt x="0" y="153"/>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5" name="Google Shape;5017;p66">
              <a:extLst>
                <a:ext uri="{FF2B5EF4-FFF2-40B4-BE49-F238E27FC236}">
                  <a16:creationId xmlns:a16="http://schemas.microsoft.com/office/drawing/2014/main" id="{510B0054-FE95-F5A5-B06C-0D65F2579903}"/>
                </a:ext>
              </a:extLst>
            </p:cNvPr>
            <p:cNvSpPr/>
            <p:nvPr/>
          </p:nvSpPr>
          <p:spPr>
            <a:xfrm>
              <a:off x="7116050" y="5306825"/>
              <a:ext cx="161475" cy="156325"/>
            </a:xfrm>
            <a:custGeom>
              <a:avLst/>
              <a:gdLst/>
              <a:ahLst/>
              <a:cxnLst/>
              <a:rect l="l" t="t" r="r" b="b"/>
              <a:pathLst>
                <a:path w="6459" h="6253" extrusionOk="0">
                  <a:moveTo>
                    <a:pt x="4066" y="0"/>
                  </a:moveTo>
                  <a:cubicBezTo>
                    <a:pt x="2387" y="0"/>
                    <a:pt x="916" y="836"/>
                    <a:pt x="1" y="2088"/>
                  </a:cubicBezTo>
                  <a:cubicBezTo>
                    <a:pt x="178" y="2490"/>
                    <a:pt x="404" y="2924"/>
                    <a:pt x="733" y="3253"/>
                  </a:cubicBezTo>
                  <a:cubicBezTo>
                    <a:pt x="1472" y="3967"/>
                    <a:pt x="1270" y="5597"/>
                    <a:pt x="1496" y="5951"/>
                  </a:cubicBezTo>
                  <a:cubicBezTo>
                    <a:pt x="1640" y="6157"/>
                    <a:pt x="1833" y="6253"/>
                    <a:pt x="2031" y="6253"/>
                  </a:cubicBezTo>
                  <a:cubicBezTo>
                    <a:pt x="2394" y="6253"/>
                    <a:pt x="2770" y="5927"/>
                    <a:pt x="2869" y="5365"/>
                  </a:cubicBezTo>
                  <a:cubicBezTo>
                    <a:pt x="2997" y="4529"/>
                    <a:pt x="3632" y="4193"/>
                    <a:pt x="4218" y="3430"/>
                  </a:cubicBezTo>
                  <a:cubicBezTo>
                    <a:pt x="4804" y="2643"/>
                    <a:pt x="3663" y="2210"/>
                    <a:pt x="4066" y="1984"/>
                  </a:cubicBezTo>
                  <a:cubicBezTo>
                    <a:pt x="4104" y="1963"/>
                    <a:pt x="4150" y="1954"/>
                    <a:pt x="4203" y="1954"/>
                  </a:cubicBezTo>
                  <a:cubicBezTo>
                    <a:pt x="4638" y="1954"/>
                    <a:pt x="5510" y="2577"/>
                    <a:pt x="5946" y="2577"/>
                  </a:cubicBezTo>
                  <a:cubicBezTo>
                    <a:pt x="6055" y="2577"/>
                    <a:pt x="6136" y="2538"/>
                    <a:pt x="6177" y="2442"/>
                  </a:cubicBezTo>
                  <a:cubicBezTo>
                    <a:pt x="6458" y="1807"/>
                    <a:pt x="4450" y="1325"/>
                    <a:pt x="4474" y="965"/>
                  </a:cubicBezTo>
                  <a:cubicBezTo>
                    <a:pt x="4499" y="611"/>
                    <a:pt x="6153" y="482"/>
                    <a:pt x="6177" y="482"/>
                  </a:cubicBezTo>
                  <a:cubicBezTo>
                    <a:pt x="5543" y="177"/>
                    <a:pt x="4804" y="0"/>
                    <a:pt x="406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6" name="Google Shape;5018;p66">
              <a:extLst>
                <a:ext uri="{FF2B5EF4-FFF2-40B4-BE49-F238E27FC236}">
                  <a16:creationId xmlns:a16="http://schemas.microsoft.com/office/drawing/2014/main" id="{E9B80EF9-9D5D-DD08-11F6-85E8E66B1DB2}"/>
                </a:ext>
              </a:extLst>
            </p:cNvPr>
            <p:cNvSpPr/>
            <p:nvPr/>
          </p:nvSpPr>
          <p:spPr>
            <a:xfrm>
              <a:off x="7339125" y="5425075"/>
              <a:ext cx="4450" cy="28550"/>
            </a:xfrm>
            <a:custGeom>
              <a:avLst/>
              <a:gdLst/>
              <a:ahLst/>
              <a:cxnLst/>
              <a:rect l="l" t="t" r="r" b="b"/>
              <a:pathLst>
                <a:path w="178" h="1142" extrusionOk="0">
                  <a:moveTo>
                    <a:pt x="153" y="0"/>
                  </a:moveTo>
                  <a:cubicBezTo>
                    <a:pt x="129" y="354"/>
                    <a:pt x="80" y="684"/>
                    <a:pt x="1" y="1020"/>
                  </a:cubicBezTo>
                  <a:lnTo>
                    <a:pt x="25" y="1142"/>
                  </a:lnTo>
                  <a:lnTo>
                    <a:pt x="105" y="1142"/>
                  </a:lnTo>
                  <a:cubicBezTo>
                    <a:pt x="153" y="891"/>
                    <a:pt x="178" y="611"/>
                    <a:pt x="178" y="305"/>
                  </a:cubicBezTo>
                  <a:cubicBezTo>
                    <a:pt x="178" y="202"/>
                    <a:pt x="178" y="104"/>
                    <a:pt x="1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7" name="Google Shape;5019;p66">
              <a:extLst>
                <a:ext uri="{FF2B5EF4-FFF2-40B4-BE49-F238E27FC236}">
                  <a16:creationId xmlns:a16="http://schemas.microsoft.com/office/drawing/2014/main" id="{38AA6097-900B-226E-C7F9-717EE1565BF2}"/>
                </a:ext>
              </a:extLst>
            </p:cNvPr>
            <p:cNvSpPr/>
            <p:nvPr/>
          </p:nvSpPr>
          <p:spPr>
            <a:xfrm>
              <a:off x="7091800" y="5425075"/>
              <a:ext cx="41975" cy="94775"/>
            </a:xfrm>
            <a:custGeom>
              <a:avLst/>
              <a:gdLst/>
              <a:ahLst/>
              <a:cxnLst/>
              <a:rect l="l" t="t" r="r" b="b"/>
              <a:pathLst>
                <a:path w="1679" h="3791" extrusionOk="0">
                  <a:moveTo>
                    <a:pt x="0" y="0"/>
                  </a:moveTo>
                  <a:lnTo>
                    <a:pt x="0" y="305"/>
                  </a:lnTo>
                  <a:cubicBezTo>
                    <a:pt x="0" y="1654"/>
                    <a:pt x="537" y="2875"/>
                    <a:pt x="1374" y="3790"/>
                  </a:cubicBezTo>
                  <a:lnTo>
                    <a:pt x="1605" y="3711"/>
                  </a:lnTo>
                  <a:lnTo>
                    <a:pt x="1679" y="3430"/>
                  </a:lnTo>
                  <a:cubicBezTo>
                    <a:pt x="714" y="2570"/>
                    <a:pt x="104" y="1374"/>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8" name="Google Shape;5020;p66">
              <a:extLst>
                <a:ext uri="{FF2B5EF4-FFF2-40B4-BE49-F238E27FC236}">
                  <a16:creationId xmlns:a16="http://schemas.microsoft.com/office/drawing/2014/main" id="{3A923FFF-086E-F672-0E07-BEBE85221821}"/>
                </a:ext>
              </a:extLst>
            </p:cNvPr>
            <p:cNvSpPr/>
            <p:nvPr/>
          </p:nvSpPr>
          <p:spPr>
            <a:xfrm>
              <a:off x="7193575" y="5538275"/>
              <a:ext cx="73725" cy="20325"/>
            </a:xfrm>
            <a:custGeom>
              <a:avLst/>
              <a:gdLst/>
              <a:ahLst/>
              <a:cxnLst/>
              <a:rect l="l" t="t" r="r" b="b"/>
              <a:pathLst>
                <a:path w="2949" h="813" extrusionOk="0">
                  <a:moveTo>
                    <a:pt x="2313" y="1"/>
                  </a:moveTo>
                  <a:cubicBezTo>
                    <a:pt x="1880" y="123"/>
                    <a:pt x="1422" y="178"/>
                    <a:pt x="965" y="178"/>
                  </a:cubicBezTo>
                  <a:cubicBezTo>
                    <a:pt x="684" y="178"/>
                    <a:pt x="409" y="154"/>
                    <a:pt x="153" y="123"/>
                  </a:cubicBezTo>
                  <a:lnTo>
                    <a:pt x="0" y="459"/>
                  </a:lnTo>
                  <a:lnTo>
                    <a:pt x="257" y="764"/>
                  </a:lnTo>
                  <a:cubicBezTo>
                    <a:pt x="482" y="813"/>
                    <a:pt x="714" y="813"/>
                    <a:pt x="965" y="813"/>
                  </a:cubicBezTo>
                  <a:cubicBezTo>
                    <a:pt x="1654" y="813"/>
                    <a:pt x="2338" y="685"/>
                    <a:pt x="2948" y="404"/>
                  </a:cubicBezTo>
                  <a:lnTo>
                    <a:pt x="2850" y="74"/>
                  </a:lnTo>
                  <a:lnTo>
                    <a:pt x="231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9" name="Google Shape;5021;p66">
              <a:extLst>
                <a:ext uri="{FF2B5EF4-FFF2-40B4-BE49-F238E27FC236}">
                  <a16:creationId xmlns:a16="http://schemas.microsoft.com/office/drawing/2014/main" id="{F9D46302-372D-03A1-B95B-AABC869B05C5}"/>
                </a:ext>
              </a:extLst>
            </p:cNvPr>
            <p:cNvSpPr/>
            <p:nvPr/>
          </p:nvSpPr>
          <p:spPr>
            <a:xfrm>
              <a:off x="7133750" y="5492900"/>
              <a:ext cx="63650" cy="48475"/>
            </a:xfrm>
            <a:custGeom>
              <a:avLst/>
              <a:gdLst/>
              <a:ahLst/>
              <a:cxnLst/>
              <a:rect l="l" t="t" r="r" b="b"/>
              <a:pathLst>
                <a:path w="2546" h="1939" extrusionOk="0">
                  <a:moveTo>
                    <a:pt x="1404" y="1"/>
                  </a:moveTo>
                  <a:cubicBezTo>
                    <a:pt x="1029" y="1"/>
                    <a:pt x="644" y="365"/>
                    <a:pt x="153" y="620"/>
                  </a:cubicBezTo>
                  <a:cubicBezTo>
                    <a:pt x="104" y="644"/>
                    <a:pt x="56" y="693"/>
                    <a:pt x="1" y="717"/>
                  </a:cubicBezTo>
                  <a:lnTo>
                    <a:pt x="941" y="1840"/>
                  </a:lnTo>
                  <a:lnTo>
                    <a:pt x="2546" y="1938"/>
                  </a:lnTo>
                  <a:cubicBezTo>
                    <a:pt x="2418" y="1737"/>
                    <a:pt x="2241" y="1584"/>
                    <a:pt x="2064" y="1456"/>
                  </a:cubicBezTo>
                  <a:cubicBezTo>
                    <a:pt x="1581" y="1126"/>
                    <a:pt x="2192" y="467"/>
                    <a:pt x="1734" y="107"/>
                  </a:cubicBezTo>
                  <a:cubicBezTo>
                    <a:pt x="1623" y="32"/>
                    <a:pt x="1514" y="1"/>
                    <a:pt x="140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0" name="Google Shape;5022;p66">
              <a:extLst>
                <a:ext uri="{FF2B5EF4-FFF2-40B4-BE49-F238E27FC236}">
                  <a16:creationId xmlns:a16="http://schemas.microsoft.com/office/drawing/2014/main" id="{8651B6D6-992E-527A-F984-6CAE4432A832}"/>
                </a:ext>
              </a:extLst>
            </p:cNvPr>
            <p:cNvSpPr/>
            <p:nvPr/>
          </p:nvSpPr>
          <p:spPr>
            <a:xfrm>
              <a:off x="7126125" y="5510825"/>
              <a:ext cx="76325" cy="46550"/>
            </a:xfrm>
            <a:custGeom>
              <a:avLst/>
              <a:gdLst/>
              <a:ahLst/>
              <a:cxnLst/>
              <a:rect l="l" t="t" r="r" b="b"/>
              <a:pathLst>
                <a:path w="3053" h="1862" extrusionOk="0">
                  <a:moveTo>
                    <a:pt x="306" y="0"/>
                  </a:moveTo>
                  <a:cubicBezTo>
                    <a:pt x="178" y="104"/>
                    <a:pt x="80" y="232"/>
                    <a:pt x="1" y="360"/>
                  </a:cubicBezTo>
                  <a:cubicBezTo>
                    <a:pt x="763" y="1148"/>
                    <a:pt x="1807" y="1709"/>
                    <a:pt x="2955" y="1862"/>
                  </a:cubicBezTo>
                  <a:cubicBezTo>
                    <a:pt x="3052" y="1654"/>
                    <a:pt x="2979" y="1429"/>
                    <a:pt x="2851" y="1221"/>
                  </a:cubicBezTo>
                  <a:cubicBezTo>
                    <a:pt x="1886" y="1044"/>
                    <a:pt x="1020" y="641"/>
                    <a:pt x="3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1" name="Google Shape;5023;p66">
              <a:extLst>
                <a:ext uri="{FF2B5EF4-FFF2-40B4-BE49-F238E27FC236}">
                  <a16:creationId xmlns:a16="http://schemas.microsoft.com/office/drawing/2014/main" id="{AD31A1FA-3ADE-1DD8-39C6-30BAB7299DB3}"/>
                </a:ext>
              </a:extLst>
            </p:cNvPr>
            <p:cNvSpPr/>
            <p:nvPr/>
          </p:nvSpPr>
          <p:spPr>
            <a:xfrm>
              <a:off x="7229550" y="5441050"/>
              <a:ext cx="109600" cy="97275"/>
            </a:xfrm>
            <a:custGeom>
              <a:avLst/>
              <a:gdLst/>
              <a:ahLst/>
              <a:cxnLst/>
              <a:rect l="l" t="t" r="r" b="b"/>
              <a:pathLst>
                <a:path w="4384" h="3891" extrusionOk="0">
                  <a:moveTo>
                    <a:pt x="3462" y="0"/>
                  </a:moveTo>
                  <a:cubicBezTo>
                    <a:pt x="3383" y="0"/>
                    <a:pt x="3300" y="6"/>
                    <a:pt x="3212" y="20"/>
                  </a:cubicBezTo>
                  <a:cubicBezTo>
                    <a:pt x="2470" y="152"/>
                    <a:pt x="1950" y="701"/>
                    <a:pt x="1528" y="701"/>
                  </a:cubicBezTo>
                  <a:cubicBezTo>
                    <a:pt x="1460" y="701"/>
                    <a:pt x="1395" y="687"/>
                    <a:pt x="1332" y="655"/>
                  </a:cubicBezTo>
                  <a:cubicBezTo>
                    <a:pt x="1186" y="591"/>
                    <a:pt x="997" y="550"/>
                    <a:pt x="807" y="550"/>
                  </a:cubicBezTo>
                  <a:cubicBezTo>
                    <a:pt x="403" y="550"/>
                    <a:pt x="1" y="739"/>
                    <a:pt x="38" y="1296"/>
                  </a:cubicBezTo>
                  <a:cubicBezTo>
                    <a:pt x="87" y="2108"/>
                    <a:pt x="1332" y="2285"/>
                    <a:pt x="923" y="2895"/>
                  </a:cubicBezTo>
                  <a:cubicBezTo>
                    <a:pt x="722" y="3225"/>
                    <a:pt x="746" y="3609"/>
                    <a:pt x="874" y="3890"/>
                  </a:cubicBezTo>
                  <a:cubicBezTo>
                    <a:pt x="874" y="3890"/>
                    <a:pt x="889" y="3891"/>
                    <a:pt x="916" y="3891"/>
                  </a:cubicBezTo>
                  <a:cubicBezTo>
                    <a:pt x="1124" y="3891"/>
                    <a:pt x="2084" y="3834"/>
                    <a:pt x="3163" y="2846"/>
                  </a:cubicBezTo>
                  <a:cubicBezTo>
                    <a:pt x="4359" y="1778"/>
                    <a:pt x="4384" y="381"/>
                    <a:pt x="4384" y="381"/>
                  </a:cubicBezTo>
                  <a:cubicBezTo>
                    <a:pt x="4232" y="224"/>
                    <a:pt x="3929" y="0"/>
                    <a:pt x="346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0" name="Google Shape;5024;p66">
              <a:extLst>
                <a:ext uri="{FF2B5EF4-FFF2-40B4-BE49-F238E27FC236}">
                  <a16:creationId xmlns:a16="http://schemas.microsoft.com/office/drawing/2014/main" id="{DBBF7085-9F08-B37E-5628-5D02AA346348}"/>
                </a:ext>
              </a:extLst>
            </p:cNvPr>
            <p:cNvSpPr/>
            <p:nvPr/>
          </p:nvSpPr>
          <p:spPr>
            <a:xfrm>
              <a:off x="7251400" y="5450550"/>
              <a:ext cx="90350" cy="97825"/>
            </a:xfrm>
            <a:custGeom>
              <a:avLst/>
              <a:gdLst/>
              <a:ahLst/>
              <a:cxnLst/>
              <a:rect l="l" t="t" r="r" b="b"/>
              <a:pathLst>
                <a:path w="3614" h="3913" extrusionOk="0">
                  <a:moveTo>
                    <a:pt x="3510" y="1"/>
                  </a:moveTo>
                  <a:cubicBezTo>
                    <a:pt x="3028" y="1703"/>
                    <a:pt x="1703" y="3022"/>
                    <a:pt x="0" y="3510"/>
                  </a:cubicBezTo>
                  <a:cubicBezTo>
                    <a:pt x="153" y="3736"/>
                    <a:pt x="385" y="3913"/>
                    <a:pt x="635" y="3913"/>
                  </a:cubicBezTo>
                  <a:cubicBezTo>
                    <a:pt x="2185" y="3254"/>
                    <a:pt x="3333" y="1856"/>
                    <a:pt x="3614" y="123"/>
                  </a:cubicBezTo>
                  <a:cubicBezTo>
                    <a:pt x="3614" y="123"/>
                    <a:pt x="3559" y="74"/>
                    <a:pt x="35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1" name="Google Shape;5025;p66">
              <a:extLst>
                <a:ext uri="{FF2B5EF4-FFF2-40B4-BE49-F238E27FC236}">
                  <a16:creationId xmlns:a16="http://schemas.microsoft.com/office/drawing/2014/main" id="{98588288-0575-CF84-D048-3E01D305C1D6}"/>
                </a:ext>
              </a:extLst>
            </p:cNvPr>
            <p:cNvSpPr/>
            <p:nvPr/>
          </p:nvSpPr>
          <p:spPr>
            <a:xfrm>
              <a:off x="6999025" y="5265475"/>
              <a:ext cx="437475" cy="115800"/>
            </a:xfrm>
            <a:custGeom>
              <a:avLst/>
              <a:gdLst/>
              <a:ahLst/>
              <a:cxnLst/>
              <a:rect l="l" t="t" r="r" b="b"/>
              <a:pathLst>
                <a:path w="17499" h="4632" extrusionOk="0">
                  <a:moveTo>
                    <a:pt x="8747" y="0"/>
                  </a:moveTo>
                  <a:cubicBezTo>
                    <a:pt x="7123" y="0"/>
                    <a:pt x="5414" y="482"/>
                    <a:pt x="3687" y="1477"/>
                  </a:cubicBezTo>
                  <a:cubicBezTo>
                    <a:pt x="2466" y="2161"/>
                    <a:pt x="1246" y="3076"/>
                    <a:pt x="104" y="4199"/>
                  </a:cubicBezTo>
                  <a:cubicBezTo>
                    <a:pt x="1" y="4297"/>
                    <a:pt x="1" y="4450"/>
                    <a:pt x="104" y="4553"/>
                  </a:cubicBezTo>
                  <a:cubicBezTo>
                    <a:pt x="153" y="4602"/>
                    <a:pt x="202" y="4627"/>
                    <a:pt x="281" y="4627"/>
                  </a:cubicBezTo>
                  <a:cubicBezTo>
                    <a:pt x="330" y="4627"/>
                    <a:pt x="409" y="4602"/>
                    <a:pt x="458" y="4553"/>
                  </a:cubicBezTo>
                  <a:cubicBezTo>
                    <a:pt x="1551" y="3485"/>
                    <a:pt x="2771" y="2570"/>
                    <a:pt x="3943" y="1911"/>
                  </a:cubicBezTo>
                  <a:cubicBezTo>
                    <a:pt x="5597" y="995"/>
                    <a:pt x="7196" y="507"/>
                    <a:pt x="8747" y="507"/>
                  </a:cubicBezTo>
                  <a:cubicBezTo>
                    <a:pt x="10297" y="507"/>
                    <a:pt x="11902" y="995"/>
                    <a:pt x="13532" y="1911"/>
                  </a:cubicBezTo>
                  <a:cubicBezTo>
                    <a:pt x="14722" y="2570"/>
                    <a:pt x="15894" y="3461"/>
                    <a:pt x="17041" y="4553"/>
                  </a:cubicBezTo>
                  <a:cubicBezTo>
                    <a:pt x="17090" y="4605"/>
                    <a:pt x="17152" y="4631"/>
                    <a:pt x="17216" y="4631"/>
                  </a:cubicBezTo>
                  <a:cubicBezTo>
                    <a:pt x="17279" y="4631"/>
                    <a:pt x="17343" y="4605"/>
                    <a:pt x="17395" y="4553"/>
                  </a:cubicBezTo>
                  <a:cubicBezTo>
                    <a:pt x="17499" y="4450"/>
                    <a:pt x="17499" y="4297"/>
                    <a:pt x="17395" y="4199"/>
                  </a:cubicBezTo>
                  <a:cubicBezTo>
                    <a:pt x="16223" y="3076"/>
                    <a:pt x="15027" y="2161"/>
                    <a:pt x="13782" y="1477"/>
                  </a:cubicBezTo>
                  <a:cubicBezTo>
                    <a:pt x="12079" y="482"/>
                    <a:pt x="10376" y="0"/>
                    <a:pt x="874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62" name="Google Shape;5026;p66">
            <a:extLst>
              <a:ext uri="{FF2B5EF4-FFF2-40B4-BE49-F238E27FC236}">
                <a16:creationId xmlns:a16="http://schemas.microsoft.com/office/drawing/2014/main" id="{9203AC1B-3A71-5F63-8625-445C14483311}"/>
              </a:ext>
            </a:extLst>
          </p:cNvPr>
          <p:cNvGrpSpPr/>
          <p:nvPr/>
        </p:nvGrpSpPr>
        <p:grpSpPr>
          <a:xfrm>
            <a:off x="10186269" y="2076304"/>
            <a:ext cx="439925" cy="436850"/>
            <a:chOff x="7704725" y="3284800"/>
            <a:chExt cx="439925" cy="436850"/>
          </a:xfrm>
        </p:grpSpPr>
        <p:sp>
          <p:nvSpPr>
            <p:cNvPr id="4163" name="Google Shape;5027;p66">
              <a:extLst>
                <a:ext uri="{FF2B5EF4-FFF2-40B4-BE49-F238E27FC236}">
                  <a16:creationId xmlns:a16="http://schemas.microsoft.com/office/drawing/2014/main" id="{FD1EC5C4-E407-D3C8-A956-F8216DBF81C4}"/>
                </a:ext>
              </a:extLst>
            </p:cNvPr>
            <p:cNvSpPr/>
            <p:nvPr/>
          </p:nvSpPr>
          <p:spPr>
            <a:xfrm>
              <a:off x="7829375" y="3284800"/>
              <a:ext cx="187550" cy="238675"/>
            </a:xfrm>
            <a:custGeom>
              <a:avLst/>
              <a:gdLst/>
              <a:ahLst/>
              <a:cxnLst/>
              <a:rect l="l" t="t" r="r" b="b"/>
              <a:pathLst>
                <a:path w="7502" h="9547" extrusionOk="0">
                  <a:moveTo>
                    <a:pt x="3760" y="1"/>
                  </a:moveTo>
                  <a:cubicBezTo>
                    <a:pt x="3718" y="1"/>
                    <a:pt x="3672" y="13"/>
                    <a:pt x="3632" y="37"/>
                  </a:cubicBezTo>
                  <a:cubicBezTo>
                    <a:pt x="2363" y="1209"/>
                    <a:pt x="202" y="3474"/>
                    <a:pt x="1" y="5762"/>
                  </a:cubicBezTo>
                  <a:cubicBezTo>
                    <a:pt x="1" y="5762"/>
                    <a:pt x="25" y="6013"/>
                    <a:pt x="25" y="6067"/>
                  </a:cubicBezTo>
                  <a:cubicBezTo>
                    <a:pt x="226" y="7770"/>
                    <a:pt x="1423" y="9546"/>
                    <a:pt x="3760" y="9546"/>
                  </a:cubicBezTo>
                  <a:cubicBezTo>
                    <a:pt x="6073" y="9546"/>
                    <a:pt x="7270" y="7795"/>
                    <a:pt x="7502" y="6092"/>
                  </a:cubicBezTo>
                  <a:lnTo>
                    <a:pt x="7502" y="5762"/>
                  </a:lnTo>
                  <a:cubicBezTo>
                    <a:pt x="7294" y="3474"/>
                    <a:pt x="5158" y="1209"/>
                    <a:pt x="3864" y="37"/>
                  </a:cubicBezTo>
                  <a:cubicBezTo>
                    <a:pt x="3840" y="13"/>
                    <a:pt x="3801" y="1"/>
                    <a:pt x="376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4" name="Google Shape;5028;p66">
              <a:extLst>
                <a:ext uri="{FF2B5EF4-FFF2-40B4-BE49-F238E27FC236}">
                  <a16:creationId xmlns:a16="http://schemas.microsoft.com/office/drawing/2014/main" id="{9D6CCDE7-1548-372C-17AC-0D1C804A79BA}"/>
                </a:ext>
              </a:extLst>
            </p:cNvPr>
            <p:cNvSpPr/>
            <p:nvPr/>
          </p:nvSpPr>
          <p:spPr>
            <a:xfrm>
              <a:off x="7829375" y="3428850"/>
              <a:ext cx="188150" cy="103025"/>
            </a:xfrm>
            <a:custGeom>
              <a:avLst/>
              <a:gdLst/>
              <a:ahLst/>
              <a:cxnLst/>
              <a:rect l="l" t="t" r="r" b="b"/>
              <a:pathLst>
                <a:path w="7526" h="4121" extrusionOk="0">
                  <a:moveTo>
                    <a:pt x="1" y="0"/>
                  </a:moveTo>
                  <a:cubicBezTo>
                    <a:pt x="1" y="251"/>
                    <a:pt x="1" y="507"/>
                    <a:pt x="25" y="788"/>
                  </a:cubicBezTo>
                  <a:cubicBezTo>
                    <a:pt x="251" y="2490"/>
                    <a:pt x="1423" y="4120"/>
                    <a:pt x="3760" y="4120"/>
                  </a:cubicBezTo>
                  <a:cubicBezTo>
                    <a:pt x="6073" y="4120"/>
                    <a:pt x="7270" y="2490"/>
                    <a:pt x="7477" y="788"/>
                  </a:cubicBezTo>
                  <a:cubicBezTo>
                    <a:pt x="7526" y="507"/>
                    <a:pt x="7526" y="251"/>
                    <a:pt x="7502" y="0"/>
                  </a:cubicBezTo>
                  <a:lnTo>
                    <a:pt x="7502" y="0"/>
                  </a:lnTo>
                  <a:cubicBezTo>
                    <a:pt x="7502" y="49"/>
                    <a:pt x="7477" y="98"/>
                    <a:pt x="7477" y="153"/>
                  </a:cubicBezTo>
                  <a:cubicBezTo>
                    <a:pt x="7270" y="1831"/>
                    <a:pt x="6073" y="3479"/>
                    <a:pt x="3760" y="3479"/>
                  </a:cubicBezTo>
                  <a:cubicBezTo>
                    <a:pt x="1423" y="3479"/>
                    <a:pt x="251" y="1831"/>
                    <a:pt x="25" y="153"/>
                  </a:cubicBezTo>
                  <a:cubicBezTo>
                    <a:pt x="25" y="98"/>
                    <a:pt x="25" y="49"/>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5" name="Google Shape;5029;p66">
              <a:extLst>
                <a:ext uri="{FF2B5EF4-FFF2-40B4-BE49-F238E27FC236}">
                  <a16:creationId xmlns:a16="http://schemas.microsoft.com/office/drawing/2014/main" id="{33E50488-6056-8B1C-5D16-DE26ABC0D8C9}"/>
                </a:ext>
              </a:extLst>
            </p:cNvPr>
            <p:cNvSpPr/>
            <p:nvPr/>
          </p:nvSpPr>
          <p:spPr>
            <a:xfrm>
              <a:off x="7859900" y="3544425"/>
              <a:ext cx="245375" cy="141250"/>
            </a:xfrm>
            <a:custGeom>
              <a:avLst/>
              <a:gdLst/>
              <a:ahLst/>
              <a:cxnLst/>
              <a:rect l="l" t="t" r="r" b="b"/>
              <a:pathLst>
                <a:path w="9815" h="5650" extrusionOk="0">
                  <a:moveTo>
                    <a:pt x="5433" y="0"/>
                  </a:moveTo>
                  <a:cubicBezTo>
                    <a:pt x="5330" y="0"/>
                    <a:pt x="5228" y="25"/>
                    <a:pt x="5133" y="77"/>
                  </a:cubicBezTo>
                  <a:lnTo>
                    <a:pt x="1624" y="1908"/>
                  </a:lnTo>
                  <a:lnTo>
                    <a:pt x="0" y="4099"/>
                  </a:lnTo>
                  <a:lnTo>
                    <a:pt x="3736" y="5649"/>
                  </a:lnTo>
                  <a:lnTo>
                    <a:pt x="9357" y="2750"/>
                  </a:lnTo>
                  <a:lnTo>
                    <a:pt x="9534" y="2164"/>
                  </a:lnTo>
                  <a:lnTo>
                    <a:pt x="9814" y="1328"/>
                  </a:lnTo>
                  <a:cubicBezTo>
                    <a:pt x="9790" y="1297"/>
                    <a:pt x="9790" y="1249"/>
                    <a:pt x="9766" y="1224"/>
                  </a:cubicBezTo>
                  <a:cubicBezTo>
                    <a:pt x="9625" y="1051"/>
                    <a:pt x="9418" y="950"/>
                    <a:pt x="9212" y="950"/>
                  </a:cubicBezTo>
                  <a:cubicBezTo>
                    <a:pt x="9113" y="950"/>
                    <a:pt x="9014" y="973"/>
                    <a:pt x="8923" y="1023"/>
                  </a:cubicBezTo>
                  <a:lnTo>
                    <a:pt x="7574" y="1755"/>
                  </a:lnTo>
                  <a:lnTo>
                    <a:pt x="7880" y="968"/>
                  </a:lnTo>
                  <a:cubicBezTo>
                    <a:pt x="7855" y="919"/>
                    <a:pt x="7831" y="895"/>
                    <a:pt x="7806" y="840"/>
                  </a:cubicBezTo>
                  <a:cubicBezTo>
                    <a:pt x="7705" y="637"/>
                    <a:pt x="7502" y="526"/>
                    <a:pt x="7287" y="526"/>
                  </a:cubicBezTo>
                  <a:cubicBezTo>
                    <a:pt x="7178" y="526"/>
                    <a:pt x="7067" y="554"/>
                    <a:pt x="6964" y="614"/>
                  </a:cubicBezTo>
                  <a:lnTo>
                    <a:pt x="5744" y="1273"/>
                  </a:lnTo>
                  <a:lnTo>
                    <a:pt x="5744" y="1273"/>
                  </a:lnTo>
                  <a:lnTo>
                    <a:pt x="6049" y="413"/>
                  </a:lnTo>
                  <a:cubicBezTo>
                    <a:pt x="6024" y="358"/>
                    <a:pt x="6000" y="309"/>
                    <a:pt x="5975" y="284"/>
                  </a:cubicBezTo>
                  <a:cubicBezTo>
                    <a:pt x="5838" y="98"/>
                    <a:pt x="5636" y="0"/>
                    <a:pt x="5433" y="0"/>
                  </a:cubicBezTo>
                  <a:close/>
                </a:path>
              </a:pathLst>
            </a:custGeom>
            <a:solidFill>
              <a:srgbClr val="F7B0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6" name="Google Shape;5030;p66">
              <a:extLst>
                <a:ext uri="{FF2B5EF4-FFF2-40B4-BE49-F238E27FC236}">
                  <a16:creationId xmlns:a16="http://schemas.microsoft.com/office/drawing/2014/main" id="{454523B3-E8B7-5072-4C4A-AC5267912925}"/>
                </a:ext>
              </a:extLst>
            </p:cNvPr>
            <p:cNvSpPr/>
            <p:nvPr/>
          </p:nvSpPr>
          <p:spPr>
            <a:xfrm>
              <a:off x="7996450" y="3568600"/>
              <a:ext cx="63050" cy="42000"/>
            </a:xfrm>
            <a:custGeom>
              <a:avLst/>
              <a:gdLst/>
              <a:ahLst/>
              <a:cxnLst/>
              <a:rect l="l" t="t" r="r" b="b"/>
              <a:pathLst>
                <a:path w="2522" h="1680" extrusionOk="0">
                  <a:moveTo>
                    <a:pt x="2418" y="1"/>
                  </a:moveTo>
                  <a:lnTo>
                    <a:pt x="208" y="1173"/>
                  </a:lnTo>
                  <a:lnTo>
                    <a:pt x="1" y="1429"/>
                  </a:lnTo>
                  <a:lnTo>
                    <a:pt x="410" y="1679"/>
                  </a:lnTo>
                  <a:lnTo>
                    <a:pt x="2112" y="788"/>
                  </a:lnTo>
                  <a:cubicBezTo>
                    <a:pt x="2393" y="636"/>
                    <a:pt x="2521" y="306"/>
                    <a:pt x="2418" y="1"/>
                  </a:cubicBezTo>
                  <a:close/>
                </a:path>
              </a:pathLst>
            </a:custGeom>
            <a:solidFill>
              <a:srgbClr val="DB99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7" name="Google Shape;5031;p66">
              <a:extLst>
                <a:ext uri="{FF2B5EF4-FFF2-40B4-BE49-F238E27FC236}">
                  <a16:creationId xmlns:a16="http://schemas.microsoft.com/office/drawing/2014/main" id="{D5A722AD-5F28-E131-EBEC-DA92F44920D0}"/>
                </a:ext>
              </a:extLst>
            </p:cNvPr>
            <p:cNvSpPr/>
            <p:nvPr/>
          </p:nvSpPr>
          <p:spPr>
            <a:xfrm>
              <a:off x="7861125" y="3577600"/>
              <a:ext cx="247950" cy="80625"/>
            </a:xfrm>
            <a:custGeom>
              <a:avLst/>
              <a:gdLst/>
              <a:ahLst/>
              <a:cxnLst/>
              <a:rect l="l" t="t" r="r" b="b"/>
              <a:pathLst>
                <a:path w="9918" h="3225" extrusionOk="0">
                  <a:moveTo>
                    <a:pt x="9765" y="1"/>
                  </a:moveTo>
                  <a:lnTo>
                    <a:pt x="5621" y="2235"/>
                  </a:lnTo>
                  <a:lnTo>
                    <a:pt x="4071" y="2186"/>
                  </a:lnTo>
                  <a:lnTo>
                    <a:pt x="2948" y="2082"/>
                  </a:lnTo>
                  <a:lnTo>
                    <a:pt x="0" y="2467"/>
                  </a:lnTo>
                  <a:lnTo>
                    <a:pt x="1294" y="3101"/>
                  </a:lnTo>
                  <a:cubicBezTo>
                    <a:pt x="1920" y="3172"/>
                    <a:pt x="2667" y="3225"/>
                    <a:pt x="3442" y="3225"/>
                  </a:cubicBezTo>
                  <a:cubicBezTo>
                    <a:pt x="4875" y="3225"/>
                    <a:pt x="6402" y="3045"/>
                    <a:pt x="7428" y="2467"/>
                  </a:cubicBezTo>
                  <a:lnTo>
                    <a:pt x="9662" y="1167"/>
                  </a:lnTo>
                  <a:lnTo>
                    <a:pt x="9485" y="837"/>
                  </a:lnTo>
                  <a:cubicBezTo>
                    <a:pt x="9790" y="685"/>
                    <a:pt x="9918" y="306"/>
                    <a:pt x="9765" y="1"/>
                  </a:cubicBezTo>
                  <a:close/>
                </a:path>
              </a:pathLst>
            </a:custGeom>
            <a:solidFill>
              <a:srgbClr val="DB99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8" name="Google Shape;5032;p66">
              <a:extLst>
                <a:ext uri="{FF2B5EF4-FFF2-40B4-BE49-F238E27FC236}">
                  <a16:creationId xmlns:a16="http://schemas.microsoft.com/office/drawing/2014/main" id="{F5934EFC-BA4A-916D-1EDA-DD210498EBD6}"/>
                </a:ext>
              </a:extLst>
            </p:cNvPr>
            <p:cNvSpPr/>
            <p:nvPr/>
          </p:nvSpPr>
          <p:spPr>
            <a:xfrm>
              <a:off x="7942450" y="3554725"/>
              <a:ext cx="71875" cy="45025"/>
            </a:xfrm>
            <a:custGeom>
              <a:avLst/>
              <a:gdLst/>
              <a:ahLst/>
              <a:cxnLst/>
              <a:rect l="l" t="t" r="r" b="b"/>
              <a:pathLst>
                <a:path w="2875" h="1801" extrusionOk="0">
                  <a:moveTo>
                    <a:pt x="2747" y="1"/>
                  </a:moveTo>
                  <a:lnTo>
                    <a:pt x="0" y="1496"/>
                  </a:lnTo>
                  <a:lnTo>
                    <a:pt x="714" y="1801"/>
                  </a:lnTo>
                  <a:lnTo>
                    <a:pt x="1245" y="1496"/>
                  </a:lnTo>
                  <a:lnTo>
                    <a:pt x="2442" y="861"/>
                  </a:lnTo>
                  <a:cubicBezTo>
                    <a:pt x="2771" y="684"/>
                    <a:pt x="2875" y="306"/>
                    <a:pt x="2747" y="1"/>
                  </a:cubicBezTo>
                  <a:close/>
                </a:path>
              </a:pathLst>
            </a:custGeom>
            <a:solidFill>
              <a:srgbClr val="DB99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9" name="Google Shape;5033;p66">
              <a:extLst>
                <a:ext uri="{FF2B5EF4-FFF2-40B4-BE49-F238E27FC236}">
                  <a16:creationId xmlns:a16="http://schemas.microsoft.com/office/drawing/2014/main" id="{A6508EFB-26D9-0098-C696-1E623879F013}"/>
                </a:ext>
              </a:extLst>
            </p:cNvPr>
            <p:cNvSpPr/>
            <p:nvPr/>
          </p:nvSpPr>
          <p:spPr>
            <a:xfrm>
              <a:off x="7704725" y="3582350"/>
              <a:ext cx="432275" cy="131650"/>
            </a:xfrm>
            <a:custGeom>
              <a:avLst/>
              <a:gdLst/>
              <a:ahLst/>
              <a:cxnLst/>
              <a:rect l="l" t="t" r="r" b="b"/>
              <a:pathLst>
                <a:path w="17291" h="5266" extrusionOk="0">
                  <a:moveTo>
                    <a:pt x="5782" y="0"/>
                  </a:moveTo>
                  <a:cubicBezTo>
                    <a:pt x="5489" y="0"/>
                    <a:pt x="5178" y="25"/>
                    <a:pt x="4858" y="86"/>
                  </a:cubicBezTo>
                  <a:cubicBezTo>
                    <a:pt x="3229" y="391"/>
                    <a:pt x="1904" y="1514"/>
                    <a:pt x="1904" y="1514"/>
                  </a:cubicBezTo>
                  <a:lnTo>
                    <a:pt x="177" y="1514"/>
                  </a:lnTo>
                  <a:cubicBezTo>
                    <a:pt x="73" y="1514"/>
                    <a:pt x="0" y="1587"/>
                    <a:pt x="0" y="1691"/>
                  </a:cubicBezTo>
                  <a:lnTo>
                    <a:pt x="0" y="4285"/>
                  </a:lnTo>
                  <a:lnTo>
                    <a:pt x="482" y="4718"/>
                  </a:lnTo>
                  <a:lnTo>
                    <a:pt x="1904" y="4718"/>
                  </a:lnTo>
                  <a:lnTo>
                    <a:pt x="7910" y="5249"/>
                  </a:lnTo>
                  <a:cubicBezTo>
                    <a:pt x="8039" y="5260"/>
                    <a:pt x="8167" y="5266"/>
                    <a:pt x="8295" y="5266"/>
                  </a:cubicBezTo>
                  <a:cubicBezTo>
                    <a:pt x="10149" y="5266"/>
                    <a:pt x="11989" y="4118"/>
                    <a:pt x="13604" y="3217"/>
                  </a:cubicBezTo>
                  <a:lnTo>
                    <a:pt x="17291" y="1129"/>
                  </a:lnTo>
                  <a:cubicBezTo>
                    <a:pt x="17291" y="1129"/>
                    <a:pt x="17291" y="470"/>
                    <a:pt x="17266" y="470"/>
                  </a:cubicBezTo>
                  <a:cubicBezTo>
                    <a:pt x="17135" y="303"/>
                    <a:pt x="16927" y="214"/>
                    <a:pt x="16713" y="214"/>
                  </a:cubicBezTo>
                  <a:cubicBezTo>
                    <a:pt x="16598" y="214"/>
                    <a:pt x="16482" y="240"/>
                    <a:pt x="16375" y="293"/>
                  </a:cubicBezTo>
                  <a:lnTo>
                    <a:pt x="14013" y="1642"/>
                  </a:lnTo>
                  <a:cubicBezTo>
                    <a:pt x="12747" y="2331"/>
                    <a:pt x="11356" y="2700"/>
                    <a:pt x="9936" y="2700"/>
                  </a:cubicBezTo>
                  <a:cubicBezTo>
                    <a:pt x="9583" y="2700"/>
                    <a:pt x="9229" y="2677"/>
                    <a:pt x="8874" y="2631"/>
                  </a:cubicBezTo>
                  <a:lnTo>
                    <a:pt x="6970" y="2405"/>
                  </a:lnTo>
                  <a:lnTo>
                    <a:pt x="11444" y="1843"/>
                  </a:lnTo>
                  <a:cubicBezTo>
                    <a:pt x="11798" y="1795"/>
                    <a:pt x="12079" y="1489"/>
                    <a:pt x="12079" y="1129"/>
                  </a:cubicBezTo>
                  <a:cubicBezTo>
                    <a:pt x="12079" y="726"/>
                    <a:pt x="11749" y="391"/>
                    <a:pt x="11365" y="391"/>
                  </a:cubicBezTo>
                  <a:lnTo>
                    <a:pt x="7831" y="391"/>
                  </a:lnTo>
                  <a:cubicBezTo>
                    <a:pt x="7831" y="391"/>
                    <a:pt x="6952" y="0"/>
                    <a:pt x="5782" y="0"/>
                  </a:cubicBezTo>
                  <a:close/>
                </a:path>
              </a:pathLst>
            </a:custGeom>
            <a:solidFill>
              <a:srgbClr val="FFC8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0" name="Google Shape;5034;p66">
              <a:extLst>
                <a:ext uri="{FF2B5EF4-FFF2-40B4-BE49-F238E27FC236}">
                  <a16:creationId xmlns:a16="http://schemas.microsoft.com/office/drawing/2014/main" id="{177BFF00-6C4E-F22F-9025-46B04463B1E6}"/>
                </a:ext>
              </a:extLst>
            </p:cNvPr>
            <p:cNvSpPr/>
            <p:nvPr/>
          </p:nvSpPr>
          <p:spPr>
            <a:xfrm>
              <a:off x="7704725" y="3594100"/>
              <a:ext cx="439925" cy="127550"/>
            </a:xfrm>
            <a:custGeom>
              <a:avLst/>
              <a:gdLst/>
              <a:ahLst/>
              <a:cxnLst/>
              <a:rect l="l" t="t" r="r" b="b"/>
              <a:pathLst>
                <a:path w="17597" h="5102" extrusionOk="0">
                  <a:moveTo>
                    <a:pt x="17266" y="0"/>
                  </a:moveTo>
                  <a:cubicBezTo>
                    <a:pt x="17218" y="177"/>
                    <a:pt x="17114" y="330"/>
                    <a:pt x="16912" y="433"/>
                  </a:cubicBezTo>
                  <a:lnTo>
                    <a:pt x="13452" y="2338"/>
                  </a:lnTo>
                  <a:cubicBezTo>
                    <a:pt x="11811" y="3218"/>
                    <a:pt x="9967" y="4393"/>
                    <a:pt x="8110" y="4393"/>
                  </a:cubicBezTo>
                  <a:cubicBezTo>
                    <a:pt x="7985" y="4393"/>
                    <a:pt x="7859" y="4387"/>
                    <a:pt x="7733" y="4376"/>
                  </a:cubicBezTo>
                  <a:lnTo>
                    <a:pt x="1752" y="3815"/>
                  </a:lnTo>
                  <a:lnTo>
                    <a:pt x="0" y="3815"/>
                  </a:lnTo>
                  <a:lnTo>
                    <a:pt x="0" y="4376"/>
                  </a:lnTo>
                  <a:cubicBezTo>
                    <a:pt x="0" y="4474"/>
                    <a:pt x="73" y="4553"/>
                    <a:pt x="177" y="4553"/>
                  </a:cubicBezTo>
                  <a:lnTo>
                    <a:pt x="1904" y="4553"/>
                  </a:lnTo>
                  <a:lnTo>
                    <a:pt x="7910" y="5084"/>
                  </a:lnTo>
                  <a:cubicBezTo>
                    <a:pt x="8039" y="5096"/>
                    <a:pt x="8167" y="5101"/>
                    <a:pt x="8295" y="5101"/>
                  </a:cubicBezTo>
                  <a:cubicBezTo>
                    <a:pt x="10149" y="5101"/>
                    <a:pt x="11989" y="3954"/>
                    <a:pt x="13604" y="3052"/>
                  </a:cubicBezTo>
                  <a:lnTo>
                    <a:pt x="17089" y="1141"/>
                  </a:lnTo>
                  <a:cubicBezTo>
                    <a:pt x="17498" y="940"/>
                    <a:pt x="17596" y="409"/>
                    <a:pt x="17315" y="49"/>
                  </a:cubicBezTo>
                  <a:cubicBezTo>
                    <a:pt x="17315" y="25"/>
                    <a:pt x="17291" y="0"/>
                    <a:pt x="17266" y="0"/>
                  </a:cubicBezTo>
                  <a:close/>
                </a:path>
              </a:pathLst>
            </a:custGeom>
            <a:solidFill>
              <a:srgbClr val="F7B0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71" name="Google Shape;5035;p66">
            <a:extLst>
              <a:ext uri="{FF2B5EF4-FFF2-40B4-BE49-F238E27FC236}">
                <a16:creationId xmlns:a16="http://schemas.microsoft.com/office/drawing/2014/main" id="{47751674-7CF4-4572-ABDF-BB3A472C30D2}"/>
              </a:ext>
            </a:extLst>
          </p:cNvPr>
          <p:cNvGrpSpPr/>
          <p:nvPr/>
        </p:nvGrpSpPr>
        <p:grpSpPr>
          <a:xfrm>
            <a:off x="9441194" y="2125179"/>
            <a:ext cx="436725" cy="338575"/>
            <a:chOff x="6959650" y="3333675"/>
            <a:chExt cx="436725" cy="338575"/>
          </a:xfrm>
        </p:grpSpPr>
        <p:sp>
          <p:nvSpPr>
            <p:cNvPr id="4172" name="Google Shape;5036;p66">
              <a:extLst>
                <a:ext uri="{FF2B5EF4-FFF2-40B4-BE49-F238E27FC236}">
                  <a16:creationId xmlns:a16="http://schemas.microsoft.com/office/drawing/2014/main" id="{539A10BB-CF82-DF1E-F590-92D1FE162546}"/>
                </a:ext>
              </a:extLst>
            </p:cNvPr>
            <p:cNvSpPr/>
            <p:nvPr/>
          </p:nvSpPr>
          <p:spPr>
            <a:xfrm>
              <a:off x="6959650" y="3516575"/>
              <a:ext cx="436725" cy="103625"/>
            </a:xfrm>
            <a:custGeom>
              <a:avLst/>
              <a:gdLst/>
              <a:ahLst/>
              <a:cxnLst/>
              <a:rect l="l" t="t" r="r" b="b"/>
              <a:pathLst>
                <a:path w="17469" h="4145" extrusionOk="0">
                  <a:moveTo>
                    <a:pt x="5366" y="1"/>
                  </a:moveTo>
                  <a:lnTo>
                    <a:pt x="4169" y="306"/>
                  </a:lnTo>
                  <a:lnTo>
                    <a:pt x="1881" y="916"/>
                  </a:lnTo>
                  <a:lnTo>
                    <a:pt x="1" y="2314"/>
                  </a:lnTo>
                  <a:lnTo>
                    <a:pt x="1" y="2466"/>
                  </a:lnTo>
                  <a:lnTo>
                    <a:pt x="1" y="3840"/>
                  </a:lnTo>
                  <a:lnTo>
                    <a:pt x="178" y="4145"/>
                  </a:lnTo>
                  <a:lnTo>
                    <a:pt x="17292" y="4145"/>
                  </a:lnTo>
                  <a:lnTo>
                    <a:pt x="17469" y="3840"/>
                  </a:lnTo>
                  <a:lnTo>
                    <a:pt x="17469" y="1984"/>
                  </a:lnTo>
                  <a:lnTo>
                    <a:pt x="16144" y="306"/>
                  </a:lnTo>
                  <a:lnTo>
                    <a:pt x="15180" y="306"/>
                  </a:lnTo>
                  <a:lnTo>
                    <a:pt x="1411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3" name="Google Shape;5037;p66">
              <a:extLst>
                <a:ext uri="{FF2B5EF4-FFF2-40B4-BE49-F238E27FC236}">
                  <a16:creationId xmlns:a16="http://schemas.microsoft.com/office/drawing/2014/main" id="{C7892259-EDBF-B66E-E265-41816E9CCA0D}"/>
                </a:ext>
              </a:extLst>
            </p:cNvPr>
            <p:cNvSpPr/>
            <p:nvPr/>
          </p:nvSpPr>
          <p:spPr>
            <a:xfrm>
              <a:off x="7131325" y="3333675"/>
              <a:ext cx="82850" cy="65025"/>
            </a:xfrm>
            <a:custGeom>
              <a:avLst/>
              <a:gdLst/>
              <a:ahLst/>
              <a:cxnLst/>
              <a:rect l="l" t="t" r="r" b="b"/>
              <a:pathLst>
                <a:path w="3314" h="2601" extrusionOk="0">
                  <a:moveTo>
                    <a:pt x="478" y="0"/>
                  </a:moveTo>
                  <a:cubicBezTo>
                    <a:pt x="232" y="0"/>
                    <a:pt x="73" y="17"/>
                    <a:pt x="73" y="17"/>
                  </a:cubicBezTo>
                  <a:cubicBezTo>
                    <a:pt x="73" y="17"/>
                    <a:pt x="0" y="1287"/>
                    <a:pt x="732" y="2001"/>
                  </a:cubicBezTo>
                  <a:cubicBezTo>
                    <a:pt x="1190" y="2442"/>
                    <a:pt x="1886" y="2601"/>
                    <a:pt x="2439" y="2601"/>
                  </a:cubicBezTo>
                  <a:cubicBezTo>
                    <a:pt x="2934" y="2601"/>
                    <a:pt x="3313" y="2473"/>
                    <a:pt x="3302" y="2306"/>
                  </a:cubicBezTo>
                  <a:cubicBezTo>
                    <a:pt x="3253" y="1793"/>
                    <a:pt x="3125" y="1110"/>
                    <a:pt x="2594" y="628"/>
                  </a:cubicBezTo>
                  <a:cubicBezTo>
                    <a:pt x="1996" y="84"/>
                    <a:pt x="1024" y="0"/>
                    <a:pt x="47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4" name="Google Shape;5038;p66">
              <a:extLst>
                <a:ext uri="{FF2B5EF4-FFF2-40B4-BE49-F238E27FC236}">
                  <a16:creationId xmlns:a16="http://schemas.microsoft.com/office/drawing/2014/main" id="{8EC0C855-D45F-6FE2-041E-8F7EB59F192F}"/>
                </a:ext>
              </a:extLst>
            </p:cNvPr>
            <p:cNvSpPr/>
            <p:nvPr/>
          </p:nvSpPr>
          <p:spPr>
            <a:xfrm>
              <a:off x="7213575" y="3333675"/>
              <a:ext cx="83000" cy="65025"/>
            </a:xfrm>
            <a:custGeom>
              <a:avLst/>
              <a:gdLst/>
              <a:ahLst/>
              <a:cxnLst/>
              <a:rect l="l" t="t" r="r" b="b"/>
              <a:pathLst>
                <a:path w="3320" h="2601" extrusionOk="0">
                  <a:moveTo>
                    <a:pt x="2837" y="0"/>
                  </a:moveTo>
                  <a:cubicBezTo>
                    <a:pt x="2291" y="0"/>
                    <a:pt x="1316" y="84"/>
                    <a:pt x="702" y="628"/>
                  </a:cubicBezTo>
                  <a:cubicBezTo>
                    <a:pt x="189" y="1110"/>
                    <a:pt x="36" y="1793"/>
                    <a:pt x="12" y="2306"/>
                  </a:cubicBezTo>
                  <a:cubicBezTo>
                    <a:pt x="0" y="2473"/>
                    <a:pt x="380" y="2601"/>
                    <a:pt x="875" y="2601"/>
                  </a:cubicBezTo>
                  <a:cubicBezTo>
                    <a:pt x="1428" y="2601"/>
                    <a:pt x="2124" y="2442"/>
                    <a:pt x="2581" y="2001"/>
                  </a:cubicBezTo>
                  <a:cubicBezTo>
                    <a:pt x="3320" y="1287"/>
                    <a:pt x="3241" y="17"/>
                    <a:pt x="3241" y="17"/>
                  </a:cubicBezTo>
                  <a:cubicBezTo>
                    <a:pt x="3241" y="17"/>
                    <a:pt x="3082" y="0"/>
                    <a:pt x="283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5" name="Google Shape;5039;p66">
              <a:extLst>
                <a:ext uri="{FF2B5EF4-FFF2-40B4-BE49-F238E27FC236}">
                  <a16:creationId xmlns:a16="http://schemas.microsoft.com/office/drawing/2014/main" id="{28C0D6CE-3963-279C-CA98-D53CDA0C6AD9}"/>
                </a:ext>
              </a:extLst>
            </p:cNvPr>
            <p:cNvSpPr/>
            <p:nvPr/>
          </p:nvSpPr>
          <p:spPr>
            <a:xfrm>
              <a:off x="7130550" y="3335925"/>
              <a:ext cx="166650" cy="136725"/>
            </a:xfrm>
            <a:custGeom>
              <a:avLst/>
              <a:gdLst/>
              <a:ahLst/>
              <a:cxnLst/>
              <a:rect l="l" t="t" r="r" b="b"/>
              <a:pathLst>
                <a:path w="6666" h="5469" extrusionOk="0">
                  <a:moveTo>
                    <a:pt x="6562" y="0"/>
                  </a:moveTo>
                  <a:cubicBezTo>
                    <a:pt x="6537" y="513"/>
                    <a:pt x="6385" y="1148"/>
                    <a:pt x="5902" y="1606"/>
                  </a:cubicBezTo>
                  <a:cubicBezTo>
                    <a:pt x="5288" y="2149"/>
                    <a:pt x="4298" y="2233"/>
                    <a:pt x="3744" y="2233"/>
                  </a:cubicBezTo>
                  <a:cubicBezTo>
                    <a:pt x="3494" y="2233"/>
                    <a:pt x="3333" y="2216"/>
                    <a:pt x="3333" y="2216"/>
                  </a:cubicBezTo>
                  <a:cubicBezTo>
                    <a:pt x="3333" y="2216"/>
                    <a:pt x="3172" y="2233"/>
                    <a:pt x="2922" y="2233"/>
                  </a:cubicBezTo>
                  <a:cubicBezTo>
                    <a:pt x="2368" y="2233"/>
                    <a:pt x="1378" y="2149"/>
                    <a:pt x="763" y="1606"/>
                  </a:cubicBezTo>
                  <a:cubicBezTo>
                    <a:pt x="281" y="1148"/>
                    <a:pt x="129" y="513"/>
                    <a:pt x="104" y="0"/>
                  </a:cubicBezTo>
                  <a:lnTo>
                    <a:pt x="104" y="0"/>
                  </a:lnTo>
                  <a:cubicBezTo>
                    <a:pt x="80" y="330"/>
                    <a:pt x="1" y="1526"/>
                    <a:pt x="763" y="2240"/>
                  </a:cubicBezTo>
                  <a:cubicBezTo>
                    <a:pt x="1356" y="2765"/>
                    <a:pt x="2264" y="2857"/>
                    <a:pt x="2833" y="2857"/>
                  </a:cubicBezTo>
                  <a:cubicBezTo>
                    <a:pt x="2926" y="2857"/>
                    <a:pt x="3011" y="2854"/>
                    <a:pt x="3083" y="2851"/>
                  </a:cubicBezTo>
                  <a:lnTo>
                    <a:pt x="3083" y="5188"/>
                  </a:lnTo>
                  <a:cubicBezTo>
                    <a:pt x="3083" y="5341"/>
                    <a:pt x="3180" y="5469"/>
                    <a:pt x="3333" y="5469"/>
                  </a:cubicBezTo>
                  <a:cubicBezTo>
                    <a:pt x="3486" y="5469"/>
                    <a:pt x="3589" y="5341"/>
                    <a:pt x="3589" y="5188"/>
                  </a:cubicBezTo>
                  <a:lnTo>
                    <a:pt x="3589" y="2851"/>
                  </a:lnTo>
                  <a:cubicBezTo>
                    <a:pt x="3661" y="2854"/>
                    <a:pt x="3744" y="2857"/>
                    <a:pt x="3837" y="2857"/>
                  </a:cubicBezTo>
                  <a:cubicBezTo>
                    <a:pt x="4404" y="2857"/>
                    <a:pt x="5315" y="2765"/>
                    <a:pt x="5902" y="2240"/>
                  </a:cubicBezTo>
                  <a:cubicBezTo>
                    <a:pt x="6665" y="1526"/>
                    <a:pt x="6592" y="330"/>
                    <a:pt x="656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6" name="Google Shape;5040;p66">
              <a:extLst>
                <a:ext uri="{FF2B5EF4-FFF2-40B4-BE49-F238E27FC236}">
                  <a16:creationId xmlns:a16="http://schemas.microsoft.com/office/drawing/2014/main" id="{259D0BD6-0F28-D1B8-AB63-3F3CA8E9E5FB}"/>
                </a:ext>
              </a:extLst>
            </p:cNvPr>
            <p:cNvSpPr/>
            <p:nvPr/>
          </p:nvSpPr>
          <p:spPr>
            <a:xfrm>
              <a:off x="6959650" y="3612550"/>
              <a:ext cx="436725" cy="15275"/>
            </a:xfrm>
            <a:custGeom>
              <a:avLst/>
              <a:gdLst/>
              <a:ahLst/>
              <a:cxnLst/>
              <a:rect l="l" t="t" r="r" b="b"/>
              <a:pathLst>
                <a:path w="17469" h="611" extrusionOk="0">
                  <a:moveTo>
                    <a:pt x="1" y="1"/>
                  </a:moveTo>
                  <a:lnTo>
                    <a:pt x="1" y="458"/>
                  </a:lnTo>
                  <a:cubicBezTo>
                    <a:pt x="1" y="532"/>
                    <a:pt x="74" y="611"/>
                    <a:pt x="178" y="611"/>
                  </a:cubicBezTo>
                  <a:lnTo>
                    <a:pt x="17292" y="611"/>
                  </a:lnTo>
                  <a:cubicBezTo>
                    <a:pt x="17395" y="611"/>
                    <a:pt x="17469" y="532"/>
                    <a:pt x="17469" y="458"/>
                  </a:cubicBezTo>
                  <a:lnTo>
                    <a:pt x="1746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7" name="Google Shape;5041;p66">
              <a:extLst>
                <a:ext uri="{FF2B5EF4-FFF2-40B4-BE49-F238E27FC236}">
                  <a16:creationId xmlns:a16="http://schemas.microsoft.com/office/drawing/2014/main" id="{6C2C444F-D120-8DD0-D1B9-FEC753DC8691}"/>
                </a:ext>
              </a:extLst>
            </p:cNvPr>
            <p:cNvSpPr/>
            <p:nvPr/>
          </p:nvSpPr>
          <p:spPr>
            <a:xfrm>
              <a:off x="7080350" y="3452350"/>
              <a:ext cx="249950" cy="64250"/>
            </a:xfrm>
            <a:custGeom>
              <a:avLst/>
              <a:gdLst/>
              <a:ahLst/>
              <a:cxnLst/>
              <a:rect l="l" t="t" r="r" b="b"/>
              <a:pathLst>
                <a:path w="9998" h="2570" extrusionOk="0">
                  <a:moveTo>
                    <a:pt x="3156" y="0"/>
                  </a:moveTo>
                  <a:cubicBezTo>
                    <a:pt x="2619" y="0"/>
                    <a:pt x="2137" y="202"/>
                    <a:pt x="1758" y="556"/>
                  </a:cubicBezTo>
                  <a:lnTo>
                    <a:pt x="1" y="2234"/>
                  </a:lnTo>
                  <a:lnTo>
                    <a:pt x="538" y="2570"/>
                  </a:lnTo>
                  <a:lnTo>
                    <a:pt x="9284" y="2570"/>
                  </a:lnTo>
                  <a:lnTo>
                    <a:pt x="9998" y="2234"/>
                  </a:lnTo>
                  <a:lnTo>
                    <a:pt x="9284" y="989"/>
                  </a:lnTo>
                  <a:cubicBezTo>
                    <a:pt x="8930" y="379"/>
                    <a:pt x="8264" y="0"/>
                    <a:pt x="7532" y="0"/>
                  </a:cubicBezTo>
                  <a:lnTo>
                    <a:pt x="5597" y="0"/>
                  </a:lnTo>
                  <a:lnTo>
                    <a:pt x="5341" y="305"/>
                  </a:lnTo>
                  <a:lnTo>
                    <a:pt x="509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8" name="Google Shape;5042;p66">
              <a:extLst>
                <a:ext uri="{FF2B5EF4-FFF2-40B4-BE49-F238E27FC236}">
                  <a16:creationId xmlns:a16="http://schemas.microsoft.com/office/drawing/2014/main" id="{EADF5895-09A4-E831-6E01-510EF8AFF5FA}"/>
                </a:ext>
              </a:extLst>
            </p:cNvPr>
            <p:cNvSpPr/>
            <p:nvPr/>
          </p:nvSpPr>
          <p:spPr>
            <a:xfrm>
              <a:off x="7063875" y="3508200"/>
              <a:ext cx="275275" cy="16025"/>
            </a:xfrm>
            <a:custGeom>
              <a:avLst/>
              <a:gdLst/>
              <a:ahLst/>
              <a:cxnLst/>
              <a:rect l="l" t="t" r="r" b="b"/>
              <a:pathLst>
                <a:path w="11011" h="641" extrusionOk="0">
                  <a:moveTo>
                    <a:pt x="660" y="0"/>
                  </a:moveTo>
                  <a:lnTo>
                    <a:pt x="0" y="641"/>
                  </a:lnTo>
                  <a:lnTo>
                    <a:pt x="11011" y="641"/>
                  </a:lnTo>
                  <a:lnTo>
                    <a:pt x="1065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9" name="Google Shape;5043;p66">
              <a:extLst>
                <a:ext uri="{FF2B5EF4-FFF2-40B4-BE49-F238E27FC236}">
                  <a16:creationId xmlns:a16="http://schemas.microsoft.com/office/drawing/2014/main" id="{84531471-9AC6-6A77-BE30-591621D7A1B3}"/>
                </a:ext>
              </a:extLst>
            </p:cNvPr>
            <p:cNvSpPr/>
            <p:nvPr/>
          </p:nvSpPr>
          <p:spPr>
            <a:xfrm>
              <a:off x="7002225" y="3583875"/>
              <a:ext cx="87150" cy="80125"/>
            </a:xfrm>
            <a:custGeom>
              <a:avLst/>
              <a:gdLst/>
              <a:ahLst/>
              <a:cxnLst/>
              <a:rect l="l" t="t" r="r" b="b"/>
              <a:pathLst>
                <a:path w="3486" h="3205" extrusionOk="0">
                  <a:moveTo>
                    <a:pt x="1752" y="0"/>
                  </a:moveTo>
                  <a:cubicBezTo>
                    <a:pt x="861" y="0"/>
                    <a:pt x="153" y="611"/>
                    <a:pt x="1" y="1453"/>
                  </a:cubicBezTo>
                  <a:cubicBezTo>
                    <a:pt x="1" y="2289"/>
                    <a:pt x="861" y="3204"/>
                    <a:pt x="1752" y="3204"/>
                  </a:cubicBezTo>
                  <a:cubicBezTo>
                    <a:pt x="2619" y="3204"/>
                    <a:pt x="3486" y="2265"/>
                    <a:pt x="3486" y="1453"/>
                  </a:cubicBezTo>
                  <a:cubicBezTo>
                    <a:pt x="3333" y="611"/>
                    <a:pt x="2619" y="0"/>
                    <a:pt x="175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0" name="Google Shape;5044;p66">
              <a:extLst>
                <a:ext uri="{FF2B5EF4-FFF2-40B4-BE49-F238E27FC236}">
                  <a16:creationId xmlns:a16="http://schemas.microsoft.com/office/drawing/2014/main" id="{776293E3-CE5B-C627-B8A7-8B5E8EC74C1F}"/>
                </a:ext>
              </a:extLst>
            </p:cNvPr>
            <p:cNvSpPr/>
            <p:nvPr/>
          </p:nvSpPr>
          <p:spPr>
            <a:xfrm>
              <a:off x="7264825" y="3583875"/>
              <a:ext cx="87000" cy="80125"/>
            </a:xfrm>
            <a:custGeom>
              <a:avLst/>
              <a:gdLst/>
              <a:ahLst/>
              <a:cxnLst/>
              <a:rect l="l" t="t" r="r" b="b"/>
              <a:pathLst>
                <a:path w="3480" h="3205" extrusionOk="0">
                  <a:moveTo>
                    <a:pt x="1728" y="0"/>
                  </a:moveTo>
                  <a:cubicBezTo>
                    <a:pt x="861" y="0"/>
                    <a:pt x="153" y="611"/>
                    <a:pt x="0" y="1453"/>
                  </a:cubicBezTo>
                  <a:cubicBezTo>
                    <a:pt x="0" y="2289"/>
                    <a:pt x="861" y="3204"/>
                    <a:pt x="1728" y="3204"/>
                  </a:cubicBezTo>
                  <a:cubicBezTo>
                    <a:pt x="2619" y="3204"/>
                    <a:pt x="3479" y="2265"/>
                    <a:pt x="3479" y="1453"/>
                  </a:cubicBezTo>
                  <a:cubicBezTo>
                    <a:pt x="3327" y="611"/>
                    <a:pt x="2619" y="0"/>
                    <a:pt x="172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1" name="Google Shape;5045;p66">
              <a:extLst>
                <a:ext uri="{FF2B5EF4-FFF2-40B4-BE49-F238E27FC236}">
                  <a16:creationId xmlns:a16="http://schemas.microsoft.com/office/drawing/2014/main" id="{777B13A1-C39D-5583-B369-FAF964C74E47}"/>
                </a:ext>
              </a:extLst>
            </p:cNvPr>
            <p:cNvSpPr/>
            <p:nvPr/>
          </p:nvSpPr>
          <p:spPr>
            <a:xfrm>
              <a:off x="7001625" y="3620175"/>
              <a:ext cx="88375" cy="52075"/>
            </a:xfrm>
            <a:custGeom>
              <a:avLst/>
              <a:gdLst/>
              <a:ahLst/>
              <a:cxnLst/>
              <a:rect l="l" t="t" r="r" b="b"/>
              <a:pathLst>
                <a:path w="3535" h="2083" extrusionOk="0">
                  <a:moveTo>
                    <a:pt x="25" y="1"/>
                  </a:moveTo>
                  <a:cubicBezTo>
                    <a:pt x="0" y="98"/>
                    <a:pt x="0" y="202"/>
                    <a:pt x="0" y="306"/>
                  </a:cubicBezTo>
                  <a:cubicBezTo>
                    <a:pt x="0" y="1295"/>
                    <a:pt x="788" y="2082"/>
                    <a:pt x="1776" y="2082"/>
                  </a:cubicBezTo>
                  <a:cubicBezTo>
                    <a:pt x="2747" y="2082"/>
                    <a:pt x="3534" y="1295"/>
                    <a:pt x="3534" y="306"/>
                  </a:cubicBezTo>
                  <a:cubicBezTo>
                    <a:pt x="3534" y="202"/>
                    <a:pt x="3534" y="98"/>
                    <a:pt x="3510" y="1"/>
                  </a:cubicBezTo>
                  <a:cubicBezTo>
                    <a:pt x="3357" y="837"/>
                    <a:pt x="2643" y="1447"/>
                    <a:pt x="1776" y="1447"/>
                  </a:cubicBezTo>
                  <a:cubicBezTo>
                    <a:pt x="885" y="1447"/>
                    <a:pt x="177" y="837"/>
                    <a:pt x="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2" name="Google Shape;5046;p66">
              <a:extLst>
                <a:ext uri="{FF2B5EF4-FFF2-40B4-BE49-F238E27FC236}">
                  <a16:creationId xmlns:a16="http://schemas.microsoft.com/office/drawing/2014/main" id="{B835CA7E-1564-4B67-751D-B9E4BFE3B689}"/>
                </a:ext>
              </a:extLst>
            </p:cNvPr>
            <p:cNvSpPr/>
            <p:nvPr/>
          </p:nvSpPr>
          <p:spPr>
            <a:xfrm>
              <a:off x="7264050" y="3620175"/>
              <a:ext cx="88525" cy="52075"/>
            </a:xfrm>
            <a:custGeom>
              <a:avLst/>
              <a:gdLst/>
              <a:ahLst/>
              <a:cxnLst/>
              <a:rect l="l" t="t" r="r" b="b"/>
              <a:pathLst>
                <a:path w="3541" h="2083" extrusionOk="0">
                  <a:moveTo>
                    <a:pt x="31" y="1"/>
                  </a:moveTo>
                  <a:cubicBezTo>
                    <a:pt x="1" y="98"/>
                    <a:pt x="1" y="202"/>
                    <a:pt x="1" y="306"/>
                  </a:cubicBezTo>
                  <a:cubicBezTo>
                    <a:pt x="1" y="1295"/>
                    <a:pt x="794" y="2082"/>
                    <a:pt x="1759" y="2082"/>
                  </a:cubicBezTo>
                  <a:cubicBezTo>
                    <a:pt x="2747" y="2082"/>
                    <a:pt x="3541" y="1295"/>
                    <a:pt x="3541" y="306"/>
                  </a:cubicBezTo>
                  <a:cubicBezTo>
                    <a:pt x="3541" y="202"/>
                    <a:pt x="3541" y="98"/>
                    <a:pt x="3510" y="1"/>
                  </a:cubicBezTo>
                  <a:cubicBezTo>
                    <a:pt x="3358" y="837"/>
                    <a:pt x="2650" y="1447"/>
                    <a:pt x="1759" y="1447"/>
                  </a:cubicBezTo>
                  <a:cubicBezTo>
                    <a:pt x="892" y="1447"/>
                    <a:pt x="184" y="837"/>
                    <a:pt x="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3" name="Google Shape;5047;p66">
              <a:extLst>
                <a:ext uri="{FF2B5EF4-FFF2-40B4-BE49-F238E27FC236}">
                  <a16:creationId xmlns:a16="http://schemas.microsoft.com/office/drawing/2014/main" id="{926941E9-EECD-A04F-4DD2-0AD567DDAFAE}"/>
                </a:ext>
              </a:extLst>
            </p:cNvPr>
            <p:cNvSpPr/>
            <p:nvPr/>
          </p:nvSpPr>
          <p:spPr>
            <a:xfrm>
              <a:off x="7028325" y="3612650"/>
              <a:ext cx="34950" cy="30900"/>
            </a:xfrm>
            <a:custGeom>
              <a:avLst/>
              <a:gdLst/>
              <a:ahLst/>
              <a:cxnLst/>
              <a:rect l="l" t="t" r="r" b="b"/>
              <a:pathLst>
                <a:path w="1398" h="1236" extrusionOk="0">
                  <a:moveTo>
                    <a:pt x="716" y="0"/>
                  </a:moveTo>
                  <a:cubicBezTo>
                    <a:pt x="475" y="0"/>
                    <a:pt x="239" y="149"/>
                    <a:pt x="122" y="399"/>
                  </a:cubicBezTo>
                  <a:cubicBezTo>
                    <a:pt x="0" y="705"/>
                    <a:pt x="153" y="1065"/>
                    <a:pt x="483" y="1193"/>
                  </a:cubicBezTo>
                  <a:cubicBezTo>
                    <a:pt x="554" y="1221"/>
                    <a:pt x="628" y="1235"/>
                    <a:pt x="702" y="1235"/>
                  </a:cubicBezTo>
                  <a:cubicBezTo>
                    <a:pt x="941" y="1235"/>
                    <a:pt x="1172" y="1091"/>
                    <a:pt x="1270" y="857"/>
                  </a:cubicBezTo>
                  <a:cubicBezTo>
                    <a:pt x="1398" y="528"/>
                    <a:pt x="1245" y="174"/>
                    <a:pt x="940" y="45"/>
                  </a:cubicBezTo>
                  <a:cubicBezTo>
                    <a:pt x="867" y="15"/>
                    <a:pt x="791" y="0"/>
                    <a:pt x="71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4" name="Google Shape;5048;p66">
              <a:extLst>
                <a:ext uri="{FF2B5EF4-FFF2-40B4-BE49-F238E27FC236}">
                  <a16:creationId xmlns:a16="http://schemas.microsoft.com/office/drawing/2014/main" id="{24B216F3-8A8D-1F78-6FA0-FD65834333FF}"/>
                </a:ext>
              </a:extLst>
            </p:cNvPr>
            <p:cNvSpPr/>
            <p:nvPr/>
          </p:nvSpPr>
          <p:spPr>
            <a:xfrm>
              <a:off x="7291525" y="3612750"/>
              <a:ext cx="33600" cy="30725"/>
            </a:xfrm>
            <a:custGeom>
              <a:avLst/>
              <a:gdLst/>
              <a:ahLst/>
              <a:cxnLst/>
              <a:rect l="l" t="t" r="r" b="b"/>
              <a:pathLst>
                <a:path w="1344" h="1229" extrusionOk="0">
                  <a:moveTo>
                    <a:pt x="670" y="0"/>
                  </a:moveTo>
                  <a:cubicBezTo>
                    <a:pt x="393" y="0"/>
                    <a:pt x="142" y="193"/>
                    <a:pt x="74" y="475"/>
                  </a:cubicBezTo>
                  <a:cubicBezTo>
                    <a:pt x="1" y="804"/>
                    <a:pt x="202" y="1134"/>
                    <a:pt x="532" y="1213"/>
                  </a:cubicBezTo>
                  <a:cubicBezTo>
                    <a:pt x="577" y="1223"/>
                    <a:pt x="623" y="1228"/>
                    <a:pt x="668" y="1228"/>
                  </a:cubicBezTo>
                  <a:cubicBezTo>
                    <a:pt x="948" y="1228"/>
                    <a:pt x="1202" y="1039"/>
                    <a:pt x="1270" y="756"/>
                  </a:cubicBezTo>
                  <a:cubicBezTo>
                    <a:pt x="1343" y="426"/>
                    <a:pt x="1142" y="90"/>
                    <a:pt x="812" y="17"/>
                  </a:cubicBezTo>
                  <a:cubicBezTo>
                    <a:pt x="765" y="6"/>
                    <a:pt x="717" y="0"/>
                    <a:pt x="67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5" name="Google Shape;5049;p66">
              <a:extLst>
                <a:ext uri="{FF2B5EF4-FFF2-40B4-BE49-F238E27FC236}">
                  <a16:creationId xmlns:a16="http://schemas.microsoft.com/office/drawing/2014/main" id="{BB454E0C-DC1C-64E6-4504-0AA5C55A923B}"/>
                </a:ext>
              </a:extLst>
            </p:cNvPr>
            <p:cNvSpPr/>
            <p:nvPr/>
          </p:nvSpPr>
          <p:spPr>
            <a:xfrm>
              <a:off x="7138175" y="3552750"/>
              <a:ext cx="45200" cy="13450"/>
            </a:xfrm>
            <a:custGeom>
              <a:avLst/>
              <a:gdLst/>
              <a:ahLst/>
              <a:cxnLst/>
              <a:rect l="l" t="t" r="r" b="b"/>
              <a:pathLst>
                <a:path w="1808" h="538" extrusionOk="0">
                  <a:moveTo>
                    <a:pt x="281" y="0"/>
                  </a:moveTo>
                  <a:cubicBezTo>
                    <a:pt x="129" y="0"/>
                    <a:pt x="1" y="128"/>
                    <a:pt x="1" y="281"/>
                  </a:cubicBezTo>
                  <a:cubicBezTo>
                    <a:pt x="1" y="409"/>
                    <a:pt x="129" y="537"/>
                    <a:pt x="281" y="537"/>
                  </a:cubicBezTo>
                  <a:lnTo>
                    <a:pt x="1527" y="537"/>
                  </a:lnTo>
                  <a:cubicBezTo>
                    <a:pt x="1679" y="537"/>
                    <a:pt x="1807" y="409"/>
                    <a:pt x="1807" y="281"/>
                  </a:cubicBezTo>
                  <a:cubicBezTo>
                    <a:pt x="1807" y="128"/>
                    <a:pt x="1679" y="0"/>
                    <a:pt x="152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6" name="Google Shape;5050;p66">
              <a:extLst>
                <a:ext uri="{FF2B5EF4-FFF2-40B4-BE49-F238E27FC236}">
                  <a16:creationId xmlns:a16="http://schemas.microsoft.com/office/drawing/2014/main" id="{78F760D4-6531-0E3E-2E43-32BF7630E6AB}"/>
                </a:ext>
              </a:extLst>
            </p:cNvPr>
            <p:cNvSpPr/>
            <p:nvPr/>
          </p:nvSpPr>
          <p:spPr>
            <a:xfrm>
              <a:off x="7207600" y="3452350"/>
              <a:ext cx="12700" cy="80725"/>
            </a:xfrm>
            <a:custGeom>
              <a:avLst/>
              <a:gdLst/>
              <a:ahLst/>
              <a:cxnLst/>
              <a:rect l="l" t="t" r="r" b="b"/>
              <a:pathLst>
                <a:path w="508" h="3229" extrusionOk="0">
                  <a:moveTo>
                    <a:pt x="1" y="0"/>
                  </a:moveTo>
                  <a:lnTo>
                    <a:pt x="1" y="3229"/>
                  </a:lnTo>
                  <a:lnTo>
                    <a:pt x="507" y="3229"/>
                  </a:lnTo>
                  <a:lnTo>
                    <a:pt x="50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7" name="Google Shape;5051;p66">
              <a:extLst>
                <a:ext uri="{FF2B5EF4-FFF2-40B4-BE49-F238E27FC236}">
                  <a16:creationId xmlns:a16="http://schemas.microsoft.com/office/drawing/2014/main" id="{9EE0E7BC-2B25-8DE3-0E3B-6EF4CA323E06}"/>
                </a:ext>
              </a:extLst>
            </p:cNvPr>
            <p:cNvSpPr/>
            <p:nvPr/>
          </p:nvSpPr>
          <p:spPr>
            <a:xfrm>
              <a:off x="6965925" y="3539475"/>
              <a:ext cx="40750" cy="24125"/>
            </a:xfrm>
            <a:custGeom>
              <a:avLst/>
              <a:gdLst/>
              <a:ahLst/>
              <a:cxnLst/>
              <a:rect l="l" t="t" r="r" b="b"/>
              <a:pathLst>
                <a:path w="1630" h="965" extrusionOk="0">
                  <a:moveTo>
                    <a:pt x="1630" y="0"/>
                  </a:moveTo>
                  <a:lnTo>
                    <a:pt x="763" y="226"/>
                  </a:lnTo>
                  <a:cubicBezTo>
                    <a:pt x="458" y="305"/>
                    <a:pt x="177" y="507"/>
                    <a:pt x="0" y="763"/>
                  </a:cubicBezTo>
                  <a:lnTo>
                    <a:pt x="55" y="964"/>
                  </a:lnTo>
                  <a:lnTo>
                    <a:pt x="1093" y="964"/>
                  </a:lnTo>
                  <a:lnTo>
                    <a:pt x="1605" y="531"/>
                  </a:lnTo>
                  <a:cubicBezTo>
                    <a:pt x="1605" y="531"/>
                    <a:pt x="1630" y="202"/>
                    <a:pt x="1630" y="98"/>
                  </a:cubicBezTo>
                  <a:lnTo>
                    <a:pt x="163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8" name="Google Shape;5052;p66">
              <a:extLst>
                <a:ext uri="{FF2B5EF4-FFF2-40B4-BE49-F238E27FC236}">
                  <a16:creationId xmlns:a16="http://schemas.microsoft.com/office/drawing/2014/main" id="{4333016C-9E3A-A0C8-D29F-1456C64BFDF8}"/>
                </a:ext>
              </a:extLst>
            </p:cNvPr>
            <p:cNvSpPr/>
            <p:nvPr/>
          </p:nvSpPr>
          <p:spPr>
            <a:xfrm>
              <a:off x="6959650" y="3541900"/>
              <a:ext cx="47025" cy="32525"/>
            </a:xfrm>
            <a:custGeom>
              <a:avLst/>
              <a:gdLst/>
              <a:ahLst/>
              <a:cxnLst/>
              <a:rect l="l" t="t" r="r" b="b"/>
              <a:pathLst>
                <a:path w="1881" h="1301" extrusionOk="0">
                  <a:moveTo>
                    <a:pt x="1881" y="1"/>
                  </a:moveTo>
                  <a:cubicBezTo>
                    <a:pt x="1881" y="361"/>
                    <a:pt x="1576" y="666"/>
                    <a:pt x="1222" y="666"/>
                  </a:cubicBezTo>
                  <a:lnTo>
                    <a:pt x="251" y="666"/>
                  </a:lnTo>
                  <a:cubicBezTo>
                    <a:pt x="123" y="843"/>
                    <a:pt x="25" y="1069"/>
                    <a:pt x="1" y="1301"/>
                  </a:cubicBezTo>
                  <a:lnTo>
                    <a:pt x="1222" y="1301"/>
                  </a:lnTo>
                  <a:cubicBezTo>
                    <a:pt x="1576" y="1301"/>
                    <a:pt x="1881" y="996"/>
                    <a:pt x="1881" y="636"/>
                  </a:cubicBezTo>
                  <a:lnTo>
                    <a:pt x="188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9" name="Google Shape;5053;p66">
              <a:extLst>
                <a:ext uri="{FF2B5EF4-FFF2-40B4-BE49-F238E27FC236}">
                  <a16:creationId xmlns:a16="http://schemas.microsoft.com/office/drawing/2014/main" id="{7AF727FB-1E38-5610-FE88-E5FB43FF4796}"/>
                </a:ext>
              </a:extLst>
            </p:cNvPr>
            <p:cNvSpPr/>
            <p:nvPr/>
          </p:nvSpPr>
          <p:spPr>
            <a:xfrm>
              <a:off x="7363250" y="3524200"/>
              <a:ext cx="33125" cy="33600"/>
            </a:xfrm>
            <a:custGeom>
              <a:avLst/>
              <a:gdLst/>
              <a:ahLst/>
              <a:cxnLst/>
              <a:rect l="l" t="t" r="r" b="b"/>
              <a:pathLst>
                <a:path w="1325" h="1344" extrusionOk="0">
                  <a:moveTo>
                    <a:pt x="0" y="1"/>
                  </a:moveTo>
                  <a:lnTo>
                    <a:pt x="0" y="428"/>
                  </a:lnTo>
                  <a:cubicBezTo>
                    <a:pt x="0" y="764"/>
                    <a:pt x="128" y="1344"/>
                    <a:pt x="610" y="1344"/>
                  </a:cubicBezTo>
                  <a:lnTo>
                    <a:pt x="1148" y="1344"/>
                  </a:lnTo>
                  <a:lnTo>
                    <a:pt x="1325" y="1038"/>
                  </a:lnTo>
                  <a:cubicBezTo>
                    <a:pt x="1325" y="459"/>
                    <a:pt x="867" y="1"/>
                    <a:pt x="28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0" name="Google Shape;5054;p66">
              <a:extLst>
                <a:ext uri="{FF2B5EF4-FFF2-40B4-BE49-F238E27FC236}">
                  <a16:creationId xmlns:a16="http://schemas.microsoft.com/office/drawing/2014/main" id="{CACA7575-EBAB-1B11-3C7E-3D5DA8390E76}"/>
                </a:ext>
              </a:extLst>
            </p:cNvPr>
            <p:cNvSpPr/>
            <p:nvPr/>
          </p:nvSpPr>
          <p:spPr>
            <a:xfrm>
              <a:off x="7363250" y="3534900"/>
              <a:ext cx="33125" cy="31300"/>
            </a:xfrm>
            <a:custGeom>
              <a:avLst/>
              <a:gdLst/>
              <a:ahLst/>
              <a:cxnLst/>
              <a:rect l="l" t="t" r="r" b="b"/>
              <a:pathLst>
                <a:path w="1325" h="1252" extrusionOk="0">
                  <a:moveTo>
                    <a:pt x="0" y="0"/>
                  </a:moveTo>
                  <a:lnTo>
                    <a:pt x="0" y="641"/>
                  </a:lnTo>
                  <a:cubicBezTo>
                    <a:pt x="0" y="970"/>
                    <a:pt x="281" y="1251"/>
                    <a:pt x="610" y="1251"/>
                  </a:cubicBezTo>
                  <a:lnTo>
                    <a:pt x="1325" y="1251"/>
                  </a:lnTo>
                  <a:lnTo>
                    <a:pt x="1325" y="641"/>
                  </a:lnTo>
                  <a:lnTo>
                    <a:pt x="1325" y="610"/>
                  </a:lnTo>
                  <a:lnTo>
                    <a:pt x="610" y="610"/>
                  </a:lnTo>
                  <a:cubicBezTo>
                    <a:pt x="281" y="610"/>
                    <a:pt x="0" y="336"/>
                    <a:pt x="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91" name="Google Shape;5139;p66">
            <a:extLst>
              <a:ext uri="{FF2B5EF4-FFF2-40B4-BE49-F238E27FC236}">
                <a16:creationId xmlns:a16="http://schemas.microsoft.com/office/drawing/2014/main" id="{2075CAA1-8634-A1B8-F164-DC7EDAC47183}"/>
              </a:ext>
            </a:extLst>
          </p:cNvPr>
          <p:cNvGrpSpPr/>
          <p:nvPr/>
        </p:nvGrpSpPr>
        <p:grpSpPr>
          <a:xfrm>
            <a:off x="10378219" y="3375504"/>
            <a:ext cx="141775" cy="436875"/>
            <a:chOff x="7896675" y="5193600"/>
            <a:chExt cx="141775" cy="436875"/>
          </a:xfrm>
        </p:grpSpPr>
        <p:sp>
          <p:nvSpPr>
            <p:cNvPr id="4192" name="Google Shape;5140;p66">
              <a:extLst>
                <a:ext uri="{FF2B5EF4-FFF2-40B4-BE49-F238E27FC236}">
                  <a16:creationId xmlns:a16="http://schemas.microsoft.com/office/drawing/2014/main" id="{824D87CC-A615-4AC8-5630-C2E7DC833D91}"/>
                </a:ext>
              </a:extLst>
            </p:cNvPr>
            <p:cNvSpPr/>
            <p:nvPr/>
          </p:nvSpPr>
          <p:spPr>
            <a:xfrm>
              <a:off x="7896675" y="5217100"/>
              <a:ext cx="134900" cy="413375"/>
            </a:xfrm>
            <a:custGeom>
              <a:avLst/>
              <a:gdLst/>
              <a:ahLst/>
              <a:cxnLst/>
              <a:rect l="l" t="t" r="r" b="b"/>
              <a:pathLst>
                <a:path w="5396" h="16535" extrusionOk="0">
                  <a:moveTo>
                    <a:pt x="1605" y="1"/>
                  </a:moveTo>
                  <a:lnTo>
                    <a:pt x="1605" y="2497"/>
                  </a:lnTo>
                  <a:cubicBezTo>
                    <a:pt x="1605" y="3284"/>
                    <a:pt x="1300" y="4071"/>
                    <a:pt x="788" y="4657"/>
                  </a:cubicBezTo>
                  <a:cubicBezTo>
                    <a:pt x="281" y="5243"/>
                    <a:pt x="0" y="5982"/>
                    <a:pt x="0" y="6745"/>
                  </a:cubicBezTo>
                  <a:lnTo>
                    <a:pt x="0" y="7148"/>
                  </a:lnTo>
                  <a:lnTo>
                    <a:pt x="305" y="10224"/>
                  </a:lnTo>
                  <a:lnTo>
                    <a:pt x="0" y="13330"/>
                  </a:lnTo>
                  <a:lnTo>
                    <a:pt x="0" y="15314"/>
                  </a:lnTo>
                  <a:cubicBezTo>
                    <a:pt x="0" y="15997"/>
                    <a:pt x="562" y="16534"/>
                    <a:pt x="1221" y="16534"/>
                  </a:cubicBezTo>
                  <a:lnTo>
                    <a:pt x="3815" y="16534"/>
                  </a:lnTo>
                  <a:cubicBezTo>
                    <a:pt x="4480" y="16534"/>
                    <a:pt x="5396" y="16229"/>
                    <a:pt x="5365" y="15314"/>
                  </a:cubicBezTo>
                  <a:lnTo>
                    <a:pt x="5365" y="6745"/>
                  </a:lnTo>
                  <a:cubicBezTo>
                    <a:pt x="5365" y="5982"/>
                    <a:pt x="5090" y="5243"/>
                    <a:pt x="4578" y="4657"/>
                  </a:cubicBezTo>
                  <a:cubicBezTo>
                    <a:pt x="4047" y="4071"/>
                    <a:pt x="3766" y="3284"/>
                    <a:pt x="3766" y="2497"/>
                  </a:cubicBezTo>
                  <a:lnTo>
                    <a:pt x="3766" y="306"/>
                  </a:lnTo>
                  <a:lnTo>
                    <a:pt x="343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3" name="Google Shape;5141;p66">
              <a:extLst>
                <a:ext uri="{FF2B5EF4-FFF2-40B4-BE49-F238E27FC236}">
                  <a16:creationId xmlns:a16="http://schemas.microsoft.com/office/drawing/2014/main" id="{2AD9B653-50D3-9D2F-BD23-1EE368D9DA88}"/>
                </a:ext>
              </a:extLst>
            </p:cNvPr>
            <p:cNvSpPr/>
            <p:nvPr/>
          </p:nvSpPr>
          <p:spPr>
            <a:xfrm>
              <a:off x="7982575" y="5217100"/>
              <a:ext cx="55875" cy="413375"/>
            </a:xfrm>
            <a:custGeom>
              <a:avLst/>
              <a:gdLst/>
              <a:ahLst/>
              <a:cxnLst/>
              <a:rect l="l" t="t" r="r" b="b"/>
              <a:pathLst>
                <a:path w="2235" h="16535" extrusionOk="0">
                  <a:moveTo>
                    <a:pt x="0" y="1"/>
                  </a:moveTo>
                  <a:lnTo>
                    <a:pt x="0" y="2497"/>
                  </a:lnTo>
                  <a:cubicBezTo>
                    <a:pt x="0" y="3284"/>
                    <a:pt x="306" y="4071"/>
                    <a:pt x="812" y="4657"/>
                  </a:cubicBezTo>
                  <a:cubicBezTo>
                    <a:pt x="1319" y="5243"/>
                    <a:pt x="1599" y="5982"/>
                    <a:pt x="1599" y="6745"/>
                  </a:cubicBezTo>
                  <a:lnTo>
                    <a:pt x="1599" y="15314"/>
                  </a:lnTo>
                  <a:cubicBezTo>
                    <a:pt x="1599" y="15997"/>
                    <a:pt x="1044" y="16534"/>
                    <a:pt x="379" y="16534"/>
                  </a:cubicBezTo>
                  <a:lnTo>
                    <a:pt x="1013" y="16534"/>
                  </a:lnTo>
                  <a:cubicBezTo>
                    <a:pt x="1679" y="16534"/>
                    <a:pt x="2234" y="15997"/>
                    <a:pt x="2234" y="15314"/>
                  </a:cubicBezTo>
                  <a:lnTo>
                    <a:pt x="2234" y="13330"/>
                  </a:lnTo>
                  <a:lnTo>
                    <a:pt x="1929" y="10224"/>
                  </a:lnTo>
                  <a:lnTo>
                    <a:pt x="2234" y="7148"/>
                  </a:lnTo>
                  <a:lnTo>
                    <a:pt x="2234" y="6745"/>
                  </a:lnTo>
                  <a:cubicBezTo>
                    <a:pt x="2234" y="5982"/>
                    <a:pt x="1960" y="5243"/>
                    <a:pt x="1447" y="4657"/>
                  </a:cubicBezTo>
                  <a:cubicBezTo>
                    <a:pt x="940" y="4071"/>
                    <a:pt x="635" y="3284"/>
                    <a:pt x="635" y="2497"/>
                  </a:cubicBezTo>
                  <a:lnTo>
                    <a:pt x="63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4" name="Google Shape;5142;p66">
              <a:extLst>
                <a:ext uri="{FF2B5EF4-FFF2-40B4-BE49-F238E27FC236}">
                  <a16:creationId xmlns:a16="http://schemas.microsoft.com/office/drawing/2014/main" id="{3F422DBE-4DB2-1799-F67E-7007CD3FB409}"/>
                </a:ext>
              </a:extLst>
            </p:cNvPr>
            <p:cNvSpPr/>
            <p:nvPr/>
          </p:nvSpPr>
          <p:spPr>
            <a:xfrm>
              <a:off x="7896675" y="5395775"/>
              <a:ext cx="134125" cy="154600"/>
            </a:xfrm>
            <a:custGeom>
              <a:avLst/>
              <a:gdLst/>
              <a:ahLst/>
              <a:cxnLst/>
              <a:rect l="l" t="t" r="r" b="b"/>
              <a:pathLst>
                <a:path w="5365" h="6184" extrusionOk="0">
                  <a:moveTo>
                    <a:pt x="0" y="1"/>
                  </a:moveTo>
                  <a:lnTo>
                    <a:pt x="0" y="6183"/>
                  </a:lnTo>
                  <a:lnTo>
                    <a:pt x="5035" y="6183"/>
                  </a:lnTo>
                  <a:lnTo>
                    <a:pt x="5365" y="5878"/>
                  </a:lnTo>
                  <a:lnTo>
                    <a:pt x="5365" y="306"/>
                  </a:lnTo>
                  <a:lnTo>
                    <a:pt x="50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5" name="Google Shape;5143;p66">
              <a:extLst>
                <a:ext uri="{FF2B5EF4-FFF2-40B4-BE49-F238E27FC236}">
                  <a16:creationId xmlns:a16="http://schemas.microsoft.com/office/drawing/2014/main" id="{24EDA26B-5C84-9850-3BC9-DB4A192A9425}"/>
                </a:ext>
              </a:extLst>
            </p:cNvPr>
            <p:cNvSpPr/>
            <p:nvPr/>
          </p:nvSpPr>
          <p:spPr>
            <a:xfrm>
              <a:off x="8022550" y="5395775"/>
              <a:ext cx="15900" cy="154600"/>
            </a:xfrm>
            <a:custGeom>
              <a:avLst/>
              <a:gdLst/>
              <a:ahLst/>
              <a:cxnLst/>
              <a:rect l="l" t="t" r="r" b="b"/>
              <a:pathLst>
                <a:path w="636" h="6184" extrusionOk="0">
                  <a:moveTo>
                    <a:pt x="0" y="1"/>
                  </a:moveTo>
                  <a:lnTo>
                    <a:pt x="0" y="6183"/>
                  </a:lnTo>
                  <a:lnTo>
                    <a:pt x="635" y="6183"/>
                  </a:lnTo>
                  <a:lnTo>
                    <a:pt x="63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6" name="Google Shape;5144;p66">
              <a:extLst>
                <a:ext uri="{FF2B5EF4-FFF2-40B4-BE49-F238E27FC236}">
                  <a16:creationId xmlns:a16="http://schemas.microsoft.com/office/drawing/2014/main" id="{DB17CB39-E541-5873-C3ED-B74C1503A7B6}"/>
                </a:ext>
              </a:extLst>
            </p:cNvPr>
            <p:cNvSpPr/>
            <p:nvPr/>
          </p:nvSpPr>
          <p:spPr>
            <a:xfrm>
              <a:off x="7966700" y="5466100"/>
              <a:ext cx="50225" cy="48425"/>
            </a:xfrm>
            <a:custGeom>
              <a:avLst/>
              <a:gdLst/>
              <a:ahLst/>
              <a:cxnLst/>
              <a:rect l="l" t="t" r="r" b="b"/>
              <a:pathLst>
                <a:path w="2009" h="1937" extrusionOk="0">
                  <a:moveTo>
                    <a:pt x="1097" y="1"/>
                  </a:moveTo>
                  <a:cubicBezTo>
                    <a:pt x="1052" y="1"/>
                    <a:pt x="1006" y="12"/>
                    <a:pt x="965" y="38"/>
                  </a:cubicBezTo>
                  <a:cubicBezTo>
                    <a:pt x="837" y="111"/>
                    <a:pt x="812" y="294"/>
                    <a:pt x="886" y="416"/>
                  </a:cubicBezTo>
                  <a:lnTo>
                    <a:pt x="1270" y="1057"/>
                  </a:lnTo>
                  <a:lnTo>
                    <a:pt x="355" y="1057"/>
                  </a:lnTo>
                  <a:cubicBezTo>
                    <a:pt x="178" y="1057"/>
                    <a:pt x="1" y="1283"/>
                    <a:pt x="178" y="1484"/>
                  </a:cubicBezTo>
                  <a:lnTo>
                    <a:pt x="483" y="1844"/>
                  </a:lnTo>
                  <a:cubicBezTo>
                    <a:pt x="543" y="1889"/>
                    <a:pt x="605" y="1937"/>
                    <a:pt x="685" y="1937"/>
                  </a:cubicBezTo>
                  <a:cubicBezTo>
                    <a:pt x="736" y="1937"/>
                    <a:pt x="793" y="1918"/>
                    <a:pt x="861" y="1869"/>
                  </a:cubicBezTo>
                  <a:cubicBezTo>
                    <a:pt x="941" y="1789"/>
                    <a:pt x="965" y="1667"/>
                    <a:pt x="941" y="1588"/>
                  </a:cubicBezTo>
                  <a:lnTo>
                    <a:pt x="1728" y="1588"/>
                  </a:lnTo>
                  <a:cubicBezTo>
                    <a:pt x="1832" y="1588"/>
                    <a:pt x="1905" y="1539"/>
                    <a:pt x="1954" y="1435"/>
                  </a:cubicBezTo>
                  <a:cubicBezTo>
                    <a:pt x="2009" y="1362"/>
                    <a:pt x="2009" y="1258"/>
                    <a:pt x="1954" y="1179"/>
                  </a:cubicBezTo>
                  <a:lnTo>
                    <a:pt x="1343" y="141"/>
                  </a:lnTo>
                  <a:cubicBezTo>
                    <a:pt x="1293" y="54"/>
                    <a:pt x="1195" y="1"/>
                    <a:pt x="10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7" name="Google Shape;5145;p66">
              <a:extLst>
                <a:ext uri="{FF2B5EF4-FFF2-40B4-BE49-F238E27FC236}">
                  <a16:creationId xmlns:a16="http://schemas.microsoft.com/office/drawing/2014/main" id="{FC43356F-B9F4-E094-965C-0B21D5FCD368}"/>
                </a:ext>
              </a:extLst>
            </p:cNvPr>
            <p:cNvSpPr/>
            <p:nvPr/>
          </p:nvSpPr>
          <p:spPr>
            <a:xfrm>
              <a:off x="7918325" y="5463050"/>
              <a:ext cx="43825" cy="42750"/>
            </a:xfrm>
            <a:custGeom>
              <a:avLst/>
              <a:gdLst/>
              <a:ahLst/>
              <a:cxnLst/>
              <a:rect l="l" t="t" r="r" b="b"/>
              <a:pathLst>
                <a:path w="1753" h="1710" extrusionOk="0">
                  <a:moveTo>
                    <a:pt x="973" y="1"/>
                  </a:moveTo>
                  <a:cubicBezTo>
                    <a:pt x="955" y="1"/>
                    <a:pt x="936" y="3"/>
                    <a:pt x="916" y="7"/>
                  </a:cubicBezTo>
                  <a:lnTo>
                    <a:pt x="434" y="111"/>
                  </a:lnTo>
                  <a:cubicBezTo>
                    <a:pt x="306" y="135"/>
                    <a:pt x="202" y="288"/>
                    <a:pt x="257" y="416"/>
                  </a:cubicBezTo>
                  <a:cubicBezTo>
                    <a:pt x="257" y="514"/>
                    <a:pt x="355" y="593"/>
                    <a:pt x="459" y="617"/>
                  </a:cubicBezTo>
                  <a:lnTo>
                    <a:pt x="50" y="1301"/>
                  </a:lnTo>
                  <a:cubicBezTo>
                    <a:pt x="1" y="1380"/>
                    <a:pt x="1" y="1484"/>
                    <a:pt x="50" y="1557"/>
                  </a:cubicBezTo>
                  <a:cubicBezTo>
                    <a:pt x="105" y="1661"/>
                    <a:pt x="178" y="1710"/>
                    <a:pt x="282" y="1710"/>
                  </a:cubicBezTo>
                  <a:lnTo>
                    <a:pt x="1502" y="1686"/>
                  </a:lnTo>
                  <a:cubicBezTo>
                    <a:pt x="1630" y="1686"/>
                    <a:pt x="1753" y="1582"/>
                    <a:pt x="1753" y="1429"/>
                  </a:cubicBezTo>
                  <a:cubicBezTo>
                    <a:pt x="1753" y="1277"/>
                    <a:pt x="1630" y="1179"/>
                    <a:pt x="1502" y="1179"/>
                  </a:cubicBezTo>
                  <a:lnTo>
                    <a:pt x="739" y="1179"/>
                  </a:lnTo>
                  <a:lnTo>
                    <a:pt x="1197" y="386"/>
                  </a:lnTo>
                  <a:cubicBezTo>
                    <a:pt x="1286" y="224"/>
                    <a:pt x="1167" y="1"/>
                    <a:pt x="97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8" name="Google Shape;5146;p66">
              <a:extLst>
                <a:ext uri="{FF2B5EF4-FFF2-40B4-BE49-F238E27FC236}">
                  <a16:creationId xmlns:a16="http://schemas.microsoft.com/office/drawing/2014/main" id="{9418E03E-AC23-8856-0862-E432635717D9}"/>
                </a:ext>
              </a:extLst>
            </p:cNvPr>
            <p:cNvSpPr/>
            <p:nvPr/>
          </p:nvSpPr>
          <p:spPr>
            <a:xfrm>
              <a:off x="7945025" y="5420650"/>
              <a:ext cx="50225" cy="43125"/>
            </a:xfrm>
            <a:custGeom>
              <a:avLst/>
              <a:gdLst/>
              <a:ahLst/>
              <a:cxnLst/>
              <a:rect l="l" t="t" r="r" b="b"/>
              <a:pathLst>
                <a:path w="2009" h="1725" extrusionOk="0">
                  <a:moveTo>
                    <a:pt x="892" y="0"/>
                  </a:moveTo>
                  <a:cubicBezTo>
                    <a:pt x="813" y="0"/>
                    <a:pt x="715" y="49"/>
                    <a:pt x="660" y="153"/>
                  </a:cubicBezTo>
                  <a:lnTo>
                    <a:pt x="74" y="1197"/>
                  </a:lnTo>
                  <a:cubicBezTo>
                    <a:pt x="1" y="1319"/>
                    <a:pt x="50" y="1471"/>
                    <a:pt x="178" y="1551"/>
                  </a:cubicBezTo>
                  <a:cubicBezTo>
                    <a:pt x="219" y="1574"/>
                    <a:pt x="262" y="1585"/>
                    <a:pt x="304" y="1585"/>
                  </a:cubicBezTo>
                  <a:cubicBezTo>
                    <a:pt x="395" y="1585"/>
                    <a:pt x="482" y="1534"/>
                    <a:pt x="532" y="1447"/>
                  </a:cubicBezTo>
                  <a:lnTo>
                    <a:pt x="892" y="812"/>
                  </a:lnTo>
                  <a:lnTo>
                    <a:pt x="1350" y="1599"/>
                  </a:lnTo>
                  <a:cubicBezTo>
                    <a:pt x="1394" y="1680"/>
                    <a:pt x="1477" y="1724"/>
                    <a:pt x="1564" y="1724"/>
                  </a:cubicBezTo>
                  <a:cubicBezTo>
                    <a:pt x="1667" y="1724"/>
                    <a:pt x="1776" y="1662"/>
                    <a:pt x="1832" y="1526"/>
                  </a:cubicBezTo>
                  <a:lnTo>
                    <a:pt x="1985" y="1068"/>
                  </a:lnTo>
                  <a:cubicBezTo>
                    <a:pt x="2009" y="940"/>
                    <a:pt x="1936" y="788"/>
                    <a:pt x="1808" y="739"/>
                  </a:cubicBezTo>
                  <a:cubicBezTo>
                    <a:pt x="1782" y="731"/>
                    <a:pt x="1755" y="727"/>
                    <a:pt x="1728" y="727"/>
                  </a:cubicBezTo>
                  <a:cubicBezTo>
                    <a:pt x="1645" y="727"/>
                    <a:pt x="1564" y="763"/>
                    <a:pt x="1527" y="836"/>
                  </a:cubicBezTo>
                  <a:lnTo>
                    <a:pt x="1118" y="153"/>
                  </a:lnTo>
                  <a:cubicBezTo>
                    <a:pt x="1069" y="49"/>
                    <a:pt x="990" y="0"/>
                    <a:pt x="8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9" name="Google Shape;5147;p66">
              <a:extLst>
                <a:ext uri="{FF2B5EF4-FFF2-40B4-BE49-F238E27FC236}">
                  <a16:creationId xmlns:a16="http://schemas.microsoft.com/office/drawing/2014/main" id="{B66CFC10-5C4C-EBF0-A30E-57BBD2250B30}"/>
                </a:ext>
              </a:extLst>
            </p:cNvPr>
            <p:cNvSpPr/>
            <p:nvPr/>
          </p:nvSpPr>
          <p:spPr>
            <a:xfrm>
              <a:off x="7928550" y="5193600"/>
              <a:ext cx="69925" cy="31150"/>
            </a:xfrm>
            <a:custGeom>
              <a:avLst/>
              <a:gdLst/>
              <a:ahLst/>
              <a:cxnLst/>
              <a:rect l="l" t="t" r="r" b="b"/>
              <a:pathLst>
                <a:path w="2797" h="1246" extrusionOk="0">
                  <a:moveTo>
                    <a:pt x="709" y="1"/>
                  </a:moveTo>
                  <a:cubicBezTo>
                    <a:pt x="330" y="1"/>
                    <a:pt x="1" y="306"/>
                    <a:pt x="1" y="715"/>
                  </a:cubicBezTo>
                  <a:lnTo>
                    <a:pt x="1" y="1069"/>
                  </a:lnTo>
                  <a:cubicBezTo>
                    <a:pt x="1" y="1173"/>
                    <a:pt x="98" y="1246"/>
                    <a:pt x="178" y="1246"/>
                  </a:cubicBezTo>
                  <a:lnTo>
                    <a:pt x="2491" y="1246"/>
                  </a:lnTo>
                  <a:lnTo>
                    <a:pt x="2796" y="1069"/>
                  </a:lnTo>
                  <a:lnTo>
                    <a:pt x="2796" y="715"/>
                  </a:lnTo>
                  <a:cubicBezTo>
                    <a:pt x="2796" y="129"/>
                    <a:pt x="2161" y="1"/>
                    <a:pt x="177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0" name="Google Shape;5148;p66">
              <a:extLst>
                <a:ext uri="{FF2B5EF4-FFF2-40B4-BE49-F238E27FC236}">
                  <a16:creationId xmlns:a16="http://schemas.microsoft.com/office/drawing/2014/main" id="{36FB9C50-FC99-AC7D-5291-09C2416BC12B}"/>
                </a:ext>
              </a:extLst>
            </p:cNvPr>
            <p:cNvSpPr/>
            <p:nvPr/>
          </p:nvSpPr>
          <p:spPr>
            <a:xfrm>
              <a:off x="7972950" y="5193600"/>
              <a:ext cx="33150" cy="31150"/>
            </a:xfrm>
            <a:custGeom>
              <a:avLst/>
              <a:gdLst/>
              <a:ahLst/>
              <a:cxnLst/>
              <a:rect l="l" t="t" r="r" b="b"/>
              <a:pathLst>
                <a:path w="1326" h="1246" extrusionOk="0">
                  <a:moveTo>
                    <a:pt x="1" y="1"/>
                  </a:moveTo>
                  <a:cubicBezTo>
                    <a:pt x="385" y="1"/>
                    <a:pt x="715" y="306"/>
                    <a:pt x="715" y="715"/>
                  </a:cubicBezTo>
                  <a:lnTo>
                    <a:pt x="715" y="1246"/>
                  </a:lnTo>
                  <a:lnTo>
                    <a:pt x="1173" y="1246"/>
                  </a:lnTo>
                  <a:cubicBezTo>
                    <a:pt x="1246" y="1246"/>
                    <a:pt x="1325" y="1173"/>
                    <a:pt x="1325" y="1069"/>
                  </a:cubicBezTo>
                  <a:lnTo>
                    <a:pt x="1325" y="715"/>
                  </a:lnTo>
                  <a:cubicBezTo>
                    <a:pt x="1325" y="306"/>
                    <a:pt x="1020" y="1"/>
                    <a:pt x="63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01" name="Google Shape;5243;p66">
            <a:extLst>
              <a:ext uri="{FF2B5EF4-FFF2-40B4-BE49-F238E27FC236}">
                <a16:creationId xmlns:a16="http://schemas.microsoft.com/office/drawing/2014/main" id="{C0AB9DDF-9299-6619-DF4B-D82458B73088}"/>
              </a:ext>
            </a:extLst>
          </p:cNvPr>
          <p:cNvGrpSpPr/>
          <p:nvPr/>
        </p:nvGrpSpPr>
        <p:grpSpPr>
          <a:xfrm>
            <a:off x="10264394" y="1366304"/>
            <a:ext cx="342100" cy="437150"/>
            <a:chOff x="7782850" y="2270000"/>
            <a:chExt cx="342100" cy="437150"/>
          </a:xfrm>
        </p:grpSpPr>
        <p:sp>
          <p:nvSpPr>
            <p:cNvPr id="4202" name="Google Shape;5244;p66">
              <a:extLst>
                <a:ext uri="{FF2B5EF4-FFF2-40B4-BE49-F238E27FC236}">
                  <a16:creationId xmlns:a16="http://schemas.microsoft.com/office/drawing/2014/main" id="{64F21B05-B26B-65FC-D698-9F55ABD70E32}"/>
                </a:ext>
              </a:extLst>
            </p:cNvPr>
            <p:cNvSpPr/>
            <p:nvPr/>
          </p:nvSpPr>
          <p:spPr>
            <a:xfrm>
              <a:off x="7796875" y="2278450"/>
              <a:ext cx="116450" cy="101425"/>
            </a:xfrm>
            <a:custGeom>
              <a:avLst/>
              <a:gdLst/>
              <a:ahLst/>
              <a:cxnLst/>
              <a:rect l="l" t="t" r="r" b="b"/>
              <a:pathLst>
                <a:path w="4658" h="4057" extrusionOk="0">
                  <a:moveTo>
                    <a:pt x="1031" y="0"/>
                  </a:moveTo>
                  <a:cubicBezTo>
                    <a:pt x="982" y="0"/>
                    <a:pt x="932" y="18"/>
                    <a:pt x="892" y="59"/>
                  </a:cubicBezTo>
                  <a:lnTo>
                    <a:pt x="25" y="1255"/>
                  </a:lnTo>
                  <a:lnTo>
                    <a:pt x="1" y="1536"/>
                  </a:lnTo>
                  <a:lnTo>
                    <a:pt x="3437" y="4056"/>
                  </a:lnTo>
                  <a:lnTo>
                    <a:pt x="3711" y="3953"/>
                  </a:lnTo>
                  <a:lnTo>
                    <a:pt x="4603" y="2781"/>
                  </a:lnTo>
                  <a:cubicBezTo>
                    <a:pt x="4657" y="2708"/>
                    <a:pt x="4627" y="2604"/>
                    <a:pt x="4554" y="2531"/>
                  </a:cubicBezTo>
                  <a:lnTo>
                    <a:pt x="1148" y="34"/>
                  </a:lnTo>
                  <a:cubicBezTo>
                    <a:pt x="1112" y="12"/>
                    <a:pt x="1072" y="0"/>
                    <a:pt x="103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3" name="Google Shape;5245;p66">
              <a:extLst>
                <a:ext uri="{FF2B5EF4-FFF2-40B4-BE49-F238E27FC236}">
                  <a16:creationId xmlns:a16="http://schemas.microsoft.com/office/drawing/2014/main" id="{4D74306D-AED2-B47B-DBA9-E4C81F5135F6}"/>
                </a:ext>
              </a:extLst>
            </p:cNvPr>
            <p:cNvSpPr/>
            <p:nvPr/>
          </p:nvSpPr>
          <p:spPr>
            <a:xfrm>
              <a:off x="7791225" y="2309800"/>
              <a:ext cx="98450" cy="76200"/>
            </a:xfrm>
            <a:custGeom>
              <a:avLst/>
              <a:gdLst/>
              <a:ahLst/>
              <a:cxnLst/>
              <a:rect l="l" t="t" r="r" b="b"/>
              <a:pathLst>
                <a:path w="3938" h="3048" extrusionOk="0">
                  <a:moveTo>
                    <a:pt x="251" y="1"/>
                  </a:moveTo>
                  <a:lnTo>
                    <a:pt x="50" y="257"/>
                  </a:lnTo>
                  <a:cubicBezTo>
                    <a:pt x="1" y="331"/>
                    <a:pt x="25" y="434"/>
                    <a:pt x="98" y="514"/>
                  </a:cubicBezTo>
                  <a:lnTo>
                    <a:pt x="3510" y="3004"/>
                  </a:lnTo>
                  <a:cubicBezTo>
                    <a:pt x="3541" y="3034"/>
                    <a:pt x="3577" y="3048"/>
                    <a:pt x="3614" y="3048"/>
                  </a:cubicBezTo>
                  <a:cubicBezTo>
                    <a:pt x="3665" y="3048"/>
                    <a:pt x="3718" y="3022"/>
                    <a:pt x="3760" y="2979"/>
                  </a:cubicBezTo>
                  <a:lnTo>
                    <a:pt x="3937" y="2699"/>
                  </a:lnTo>
                  <a:lnTo>
                    <a:pt x="25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4" name="Google Shape;5246;p66">
              <a:extLst>
                <a:ext uri="{FF2B5EF4-FFF2-40B4-BE49-F238E27FC236}">
                  <a16:creationId xmlns:a16="http://schemas.microsoft.com/office/drawing/2014/main" id="{53F92251-66AB-EE9C-8BDD-00A417B1E9C9}"/>
                </a:ext>
              </a:extLst>
            </p:cNvPr>
            <p:cNvSpPr/>
            <p:nvPr/>
          </p:nvSpPr>
          <p:spPr>
            <a:xfrm>
              <a:off x="8007300" y="2278050"/>
              <a:ext cx="99800" cy="115100"/>
            </a:xfrm>
            <a:custGeom>
              <a:avLst/>
              <a:gdLst/>
              <a:ahLst/>
              <a:cxnLst/>
              <a:rect l="l" t="t" r="r" b="b"/>
              <a:pathLst>
                <a:path w="3992" h="4604" extrusionOk="0">
                  <a:moveTo>
                    <a:pt x="2729" y="0"/>
                  </a:moveTo>
                  <a:cubicBezTo>
                    <a:pt x="2666" y="0"/>
                    <a:pt x="2601" y="27"/>
                    <a:pt x="2570" y="75"/>
                  </a:cubicBezTo>
                  <a:lnTo>
                    <a:pt x="79" y="3486"/>
                  </a:lnTo>
                  <a:cubicBezTo>
                    <a:pt x="0" y="3560"/>
                    <a:pt x="24" y="3663"/>
                    <a:pt x="104" y="3737"/>
                  </a:cubicBezTo>
                  <a:lnTo>
                    <a:pt x="1276" y="4603"/>
                  </a:lnTo>
                  <a:lnTo>
                    <a:pt x="1703" y="4347"/>
                  </a:lnTo>
                  <a:lnTo>
                    <a:pt x="3943" y="1326"/>
                  </a:lnTo>
                  <a:lnTo>
                    <a:pt x="3992" y="917"/>
                  </a:lnTo>
                  <a:lnTo>
                    <a:pt x="2826" y="26"/>
                  </a:lnTo>
                  <a:cubicBezTo>
                    <a:pt x="2798" y="9"/>
                    <a:pt x="2764" y="0"/>
                    <a:pt x="272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5" name="Google Shape;5247;p66">
              <a:extLst>
                <a:ext uri="{FF2B5EF4-FFF2-40B4-BE49-F238E27FC236}">
                  <a16:creationId xmlns:a16="http://schemas.microsoft.com/office/drawing/2014/main" id="{FF7A65B6-7B89-3EBD-7FCC-ED0D47EE6AE2}"/>
                </a:ext>
              </a:extLst>
            </p:cNvPr>
            <p:cNvSpPr/>
            <p:nvPr/>
          </p:nvSpPr>
          <p:spPr>
            <a:xfrm>
              <a:off x="8039175" y="2300950"/>
              <a:ext cx="76925" cy="97975"/>
            </a:xfrm>
            <a:custGeom>
              <a:avLst/>
              <a:gdLst/>
              <a:ahLst/>
              <a:cxnLst/>
              <a:rect l="l" t="t" r="r" b="b"/>
              <a:pathLst>
                <a:path w="3077" h="3919" extrusionOk="0">
                  <a:moveTo>
                    <a:pt x="2717" y="1"/>
                  </a:moveTo>
                  <a:lnTo>
                    <a:pt x="1" y="3687"/>
                  </a:lnTo>
                  <a:lnTo>
                    <a:pt x="275" y="3889"/>
                  </a:lnTo>
                  <a:cubicBezTo>
                    <a:pt x="304" y="3909"/>
                    <a:pt x="337" y="3918"/>
                    <a:pt x="369" y="3918"/>
                  </a:cubicBezTo>
                  <a:cubicBezTo>
                    <a:pt x="423" y="3918"/>
                    <a:pt x="476" y="3890"/>
                    <a:pt x="507" y="3840"/>
                  </a:cubicBezTo>
                  <a:lnTo>
                    <a:pt x="3022" y="434"/>
                  </a:lnTo>
                  <a:cubicBezTo>
                    <a:pt x="3077" y="355"/>
                    <a:pt x="3077" y="257"/>
                    <a:pt x="2997" y="178"/>
                  </a:cubicBezTo>
                  <a:lnTo>
                    <a:pt x="271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6" name="Google Shape;5248;p66">
              <a:extLst>
                <a:ext uri="{FF2B5EF4-FFF2-40B4-BE49-F238E27FC236}">
                  <a16:creationId xmlns:a16="http://schemas.microsoft.com/office/drawing/2014/main" id="{76B8B249-D411-78FD-B23F-AD5B62A8C7B9}"/>
                </a:ext>
              </a:extLst>
            </p:cNvPr>
            <p:cNvSpPr/>
            <p:nvPr/>
          </p:nvSpPr>
          <p:spPr>
            <a:xfrm>
              <a:off x="7876375" y="2379075"/>
              <a:ext cx="155200" cy="319850"/>
            </a:xfrm>
            <a:custGeom>
              <a:avLst/>
              <a:gdLst/>
              <a:ahLst/>
              <a:cxnLst/>
              <a:rect l="l" t="t" r="r" b="b"/>
              <a:pathLst>
                <a:path w="6208" h="12794" extrusionOk="0">
                  <a:moveTo>
                    <a:pt x="3101" y="1"/>
                  </a:moveTo>
                  <a:cubicBezTo>
                    <a:pt x="2008" y="1"/>
                    <a:pt x="1117" y="819"/>
                    <a:pt x="1020" y="1887"/>
                  </a:cubicBezTo>
                  <a:lnTo>
                    <a:pt x="0" y="12488"/>
                  </a:lnTo>
                  <a:lnTo>
                    <a:pt x="562" y="12793"/>
                  </a:lnTo>
                  <a:lnTo>
                    <a:pt x="5646" y="12793"/>
                  </a:lnTo>
                  <a:lnTo>
                    <a:pt x="6208" y="12488"/>
                  </a:lnTo>
                  <a:lnTo>
                    <a:pt x="5188" y="1887"/>
                  </a:lnTo>
                  <a:cubicBezTo>
                    <a:pt x="5085" y="819"/>
                    <a:pt x="4169" y="1"/>
                    <a:pt x="310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7" name="Google Shape;5249;p66">
              <a:extLst>
                <a:ext uri="{FF2B5EF4-FFF2-40B4-BE49-F238E27FC236}">
                  <a16:creationId xmlns:a16="http://schemas.microsoft.com/office/drawing/2014/main" id="{C03521D1-DCB9-9FE1-036C-E7CD51E8B7CC}"/>
                </a:ext>
              </a:extLst>
            </p:cNvPr>
            <p:cNvSpPr/>
            <p:nvPr/>
          </p:nvSpPr>
          <p:spPr>
            <a:xfrm>
              <a:off x="7875150" y="2691275"/>
              <a:ext cx="157650" cy="15875"/>
            </a:xfrm>
            <a:custGeom>
              <a:avLst/>
              <a:gdLst/>
              <a:ahLst/>
              <a:cxnLst/>
              <a:rect l="l" t="t" r="r" b="b"/>
              <a:pathLst>
                <a:path w="6306" h="635" extrusionOk="0">
                  <a:moveTo>
                    <a:pt x="49" y="0"/>
                  </a:moveTo>
                  <a:lnTo>
                    <a:pt x="25" y="433"/>
                  </a:lnTo>
                  <a:cubicBezTo>
                    <a:pt x="1" y="537"/>
                    <a:pt x="74" y="635"/>
                    <a:pt x="178" y="635"/>
                  </a:cubicBezTo>
                  <a:lnTo>
                    <a:pt x="2082" y="635"/>
                  </a:lnTo>
                  <a:lnTo>
                    <a:pt x="3150" y="305"/>
                  </a:lnTo>
                  <a:lnTo>
                    <a:pt x="4218" y="635"/>
                  </a:lnTo>
                  <a:lnTo>
                    <a:pt x="6128" y="635"/>
                  </a:lnTo>
                  <a:cubicBezTo>
                    <a:pt x="6226" y="635"/>
                    <a:pt x="6305" y="537"/>
                    <a:pt x="6281" y="433"/>
                  </a:cubicBezTo>
                  <a:lnTo>
                    <a:pt x="625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8" name="Google Shape;5250;p66">
              <a:extLst>
                <a:ext uri="{FF2B5EF4-FFF2-40B4-BE49-F238E27FC236}">
                  <a16:creationId xmlns:a16="http://schemas.microsoft.com/office/drawing/2014/main" id="{18EE6004-B6B7-EB96-9CE2-B44D74CBC8C4}"/>
                </a:ext>
              </a:extLst>
            </p:cNvPr>
            <p:cNvSpPr/>
            <p:nvPr/>
          </p:nvSpPr>
          <p:spPr>
            <a:xfrm>
              <a:off x="7927175" y="2634650"/>
              <a:ext cx="53425" cy="64275"/>
            </a:xfrm>
            <a:custGeom>
              <a:avLst/>
              <a:gdLst/>
              <a:ahLst/>
              <a:cxnLst/>
              <a:rect l="l" t="t" r="r" b="b"/>
              <a:pathLst>
                <a:path w="2137" h="2571" extrusionOk="0">
                  <a:moveTo>
                    <a:pt x="1069" y="1"/>
                  </a:moveTo>
                  <a:cubicBezTo>
                    <a:pt x="483" y="1"/>
                    <a:pt x="1" y="489"/>
                    <a:pt x="1" y="1069"/>
                  </a:cubicBezTo>
                  <a:lnTo>
                    <a:pt x="1" y="2265"/>
                  </a:lnTo>
                  <a:lnTo>
                    <a:pt x="306" y="2570"/>
                  </a:lnTo>
                  <a:lnTo>
                    <a:pt x="1832" y="2570"/>
                  </a:lnTo>
                  <a:lnTo>
                    <a:pt x="2137" y="2265"/>
                  </a:lnTo>
                  <a:lnTo>
                    <a:pt x="2137" y="1069"/>
                  </a:lnTo>
                  <a:cubicBezTo>
                    <a:pt x="2137" y="489"/>
                    <a:pt x="1655" y="1"/>
                    <a:pt x="106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9" name="Google Shape;5251;p66">
              <a:extLst>
                <a:ext uri="{FF2B5EF4-FFF2-40B4-BE49-F238E27FC236}">
                  <a16:creationId xmlns:a16="http://schemas.microsoft.com/office/drawing/2014/main" id="{D7EEDAD3-73C3-52E8-0DB2-1BEAC3F13AE9}"/>
                </a:ext>
              </a:extLst>
            </p:cNvPr>
            <p:cNvSpPr/>
            <p:nvPr/>
          </p:nvSpPr>
          <p:spPr>
            <a:xfrm>
              <a:off x="7927175" y="2691275"/>
              <a:ext cx="53425" cy="15875"/>
            </a:xfrm>
            <a:custGeom>
              <a:avLst/>
              <a:gdLst/>
              <a:ahLst/>
              <a:cxnLst/>
              <a:rect l="l" t="t" r="r" b="b"/>
              <a:pathLst>
                <a:path w="2137" h="635" extrusionOk="0">
                  <a:moveTo>
                    <a:pt x="1" y="0"/>
                  </a:moveTo>
                  <a:lnTo>
                    <a:pt x="1" y="635"/>
                  </a:lnTo>
                  <a:lnTo>
                    <a:pt x="2137" y="635"/>
                  </a:lnTo>
                  <a:lnTo>
                    <a:pt x="213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0" name="Google Shape;5252;p66">
              <a:extLst>
                <a:ext uri="{FF2B5EF4-FFF2-40B4-BE49-F238E27FC236}">
                  <a16:creationId xmlns:a16="http://schemas.microsoft.com/office/drawing/2014/main" id="{09720A86-70DB-4D37-2939-9FC73477A998}"/>
                </a:ext>
              </a:extLst>
            </p:cNvPr>
            <p:cNvSpPr/>
            <p:nvPr/>
          </p:nvSpPr>
          <p:spPr>
            <a:xfrm>
              <a:off x="8001025" y="2494325"/>
              <a:ext cx="115700" cy="99150"/>
            </a:xfrm>
            <a:custGeom>
              <a:avLst/>
              <a:gdLst/>
              <a:ahLst/>
              <a:cxnLst/>
              <a:rect l="l" t="t" r="r" b="b"/>
              <a:pathLst>
                <a:path w="4628" h="3966" extrusionOk="0">
                  <a:moveTo>
                    <a:pt x="1005" y="1"/>
                  </a:moveTo>
                  <a:cubicBezTo>
                    <a:pt x="949" y="1"/>
                    <a:pt x="894" y="29"/>
                    <a:pt x="861" y="72"/>
                  </a:cubicBezTo>
                  <a:lnTo>
                    <a:pt x="1" y="1244"/>
                  </a:lnTo>
                  <a:lnTo>
                    <a:pt x="178" y="1647"/>
                  </a:lnTo>
                  <a:lnTo>
                    <a:pt x="3205" y="3862"/>
                  </a:lnTo>
                  <a:lnTo>
                    <a:pt x="3687" y="3966"/>
                  </a:lnTo>
                  <a:lnTo>
                    <a:pt x="4548" y="2794"/>
                  </a:lnTo>
                  <a:cubicBezTo>
                    <a:pt x="4627" y="2715"/>
                    <a:pt x="4603" y="2593"/>
                    <a:pt x="4523" y="2538"/>
                  </a:cubicBezTo>
                  <a:lnTo>
                    <a:pt x="1118" y="48"/>
                  </a:lnTo>
                  <a:cubicBezTo>
                    <a:pt x="1085" y="15"/>
                    <a:pt x="1045" y="1"/>
                    <a:pt x="100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1" name="Google Shape;5253;p66">
              <a:extLst>
                <a:ext uri="{FF2B5EF4-FFF2-40B4-BE49-F238E27FC236}">
                  <a16:creationId xmlns:a16="http://schemas.microsoft.com/office/drawing/2014/main" id="{FE473E24-2F51-93F9-002B-F57A0B1E20D4}"/>
                </a:ext>
              </a:extLst>
            </p:cNvPr>
            <p:cNvSpPr/>
            <p:nvPr/>
          </p:nvSpPr>
          <p:spPr>
            <a:xfrm>
              <a:off x="7994625" y="2525400"/>
              <a:ext cx="98600" cy="76550"/>
            </a:xfrm>
            <a:custGeom>
              <a:avLst/>
              <a:gdLst/>
              <a:ahLst/>
              <a:cxnLst/>
              <a:rect l="l" t="t" r="r" b="b"/>
              <a:pathLst>
                <a:path w="3944" h="3062" extrusionOk="0">
                  <a:moveTo>
                    <a:pt x="257" y="1"/>
                  </a:moveTo>
                  <a:lnTo>
                    <a:pt x="49" y="282"/>
                  </a:lnTo>
                  <a:cubicBezTo>
                    <a:pt x="1" y="355"/>
                    <a:pt x="25" y="459"/>
                    <a:pt x="104" y="507"/>
                  </a:cubicBezTo>
                  <a:lnTo>
                    <a:pt x="3510" y="3028"/>
                  </a:lnTo>
                  <a:cubicBezTo>
                    <a:pt x="3542" y="3050"/>
                    <a:pt x="3580" y="3062"/>
                    <a:pt x="3620" y="3062"/>
                  </a:cubicBezTo>
                  <a:cubicBezTo>
                    <a:pt x="3670" y="3062"/>
                    <a:pt x="3722" y="3042"/>
                    <a:pt x="3766" y="2998"/>
                  </a:cubicBezTo>
                  <a:lnTo>
                    <a:pt x="3943" y="2723"/>
                  </a:lnTo>
                  <a:lnTo>
                    <a:pt x="25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2" name="Google Shape;5254;p66">
              <a:extLst>
                <a:ext uri="{FF2B5EF4-FFF2-40B4-BE49-F238E27FC236}">
                  <a16:creationId xmlns:a16="http://schemas.microsoft.com/office/drawing/2014/main" id="{E1E3A47D-59CA-C340-6BAF-AF4187E8782D}"/>
                </a:ext>
              </a:extLst>
            </p:cNvPr>
            <p:cNvSpPr/>
            <p:nvPr/>
          </p:nvSpPr>
          <p:spPr>
            <a:xfrm>
              <a:off x="7791850" y="2481450"/>
              <a:ext cx="99200" cy="115075"/>
            </a:xfrm>
            <a:custGeom>
              <a:avLst/>
              <a:gdLst/>
              <a:ahLst/>
              <a:cxnLst/>
              <a:rect l="l" t="t" r="r" b="b"/>
              <a:pathLst>
                <a:path w="3968" h="4603" extrusionOk="0">
                  <a:moveTo>
                    <a:pt x="2710" y="0"/>
                  </a:moveTo>
                  <a:cubicBezTo>
                    <a:pt x="2653" y="0"/>
                    <a:pt x="2591" y="29"/>
                    <a:pt x="2539" y="80"/>
                  </a:cubicBezTo>
                  <a:lnTo>
                    <a:pt x="49" y="3486"/>
                  </a:lnTo>
                  <a:cubicBezTo>
                    <a:pt x="0" y="3565"/>
                    <a:pt x="0" y="3663"/>
                    <a:pt x="73" y="3742"/>
                  </a:cubicBezTo>
                  <a:lnTo>
                    <a:pt x="1270" y="4603"/>
                  </a:lnTo>
                  <a:lnTo>
                    <a:pt x="1703" y="4402"/>
                  </a:lnTo>
                  <a:lnTo>
                    <a:pt x="3912" y="1374"/>
                  </a:lnTo>
                  <a:lnTo>
                    <a:pt x="3967" y="917"/>
                  </a:lnTo>
                  <a:lnTo>
                    <a:pt x="2796" y="26"/>
                  </a:lnTo>
                  <a:cubicBezTo>
                    <a:pt x="2770" y="9"/>
                    <a:pt x="2741" y="0"/>
                    <a:pt x="271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3" name="Google Shape;5255;p66">
              <a:extLst>
                <a:ext uri="{FF2B5EF4-FFF2-40B4-BE49-F238E27FC236}">
                  <a16:creationId xmlns:a16="http://schemas.microsoft.com/office/drawing/2014/main" id="{C17D09BE-9C7E-F285-995C-68F7D265FF7A}"/>
                </a:ext>
              </a:extLst>
            </p:cNvPr>
            <p:cNvSpPr/>
            <p:nvPr/>
          </p:nvSpPr>
          <p:spPr>
            <a:xfrm>
              <a:off x="7823575" y="2504350"/>
              <a:ext cx="76925" cy="97850"/>
            </a:xfrm>
            <a:custGeom>
              <a:avLst/>
              <a:gdLst/>
              <a:ahLst/>
              <a:cxnLst/>
              <a:rect l="l" t="t" r="r" b="b"/>
              <a:pathLst>
                <a:path w="3077" h="3914" extrusionOk="0">
                  <a:moveTo>
                    <a:pt x="2698" y="1"/>
                  </a:moveTo>
                  <a:lnTo>
                    <a:pt x="1" y="3687"/>
                  </a:lnTo>
                  <a:lnTo>
                    <a:pt x="257" y="3870"/>
                  </a:lnTo>
                  <a:cubicBezTo>
                    <a:pt x="287" y="3900"/>
                    <a:pt x="323" y="3914"/>
                    <a:pt x="359" y="3914"/>
                  </a:cubicBezTo>
                  <a:cubicBezTo>
                    <a:pt x="411" y="3914"/>
                    <a:pt x="464" y="3886"/>
                    <a:pt x="507" y="3840"/>
                  </a:cubicBezTo>
                  <a:lnTo>
                    <a:pt x="3004" y="434"/>
                  </a:lnTo>
                  <a:cubicBezTo>
                    <a:pt x="3077" y="361"/>
                    <a:pt x="3052" y="233"/>
                    <a:pt x="2979" y="178"/>
                  </a:cubicBezTo>
                  <a:lnTo>
                    <a:pt x="269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4" name="Google Shape;5256;p66">
              <a:extLst>
                <a:ext uri="{FF2B5EF4-FFF2-40B4-BE49-F238E27FC236}">
                  <a16:creationId xmlns:a16="http://schemas.microsoft.com/office/drawing/2014/main" id="{295618A8-4384-3B89-D4F7-E153A2F36A76}"/>
                </a:ext>
              </a:extLst>
            </p:cNvPr>
            <p:cNvSpPr/>
            <p:nvPr/>
          </p:nvSpPr>
          <p:spPr>
            <a:xfrm>
              <a:off x="7782850" y="2270000"/>
              <a:ext cx="342100" cy="340575"/>
            </a:xfrm>
            <a:custGeom>
              <a:avLst/>
              <a:gdLst/>
              <a:ahLst/>
              <a:cxnLst/>
              <a:rect l="l" t="t" r="r" b="b"/>
              <a:pathLst>
                <a:path w="13684" h="13623" extrusionOk="0">
                  <a:moveTo>
                    <a:pt x="11657" y="0"/>
                  </a:moveTo>
                  <a:cubicBezTo>
                    <a:pt x="11576" y="0"/>
                    <a:pt x="11492" y="32"/>
                    <a:pt x="11444" y="92"/>
                  </a:cubicBezTo>
                  <a:lnTo>
                    <a:pt x="6793" y="6451"/>
                  </a:lnTo>
                  <a:lnTo>
                    <a:pt x="458" y="1770"/>
                  </a:lnTo>
                  <a:cubicBezTo>
                    <a:pt x="413" y="1743"/>
                    <a:pt x="363" y="1729"/>
                    <a:pt x="314" y="1729"/>
                  </a:cubicBezTo>
                  <a:cubicBezTo>
                    <a:pt x="229" y="1729"/>
                    <a:pt x="145" y="1769"/>
                    <a:pt x="79" y="1849"/>
                  </a:cubicBezTo>
                  <a:cubicBezTo>
                    <a:pt x="0" y="1953"/>
                    <a:pt x="31" y="2130"/>
                    <a:pt x="128" y="2203"/>
                  </a:cubicBezTo>
                  <a:lnTo>
                    <a:pt x="6488" y="6860"/>
                  </a:lnTo>
                  <a:lnTo>
                    <a:pt x="1807" y="13189"/>
                  </a:lnTo>
                  <a:cubicBezTo>
                    <a:pt x="1733" y="13317"/>
                    <a:pt x="1758" y="13470"/>
                    <a:pt x="1886" y="13574"/>
                  </a:cubicBezTo>
                  <a:cubicBezTo>
                    <a:pt x="1910" y="13598"/>
                    <a:pt x="1984" y="13623"/>
                    <a:pt x="2039" y="13623"/>
                  </a:cubicBezTo>
                  <a:cubicBezTo>
                    <a:pt x="2112" y="13623"/>
                    <a:pt x="2191" y="13574"/>
                    <a:pt x="2240" y="13519"/>
                  </a:cubicBezTo>
                  <a:lnTo>
                    <a:pt x="6897" y="7165"/>
                  </a:lnTo>
                  <a:lnTo>
                    <a:pt x="13226" y="11840"/>
                  </a:lnTo>
                  <a:cubicBezTo>
                    <a:pt x="13275" y="11871"/>
                    <a:pt x="13330" y="11871"/>
                    <a:pt x="13379" y="11871"/>
                  </a:cubicBezTo>
                  <a:cubicBezTo>
                    <a:pt x="13482" y="11871"/>
                    <a:pt x="13556" y="11840"/>
                    <a:pt x="13610" y="11767"/>
                  </a:cubicBezTo>
                  <a:cubicBezTo>
                    <a:pt x="13684" y="11663"/>
                    <a:pt x="13659" y="11486"/>
                    <a:pt x="13556" y="11413"/>
                  </a:cubicBezTo>
                  <a:lnTo>
                    <a:pt x="7202" y="6756"/>
                  </a:lnTo>
                  <a:lnTo>
                    <a:pt x="11877" y="427"/>
                  </a:lnTo>
                  <a:cubicBezTo>
                    <a:pt x="11956" y="299"/>
                    <a:pt x="11932" y="146"/>
                    <a:pt x="11804" y="43"/>
                  </a:cubicBezTo>
                  <a:cubicBezTo>
                    <a:pt x="11763" y="14"/>
                    <a:pt x="11711" y="0"/>
                    <a:pt x="1165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5" name="Google Shape;5257;p66">
              <a:extLst>
                <a:ext uri="{FF2B5EF4-FFF2-40B4-BE49-F238E27FC236}">
                  <a16:creationId xmlns:a16="http://schemas.microsoft.com/office/drawing/2014/main" id="{6C5922F3-E9FA-BBB6-C982-D3A93070385A}"/>
                </a:ext>
              </a:extLst>
            </p:cNvPr>
            <p:cNvSpPr/>
            <p:nvPr/>
          </p:nvSpPr>
          <p:spPr>
            <a:xfrm>
              <a:off x="7932375" y="2417225"/>
              <a:ext cx="43200" cy="37575"/>
            </a:xfrm>
            <a:custGeom>
              <a:avLst/>
              <a:gdLst/>
              <a:ahLst/>
              <a:cxnLst/>
              <a:rect l="l" t="t" r="r" b="b"/>
              <a:pathLst>
                <a:path w="1728" h="1503" extrusionOk="0">
                  <a:moveTo>
                    <a:pt x="861" y="1"/>
                  </a:moveTo>
                  <a:cubicBezTo>
                    <a:pt x="483" y="1"/>
                    <a:pt x="122" y="257"/>
                    <a:pt x="0" y="611"/>
                  </a:cubicBezTo>
                  <a:cubicBezTo>
                    <a:pt x="0" y="611"/>
                    <a:pt x="0" y="1502"/>
                    <a:pt x="861" y="1502"/>
                  </a:cubicBezTo>
                  <a:cubicBezTo>
                    <a:pt x="1728" y="1502"/>
                    <a:pt x="1728" y="611"/>
                    <a:pt x="1728" y="611"/>
                  </a:cubicBezTo>
                  <a:cubicBezTo>
                    <a:pt x="1599" y="257"/>
                    <a:pt x="1245" y="1"/>
                    <a:pt x="86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6" name="Google Shape;5258;p66">
              <a:extLst>
                <a:ext uri="{FF2B5EF4-FFF2-40B4-BE49-F238E27FC236}">
                  <a16:creationId xmlns:a16="http://schemas.microsoft.com/office/drawing/2014/main" id="{8A889445-3D21-07EB-7DF2-E3047E423D3B}"/>
                </a:ext>
              </a:extLst>
            </p:cNvPr>
            <p:cNvSpPr/>
            <p:nvPr/>
          </p:nvSpPr>
          <p:spPr>
            <a:xfrm>
              <a:off x="7931000" y="2432475"/>
              <a:ext cx="45800" cy="30550"/>
            </a:xfrm>
            <a:custGeom>
              <a:avLst/>
              <a:gdLst/>
              <a:ahLst/>
              <a:cxnLst/>
              <a:rect l="l" t="t" r="r" b="b"/>
              <a:pathLst>
                <a:path w="1832" h="1222" extrusionOk="0">
                  <a:moveTo>
                    <a:pt x="55" y="1"/>
                  </a:moveTo>
                  <a:cubicBezTo>
                    <a:pt x="25" y="105"/>
                    <a:pt x="0" y="209"/>
                    <a:pt x="0" y="306"/>
                  </a:cubicBezTo>
                  <a:cubicBezTo>
                    <a:pt x="0" y="819"/>
                    <a:pt x="409" y="1222"/>
                    <a:pt x="916" y="1222"/>
                  </a:cubicBezTo>
                  <a:cubicBezTo>
                    <a:pt x="1429" y="1222"/>
                    <a:pt x="1831" y="819"/>
                    <a:pt x="1831" y="306"/>
                  </a:cubicBezTo>
                  <a:cubicBezTo>
                    <a:pt x="1831" y="209"/>
                    <a:pt x="1807" y="105"/>
                    <a:pt x="1783" y="1"/>
                  </a:cubicBezTo>
                  <a:cubicBezTo>
                    <a:pt x="1654" y="337"/>
                    <a:pt x="1300" y="587"/>
                    <a:pt x="916" y="587"/>
                  </a:cubicBezTo>
                  <a:cubicBezTo>
                    <a:pt x="538" y="587"/>
                    <a:pt x="177" y="337"/>
                    <a:pt x="5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17" name="Google Shape;5335;p66">
            <a:extLst>
              <a:ext uri="{FF2B5EF4-FFF2-40B4-BE49-F238E27FC236}">
                <a16:creationId xmlns:a16="http://schemas.microsoft.com/office/drawing/2014/main" id="{835C9CB9-341F-CCE2-5ADA-85EC9D738BA2}"/>
              </a:ext>
            </a:extLst>
          </p:cNvPr>
          <p:cNvGrpSpPr/>
          <p:nvPr/>
        </p:nvGrpSpPr>
        <p:grpSpPr>
          <a:xfrm>
            <a:off x="9584169" y="2739479"/>
            <a:ext cx="212425" cy="436725"/>
            <a:chOff x="7102625" y="4252775"/>
            <a:chExt cx="212425" cy="436725"/>
          </a:xfrm>
        </p:grpSpPr>
        <p:sp>
          <p:nvSpPr>
            <p:cNvPr id="4218" name="Google Shape;5336;p66">
              <a:extLst>
                <a:ext uri="{FF2B5EF4-FFF2-40B4-BE49-F238E27FC236}">
                  <a16:creationId xmlns:a16="http://schemas.microsoft.com/office/drawing/2014/main" id="{54177BF6-1442-0303-3E7A-88088EC45C4B}"/>
                </a:ext>
              </a:extLst>
            </p:cNvPr>
            <p:cNvSpPr/>
            <p:nvPr/>
          </p:nvSpPr>
          <p:spPr>
            <a:xfrm>
              <a:off x="7102625" y="4261550"/>
              <a:ext cx="212425" cy="195875"/>
            </a:xfrm>
            <a:custGeom>
              <a:avLst/>
              <a:gdLst/>
              <a:ahLst/>
              <a:cxnLst/>
              <a:rect l="l" t="t" r="r" b="b"/>
              <a:pathLst>
                <a:path w="8497" h="7835" extrusionOk="0">
                  <a:moveTo>
                    <a:pt x="5850" y="1"/>
                  </a:moveTo>
                  <a:cubicBezTo>
                    <a:pt x="4832" y="1"/>
                    <a:pt x="788" y="1402"/>
                    <a:pt x="788" y="1402"/>
                  </a:cubicBezTo>
                  <a:cubicBezTo>
                    <a:pt x="355" y="2036"/>
                    <a:pt x="49" y="2775"/>
                    <a:pt x="1" y="3587"/>
                  </a:cubicBezTo>
                  <a:cubicBezTo>
                    <a:pt x="1" y="3587"/>
                    <a:pt x="1" y="7834"/>
                    <a:pt x="4249" y="7834"/>
                  </a:cubicBezTo>
                  <a:cubicBezTo>
                    <a:pt x="8496" y="7834"/>
                    <a:pt x="8496" y="3587"/>
                    <a:pt x="8496" y="3587"/>
                  </a:cubicBezTo>
                  <a:cubicBezTo>
                    <a:pt x="8368" y="2012"/>
                    <a:pt x="7404" y="663"/>
                    <a:pt x="6031" y="28"/>
                  </a:cubicBezTo>
                  <a:cubicBezTo>
                    <a:pt x="5992" y="10"/>
                    <a:pt x="5930" y="1"/>
                    <a:pt x="585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9" name="Google Shape;5337;p66">
              <a:extLst>
                <a:ext uri="{FF2B5EF4-FFF2-40B4-BE49-F238E27FC236}">
                  <a16:creationId xmlns:a16="http://schemas.microsoft.com/office/drawing/2014/main" id="{4A0E8D27-9EE9-A38A-FE36-379CCEB2C0CD}"/>
                </a:ext>
              </a:extLst>
            </p:cNvPr>
            <p:cNvSpPr/>
            <p:nvPr/>
          </p:nvSpPr>
          <p:spPr>
            <a:xfrm>
              <a:off x="7134375" y="4606175"/>
              <a:ext cx="148775" cy="83325"/>
            </a:xfrm>
            <a:custGeom>
              <a:avLst/>
              <a:gdLst/>
              <a:ahLst/>
              <a:cxnLst/>
              <a:rect l="l" t="t" r="r" b="b"/>
              <a:pathLst>
                <a:path w="5951" h="3333" extrusionOk="0">
                  <a:moveTo>
                    <a:pt x="488" y="0"/>
                  </a:moveTo>
                  <a:lnTo>
                    <a:pt x="0" y="330"/>
                  </a:lnTo>
                  <a:lnTo>
                    <a:pt x="433" y="2496"/>
                  </a:lnTo>
                  <a:cubicBezTo>
                    <a:pt x="537" y="2978"/>
                    <a:pt x="971" y="3332"/>
                    <a:pt x="1477" y="3332"/>
                  </a:cubicBezTo>
                  <a:lnTo>
                    <a:pt x="4480" y="3332"/>
                  </a:lnTo>
                  <a:cubicBezTo>
                    <a:pt x="4987" y="3332"/>
                    <a:pt x="5420" y="2978"/>
                    <a:pt x="5524" y="2496"/>
                  </a:cubicBezTo>
                  <a:lnTo>
                    <a:pt x="5951" y="330"/>
                  </a:lnTo>
                  <a:lnTo>
                    <a:pt x="5469"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0" name="Google Shape;5338;p66">
              <a:extLst>
                <a:ext uri="{FF2B5EF4-FFF2-40B4-BE49-F238E27FC236}">
                  <a16:creationId xmlns:a16="http://schemas.microsoft.com/office/drawing/2014/main" id="{7CF8E85F-C479-0928-4840-29676CE84779}"/>
                </a:ext>
              </a:extLst>
            </p:cNvPr>
            <p:cNvSpPr/>
            <p:nvPr/>
          </p:nvSpPr>
          <p:spPr>
            <a:xfrm>
              <a:off x="7131325" y="4590300"/>
              <a:ext cx="155050" cy="24125"/>
            </a:xfrm>
            <a:custGeom>
              <a:avLst/>
              <a:gdLst/>
              <a:ahLst/>
              <a:cxnLst/>
              <a:rect l="l" t="t" r="r" b="b"/>
              <a:pathLst>
                <a:path w="6202" h="965" extrusionOk="0">
                  <a:moveTo>
                    <a:pt x="0" y="0"/>
                  </a:moveTo>
                  <a:lnTo>
                    <a:pt x="0" y="330"/>
                  </a:lnTo>
                  <a:lnTo>
                    <a:pt x="122" y="965"/>
                  </a:lnTo>
                  <a:lnTo>
                    <a:pt x="6073" y="965"/>
                  </a:lnTo>
                  <a:lnTo>
                    <a:pt x="6201" y="330"/>
                  </a:lnTo>
                  <a:lnTo>
                    <a:pt x="620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1" name="Google Shape;5339;p66">
              <a:extLst>
                <a:ext uri="{FF2B5EF4-FFF2-40B4-BE49-F238E27FC236}">
                  <a16:creationId xmlns:a16="http://schemas.microsoft.com/office/drawing/2014/main" id="{13BE0A9F-84D8-E775-1259-695504B4ABBA}"/>
                </a:ext>
              </a:extLst>
            </p:cNvPr>
            <p:cNvSpPr/>
            <p:nvPr/>
          </p:nvSpPr>
          <p:spPr>
            <a:xfrm>
              <a:off x="7140775" y="4478675"/>
              <a:ext cx="70675" cy="54075"/>
            </a:xfrm>
            <a:custGeom>
              <a:avLst/>
              <a:gdLst/>
              <a:ahLst/>
              <a:cxnLst/>
              <a:rect l="l" t="t" r="r" b="b"/>
              <a:pathLst>
                <a:path w="2827" h="2163" extrusionOk="0">
                  <a:moveTo>
                    <a:pt x="374" y="1"/>
                  </a:moveTo>
                  <a:cubicBezTo>
                    <a:pt x="162" y="1"/>
                    <a:pt x="25" y="16"/>
                    <a:pt x="25" y="16"/>
                  </a:cubicBezTo>
                  <a:lnTo>
                    <a:pt x="25" y="40"/>
                  </a:lnTo>
                  <a:cubicBezTo>
                    <a:pt x="25" y="169"/>
                    <a:pt x="0" y="1237"/>
                    <a:pt x="892" y="1798"/>
                  </a:cubicBezTo>
                  <a:cubicBezTo>
                    <a:pt x="1400" y="2113"/>
                    <a:pt x="1966" y="2162"/>
                    <a:pt x="2269" y="2162"/>
                  </a:cubicBezTo>
                  <a:cubicBezTo>
                    <a:pt x="2407" y="2162"/>
                    <a:pt x="2491" y="2152"/>
                    <a:pt x="2491" y="2152"/>
                  </a:cubicBezTo>
                  <a:cubicBezTo>
                    <a:pt x="2491" y="2152"/>
                    <a:pt x="2826" y="1591"/>
                    <a:pt x="2466" y="932"/>
                  </a:cubicBezTo>
                  <a:cubicBezTo>
                    <a:pt x="2369" y="779"/>
                    <a:pt x="2265" y="651"/>
                    <a:pt x="2137" y="523"/>
                  </a:cubicBezTo>
                  <a:cubicBezTo>
                    <a:pt x="1632" y="72"/>
                    <a:pt x="830" y="1"/>
                    <a:pt x="3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2" name="Google Shape;5340;p66">
              <a:extLst>
                <a:ext uri="{FF2B5EF4-FFF2-40B4-BE49-F238E27FC236}">
                  <a16:creationId xmlns:a16="http://schemas.microsoft.com/office/drawing/2014/main" id="{7CA95B7B-8652-33AA-E344-CFDCA3FF85C6}"/>
                </a:ext>
              </a:extLst>
            </p:cNvPr>
            <p:cNvSpPr/>
            <p:nvPr/>
          </p:nvSpPr>
          <p:spPr>
            <a:xfrm>
              <a:off x="7206225" y="4478675"/>
              <a:ext cx="70675" cy="54075"/>
            </a:xfrm>
            <a:custGeom>
              <a:avLst/>
              <a:gdLst/>
              <a:ahLst/>
              <a:cxnLst/>
              <a:rect l="l" t="t" r="r" b="b"/>
              <a:pathLst>
                <a:path w="2827" h="2163" extrusionOk="0">
                  <a:moveTo>
                    <a:pt x="2453" y="1"/>
                  </a:moveTo>
                  <a:cubicBezTo>
                    <a:pt x="1997" y="1"/>
                    <a:pt x="1195" y="72"/>
                    <a:pt x="690" y="523"/>
                  </a:cubicBezTo>
                  <a:cubicBezTo>
                    <a:pt x="562" y="651"/>
                    <a:pt x="459" y="779"/>
                    <a:pt x="361" y="932"/>
                  </a:cubicBezTo>
                  <a:cubicBezTo>
                    <a:pt x="1" y="1591"/>
                    <a:pt x="330" y="2152"/>
                    <a:pt x="330" y="2152"/>
                  </a:cubicBezTo>
                  <a:cubicBezTo>
                    <a:pt x="330" y="2152"/>
                    <a:pt x="415" y="2162"/>
                    <a:pt x="553" y="2162"/>
                  </a:cubicBezTo>
                  <a:cubicBezTo>
                    <a:pt x="859" y="2162"/>
                    <a:pt x="1427" y="2113"/>
                    <a:pt x="1936" y="1798"/>
                  </a:cubicBezTo>
                  <a:cubicBezTo>
                    <a:pt x="2827" y="1237"/>
                    <a:pt x="2802" y="169"/>
                    <a:pt x="2802" y="40"/>
                  </a:cubicBezTo>
                  <a:lnTo>
                    <a:pt x="2802" y="16"/>
                  </a:lnTo>
                  <a:cubicBezTo>
                    <a:pt x="2802" y="16"/>
                    <a:pt x="2665" y="1"/>
                    <a:pt x="245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3" name="Google Shape;5341;p66">
              <a:extLst>
                <a:ext uri="{FF2B5EF4-FFF2-40B4-BE49-F238E27FC236}">
                  <a16:creationId xmlns:a16="http://schemas.microsoft.com/office/drawing/2014/main" id="{A2E2260B-8A61-FD4F-1C45-D9F06281C361}"/>
                </a:ext>
              </a:extLst>
            </p:cNvPr>
            <p:cNvSpPr/>
            <p:nvPr/>
          </p:nvSpPr>
          <p:spPr>
            <a:xfrm>
              <a:off x="7138175" y="4451150"/>
              <a:ext cx="141175" cy="129700"/>
            </a:xfrm>
            <a:custGeom>
              <a:avLst/>
              <a:gdLst/>
              <a:ahLst/>
              <a:cxnLst/>
              <a:rect l="l" t="t" r="r" b="b"/>
              <a:pathLst>
                <a:path w="5647" h="5188" extrusionOk="0">
                  <a:moveTo>
                    <a:pt x="2827" y="0"/>
                  </a:moveTo>
                  <a:cubicBezTo>
                    <a:pt x="2674" y="0"/>
                    <a:pt x="2570" y="122"/>
                    <a:pt x="2570" y="250"/>
                  </a:cubicBezTo>
                  <a:lnTo>
                    <a:pt x="2570" y="2924"/>
                  </a:lnTo>
                  <a:cubicBezTo>
                    <a:pt x="2137" y="2924"/>
                    <a:pt x="1252" y="2869"/>
                    <a:pt x="690" y="2387"/>
                  </a:cubicBezTo>
                  <a:cubicBezTo>
                    <a:pt x="306" y="2033"/>
                    <a:pt x="184" y="1526"/>
                    <a:pt x="129" y="1141"/>
                  </a:cubicBezTo>
                  <a:lnTo>
                    <a:pt x="129" y="1141"/>
                  </a:lnTo>
                  <a:cubicBezTo>
                    <a:pt x="129" y="1270"/>
                    <a:pt x="1" y="2387"/>
                    <a:pt x="690" y="3021"/>
                  </a:cubicBezTo>
                  <a:cubicBezTo>
                    <a:pt x="1252" y="3510"/>
                    <a:pt x="2137" y="3558"/>
                    <a:pt x="2570" y="3558"/>
                  </a:cubicBezTo>
                  <a:lnTo>
                    <a:pt x="2570" y="4932"/>
                  </a:lnTo>
                  <a:cubicBezTo>
                    <a:pt x="2570" y="5060"/>
                    <a:pt x="2674" y="5188"/>
                    <a:pt x="2827" y="5188"/>
                  </a:cubicBezTo>
                  <a:cubicBezTo>
                    <a:pt x="2979" y="5188"/>
                    <a:pt x="3083" y="5060"/>
                    <a:pt x="3083" y="4932"/>
                  </a:cubicBezTo>
                  <a:lnTo>
                    <a:pt x="3083" y="3558"/>
                  </a:lnTo>
                  <a:cubicBezTo>
                    <a:pt x="3510" y="3558"/>
                    <a:pt x="4401" y="3510"/>
                    <a:pt x="4963" y="3021"/>
                  </a:cubicBezTo>
                  <a:cubicBezTo>
                    <a:pt x="5646" y="2387"/>
                    <a:pt x="5524" y="1270"/>
                    <a:pt x="5524" y="1141"/>
                  </a:cubicBezTo>
                  <a:lnTo>
                    <a:pt x="5524" y="1141"/>
                  </a:lnTo>
                  <a:cubicBezTo>
                    <a:pt x="5469" y="1526"/>
                    <a:pt x="5341" y="2033"/>
                    <a:pt x="4963" y="2387"/>
                  </a:cubicBezTo>
                  <a:cubicBezTo>
                    <a:pt x="4401" y="2869"/>
                    <a:pt x="3510" y="2924"/>
                    <a:pt x="3083" y="2924"/>
                  </a:cubicBezTo>
                  <a:lnTo>
                    <a:pt x="3083" y="250"/>
                  </a:lnTo>
                  <a:cubicBezTo>
                    <a:pt x="3083" y="122"/>
                    <a:pt x="2979" y="0"/>
                    <a:pt x="282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4" name="Google Shape;5342;p66">
              <a:extLst>
                <a:ext uri="{FF2B5EF4-FFF2-40B4-BE49-F238E27FC236}">
                  <a16:creationId xmlns:a16="http://schemas.microsoft.com/office/drawing/2014/main" id="{0ADEACF3-AFAC-AD42-CB06-4B55B0E1DD01}"/>
                </a:ext>
              </a:extLst>
            </p:cNvPr>
            <p:cNvSpPr/>
            <p:nvPr/>
          </p:nvSpPr>
          <p:spPr>
            <a:xfrm>
              <a:off x="7120475" y="4566200"/>
              <a:ext cx="176725" cy="24125"/>
            </a:xfrm>
            <a:custGeom>
              <a:avLst/>
              <a:gdLst/>
              <a:ahLst/>
              <a:cxnLst/>
              <a:rect l="l" t="t" r="r" b="b"/>
              <a:pathLst>
                <a:path w="7069" h="965" extrusionOk="0">
                  <a:moveTo>
                    <a:pt x="178" y="0"/>
                  </a:moveTo>
                  <a:cubicBezTo>
                    <a:pt x="74" y="0"/>
                    <a:pt x="1" y="73"/>
                    <a:pt x="1" y="177"/>
                  </a:cubicBezTo>
                  <a:lnTo>
                    <a:pt x="1" y="659"/>
                  </a:lnTo>
                  <a:lnTo>
                    <a:pt x="434" y="964"/>
                  </a:lnTo>
                  <a:lnTo>
                    <a:pt x="6635" y="964"/>
                  </a:lnTo>
                  <a:lnTo>
                    <a:pt x="7068" y="659"/>
                  </a:lnTo>
                  <a:lnTo>
                    <a:pt x="7068" y="177"/>
                  </a:lnTo>
                  <a:cubicBezTo>
                    <a:pt x="7068" y="73"/>
                    <a:pt x="6995" y="0"/>
                    <a:pt x="689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5" name="Google Shape;5343;p66">
              <a:extLst>
                <a:ext uri="{FF2B5EF4-FFF2-40B4-BE49-F238E27FC236}">
                  <a16:creationId xmlns:a16="http://schemas.microsoft.com/office/drawing/2014/main" id="{73113DF1-8995-64FB-BA00-AEA643A13C2F}"/>
                </a:ext>
              </a:extLst>
            </p:cNvPr>
            <p:cNvSpPr/>
            <p:nvPr/>
          </p:nvSpPr>
          <p:spPr>
            <a:xfrm>
              <a:off x="7120475" y="4582675"/>
              <a:ext cx="176725" cy="15875"/>
            </a:xfrm>
            <a:custGeom>
              <a:avLst/>
              <a:gdLst/>
              <a:ahLst/>
              <a:cxnLst/>
              <a:rect l="l" t="t" r="r" b="b"/>
              <a:pathLst>
                <a:path w="7069" h="635" extrusionOk="0">
                  <a:moveTo>
                    <a:pt x="1" y="0"/>
                  </a:moveTo>
                  <a:lnTo>
                    <a:pt x="1" y="458"/>
                  </a:lnTo>
                  <a:cubicBezTo>
                    <a:pt x="1" y="562"/>
                    <a:pt x="74" y="635"/>
                    <a:pt x="178" y="635"/>
                  </a:cubicBezTo>
                  <a:lnTo>
                    <a:pt x="6891" y="635"/>
                  </a:lnTo>
                  <a:cubicBezTo>
                    <a:pt x="6995" y="635"/>
                    <a:pt x="7068" y="562"/>
                    <a:pt x="7068" y="458"/>
                  </a:cubicBezTo>
                  <a:lnTo>
                    <a:pt x="706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6" name="Google Shape;5344;p66">
              <a:extLst>
                <a:ext uri="{FF2B5EF4-FFF2-40B4-BE49-F238E27FC236}">
                  <a16:creationId xmlns:a16="http://schemas.microsoft.com/office/drawing/2014/main" id="{908B314E-45CF-A7DA-341C-D0A91DA01B82}"/>
                </a:ext>
              </a:extLst>
            </p:cNvPr>
            <p:cNvSpPr/>
            <p:nvPr/>
          </p:nvSpPr>
          <p:spPr>
            <a:xfrm>
              <a:off x="7122300" y="4252775"/>
              <a:ext cx="137350" cy="131850"/>
            </a:xfrm>
            <a:custGeom>
              <a:avLst/>
              <a:gdLst/>
              <a:ahLst/>
              <a:cxnLst/>
              <a:rect l="l" t="t" r="r" b="b"/>
              <a:pathLst>
                <a:path w="5494" h="5274" extrusionOk="0">
                  <a:moveTo>
                    <a:pt x="3462" y="1"/>
                  </a:moveTo>
                  <a:cubicBezTo>
                    <a:pt x="2039" y="1"/>
                    <a:pt x="788" y="685"/>
                    <a:pt x="1" y="1753"/>
                  </a:cubicBezTo>
                  <a:cubicBezTo>
                    <a:pt x="154" y="2107"/>
                    <a:pt x="385" y="2467"/>
                    <a:pt x="666" y="2747"/>
                  </a:cubicBezTo>
                  <a:cubicBezTo>
                    <a:pt x="1277" y="3358"/>
                    <a:pt x="1093" y="4731"/>
                    <a:pt x="1301" y="5006"/>
                  </a:cubicBezTo>
                  <a:cubicBezTo>
                    <a:pt x="1419" y="5189"/>
                    <a:pt x="1585" y="5274"/>
                    <a:pt x="1756" y="5274"/>
                  </a:cubicBezTo>
                  <a:cubicBezTo>
                    <a:pt x="2062" y="5274"/>
                    <a:pt x="2380" y="4998"/>
                    <a:pt x="2442" y="4523"/>
                  </a:cubicBezTo>
                  <a:cubicBezTo>
                    <a:pt x="2570" y="3815"/>
                    <a:pt x="3108" y="3535"/>
                    <a:pt x="3590" y="2900"/>
                  </a:cubicBezTo>
                  <a:cubicBezTo>
                    <a:pt x="4096" y="2235"/>
                    <a:pt x="3132" y="1856"/>
                    <a:pt x="3462" y="1679"/>
                  </a:cubicBezTo>
                  <a:cubicBezTo>
                    <a:pt x="3494" y="1660"/>
                    <a:pt x="3534" y="1652"/>
                    <a:pt x="3581" y="1652"/>
                  </a:cubicBezTo>
                  <a:cubicBezTo>
                    <a:pt x="3944" y="1652"/>
                    <a:pt x="4681" y="2175"/>
                    <a:pt x="5048" y="2175"/>
                  </a:cubicBezTo>
                  <a:cubicBezTo>
                    <a:pt x="5141" y="2175"/>
                    <a:pt x="5210" y="2142"/>
                    <a:pt x="5244" y="2058"/>
                  </a:cubicBezTo>
                  <a:cubicBezTo>
                    <a:pt x="5494" y="1527"/>
                    <a:pt x="3791" y="1118"/>
                    <a:pt x="3816" y="813"/>
                  </a:cubicBezTo>
                  <a:cubicBezTo>
                    <a:pt x="3840" y="508"/>
                    <a:pt x="5244" y="379"/>
                    <a:pt x="5244" y="379"/>
                  </a:cubicBezTo>
                  <a:cubicBezTo>
                    <a:pt x="4707" y="123"/>
                    <a:pt x="4096" y="1"/>
                    <a:pt x="346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7" name="Google Shape;5345;p66">
              <a:extLst>
                <a:ext uri="{FF2B5EF4-FFF2-40B4-BE49-F238E27FC236}">
                  <a16:creationId xmlns:a16="http://schemas.microsoft.com/office/drawing/2014/main" id="{B226D252-FCE2-644A-56F2-C67CB9EB3D8C}"/>
                </a:ext>
              </a:extLst>
            </p:cNvPr>
            <p:cNvSpPr/>
            <p:nvPr/>
          </p:nvSpPr>
          <p:spPr>
            <a:xfrm>
              <a:off x="7311200" y="4351200"/>
              <a:ext cx="3850" cy="26125"/>
            </a:xfrm>
            <a:custGeom>
              <a:avLst/>
              <a:gdLst/>
              <a:ahLst/>
              <a:cxnLst/>
              <a:rect l="l" t="t" r="r" b="b"/>
              <a:pathLst>
                <a:path w="154" h="1045" extrusionOk="0">
                  <a:moveTo>
                    <a:pt x="153" y="1"/>
                  </a:moveTo>
                  <a:cubicBezTo>
                    <a:pt x="129" y="306"/>
                    <a:pt x="74" y="611"/>
                    <a:pt x="1" y="892"/>
                  </a:cubicBezTo>
                  <a:lnTo>
                    <a:pt x="1" y="1044"/>
                  </a:lnTo>
                  <a:lnTo>
                    <a:pt x="99" y="1020"/>
                  </a:lnTo>
                  <a:cubicBezTo>
                    <a:pt x="153" y="794"/>
                    <a:pt x="153" y="562"/>
                    <a:pt x="153" y="306"/>
                  </a:cubicBezTo>
                  <a:lnTo>
                    <a:pt x="15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8" name="Google Shape;5346;p66">
              <a:extLst>
                <a:ext uri="{FF2B5EF4-FFF2-40B4-BE49-F238E27FC236}">
                  <a16:creationId xmlns:a16="http://schemas.microsoft.com/office/drawing/2014/main" id="{A2A60E9D-55D4-11FD-3A87-06BF90B1A825}"/>
                </a:ext>
              </a:extLst>
            </p:cNvPr>
            <p:cNvSpPr/>
            <p:nvPr/>
          </p:nvSpPr>
          <p:spPr>
            <a:xfrm>
              <a:off x="7102625" y="4351200"/>
              <a:ext cx="36950" cy="81500"/>
            </a:xfrm>
            <a:custGeom>
              <a:avLst/>
              <a:gdLst/>
              <a:ahLst/>
              <a:cxnLst/>
              <a:rect l="l" t="t" r="r" b="b"/>
              <a:pathLst>
                <a:path w="1478" h="3260" extrusionOk="0">
                  <a:moveTo>
                    <a:pt x="1" y="1"/>
                  </a:moveTo>
                  <a:lnTo>
                    <a:pt x="1" y="306"/>
                  </a:lnTo>
                  <a:cubicBezTo>
                    <a:pt x="1" y="1453"/>
                    <a:pt x="434" y="2497"/>
                    <a:pt x="1172" y="3260"/>
                  </a:cubicBezTo>
                  <a:lnTo>
                    <a:pt x="1478" y="3235"/>
                  </a:lnTo>
                  <a:lnTo>
                    <a:pt x="1478" y="2930"/>
                  </a:lnTo>
                  <a:cubicBezTo>
                    <a:pt x="635" y="2192"/>
                    <a:pt x="80" y="1172"/>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9" name="Google Shape;5347;p66">
              <a:extLst>
                <a:ext uri="{FF2B5EF4-FFF2-40B4-BE49-F238E27FC236}">
                  <a16:creationId xmlns:a16="http://schemas.microsoft.com/office/drawing/2014/main" id="{98F84CD4-AC9C-493A-57FE-81EB60235B7A}"/>
                </a:ext>
              </a:extLst>
            </p:cNvPr>
            <p:cNvSpPr/>
            <p:nvPr/>
          </p:nvSpPr>
          <p:spPr>
            <a:xfrm>
              <a:off x="7185950" y="4445950"/>
              <a:ext cx="64850" cy="19700"/>
            </a:xfrm>
            <a:custGeom>
              <a:avLst/>
              <a:gdLst/>
              <a:ahLst/>
              <a:cxnLst/>
              <a:rect l="l" t="t" r="r" b="b"/>
              <a:pathLst>
                <a:path w="2594" h="788" extrusionOk="0">
                  <a:moveTo>
                    <a:pt x="2032" y="1"/>
                  </a:moveTo>
                  <a:cubicBezTo>
                    <a:pt x="1678" y="104"/>
                    <a:pt x="1294" y="153"/>
                    <a:pt x="916" y="153"/>
                  </a:cubicBezTo>
                  <a:cubicBezTo>
                    <a:pt x="659" y="153"/>
                    <a:pt x="409" y="129"/>
                    <a:pt x="153" y="80"/>
                  </a:cubicBezTo>
                  <a:lnTo>
                    <a:pt x="0" y="385"/>
                  </a:lnTo>
                  <a:lnTo>
                    <a:pt x="330" y="739"/>
                  </a:lnTo>
                  <a:cubicBezTo>
                    <a:pt x="507" y="764"/>
                    <a:pt x="714" y="788"/>
                    <a:pt x="916" y="788"/>
                  </a:cubicBezTo>
                  <a:cubicBezTo>
                    <a:pt x="1501" y="788"/>
                    <a:pt x="2087" y="666"/>
                    <a:pt x="2594" y="434"/>
                  </a:cubicBezTo>
                  <a:lnTo>
                    <a:pt x="2594" y="104"/>
                  </a:lnTo>
                  <a:lnTo>
                    <a:pt x="203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0" name="Google Shape;5348;p66">
              <a:extLst>
                <a:ext uri="{FF2B5EF4-FFF2-40B4-BE49-F238E27FC236}">
                  <a16:creationId xmlns:a16="http://schemas.microsoft.com/office/drawing/2014/main" id="{2A70413C-8961-D6AD-609D-444B005846EA}"/>
                </a:ext>
              </a:extLst>
            </p:cNvPr>
            <p:cNvSpPr/>
            <p:nvPr/>
          </p:nvSpPr>
          <p:spPr>
            <a:xfrm>
              <a:off x="7139550" y="4409700"/>
              <a:ext cx="50225" cy="42675"/>
            </a:xfrm>
            <a:custGeom>
              <a:avLst/>
              <a:gdLst/>
              <a:ahLst/>
              <a:cxnLst/>
              <a:rect l="l" t="t" r="r" b="b"/>
              <a:pathLst>
                <a:path w="2009" h="1707" extrusionOk="0">
                  <a:moveTo>
                    <a:pt x="1114" y="1"/>
                  </a:moveTo>
                  <a:cubicBezTo>
                    <a:pt x="804" y="1"/>
                    <a:pt x="486" y="320"/>
                    <a:pt x="74" y="535"/>
                  </a:cubicBezTo>
                  <a:cubicBezTo>
                    <a:pt x="49" y="535"/>
                    <a:pt x="25" y="560"/>
                    <a:pt x="1" y="590"/>
                  </a:cubicBezTo>
                  <a:lnTo>
                    <a:pt x="98" y="993"/>
                  </a:lnTo>
                  <a:lnTo>
                    <a:pt x="1472" y="1707"/>
                  </a:lnTo>
                  <a:lnTo>
                    <a:pt x="2009" y="1530"/>
                  </a:lnTo>
                  <a:cubicBezTo>
                    <a:pt x="1905" y="1426"/>
                    <a:pt x="1807" y="1323"/>
                    <a:pt x="1679" y="1249"/>
                  </a:cubicBezTo>
                  <a:cubicBezTo>
                    <a:pt x="1270" y="944"/>
                    <a:pt x="1777" y="407"/>
                    <a:pt x="1398" y="102"/>
                  </a:cubicBezTo>
                  <a:cubicBezTo>
                    <a:pt x="1303" y="31"/>
                    <a:pt x="1209" y="1"/>
                    <a:pt x="111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1" name="Google Shape;5349;p66">
              <a:extLst>
                <a:ext uri="{FF2B5EF4-FFF2-40B4-BE49-F238E27FC236}">
                  <a16:creationId xmlns:a16="http://schemas.microsoft.com/office/drawing/2014/main" id="{5205018F-1D29-A8A2-7877-28168F558BFE}"/>
                </a:ext>
              </a:extLst>
            </p:cNvPr>
            <p:cNvSpPr/>
            <p:nvPr/>
          </p:nvSpPr>
          <p:spPr>
            <a:xfrm>
              <a:off x="7131925" y="4424450"/>
              <a:ext cx="64250" cy="40000"/>
            </a:xfrm>
            <a:custGeom>
              <a:avLst/>
              <a:gdLst/>
              <a:ahLst/>
              <a:cxnLst/>
              <a:rect l="l" t="t" r="r" b="b"/>
              <a:pathLst>
                <a:path w="2570" h="1600" extrusionOk="0">
                  <a:moveTo>
                    <a:pt x="306" y="0"/>
                  </a:moveTo>
                  <a:cubicBezTo>
                    <a:pt x="177" y="73"/>
                    <a:pt x="74" y="202"/>
                    <a:pt x="0" y="330"/>
                  </a:cubicBezTo>
                  <a:cubicBezTo>
                    <a:pt x="635" y="1013"/>
                    <a:pt x="1502" y="1471"/>
                    <a:pt x="2491" y="1599"/>
                  </a:cubicBezTo>
                  <a:cubicBezTo>
                    <a:pt x="2570" y="1398"/>
                    <a:pt x="2491" y="1141"/>
                    <a:pt x="2314" y="940"/>
                  </a:cubicBezTo>
                  <a:cubicBezTo>
                    <a:pt x="1551" y="812"/>
                    <a:pt x="861" y="482"/>
                    <a:pt x="3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2" name="Google Shape;5350;p66">
              <a:extLst>
                <a:ext uri="{FF2B5EF4-FFF2-40B4-BE49-F238E27FC236}">
                  <a16:creationId xmlns:a16="http://schemas.microsoft.com/office/drawing/2014/main" id="{022A20C5-439E-0563-7413-D9F1EB224F92}"/>
                </a:ext>
              </a:extLst>
            </p:cNvPr>
            <p:cNvSpPr/>
            <p:nvPr/>
          </p:nvSpPr>
          <p:spPr>
            <a:xfrm>
              <a:off x="7219450" y="4366075"/>
              <a:ext cx="91775" cy="83100"/>
            </a:xfrm>
            <a:custGeom>
              <a:avLst/>
              <a:gdLst/>
              <a:ahLst/>
              <a:cxnLst/>
              <a:rect l="l" t="t" r="r" b="b"/>
              <a:pathLst>
                <a:path w="3671" h="3324" extrusionOk="0">
                  <a:moveTo>
                    <a:pt x="2903" y="0"/>
                  </a:moveTo>
                  <a:cubicBezTo>
                    <a:pt x="2839" y="0"/>
                    <a:pt x="2772" y="5"/>
                    <a:pt x="2700" y="16"/>
                  </a:cubicBezTo>
                  <a:cubicBezTo>
                    <a:pt x="2070" y="126"/>
                    <a:pt x="1621" y="593"/>
                    <a:pt x="1267" y="593"/>
                  </a:cubicBezTo>
                  <a:cubicBezTo>
                    <a:pt x="1209" y="593"/>
                    <a:pt x="1154" y="581"/>
                    <a:pt x="1101" y="553"/>
                  </a:cubicBezTo>
                  <a:cubicBezTo>
                    <a:pt x="978" y="496"/>
                    <a:pt x="818" y="460"/>
                    <a:pt x="660" y="460"/>
                  </a:cubicBezTo>
                  <a:cubicBezTo>
                    <a:pt x="326" y="460"/>
                    <a:pt x="0" y="620"/>
                    <a:pt x="33" y="1084"/>
                  </a:cubicBezTo>
                  <a:cubicBezTo>
                    <a:pt x="58" y="1774"/>
                    <a:pt x="1101" y="1926"/>
                    <a:pt x="772" y="2433"/>
                  </a:cubicBezTo>
                  <a:cubicBezTo>
                    <a:pt x="619" y="2689"/>
                    <a:pt x="595" y="2970"/>
                    <a:pt x="692" y="3196"/>
                  </a:cubicBezTo>
                  <a:lnTo>
                    <a:pt x="1205" y="3324"/>
                  </a:lnTo>
                  <a:lnTo>
                    <a:pt x="2700" y="2335"/>
                  </a:lnTo>
                  <a:lnTo>
                    <a:pt x="3592" y="907"/>
                  </a:lnTo>
                  <a:lnTo>
                    <a:pt x="3671" y="297"/>
                  </a:lnTo>
                  <a:cubicBezTo>
                    <a:pt x="3520" y="166"/>
                    <a:pt x="3275" y="0"/>
                    <a:pt x="29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3" name="Google Shape;5351;p66">
              <a:extLst>
                <a:ext uri="{FF2B5EF4-FFF2-40B4-BE49-F238E27FC236}">
                  <a16:creationId xmlns:a16="http://schemas.microsoft.com/office/drawing/2014/main" id="{A3C93F8E-0789-23A0-2A0E-5E152C0BC7EF}"/>
                </a:ext>
              </a:extLst>
            </p:cNvPr>
            <p:cNvSpPr/>
            <p:nvPr/>
          </p:nvSpPr>
          <p:spPr>
            <a:xfrm>
              <a:off x="7236750" y="4373475"/>
              <a:ext cx="76925" cy="83325"/>
            </a:xfrm>
            <a:custGeom>
              <a:avLst/>
              <a:gdLst/>
              <a:ahLst/>
              <a:cxnLst/>
              <a:rect l="l" t="t" r="r" b="b"/>
              <a:pathLst>
                <a:path w="3077" h="3333" extrusionOk="0">
                  <a:moveTo>
                    <a:pt x="2979" y="1"/>
                  </a:moveTo>
                  <a:cubicBezTo>
                    <a:pt x="2546" y="1398"/>
                    <a:pt x="1429" y="2521"/>
                    <a:pt x="0" y="2900"/>
                  </a:cubicBezTo>
                  <a:cubicBezTo>
                    <a:pt x="104" y="3156"/>
                    <a:pt x="306" y="3333"/>
                    <a:pt x="562" y="3333"/>
                  </a:cubicBezTo>
                  <a:cubicBezTo>
                    <a:pt x="1856" y="2772"/>
                    <a:pt x="2851" y="1581"/>
                    <a:pt x="3077" y="129"/>
                  </a:cubicBezTo>
                  <a:cubicBezTo>
                    <a:pt x="3077" y="129"/>
                    <a:pt x="3052" y="80"/>
                    <a:pt x="297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34" name="Google Shape;5409;p66">
            <a:extLst>
              <a:ext uri="{FF2B5EF4-FFF2-40B4-BE49-F238E27FC236}">
                <a16:creationId xmlns:a16="http://schemas.microsoft.com/office/drawing/2014/main" id="{A12F85EA-AA25-71FF-F861-D8F909116762}"/>
              </a:ext>
            </a:extLst>
          </p:cNvPr>
          <p:cNvGrpSpPr/>
          <p:nvPr/>
        </p:nvGrpSpPr>
        <p:grpSpPr>
          <a:xfrm>
            <a:off x="10186269" y="702654"/>
            <a:ext cx="439925" cy="437175"/>
            <a:chOff x="7704725" y="1301550"/>
            <a:chExt cx="439925" cy="437175"/>
          </a:xfrm>
        </p:grpSpPr>
        <p:sp>
          <p:nvSpPr>
            <p:cNvPr id="4235" name="Google Shape;5410;p66">
              <a:extLst>
                <a:ext uri="{FF2B5EF4-FFF2-40B4-BE49-F238E27FC236}">
                  <a16:creationId xmlns:a16="http://schemas.microsoft.com/office/drawing/2014/main" id="{26D9D847-69C7-AC7A-3F65-A42D7E7A36C7}"/>
                </a:ext>
              </a:extLst>
            </p:cNvPr>
            <p:cNvSpPr/>
            <p:nvPr/>
          </p:nvSpPr>
          <p:spPr>
            <a:xfrm>
              <a:off x="7798850" y="1312775"/>
              <a:ext cx="249200" cy="230350"/>
            </a:xfrm>
            <a:custGeom>
              <a:avLst/>
              <a:gdLst/>
              <a:ahLst/>
              <a:cxnLst/>
              <a:rect l="l" t="t" r="r" b="b"/>
              <a:pathLst>
                <a:path w="9968" h="9214" extrusionOk="0">
                  <a:moveTo>
                    <a:pt x="6848" y="0"/>
                  </a:moveTo>
                  <a:cubicBezTo>
                    <a:pt x="5640" y="0"/>
                    <a:pt x="941" y="1608"/>
                    <a:pt x="941" y="1608"/>
                  </a:cubicBezTo>
                  <a:cubicBezTo>
                    <a:pt x="404" y="2347"/>
                    <a:pt x="50" y="3262"/>
                    <a:pt x="1" y="4233"/>
                  </a:cubicBezTo>
                  <a:cubicBezTo>
                    <a:pt x="1" y="4233"/>
                    <a:pt x="1" y="9213"/>
                    <a:pt x="4981" y="9213"/>
                  </a:cubicBezTo>
                  <a:cubicBezTo>
                    <a:pt x="9968" y="9213"/>
                    <a:pt x="9943" y="4233"/>
                    <a:pt x="9943" y="4233"/>
                  </a:cubicBezTo>
                  <a:cubicBezTo>
                    <a:pt x="9839" y="2371"/>
                    <a:pt x="8698" y="772"/>
                    <a:pt x="7069" y="34"/>
                  </a:cubicBezTo>
                  <a:cubicBezTo>
                    <a:pt x="7021" y="11"/>
                    <a:pt x="6946" y="0"/>
                    <a:pt x="684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6" name="Google Shape;5411;p66">
              <a:extLst>
                <a:ext uri="{FF2B5EF4-FFF2-40B4-BE49-F238E27FC236}">
                  <a16:creationId xmlns:a16="http://schemas.microsoft.com/office/drawing/2014/main" id="{554E57D1-A8F9-C48D-AC68-AA9DC2CECC91}"/>
                </a:ext>
              </a:extLst>
            </p:cNvPr>
            <p:cNvSpPr/>
            <p:nvPr/>
          </p:nvSpPr>
          <p:spPr>
            <a:xfrm>
              <a:off x="7822350" y="1301550"/>
              <a:ext cx="160250" cy="154875"/>
            </a:xfrm>
            <a:custGeom>
              <a:avLst/>
              <a:gdLst/>
              <a:ahLst/>
              <a:cxnLst/>
              <a:rect l="l" t="t" r="r" b="b"/>
              <a:pathLst>
                <a:path w="6410" h="6195" extrusionOk="0">
                  <a:moveTo>
                    <a:pt x="4041" y="1"/>
                  </a:moveTo>
                  <a:cubicBezTo>
                    <a:pt x="2363" y="1"/>
                    <a:pt x="916" y="812"/>
                    <a:pt x="1" y="2057"/>
                  </a:cubicBezTo>
                  <a:cubicBezTo>
                    <a:pt x="178" y="2466"/>
                    <a:pt x="434" y="2900"/>
                    <a:pt x="764" y="3229"/>
                  </a:cubicBezTo>
                  <a:cubicBezTo>
                    <a:pt x="1447" y="3943"/>
                    <a:pt x="1270" y="5542"/>
                    <a:pt x="1502" y="5902"/>
                  </a:cubicBezTo>
                  <a:cubicBezTo>
                    <a:pt x="1633" y="6103"/>
                    <a:pt x="1819" y="6194"/>
                    <a:pt x="2011" y="6194"/>
                  </a:cubicBezTo>
                  <a:cubicBezTo>
                    <a:pt x="2376" y="6194"/>
                    <a:pt x="2765" y="5864"/>
                    <a:pt x="2845" y="5317"/>
                  </a:cubicBezTo>
                  <a:cubicBezTo>
                    <a:pt x="2973" y="4474"/>
                    <a:pt x="3608" y="4169"/>
                    <a:pt x="4194" y="3382"/>
                  </a:cubicBezTo>
                  <a:cubicBezTo>
                    <a:pt x="4780" y="2619"/>
                    <a:pt x="3638" y="2186"/>
                    <a:pt x="4041" y="1960"/>
                  </a:cubicBezTo>
                  <a:cubicBezTo>
                    <a:pt x="4077" y="1939"/>
                    <a:pt x="4122" y="1930"/>
                    <a:pt x="4173" y="1930"/>
                  </a:cubicBezTo>
                  <a:cubicBezTo>
                    <a:pt x="4592" y="1930"/>
                    <a:pt x="5458" y="2553"/>
                    <a:pt x="5895" y="2553"/>
                  </a:cubicBezTo>
                  <a:cubicBezTo>
                    <a:pt x="6004" y="2553"/>
                    <a:pt x="6086" y="2514"/>
                    <a:pt x="6129" y="2417"/>
                  </a:cubicBezTo>
                  <a:cubicBezTo>
                    <a:pt x="6409" y="1807"/>
                    <a:pt x="4426" y="1325"/>
                    <a:pt x="4450" y="965"/>
                  </a:cubicBezTo>
                  <a:cubicBezTo>
                    <a:pt x="4475" y="611"/>
                    <a:pt x="6104" y="483"/>
                    <a:pt x="6129" y="483"/>
                  </a:cubicBezTo>
                  <a:cubicBezTo>
                    <a:pt x="5494" y="178"/>
                    <a:pt x="4780" y="1"/>
                    <a:pt x="404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7" name="Google Shape;5412;p66">
              <a:extLst>
                <a:ext uri="{FF2B5EF4-FFF2-40B4-BE49-F238E27FC236}">
                  <a16:creationId xmlns:a16="http://schemas.microsoft.com/office/drawing/2014/main" id="{A5ED202A-9103-82DF-305D-035D85D61970}"/>
                </a:ext>
              </a:extLst>
            </p:cNvPr>
            <p:cNvSpPr/>
            <p:nvPr/>
          </p:nvSpPr>
          <p:spPr>
            <a:xfrm>
              <a:off x="7859900" y="1561575"/>
              <a:ext cx="245375" cy="141150"/>
            </a:xfrm>
            <a:custGeom>
              <a:avLst/>
              <a:gdLst/>
              <a:ahLst/>
              <a:cxnLst/>
              <a:rect l="l" t="t" r="r" b="b"/>
              <a:pathLst>
                <a:path w="9815" h="5646" extrusionOk="0">
                  <a:moveTo>
                    <a:pt x="5439" y="1"/>
                  </a:moveTo>
                  <a:cubicBezTo>
                    <a:pt x="5334" y="1"/>
                    <a:pt x="5229" y="27"/>
                    <a:pt x="5133" y="79"/>
                  </a:cubicBezTo>
                  <a:lnTo>
                    <a:pt x="1624" y="1934"/>
                  </a:lnTo>
                  <a:lnTo>
                    <a:pt x="0" y="4095"/>
                  </a:lnTo>
                  <a:lnTo>
                    <a:pt x="3736" y="5645"/>
                  </a:lnTo>
                  <a:lnTo>
                    <a:pt x="9357" y="2770"/>
                  </a:lnTo>
                  <a:lnTo>
                    <a:pt x="9534" y="2185"/>
                  </a:lnTo>
                  <a:lnTo>
                    <a:pt x="9814" y="1348"/>
                  </a:lnTo>
                  <a:cubicBezTo>
                    <a:pt x="9790" y="1300"/>
                    <a:pt x="9790" y="1269"/>
                    <a:pt x="9766" y="1220"/>
                  </a:cubicBezTo>
                  <a:cubicBezTo>
                    <a:pt x="9631" y="1053"/>
                    <a:pt x="9434" y="964"/>
                    <a:pt x="9235" y="964"/>
                  </a:cubicBezTo>
                  <a:cubicBezTo>
                    <a:pt x="9128" y="964"/>
                    <a:pt x="9021" y="990"/>
                    <a:pt x="8923" y="1043"/>
                  </a:cubicBezTo>
                  <a:lnTo>
                    <a:pt x="7574" y="1757"/>
                  </a:lnTo>
                  <a:lnTo>
                    <a:pt x="7880" y="964"/>
                  </a:lnTo>
                  <a:cubicBezTo>
                    <a:pt x="7855" y="939"/>
                    <a:pt x="7831" y="891"/>
                    <a:pt x="7806" y="842"/>
                  </a:cubicBezTo>
                  <a:cubicBezTo>
                    <a:pt x="7702" y="649"/>
                    <a:pt x="7487" y="540"/>
                    <a:pt x="7264" y="540"/>
                  </a:cubicBezTo>
                  <a:cubicBezTo>
                    <a:pt x="7163" y="540"/>
                    <a:pt x="7060" y="562"/>
                    <a:pt x="6964" y="610"/>
                  </a:cubicBezTo>
                  <a:lnTo>
                    <a:pt x="5744" y="1269"/>
                  </a:lnTo>
                  <a:lnTo>
                    <a:pt x="6049" y="408"/>
                  </a:lnTo>
                  <a:cubicBezTo>
                    <a:pt x="6024" y="354"/>
                    <a:pt x="6000" y="329"/>
                    <a:pt x="5975" y="280"/>
                  </a:cubicBezTo>
                  <a:cubicBezTo>
                    <a:pt x="5839" y="96"/>
                    <a:pt x="5639" y="1"/>
                    <a:pt x="5439" y="1"/>
                  </a:cubicBezTo>
                  <a:close/>
                </a:path>
              </a:pathLst>
            </a:custGeom>
            <a:solidFill>
              <a:srgbClr val="F7B0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8" name="Google Shape;5413;p66">
              <a:extLst>
                <a:ext uri="{FF2B5EF4-FFF2-40B4-BE49-F238E27FC236}">
                  <a16:creationId xmlns:a16="http://schemas.microsoft.com/office/drawing/2014/main" id="{FBC2625C-E771-8E5F-D3D0-499422874EB8}"/>
                </a:ext>
              </a:extLst>
            </p:cNvPr>
            <p:cNvSpPr/>
            <p:nvPr/>
          </p:nvSpPr>
          <p:spPr>
            <a:xfrm>
              <a:off x="7996450" y="1585650"/>
              <a:ext cx="63050" cy="42000"/>
            </a:xfrm>
            <a:custGeom>
              <a:avLst/>
              <a:gdLst/>
              <a:ahLst/>
              <a:cxnLst/>
              <a:rect l="l" t="t" r="r" b="b"/>
              <a:pathLst>
                <a:path w="2522" h="1680" extrusionOk="0">
                  <a:moveTo>
                    <a:pt x="2418" y="1"/>
                  </a:moveTo>
                  <a:lnTo>
                    <a:pt x="208" y="1197"/>
                  </a:lnTo>
                  <a:lnTo>
                    <a:pt x="1" y="1453"/>
                  </a:lnTo>
                  <a:lnTo>
                    <a:pt x="410" y="1679"/>
                  </a:lnTo>
                  <a:lnTo>
                    <a:pt x="2112" y="794"/>
                  </a:lnTo>
                  <a:cubicBezTo>
                    <a:pt x="2393" y="642"/>
                    <a:pt x="2521" y="306"/>
                    <a:pt x="2418" y="1"/>
                  </a:cubicBezTo>
                  <a:close/>
                </a:path>
              </a:pathLst>
            </a:custGeom>
            <a:solidFill>
              <a:srgbClr val="DB99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9" name="Google Shape;5414;p66">
              <a:extLst>
                <a:ext uri="{FF2B5EF4-FFF2-40B4-BE49-F238E27FC236}">
                  <a16:creationId xmlns:a16="http://schemas.microsoft.com/office/drawing/2014/main" id="{EC242D7F-8E90-4C76-2641-FD5AEDB4A85F}"/>
                </a:ext>
              </a:extLst>
            </p:cNvPr>
            <p:cNvSpPr/>
            <p:nvPr/>
          </p:nvSpPr>
          <p:spPr>
            <a:xfrm>
              <a:off x="7861125" y="1595275"/>
              <a:ext cx="247950" cy="80375"/>
            </a:xfrm>
            <a:custGeom>
              <a:avLst/>
              <a:gdLst/>
              <a:ahLst/>
              <a:cxnLst/>
              <a:rect l="l" t="t" r="r" b="b"/>
              <a:pathLst>
                <a:path w="9918" h="3215" extrusionOk="0">
                  <a:moveTo>
                    <a:pt x="9765" y="0"/>
                  </a:moveTo>
                  <a:lnTo>
                    <a:pt x="5621" y="2240"/>
                  </a:lnTo>
                  <a:lnTo>
                    <a:pt x="4071" y="2161"/>
                  </a:lnTo>
                  <a:lnTo>
                    <a:pt x="2948" y="2057"/>
                  </a:lnTo>
                  <a:lnTo>
                    <a:pt x="0" y="2442"/>
                  </a:lnTo>
                  <a:lnTo>
                    <a:pt x="1294" y="3076"/>
                  </a:lnTo>
                  <a:cubicBezTo>
                    <a:pt x="1924" y="3158"/>
                    <a:pt x="2677" y="3214"/>
                    <a:pt x="3457" y="3214"/>
                  </a:cubicBezTo>
                  <a:cubicBezTo>
                    <a:pt x="4885" y="3214"/>
                    <a:pt x="6406" y="3027"/>
                    <a:pt x="7428" y="2466"/>
                  </a:cubicBezTo>
                  <a:lnTo>
                    <a:pt x="9662" y="1142"/>
                  </a:lnTo>
                  <a:lnTo>
                    <a:pt x="9485" y="837"/>
                  </a:lnTo>
                  <a:cubicBezTo>
                    <a:pt x="9790" y="660"/>
                    <a:pt x="9918" y="306"/>
                    <a:pt x="9765" y="0"/>
                  </a:cubicBezTo>
                  <a:close/>
                </a:path>
              </a:pathLst>
            </a:custGeom>
            <a:solidFill>
              <a:srgbClr val="DB99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0" name="Google Shape;5415;p66">
              <a:extLst>
                <a:ext uri="{FF2B5EF4-FFF2-40B4-BE49-F238E27FC236}">
                  <a16:creationId xmlns:a16="http://schemas.microsoft.com/office/drawing/2014/main" id="{111F8AAD-BE83-F406-8BBB-E82B13B4A9B0}"/>
                </a:ext>
              </a:extLst>
            </p:cNvPr>
            <p:cNvSpPr/>
            <p:nvPr/>
          </p:nvSpPr>
          <p:spPr>
            <a:xfrm>
              <a:off x="7942450" y="1571775"/>
              <a:ext cx="71875" cy="45800"/>
            </a:xfrm>
            <a:custGeom>
              <a:avLst/>
              <a:gdLst/>
              <a:ahLst/>
              <a:cxnLst/>
              <a:rect l="l" t="t" r="r" b="b"/>
              <a:pathLst>
                <a:path w="2875" h="1832" extrusionOk="0">
                  <a:moveTo>
                    <a:pt x="2747" y="0"/>
                  </a:moveTo>
                  <a:lnTo>
                    <a:pt x="0" y="1526"/>
                  </a:lnTo>
                  <a:lnTo>
                    <a:pt x="714" y="1831"/>
                  </a:lnTo>
                  <a:lnTo>
                    <a:pt x="1245" y="1526"/>
                  </a:lnTo>
                  <a:lnTo>
                    <a:pt x="2442" y="861"/>
                  </a:lnTo>
                  <a:cubicBezTo>
                    <a:pt x="2771" y="684"/>
                    <a:pt x="2875" y="306"/>
                    <a:pt x="2747" y="0"/>
                  </a:cubicBezTo>
                  <a:close/>
                </a:path>
              </a:pathLst>
            </a:custGeom>
            <a:solidFill>
              <a:srgbClr val="DB99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1" name="Google Shape;5416;p66">
              <a:extLst>
                <a:ext uri="{FF2B5EF4-FFF2-40B4-BE49-F238E27FC236}">
                  <a16:creationId xmlns:a16="http://schemas.microsoft.com/office/drawing/2014/main" id="{FB68263B-BDBD-D9E3-1A7E-1D5105A5C36F}"/>
                </a:ext>
              </a:extLst>
            </p:cNvPr>
            <p:cNvSpPr/>
            <p:nvPr/>
          </p:nvSpPr>
          <p:spPr>
            <a:xfrm>
              <a:off x="7704725" y="1599600"/>
              <a:ext cx="432275" cy="131475"/>
            </a:xfrm>
            <a:custGeom>
              <a:avLst/>
              <a:gdLst/>
              <a:ahLst/>
              <a:cxnLst/>
              <a:rect l="l" t="t" r="r" b="b"/>
              <a:pathLst>
                <a:path w="17291" h="5259" extrusionOk="0">
                  <a:moveTo>
                    <a:pt x="5754" y="1"/>
                  </a:moveTo>
                  <a:cubicBezTo>
                    <a:pt x="5470" y="1"/>
                    <a:pt x="5168" y="25"/>
                    <a:pt x="4858" y="84"/>
                  </a:cubicBezTo>
                  <a:cubicBezTo>
                    <a:pt x="3229" y="389"/>
                    <a:pt x="1904" y="1506"/>
                    <a:pt x="1904" y="1506"/>
                  </a:cubicBezTo>
                  <a:lnTo>
                    <a:pt x="177" y="1506"/>
                  </a:lnTo>
                  <a:cubicBezTo>
                    <a:pt x="73" y="1506"/>
                    <a:pt x="0" y="1579"/>
                    <a:pt x="0" y="1683"/>
                  </a:cubicBezTo>
                  <a:lnTo>
                    <a:pt x="0" y="4301"/>
                  </a:lnTo>
                  <a:lnTo>
                    <a:pt x="482" y="4710"/>
                  </a:lnTo>
                  <a:lnTo>
                    <a:pt x="1904" y="4710"/>
                  </a:lnTo>
                  <a:lnTo>
                    <a:pt x="7910" y="5241"/>
                  </a:lnTo>
                  <a:cubicBezTo>
                    <a:pt x="8042" y="5253"/>
                    <a:pt x="8174" y="5259"/>
                    <a:pt x="8306" y="5259"/>
                  </a:cubicBezTo>
                  <a:cubicBezTo>
                    <a:pt x="10156" y="5259"/>
                    <a:pt x="11992" y="4109"/>
                    <a:pt x="13604" y="3209"/>
                  </a:cubicBezTo>
                  <a:lnTo>
                    <a:pt x="17291" y="1121"/>
                  </a:lnTo>
                  <a:cubicBezTo>
                    <a:pt x="17291" y="1121"/>
                    <a:pt x="17291" y="487"/>
                    <a:pt x="17266" y="462"/>
                  </a:cubicBezTo>
                  <a:cubicBezTo>
                    <a:pt x="17140" y="301"/>
                    <a:pt x="16941" y="212"/>
                    <a:pt x="16736" y="212"/>
                  </a:cubicBezTo>
                  <a:cubicBezTo>
                    <a:pt x="16614" y="212"/>
                    <a:pt x="16489" y="244"/>
                    <a:pt x="16375" y="310"/>
                  </a:cubicBezTo>
                  <a:lnTo>
                    <a:pt x="14013" y="1634"/>
                  </a:lnTo>
                  <a:cubicBezTo>
                    <a:pt x="12725" y="2335"/>
                    <a:pt x="11306" y="2704"/>
                    <a:pt x="9861" y="2704"/>
                  </a:cubicBezTo>
                  <a:cubicBezTo>
                    <a:pt x="9533" y="2704"/>
                    <a:pt x="9204" y="2685"/>
                    <a:pt x="8874" y="2647"/>
                  </a:cubicBezTo>
                  <a:lnTo>
                    <a:pt x="6970" y="2421"/>
                  </a:lnTo>
                  <a:lnTo>
                    <a:pt x="11444" y="1835"/>
                  </a:lnTo>
                  <a:cubicBezTo>
                    <a:pt x="11798" y="1787"/>
                    <a:pt x="12079" y="1481"/>
                    <a:pt x="12079" y="1121"/>
                  </a:cubicBezTo>
                  <a:cubicBezTo>
                    <a:pt x="12079" y="718"/>
                    <a:pt x="11749" y="413"/>
                    <a:pt x="11365" y="413"/>
                  </a:cubicBezTo>
                  <a:lnTo>
                    <a:pt x="7831" y="413"/>
                  </a:lnTo>
                  <a:cubicBezTo>
                    <a:pt x="7831" y="413"/>
                    <a:pt x="6938" y="1"/>
                    <a:pt x="5754" y="1"/>
                  </a:cubicBezTo>
                  <a:close/>
                </a:path>
              </a:pathLst>
            </a:custGeom>
            <a:solidFill>
              <a:srgbClr val="FFC8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2" name="Google Shape;5417;p66">
              <a:extLst>
                <a:ext uri="{FF2B5EF4-FFF2-40B4-BE49-F238E27FC236}">
                  <a16:creationId xmlns:a16="http://schemas.microsoft.com/office/drawing/2014/main" id="{F2988045-F51D-B2B6-6EF1-ACF2CC9A0DED}"/>
                </a:ext>
              </a:extLst>
            </p:cNvPr>
            <p:cNvSpPr/>
            <p:nvPr/>
          </p:nvSpPr>
          <p:spPr>
            <a:xfrm>
              <a:off x="7704725" y="1611150"/>
              <a:ext cx="439925" cy="127575"/>
            </a:xfrm>
            <a:custGeom>
              <a:avLst/>
              <a:gdLst/>
              <a:ahLst/>
              <a:cxnLst/>
              <a:rect l="l" t="t" r="r" b="b"/>
              <a:pathLst>
                <a:path w="17597" h="5103" extrusionOk="0">
                  <a:moveTo>
                    <a:pt x="17266" y="0"/>
                  </a:moveTo>
                  <a:cubicBezTo>
                    <a:pt x="17218" y="177"/>
                    <a:pt x="17114" y="354"/>
                    <a:pt x="16912" y="433"/>
                  </a:cubicBezTo>
                  <a:lnTo>
                    <a:pt x="13452" y="2338"/>
                  </a:lnTo>
                  <a:cubicBezTo>
                    <a:pt x="11814" y="3245"/>
                    <a:pt x="9973" y="4393"/>
                    <a:pt x="8118" y="4393"/>
                  </a:cubicBezTo>
                  <a:cubicBezTo>
                    <a:pt x="7990" y="4393"/>
                    <a:pt x="7862" y="4388"/>
                    <a:pt x="7733" y="4376"/>
                  </a:cubicBezTo>
                  <a:lnTo>
                    <a:pt x="1752" y="3839"/>
                  </a:lnTo>
                  <a:lnTo>
                    <a:pt x="0" y="3839"/>
                  </a:lnTo>
                  <a:lnTo>
                    <a:pt x="0" y="4376"/>
                  </a:lnTo>
                  <a:cubicBezTo>
                    <a:pt x="0" y="4474"/>
                    <a:pt x="73" y="4553"/>
                    <a:pt x="177" y="4553"/>
                  </a:cubicBezTo>
                  <a:lnTo>
                    <a:pt x="1904" y="4553"/>
                  </a:lnTo>
                  <a:lnTo>
                    <a:pt x="7910" y="5084"/>
                  </a:lnTo>
                  <a:cubicBezTo>
                    <a:pt x="8042" y="5096"/>
                    <a:pt x="8174" y="5102"/>
                    <a:pt x="8306" y="5102"/>
                  </a:cubicBezTo>
                  <a:cubicBezTo>
                    <a:pt x="10156" y="5102"/>
                    <a:pt x="11992" y="3952"/>
                    <a:pt x="13604" y="3052"/>
                  </a:cubicBezTo>
                  <a:lnTo>
                    <a:pt x="17089" y="1172"/>
                  </a:lnTo>
                  <a:cubicBezTo>
                    <a:pt x="17498" y="940"/>
                    <a:pt x="17596" y="409"/>
                    <a:pt x="17315" y="49"/>
                  </a:cubicBezTo>
                  <a:cubicBezTo>
                    <a:pt x="17315" y="25"/>
                    <a:pt x="17291" y="25"/>
                    <a:pt x="17266" y="0"/>
                  </a:cubicBezTo>
                  <a:close/>
                </a:path>
              </a:pathLst>
            </a:custGeom>
            <a:solidFill>
              <a:srgbClr val="F7B0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3" name="Google Shape;5418;p66">
              <a:extLst>
                <a:ext uri="{FF2B5EF4-FFF2-40B4-BE49-F238E27FC236}">
                  <a16:creationId xmlns:a16="http://schemas.microsoft.com/office/drawing/2014/main" id="{17A6455D-93C5-C462-52CA-B44FC2C1412C}"/>
                </a:ext>
              </a:extLst>
            </p:cNvPr>
            <p:cNvSpPr/>
            <p:nvPr/>
          </p:nvSpPr>
          <p:spPr>
            <a:xfrm>
              <a:off x="8043600" y="1418575"/>
              <a:ext cx="4450" cy="29175"/>
            </a:xfrm>
            <a:custGeom>
              <a:avLst/>
              <a:gdLst/>
              <a:ahLst/>
              <a:cxnLst/>
              <a:rect l="l" t="t" r="r" b="b"/>
              <a:pathLst>
                <a:path w="178" h="1167" extrusionOk="0">
                  <a:moveTo>
                    <a:pt x="153" y="1"/>
                  </a:moveTo>
                  <a:cubicBezTo>
                    <a:pt x="129" y="355"/>
                    <a:pt x="74" y="684"/>
                    <a:pt x="1" y="1014"/>
                  </a:cubicBezTo>
                  <a:lnTo>
                    <a:pt x="25" y="1167"/>
                  </a:lnTo>
                  <a:lnTo>
                    <a:pt x="98" y="1142"/>
                  </a:lnTo>
                  <a:cubicBezTo>
                    <a:pt x="153" y="861"/>
                    <a:pt x="178" y="611"/>
                    <a:pt x="178" y="306"/>
                  </a:cubicBezTo>
                  <a:cubicBezTo>
                    <a:pt x="178" y="202"/>
                    <a:pt x="178" y="98"/>
                    <a:pt x="1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4" name="Google Shape;5419;p66">
              <a:extLst>
                <a:ext uri="{FF2B5EF4-FFF2-40B4-BE49-F238E27FC236}">
                  <a16:creationId xmlns:a16="http://schemas.microsoft.com/office/drawing/2014/main" id="{140A7A2D-B0AA-15FF-FA07-744C283188F0}"/>
                </a:ext>
              </a:extLst>
            </p:cNvPr>
            <p:cNvSpPr/>
            <p:nvPr/>
          </p:nvSpPr>
          <p:spPr>
            <a:xfrm>
              <a:off x="7798850" y="1418575"/>
              <a:ext cx="41225" cy="94025"/>
            </a:xfrm>
            <a:custGeom>
              <a:avLst/>
              <a:gdLst/>
              <a:ahLst/>
              <a:cxnLst/>
              <a:rect l="l" t="t" r="r" b="b"/>
              <a:pathLst>
                <a:path w="1649" h="3761" extrusionOk="0">
                  <a:moveTo>
                    <a:pt x="1" y="1"/>
                  </a:moveTo>
                  <a:lnTo>
                    <a:pt x="1" y="306"/>
                  </a:lnTo>
                  <a:cubicBezTo>
                    <a:pt x="1" y="1649"/>
                    <a:pt x="508" y="2845"/>
                    <a:pt x="1374" y="3760"/>
                  </a:cubicBezTo>
                  <a:lnTo>
                    <a:pt x="1649" y="3687"/>
                  </a:lnTo>
                  <a:lnTo>
                    <a:pt x="1649" y="3406"/>
                  </a:lnTo>
                  <a:cubicBezTo>
                    <a:pt x="709" y="2564"/>
                    <a:pt x="74" y="1344"/>
                    <a:pt x="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5" name="Google Shape;5420;p66">
              <a:extLst>
                <a:ext uri="{FF2B5EF4-FFF2-40B4-BE49-F238E27FC236}">
                  <a16:creationId xmlns:a16="http://schemas.microsoft.com/office/drawing/2014/main" id="{7DE984F5-000B-E468-A298-BBE9CB5D795F}"/>
                </a:ext>
              </a:extLst>
            </p:cNvPr>
            <p:cNvSpPr/>
            <p:nvPr/>
          </p:nvSpPr>
          <p:spPr>
            <a:xfrm>
              <a:off x="7898050" y="1530425"/>
              <a:ext cx="74325" cy="20325"/>
            </a:xfrm>
            <a:custGeom>
              <a:avLst/>
              <a:gdLst/>
              <a:ahLst/>
              <a:cxnLst/>
              <a:rect l="l" t="t" r="r" b="b"/>
              <a:pathLst>
                <a:path w="2973" h="813" extrusionOk="0">
                  <a:moveTo>
                    <a:pt x="2362" y="0"/>
                  </a:moveTo>
                  <a:cubicBezTo>
                    <a:pt x="1929" y="129"/>
                    <a:pt x="1471" y="202"/>
                    <a:pt x="1013" y="202"/>
                  </a:cubicBezTo>
                  <a:cubicBezTo>
                    <a:pt x="733" y="202"/>
                    <a:pt x="458" y="177"/>
                    <a:pt x="202" y="129"/>
                  </a:cubicBezTo>
                  <a:lnTo>
                    <a:pt x="0" y="409"/>
                  </a:lnTo>
                  <a:lnTo>
                    <a:pt x="305" y="788"/>
                  </a:lnTo>
                  <a:cubicBezTo>
                    <a:pt x="531" y="812"/>
                    <a:pt x="763" y="812"/>
                    <a:pt x="1013" y="812"/>
                  </a:cubicBezTo>
                  <a:cubicBezTo>
                    <a:pt x="1703" y="812"/>
                    <a:pt x="2362" y="684"/>
                    <a:pt x="2972" y="434"/>
                  </a:cubicBezTo>
                  <a:lnTo>
                    <a:pt x="2844" y="104"/>
                  </a:lnTo>
                  <a:lnTo>
                    <a:pt x="236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6" name="Google Shape;5421;p66">
              <a:extLst>
                <a:ext uri="{FF2B5EF4-FFF2-40B4-BE49-F238E27FC236}">
                  <a16:creationId xmlns:a16="http://schemas.microsoft.com/office/drawing/2014/main" id="{6D0CE2F1-7AC7-2204-FB45-BC5E1F31B83E}"/>
                </a:ext>
              </a:extLst>
            </p:cNvPr>
            <p:cNvSpPr/>
            <p:nvPr/>
          </p:nvSpPr>
          <p:spPr>
            <a:xfrm>
              <a:off x="7840050" y="1485800"/>
              <a:ext cx="63050" cy="51275"/>
            </a:xfrm>
            <a:custGeom>
              <a:avLst/>
              <a:gdLst/>
              <a:ahLst/>
              <a:cxnLst/>
              <a:rect l="l" t="t" r="r" b="b"/>
              <a:pathLst>
                <a:path w="2522" h="2051" extrusionOk="0">
                  <a:moveTo>
                    <a:pt x="1393" y="0"/>
                  </a:moveTo>
                  <a:cubicBezTo>
                    <a:pt x="1033" y="0"/>
                    <a:pt x="648" y="359"/>
                    <a:pt x="153" y="614"/>
                  </a:cubicBezTo>
                  <a:cubicBezTo>
                    <a:pt x="105" y="638"/>
                    <a:pt x="56" y="669"/>
                    <a:pt x="1" y="717"/>
                  </a:cubicBezTo>
                  <a:cubicBezTo>
                    <a:pt x="1" y="717"/>
                    <a:pt x="31" y="1071"/>
                    <a:pt x="153" y="1175"/>
                  </a:cubicBezTo>
                  <a:cubicBezTo>
                    <a:pt x="611" y="1505"/>
                    <a:pt x="1374" y="1889"/>
                    <a:pt x="1960" y="2042"/>
                  </a:cubicBezTo>
                  <a:cubicBezTo>
                    <a:pt x="1981" y="2048"/>
                    <a:pt x="2006" y="2050"/>
                    <a:pt x="2032" y="2050"/>
                  </a:cubicBezTo>
                  <a:cubicBezTo>
                    <a:pt x="2225" y="2050"/>
                    <a:pt x="2522" y="1914"/>
                    <a:pt x="2522" y="1914"/>
                  </a:cubicBezTo>
                  <a:cubicBezTo>
                    <a:pt x="2393" y="1737"/>
                    <a:pt x="2216" y="1554"/>
                    <a:pt x="2064" y="1456"/>
                  </a:cubicBezTo>
                  <a:cubicBezTo>
                    <a:pt x="1557" y="1096"/>
                    <a:pt x="2168" y="461"/>
                    <a:pt x="1710" y="107"/>
                  </a:cubicBezTo>
                  <a:cubicBezTo>
                    <a:pt x="1605" y="32"/>
                    <a:pt x="1500" y="0"/>
                    <a:pt x="13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7" name="Google Shape;5422;p66">
              <a:extLst>
                <a:ext uri="{FF2B5EF4-FFF2-40B4-BE49-F238E27FC236}">
                  <a16:creationId xmlns:a16="http://schemas.microsoft.com/office/drawing/2014/main" id="{6F121FAD-5B0D-5CED-E450-F094EB887130}"/>
                </a:ext>
              </a:extLst>
            </p:cNvPr>
            <p:cNvSpPr/>
            <p:nvPr/>
          </p:nvSpPr>
          <p:spPr>
            <a:xfrm>
              <a:off x="7935275" y="1434500"/>
              <a:ext cx="108350" cy="96250"/>
            </a:xfrm>
            <a:custGeom>
              <a:avLst/>
              <a:gdLst/>
              <a:ahLst/>
              <a:cxnLst/>
              <a:rect l="l" t="t" r="r" b="b"/>
              <a:pathLst>
                <a:path w="4334" h="3850" extrusionOk="0">
                  <a:moveTo>
                    <a:pt x="3420" y="1"/>
                  </a:moveTo>
                  <a:cubicBezTo>
                    <a:pt x="3339" y="1"/>
                    <a:pt x="3253" y="7"/>
                    <a:pt x="3162" y="23"/>
                  </a:cubicBezTo>
                  <a:cubicBezTo>
                    <a:pt x="2441" y="155"/>
                    <a:pt x="1924" y="704"/>
                    <a:pt x="1502" y="704"/>
                  </a:cubicBezTo>
                  <a:cubicBezTo>
                    <a:pt x="1434" y="704"/>
                    <a:pt x="1369" y="690"/>
                    <a:pt x="1306" y="658"/>
                  </a:cubicBezTo>
                  <a:cubicBezTo>
                    <a:pt x="1154" y="583"/>
                    <a:pt x="957" y="535"/>
                    <a:pt x="763" y="535"/>
                  </a:cubicBezTo>
                  <a:cubicBezTo>
                    <a:pt x="374" y="535"/>
                    <a:pt x="0" y="726"/>
                    <a:pt x="37" y="1268"/>
                  </a:cubicBezTo>
                  <a:cubicBezTo>
                    <a:pt x="86" y="2080"/>
                    <a:pt x="1306" y="2263"/>
                    <a:pt x="898" y="2873"/>
                  </a:cubicBezTo>
                  <a:cubicBezTo>
                    <a:pt x="696" y="3203"/>
                    <a:pt x="721" y="3557"/>
                    <a:pt x="873" y="3837"/>
                  </a:cubicBezTo>
                  <a:cubicBezTo>
                    <a:pt x="873" y="3837"/>
                    <a:pt x="1007" y="3850"/>
                    <a:pt x="1170" y="3850"/>
                  </a:cubicBezTo>
                  <a:cubicBezTo>
                    <a:pt x="1332" y="3850"/>
                    <a:pt x="1523" y="3837"/>
                    <a:pt x="1636" y="3789"/>
                  </a:cubicBezTo>
                  <a:cubicBezTo>
                    <a:pt x="2729" y="3276"/>
                    <a:pt x="3699" y="2208"/>
                    <a:pt x="4181" y="1140"/>
                  </a:cubicBezTo>
                  <a:cubicBezTo>
                    <a:pt x="4309" y="890"/>
                    <a:pt x="4334" y="377"/>
                    <a:pt x="4334" y="377"/>
                  </a:cubicBezTo>
                  <a:cubicBezTo>
                    <a:pt x="4183" y="226"/>
                    <a:pt x="3882" y="1"/>
                    <a:pt x="342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8" name="Google Shape;5423;p66">
              <a:extLst>
                <a:ext uri="{FF2B5EF4-FFF2-40B4-BE49-F238E27FC236}">
                  <a16:creationId xmlns:a16="http://schemas.microsoft.com/office/drawing/2014/main" id="{46E8ABD5-1CE0-AEB1-5A5D-93DBB493260C}"/>
                </a:ext>
              </a:extLst>
            </p:cNvPr>
            <p:cNvSpPr/>
            <p:nvPr/>
          </p:nvSpPr>
          <p:spPr>
            <a:xfrm>
              <a:off x="7833200" y="1503725"/>
              <a:ext cx="74925" cy="46400"/>
            </a:xfrm>
            <a:custGeom>
              <a:avLst/>
              <a:gdLst/>
              <a:ahLst/>
              <a:cxnLst/>
              <a:rect l="l" t="t" r="r" b="b"/>
              <a:pathLst>
                <a:path w="2997" h="1856" extrusionOk="0">
                  <a:moveTo>
                    <a:pt x="275" y="0"/>
                  </a:moveTo>
                  <a:cubicBezTo>
                    <a:pt x="177" y="104"/>
                    <a:pt x="73" y="202"/>
                    <a:pt x="0" y="354"/>
                  </a:cubicBezTo>
                  <a:cubicBezTo>
                    <a:pt x="733" y="1142"/>
                    <a:pt x="1752" y="1679"/>
                    <a:pt x="2899" y="1856"/>
                  </a:cubicBezTo>
                  <a:cubicBezTo>
                    <a:pt x="2997" y="1630"/>
                    <a:pt x="2924" y="1398"/>
                    <a:pt x="2796" y="1197"/>
                  </a:cubicBezTo>
                  <a:cubicBezTo>
                    <a:pt x="1856" y="1044"/>
                    <a:pt x="989" y="611"/>
                    <a:pt x="27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9" name="Google Shape;5424;p66">
              <a:extLst>
                <a:ext uri="{FF2B5EF4-FFF2-40B4-BE49-F238E27FC236}">
                  <a16:creationId xmlns:a16="http://schemas.microsoft.com/office/drawing/2014/main" id="{FF5F21B2-52DF-640F-160F-A6676C8461C7}"/>
                </a:ext>
              </a:extLst>
            </p:cNvPr>
            <p:cNvSpPr/>
            <p:nvPr/>
          </p:nvSpPr>
          <p:spPr>
            <a:xfrm>
              <a:off x="7957100" y="1443900"/>
              <a:ext cx="88975" cy="97375"/>
            </a:xfrm>
            <a:custGeom>
              <a:avLst/>
              <a:gdLst/>
              <a:ahLst/>
              <a:cxnLst/>
              <a:rect l="l" t="t" r="r" b="b"/>
              <a:pathLst>
                <a:path w="3559" h="3895" extrusionOk="0">
                  <a:moveTo>
                    <a:pt x="3461" y="1"/>
                  </a:moveTo>
                  <a:cubicBezTo>
                    <a:pt x="2979" y="1679"/>
                    <a:pt x="1679" y="3004"/>
                    <a:pt x="0" y="3461"/>
                  </a:cubicBezTo>
                  <a:cubicBezTo>
                    <a:pt x="128" y="3718"/>
                    <a:pt x="354" y="3870"/>
                    <a:pt x="610" y="3895"/>
                  </a:cubicBezTo>
                  <a:cubicBezTo>
                    <a:pt x="2136" y="3230"/>
                    <a:pt x="3284" y="1832"/>
                    <a:pt x="3558" y="129"/>
                  </a:cubicBezTo>
                  <a:cubicBezTo>
                    <a:pt x="3558" y="129"/>
                    <a:pt x="3509" y="80"/>
                    <a:pt x="34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50" name="Google Shape;5443;p66">
            <a:extLst>
              <a:ext uri="{FF2B5EF4-FFF2-40B4-BE49-F238E27FC236}">
                <a16:creationId xmlns:a16="http://schemas.microsoft.com/office/drawing/2014/main" id="{13CDD9C4-63E8-1E86-AF63-603B24DB918F}"/>
              </a:ext>
            </a:extLst>
          </p:cNvPr>
          <p:cNvGrpSpPr/>
          <p:nvPr/>
        </p:nvGrpSpPr>
        <p:grpSpPr>
          <a:xfrm>
            <a:off x="9441194" y="734404"/>
            <a:ext cx="436725" cy="373850"/>
            <a:chOff x="6959650" y="1333300"/>
            <a:chExt cx="436725" cy="373850"/>
          </a:xfrm>
        </p:grpSpPr>
        <p:sp>
          <p:nvSpPr>
            <p:cNvPr id="4251" name="Google Shape;5444;p66">
              <a:extLst>
                <a:ext uri="{FF2B5EF4-FFF2-40B4-BE49-F238E27FC236}">
                  <a16:creationId xmlns:a16="http://schemas.microsoft.com/office/drawing/2014/main" id="{94717E9A-D195-C759-827F-A8FCA3C7B32F}"/>
                </a:ext>
              </a:extLst>
            </p:cNvPr>
            <p:cNvSpPr/>
            <p:nvPr/>
          </p:nvSpPr>
          <p:spPr>
            <a:xfrm>
              <a:off x="7154200" y="1394925"/>
              <a:ext cx="169700" cy="195325"/>
            </a:xfrm>
            <a:custGeom>
              <a:avLst/>
              <a:gdLst/>
              <a:ahLst/>
              <a:cxnLst/>
              <a:rect l="l" t="t" r="r" b="b"/>
              <a:pathLst>
                <a:path w="6788" h="7813" extrusionOk="0">
                  <a:moveTo>
                    <a:pt x="660" y="1"/>
                  </a:moveTo>
                  <a:lnTo>
                    <a:pt x="1" y="306"/>
                  </a:lnTo>
                  <a:lnTo>
                    <a:pt x="1" y="3181"/>
                  </a:lnTo>
                  <a:lnTo>
                    <a:pt x="660" y="3413"/>
                  </a:lnTo>
                  <a:cubicBezTo>
                    <a:pt x="1423" y="4224"/>
                    <a:pt x="1905" y="4835"/>
                    <a:pt x="2186" y="5829"/>
                  </a:cubicBezTo>
                  <a:cubicBezTo>
                    <a:pt x="2338" y="6440"/>
                    <a:pt x="2411" y="7813"/>
                    <a:pt x="2411" y="7813"/>
                  </a:cubicBezTo>
                  <a:lnTo>
                    <a:pt x="5341" y="7813"/>
                  </a:lnTo>
                  <a:cubicBezTo>
                    <a:pt x="5341" y="7813"/>
                    <a:pt x="6458" y="7532"/>
                    <a:pt x="6787" y="7099"/>
                  </a:cubicBezTo>
                  <a:cubicBezTo>
                    <a:pt x="6433" y="892"/>
                    <a:pt x="660" y="1"/>
                    <a:pt x="66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2" name="Google Shape;5445;p66">
              <a:extLst>
                <a:ext uri="{FF2B5EF4-FFF2-40B4-BE49-F238E27FC236}">
                  <a16:creationId xmlns:a16="http://schemas.microsoft.com/office/drawing/2014/main" id="{11BD0CDA-4EC0-30CC-5F28-F8DCE81E943D}"/>
                </a:ext>
              </a:extLst>
            </p:cNvPr>
            <p:cNvSpPr/>
            <p:nvPr/>
          </p:nvSpPr>
          <p:spPr>
            <a:xfrm>
              <a:off x="6959650" y="1352350"/>
              <a:ext cx="144225" cy="145000"/>
            </a:xfrm>
            <a:custGeom>
              <a:avLst/>
              <a:gdLst/>
              <a:ahLst/>
              <a:cxnLst/>
              <a:rect l="l" t="t" r="r" b="b"/>
              <a:pathLst>
                <a:path w="5769" h="5800" extrusionOk="0">
                  <a:moveTo>
                    <a:pt x="178" y="1"/>
                  </a:moveTo>
                  <a:cubicBezTo>
                    <a:pt x="74" y="1"/>
                    <a:pt x="1" y="80"/>
                    <a:pt x="1" y="178"/>
                  </a:cubicBezTo>
                  <a:lnTo>
                    <a:pt x="1" y="5470"/>
                  </a:lnTo>
                  <a:lnTo>
                    <a:pt x="306" y="5799"/>
                  </a:lnTo>
                  <a:lnTo>
                    <a:pt x="5439" y="5799"/>
                  </a:lnTo>
                  <a:lnTo>
                    <a:pt x="5768" y="5470"/>
                  </a:lnTo>
                  <a:lnTo>
                    <a:pt x="5768" y="306"/>
                  </a:lnTo>
                  <a:lnTo>
                    <a:pt x="543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3" name="Google Shape;5446;p66">
              <a:extLst>
                <a:ext uri="{FF2B5EF4-FFF2-40B4-BE49-F238E27FC236}">
                  <a16:creationId xmlns:a16="http://schemas.microsoft.com/office/drawing/2014/main" id="{08A8903A-0371-DEC6-2C0C-C9B8768EC8E5}"/>
                </a:ext>
              </a:extLst>
            </p:cNvPr>
            <p:cNvSpPr/>
            <p:nvPr/>
          </p:nvSpPr>
          <p:spPr>
            <a:xfrm>
              <a:off x="6959650" y="1489075"/>
              <a:ext cx="144225" cy="15900"/>
            </a:xfrm>
            <a:custGeom>
              <a:avLst/>
              <a:gdLst/>
              <a:ahLst/>
              <a:cxnLst/>
              <a:rect l="l" t="t" r="r" b="b"/>
              <a:pathLst>
                <a:path w="5769" h="636" extrusionOk="0">
                  <a:moveTo>
                    <a:pt x="1" y="1"/>
                  </a:moveTo>
                  <a:lnTo>
                    <a:pt x="1" y="458"/>
                  </a:lnTo>
                  <a:cubicBezTo>
                    <a:pt x="1" y="562"/>
                    <a:pt x="74" y="635"/>
                    <a:pt x="178" y="635"/>
                  </a:cubicBezTo>
                  <a:lnTo>
                    <a:pt x="5768" y="635"/>
                  </a:lnTo>
                  <a:lnTo>
                    <a:pt x="576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4" name="Google Shape;5447;p66">
              <a:extLst>
                <a:ext uri="{FF2B5EF4-FFF2-40B4-BE49-F238E27FC236}">
                  <a16:creationId xmlns:a16="http://schemas.microsoft.com/office/drawing/2014/main" id="{57D8FFBA-68D5-DF11-7C75-493C7E866B37}"/>
                </a:ext>
              </a:extLst>
            </p:cNvPr>
            <p:cNvSpPr/>
            <p:nvPr/>
          </p:nvSpPr>
          <p:spPr>
            <a:xfrm>
              <a:off x="7154200" y="1469400"/>
              <a:ext cx="68700" cy="120850"/>
            </a:xfrm>
            <a:custGeom>
              <a:avLst/>
              <a:gdLst/>
              <a:ahLst/>
              <a:cxnLst/>
              <a:rect l="l" t="t" r="r" b="b"/>
              <a:pathLst>
                <a:path w="2748" h="4834" extrusionOk="0">
                  <a:moveTo>
                    <a:pt x="1" y="0"/>
                  </a:moveTo>
                  <a:lnTo>
                    <a:pt x="1" y="507"/>
                  </a:lnTo>
                  <a:lnTo>
                    <a:pt x="660" y="812"/>
                  </a:lnTo>
                  <a:cubicBezTo>
                    <a:pt x="1880" y="2112"/>
                    <a:pt x="2106" y="3711"/>
                    <a:pt x="2106" y="4803"/>
                  </a:cubicBezTo>
                  <a:cubicBezTo>
                    <a:pt x="2210" y="4834"/>
                    <a:pt x="2314" y="4834"/>
                    <a:pt x="2411" y="4834"/>
                  </a:cubicBezTo>
                  <a:cubicBezTo>
                    <a:pt x="2515" y="4834"/>
                    <a:pt x="2643" y="4834"/>
                    <a:pt x="2747" y="4803"/>
                  </a:cubicBezTo>
                  <a:cubicBezTo>
                    <a:pt x="2747" y="3711"/>
                    <a:pt x="2466" y="1349"/>
                    <a:pt x="66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5" name="Google Shape;5448;p66">
              <a:extLst>
                <a:ext uri="{FF2B5EF4-FFF2-40B4-BE49-F238E27FC236}">
                  <a16:creationId xmlns:a16="http://schemas.microsoft.com/office/drawing/2014/main" id="{AF744A02-B07D-D0F7-D152-11082B3E720B}"/>
                </a:ext>
              </a:extLst>
            </p:cNvPr>
            <p:cNvSpPr/>
            <p:nvPr/>
          </p:nvSpPr>
          <p:spPr>
            <a:xfrm>
              <a:off x="7095600" y="1333300"/>
              <a:ext cx="75100" cy="178075"/>
            </a:xfrm>
            <a:custGeom>
              <a:avLst/>
              <a:gdLst/>
              <a:ahLst/>
              <a:cxnLst/>
              <a:rect l="l" t="t" r="r" b="b"/>
              <a:pathLst>
                <a:path w="3004" h="7123" extrusionOk="0">
                  <a:moveTo>
                    <a:pt x="562" y="0"/>
                  </a:moveTo>
                  <a:cubicBezTo>
                    <a:pt x="257" y="0"/>
                    <a:pt x="1" y="232"/>
                    <a:pt x="1" y="537"/>
                  </a:cubicBezTo>
                  <a:lnTo>
                    <a:pt x="1" y="6561"/>
                  </a:lnTo>
                  <a:cubicBezTo>
                    <a:pt x="1" y="6866"/>
                    <a:pt x="257" y="7123"/>
                    <a:pt x="562" y="7123"/>
                  </a:cubicBezTo>
                  <a:lnTo>
                    <a:pt x="2442" y="7123"/>
                  </a:lnTo>
                  <a:cubicBezTo>
                    <a:pt x="2747" y="7123"/>
                    <a:pt x="3004" y="6866"/>
                    <a:pt x="3004" y="6561"/>
                  </a:cubicBezTo>
                  <a:lnTo>
                    <a:pt x="3004" y="537"/>
                  </a:lnTo>
                  <a:cubicBezTo>
                    <a:pt x="3004" y="232"/>
                    <a:pt x="2747" y="0"/>
                    <a:pt x="244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6" name="Google Shape;5449;p66">
              <a:extLst>
                <a:ext uri="{FF2B5EF4-FFF2-40B4-BE49-F238E27FC236}">
                  <a16:creationId xmlns:a16="http://schemas.microsoft.com/office/drawing/2014/main" id="{BC8F2121-DE3D-6EC7-3F15-E6F0139AC57A}"/>
                </a:ext>
              </a:extLst>
            </p:cNvPr>
            <p:cNvSpPr/>
            <p:nvPr/>
          </p:nvSpPr>
          <p:spPr>
            <a:xfrm>
              <a:off x="7095600" y="1489075"/>
              <a:ext cx="75100" cy="29925"/>
            </a:xfrm>
            <a:custGeom>
              <a:avLst/>
              <a:gdLst/>
              <a:ahLst/>
              <a:cxnLst/>
              <a:rect l="l" t="t" r="r" b="b"/>
              <a:pathLst>
                <a:path w="3004" h="1197" extrusionOk="0">
                  <a:moveTo>
                    <a:pt x="1" y="1"/>
                  </a:moveTo>
                  <a:lnTo>
                    <a:pt x="1" y="635"/>
                  </a:lnTo>
                  <a:cubicBezTo>
                    <a:pt x="1" y="940"/>
                    <a:pt x="257" y="1197"/>
                    <a:pt x="562" y="1197"/>
                  </a:cubicBezTo>
                  <a:lnTo>
                    <a:pt x="2442" y="1197"/>
                  </a:lnTo>
                  <a:cubicBezTo>
                    <a:pt x="2747" y="1197"/>
                    <a:pt x="3004" y="940"/>
                    <a:pt x="3004" y="635"/>
                  </a:cubicBezTo>
                  <a:lnTo>
                    <a:pt x="3004" y="1"/>
                  </a:lnTo>
                  <a:cubicBezTo>
                    <a:pt x="3004" y="306"/>
                    <a:pt x="2747" y="562"/>
                    <a:pt x="2442" y="562"/>
                  </a:cubicBezTo>
                  <a:lnTo>
                    <a:pt x="562" y="562"/>
                  </a:lnTo>
                  <a:cubicBezTo>
                    <a:pt x="257" y="562"/>
                    <a:pt x="1" y="306"/>
                    <a:pt x="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7" name="Google Shape;5450;p66">
              <a:extLst>
                <a:ext uri="{FF2B5EF4-FFF2-40B4-BE49-F238E27FC236}">
                  <a16:creationId xmlns:a16="http://schemas.microsoft.com/office/drawing/2014/main" id="{827126F4-70DA-5AEC-6FFF-55B1EAB48E1B}"/>
                </a:ext>
              </a:extLst>
            </p:cNvPr>
            <p:cNvSpPr/>
            <p:nvPr/>
          </p:nvSpPr>
          <p:spPr>
            <a:xfrm>
              <a:off x="6959650" y="1572375"/>
              <a:ext cx="436725" cy="134775"/>
            </a:xfrm>
            <a:custGeom>
              <a:avLst/>
              <a:gdLst/>
              <a:ahLst/>
              <a:cxnLst/>
              <a:rect l="l" t="t" r="r" b="b"/>
              <a:pathLst>
                <a:path w="17469" h="5391" extrusionOk="0">
                  <a:moveTo>
                    <a:pt x="1" y="1"/>
                  </a:moveTo>
                  <a:lnTo>
                    <a:pt x="1" y="5213"/>
                  </a:lnTo>
                  <a:cubicBezTo>
                    <a:pt x="1" y="5317"/>
                    <a:pt x="74" y="5390"/>
                    <a:pt x="178" y="5390"/>
                  </a:cubicBezTo>
                  <a:lnTo>
                    <a:pt x="17292" y="5390"/>
                  </a:lnTo>
                  <a:cubicBezTo>
                    <a:pt x="17395" y="5390"/>
                    <a:pt x="17469" y="5317"/>
                    <a:pt x="17469" y="5213"/>
                  </a:cubicBezTo>
                  <a:lnTo>
                    <a:pt x="17469" y="1"/>
                  </a:lnTo>
                  <a:cubicBezTo>
                    <a:pt x="17139" y="434"/>
                    <a:pt x="16602" y="715"/>
                    <a:pt x="16022" y="715"/>
                  </a:cubicBezTo>
                  <a:cubicBezTo>
                    <a:pt x="15436" y="715"/>
                    <a:pt x="14899" y="434"/>
                    <a:pt x="14569" y="1"/>
                  </a:cubicBezTo>
                  <a:cubicBezTo>
                    <a:pt x="14240" y="434"/>
                    <a:pt x="13703" y="715"/>
                    <a:pt x="13123" y="715"/>
                  </a:cubicBezTo>
                  <a:cubicBezTo>
                    <a:pt x="12513" y="715"/>
                    <a:pt x="11976" y="434"/>
                    <a:pt x="11646" y="1"/>
                  </a:cubicBezTo>
                  <a:cubicBezTo>
                    <a:pt x="11316" y="434"/>
                    <a:pt x="10779" y="715"/>
                    <a:pt x="10193" y="715"/>
                  </a:cubicBezTo>
                  <a:cubicBezTo>
                    <a:pt x="9614" y="715"/>
                    <a:pt x="9076" y="434"/>
                    <a:pt x="8747" y="1"/>
                  </a:cubicBezTo>
                  <a:cubicBezTo>
                    <a:pt x="8417" y="434"/>
                    <a:pt x="7880" y="715"/>
                    <a:pt x="7270" y="715"/>
                  </a:cubicBezTo>
                  <a:cubicBezTo>
                    <a:pt x="6684" y="715"/>
                    <a:pt x="6153" y="434"/>
                    <a:pt x="5823" y="1"/>
                  </a:cubicBezTo>
                  <a:cubicBezTo>
                    <a:pt x="5494" y="434"/>
                    <a:pt x="4957" y="715"/>
                    <a:pt x="4371" y="715"/>
                  </a:cubicBezTo>
                  <a:cubicBezTo>
                    <a:pt x="3761" y="715"/>
                    <a:pt x="3254" y="434"/>
                    <a:pt x="2924" y="1"/>
                  </a:cubicBezTo>
                  <a:cubicBezTo>
                    <a:pt x="2564" y="434"/>
                    <a:pt x="2058" y="715"/>
                    <a:pt x="1447" y="715"/>
                  </a:cubicBezTo>
                  <a:cubicBezTo>
                    <a:pt x="861" y="715"/>
                    <a:pt x="330" y="434"/>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8" name="Google Shape;5451;p66">
              <a:extLst>
                <a:ext uri="{FF2B5EF4-FFF2-40B4-BE49-F238E27FC236}">
                  <a16:creationId xmlns:a16="http://schemas.microsoft.com/office/drawing/2014/main" id="{2A7A3A36-92ED-D3B4-82D1-0050B9EEF88C}"/>
                </a:ext>
              </a:extLst>
            </p:cNvPr>
            <p:cNvSpPr/>
            <p:nvPr/>
          </p:nvSpPr>
          <p:spPr>
            <a:xfrm>
              <a:off x="6986350" y="1620000"/>
              <a:ext cx="378900" cy="31300"/>
            </a:xfrm>
            <a:custGeom>
              <a:avLst/>
              <a:gdLst/>
              <a:ahLst/>
              <a:cxnLst/>
              <a:rect l="l" t="t" r="r" b="b"/>
              <a:pathLst>
                <a:path w="15156" h="1252" extrusionOk="0">
                  <a:moveTo>
                    <a:pt x="3205" y="0"/>
                  </a:moveTo>
                  <a:cubicBezTo>
                    <a:pt x="3126" y="0"/>
                    <a:pt x="3053" y="31"/>
                    <a:pt x="2998" y="104"/>
                  </a:cubicBezTo>
                  <a:cubicBezTo>
                    <a:pt x="2693" y="488"/>
                    <a:pt x="2235" y="714"/>
                    <a:pt x="1753" y="714"/>
                  </a:cubicBezTo>
                  <a:cubicBezTo>
                    <a:pt x="1246" y="714"/>
                    <a:pt x="813" y="488"/>
                    <a:pt x="508" y="104"/>
                  </a:cubicBezTo>
                  <a:cubicBezTo>
                    <a:pt x="449" y="32"/>
                    <a:pt x="376" y="1"/>
                    <a:pt x="300" y="1"/>
                  </a:cubicBezTo>
                  <a:cubicBezTo>
                    <a:pt x="241" y="1"/>
                    <a:pt x="179" y="20"/>
                    <a:pt x="123" y="55"/>
                  </a:cubicBezTo>
                  <a:cubicBezTo>
                    <a:pt x="25" y="153"/>
                    <a:pt x="1" y="305"/>
                    <a:pt x="74" y="433"/>
                  </a:cubicBezTo>
                  <a:cubicBezTo>
                    <a:pt x="483" y="946"/>
                    <a:pt x="1093" y="1251"/>
                    <a:pt x="1753" y="1251"/>
                  </a:cubicBezTo>
                  <a:cubicBezTo>
                    <a:pt x="2314" y="1251"/>
                    <a:pt x="2821" y="1044"/>
                    <a:pt x="3205" y="665"/>
                  </a:cubicBezTo>
                  <a:cubicBezTo>
                    <a:pt x="3584" y="1044"/>
                    <a:pt x="4121" y="1251"/>
                    <a:pt x="4652" y="1251"/>
                  </a:cubicBezTo>
                  <a:cubicBezTo>
                    <a:pt x="5213" y="1251"/>
                    <a:pt x="5720" y="1044"/>
                    <a:pt x="6129" y="665"/>
                  </a:cubicBezTo>
                  <a:cubicBezTo>
                    <a:pt x="6507" y="1044"/>
                    <a:pt x="7020" y="1251"/>
                    <a:pt x="7575" y="1251"/>
                  </a:cubicBezTo>
                  <a:cubicBezTo>
                    <a:pt x="8137" y="1251"/>
                    <a:pt x="8643" y="1044"/>
                    <a:pt x="9028" y="665"/>
                  </a:cubicBezTo>
                  <a:cubicBezTo>
                    <a:pt x="9431" y="1044"/>
                    <a:pt x="9943" y="1251"/>
                    <a:pt x="10499" y="1251"/>
                  </a:cubicBezTo>
                  <a:cubicBezTo>
                    <a:pt x="11036" y="1251"/>
                    <a:pt x="11567" y="1044"/>
                    <a:pt x="11951" y="665"/>
                  </a:cubicBezTo>
                  <a:cubicBezTo>
                    <a:pt x="12330" y="1044"/>
                    <a:pt x="12842" y="1251"/>
                    <a:pt x="13398" y="1251"/>
                  </a:cubicBezTo>
                  <a:cubicBezTo>
                    <a:pt x="14063" y="1251"/>
                    <a:pt x="14673" y="946"/>
                    <a:pt x="15076" y="433"/>
                  </a:cubicBezTo>
                  <a:cubicBezTo>
                    <a:pt x="15155" y="305"/>
                    <a:pt x="15131" y="153"/>
                    <a:pt x="15027" y="55"/>
                  </a:cubicBezTo>
                  <a:cubicBezTo>
                    <a:pt x="14971" y="20"/>
                    <a:pt x="14910" y="1"/>
                    <a:pt x="14851" y="1"/>
                  </a:cubicBezTo>
                  <a:cubicBezTo>
                    <a:pt x="14775" y="1"/>
                    <a:pt x="14704" y="32"/>
                    <a:pt x="14649" y="104"/>
                  </a:cubicBezTo>
                  <a:cubicBezTo>
                    <a:pt x="14344" y="488"/>
                    <a:pt x="13886" y="714"/>
                    <a:pt x="13398" y="714"/>
                  </a:cubicBezTo>
                  <a:cubicBezTo>
                    <a:pt x="12916" y="714"/>
                    <a:pt x="12458" y="488"/>
                    <a:pt x="12153" y="104"/>
                  </a:cubicBezTo>
                  <a:cubicBezTo>
                    <a:pt x="12104" y="31"/>
                    <a:pt x="12024" y="0"/>
                    <a:pt x="11951" y="0"/>
                  </a:cubicBezTo>
                  <a:cubicBezTo>
                    <a:pt x="11872" y="0"/>
                    <a:pt x="11774" y="31"/>
                    <a:pt x="11750" y="104"/>
                  </a:cubicBezTo>
                  <a:cubicBezTo>
                    <a:pt x="11445" y="488"/>
                    <a:pt x="10987" y="714"/>
                    <a:pt x="10499" y="714"/>
                  </a:cubicBezTo>
                  <a:cubicBezTo>
                    <a:pt x="9992" y="714"/>
                    <a:pt x="9534" y="488"/>
                    <a:pt x="9254" y="104"/>
                  </a:cubicBezTo>
                  <a:cubicBezTo>
                    <a:pt x="9205" y="31"/>
                    <a:pt x="9101" y="0"/>
                    <a:pt x="9028" y="0"/>
                  </a:cubicBezTo>
                  <a:cubicBezTo>
                    <a:pt x="8948" y="0"/>
                    <a:pt x="8875" y="31"/>
                    <a:pt x="8820" y="104"/>
                  </a:cubicBezTo>
                  <a:cubicBezTo>
                    <a:pt x="8515" y="488"/>
                    <a:pt x="8057" y="714"/>
                    <a:pt x="7575" y="714"/>
                  </a:cubicBezTo>
                  <a:cubicBezTo>
                    <a:pt x="7093" y="714"/>
                    <a:pt x="6635" y="488"/>
                    <a:pt x="6330" y="104"/>
                  </a:cubicBezTo>
                  <a:cubicBezTo>
                    <a:pt x="6281" y="31"/>
                    <a:pt x="6202" y="0"/>
                    <a:pt x="6129" y="0"/>
                  </a:cubicBezTo>
                  <a:cubicBezTo>
                    <a:pt x="6025" y="0"/>
                    <a:pt x="5952" y="31"/>
                    <a:pt x="5897" y="104"/>
                  </a:cubicBezTo>
                  <a:cubicBezTo>
                    <a:pt x="5616" y="488"/>
                    <a:pt x="5158" y="714"/>
                    <a:pt x="4652" y="714"/>
                  </a:cubicBezTo>
                  <a:cubicBezTo>
                    <a:pt x="4170" y="714"/>
                    <a:pt x="3712" y="488"/>
                    <a:pt x="3407" y="104"/>
                  </a:cubicBezTo>
                  <a:cubicBezTo>
                    <a:pt x="3358" y="31"/>
                    <a:pt x="3278" y="0"/>
                    <a:pt x="32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9" name="Google Shape;5452;p66">
              <a:extLst>
                <a:ext uri="{FF2B5EF4-FFF2-40B4-BE49-F238E27FC236}">
                  <a16:creationId xmlns:a16="http://schemas.microsoft.com/office/drawing/2014/main" id="{B321CBF2-F486-B1A8-36DD-784AA4F7CF5E}"/>
                </a:ext>
              </a:extLst>
            </p:cNvPr>
            <p:cNvSpPr/>
            <p:nvPr/>
          </p:nvSpPr>
          <p:spPr>
            <a:xfrm>
              <a:off x="7203800" y="1453900"/>
              <a:ext cx="76300" cy="98225"/>
            </a:xfrm>
            <a:custGeom>
              <a:avLst/>
              <a:gdLst/>
              <a:ahLst/>
              <a:cxnLst/>
              <a:rect l="l" t="t" r="r" b="b"/>
              <a:pathLst>
                <a:path w="3052" h="3929" extrusionOk="0">
                  <a:moveTo>
                    <a:pt x="305" y="0"/>
                  </a:moveTo>
                  <a:cubicBezTo>
                    <a:pt x="216" y="0"/>
                    <a:pt x="128" y="51"/>
                    <a:pt x="73" y="138"/>
                  </a:cubicBezTo>
                  <a:cubicBezTo>
                    <a:pt x="0" y="266"/>
                    <a:pt x="49" y="443"/>
                    <a:pt x="177" y="492"/>
                  </a:cubicBezTo>
                  <a:cubicBezTo>
                    <a:pt x="202" y="516"/>
                    <a:pt x="2008" y="1456"/>
                    <a:pt x="2490" y="3721"/>
                  </a:cubicBezTo>
                  <a:cubicBezTo>
                    <a:pt x="2515" y="3849"/>
                    <a:pt x="2643" y="3928"/>
                    <a:pt x="2771" y="3928"/>
                  </a:cubicBezTo>
                  <a:lnTo>
                    <a:pt x="2820" y="3928"/>
                  </a:lnTo>
                  <a:cubicBezTo>
                    <a:pt x="2948" y="3898"/>
                    <a:pt x="3052" y="3745"/>
                    <a:pt x="3021" y="3623"/>
                  </a:cubicBezTo>
                  <a:cubicBezTo>
                    <a:pt x="2466" y="1102"/>
                    <a:pt x="507" y="83"/>
                    <a:pt x="427" y="34"/>
                  </a:cubicBezTo>
                  <a:cubicBezTo>
                    <a:pt x="389" y="11"/>
                    <a:pt x="347" y="0"/>
                    <a:pt x="30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0" name="Google Shape;5453;p66">
              <a:extLst>
                <a:ext uri="{FF2B5EF4-FFF2-40B4-BE49-F238E27FC236}">
                  <a16:creationId xmlns:a16="http://schemas.microsoft.com/office/drawing/2014/main" id="{8E8CFAC6-CE3E-E25D-8581-82B08D56AB85}"/>
                </a:ext>
              </a:extLst>
            </p:cNvPr>
            <p:cNvSpPr/>
            <p:nvPr/>
          </p:nvSpPr>
          <p:spPr>
            <a:xfrm>
              <a:off x="6959650" y="1565375"/>
              <a:ext cx="436725" cy="31150"/>
            </a:xfrm>
            <a:custGeom>
              <a:avLst/>
              <a:gdLst/>
              <a:ahLst/>
              <a:cxnLst/>
              <a:rect l="l" t="t" r="r" b="b"/>
              <a:pathLst>
                <a:path w="17469" h="1246" extrusionOk="0">
                  <a:moveTo>
                    <a:pt x="1" y="0"/>
                  </a:moveTo>
                  <a:lnTo>
                    <a:pt x="1" y="659"/>
                  </a:lnTo>
                  <a:cubicBezTo>
                    <a:pt x="379" y="1044"/>
                    <a:pt x="916" y="1245"/>
                    <a:pt x="1447" y="1245"/>
                  </a:cubicBezTo>
                  <a:cubicBezTo>
                    <a:pt x="2009" y="1245"/>
                    <a:pt x="2515" y="1044"/>
                    <a:pt x="2924" y="659"/>
                  </a:cubicBezTo>
                  <a:cubicBezTo>
                    <a:pt x="3303" y="1044"/>
                    <a:pt x="3815" y="1245"/>
                    <a:pt x="4371" y="1245"/>
                  </a:cubicBezTo>
                  <a:cubicBezTo>
                    <a:pt x="4932" y="1245"/>
                    <a:pt x="5439" y="1044"/>
                    <a:pt x="5823" y="659"/>
                  </a:cubicBezTo>
                  <a:cubicBezTo>
                    <a:pt x="6202" y="1044"/>
                    <a:pt x="6739" y="1245"/>
                    <a:pt x="7270" y="1245"/>
                  </a:cubicBezTo>
                  <a:cubicBezTo>
                    <a:pt x="7831" y="1245"/>
                    <a:pt x="8338" y="1044"/>
                    <a:pt x="8747" y="659"/>
                  </a:cubicBezTo>
                  <a:cubicBezTo>
                    <a:pt x="9125" y="1044"/>
                    <a:pt x="9638" y="1245"/>
                    <a:pt x="10193" y="1245"/>
                  </a:cubicBezTo>
                  <a:cubicBezTo>
                    <a:pt x="10755" y="1245"/>
                    <a:pt x="11261" y="1044"/>
                    <a:pt x="11646" y="659"/>
                  </a:cubicBezTo>
                  <a:cubicBezTo>
                    <a:pt x="12055" y="1044"/>
                    <a:pt x="12561" y="1245"/>
                    <a:pt x="13123" y="1245"/>
                  </a:cubicBezTo>
                  <a:cubicBezTo>
                    <a:pt x="13654" y="1245"/>
                    <a:pt x="14191" y="1044"/>
                    <a:pt x="14569" y="659"/>
                  </a:cubicBezTo>
                  <a:cubicBezTo>
                    <a:pt x="14954" y="1044"/>
                    <a:pt x="15461" y="1245"/>
                    <a:pt x="16022" y="1245"/>
                  </a:cubicBezTo>
                  <a:cubicBezTo>
                    <a:pt x="16577" y="1245"/>
                    <a:pt x="17090" y="1044"/>
                    <a:pt x="17469" y="659"/>
                  </a:cubicBezTo>
                  <a:lnTo>
                    <a:pt x="17469" y="0"/>
                  </a:lnTo>
                  <a:cubicBezTo>
                    <a:pt x="17395" y="0"/>
                    <a:pt x="17316" y="49"/>
                    <a:pt x="17267" y="104"/>
                  </a:cubicBezTo>
                  <a:cubicBezTo>
                    <a:pt x="16962" y="507"/>
                    <a:pt x="16504" y="739"/>
                    <a:pt x="16022" y="739"/>
                  </a:cubicBezTo>
                  <a:cubicBezTo>
                    <a:pt x="15534" y="739"/>
                    <a:pt x="15076" y="507"/>
                    <a:pt x="14771" y="104"/>
                  </a:cubicBezTo>
                  <a:cubicBezTo>
                    <a:pt x="14722" y="49"/>
                    <a:pt x="14649" y="0"/>
                    <a:pt x="14569" y="0"/>
                  </a:cubicBezTo>
                  <a:cubicBezTo>
                    <a:pt x="14496" y="0"/>
                    <a:pt x="14392" y="49"/>
                    <a:pt x="14368" y="104"/>
                  </a:cubicBezTo>
                  <a:cubicBezTo>
                    <a:pt x="14063" y="507"/>
                    <a:pt x="13605" y="739"/>
                    <a:pt x="13123" y="739"/>
                  </a:cubicBezTo>
                  <a:cubicBezTo>
                    <a:pt x="12610" y="739"/>
                    <a:pt x="12153" y="507"/>
                    <a:pt x="11872" y="104"/>
                  </a:cubicBezTo>
                  <a:cubicBezTo>
                    <a:pt x="11823" y="49"/>
                    <a:pt x="11719" y="0"/>
                    <a:pt x="11646" y="0"/>
                  </a:cubicBezTo>
                  <a:cubicBezTo>
                    <a:pt x="11567" y="0"/>
                    <a:pt x="11493" y="49"/>
                    <a:pt x="11445" y="104"/>
                  </a:cubicBezTo>
                  <a:cubicBezTo>
                    <a:pt x="11139" y="507"/>
                    <a:pt x="10682" y="739"/>
                    <a:pt x="10193" y="739"/>
                  </a:cubicBezTo>
                  <a:cubicBezTo>
                    <a:pt x="9711" y="739"/>
                    <a:pt x="9253" y="507"/>
                    <a:pt x="8948" y="104"/>
                  </a:cubicBezTo>
                  <a:cubicBezTo>
                    <a:pt x="8899" y="49"/>
                    <a:pt x="8820" y="0"/>
                    <a:pt x="8747" y="0"/>
                  </a:cubicBezTo>
                  <a:cubicBezTo>
                    <a:pt x="8643" y="0"/>
                    <a:pt x="8570" y="49"/>
                    <a:pt x="8515" y="104"/>
                  </a:cubicBezTo>
                  <a:cubicBezTo>
                    <a:pt x="8240" y="507"/>
                    <a:pt x="7783" y="739"/>
                    <a:pt x="7270" y="739"/>
                  </a:cubicBezTo>
                  <a:cubicBezTo>
                    <a:pt x="6788" y="739"/>
                    <a:pt x="6330" y="507"/>
                    <a:pt x="6025" y="104"/>
                  </a:cubicBezTo>
                  <a:cubicBezTo>
                    <a:pt x="5976" y="49"/>
                    <a:pt x="5897" y="0"/>
                    <a:pt x="5823" y="0"/>
                  </a:cubicBezTo>
                  <a:cubicBezTo>
                    <a:pt x="5744" y="0"/>
                    <a:pt x="5671" y="49"/>
                    <a:pt x="5616" y="104"/>
                  </a:cubicBezTo>
                  <a:cubicBezTo>
                    <a:pt x="5311" y="507"/>
                    <a:pt x="4853" y="739"/>
                    <a:pt x="4371" y="739"/>
                  </a:cubicBezTo>
                  <a:cubicBezTo>
                    <a:pt x="3864" y="739"/>
                    <a:pt x="3431" y="507"/>
                    <a:pt x="3126" y="104"/>
                  </a:cubicBezTo>
                  <a:cubicBezTo>
                    <a:pt x="3077" y="49"/>
                    <a:pt x="2998" y="0"/>
                    <a:pt x="2924" y="0"/>
                  </a:cubicBezTo>
                  <a:cubicBezTo>
                    <a:pt x="2821" y="0"/>
                    <a:pt x="2747" y="49"/>
                    <a:pt x="2692" y="104"/>
                  </a:cubicBezTo>
                  <a:cubicBezTo>
                    <a:pt x="2412" y="507"/>
                    <a:pt x="1954" y="739"/>
                    <a:pt x="1447" y="739"/>
                  </a:cubicBezTo>
                  <a:cubicBezTo>
                    <a:pt x="965" y="739"/>
                    <a:pt x="507" y="507"/>
                    <a:pt x="202" y="104"/>
                  </a:cubicBezTo>
                  <a:cubicBezTo>
                    <a:pt x="153" y="49"/>
                    <a:pt x="74" y="0"/>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61" name="Google Shape;5506;p66">
            <a:extLst>
              <a:ext uri="{FF2B5EF4-FFF2-40B4-BE49-F238E27FC236}">
                <a16:creationId xmlns:a16="http://schemas.microsoft.com/office/drawing/2014/main" id="{96EC0F97-B18F-27DE-994A-EB104055B107}"/>
              </a:ext>
            </a:extLst>
          </p:cNvPr>
          <p:cNvGrpSpPr/>
          <p:nvPr/>
        </p:nvGrpSpPr>
        <p:grpSpPr>
          <a:xfrm>
            <a:off x="10336244" y="2739479"/>
            <a:ext cx="198400" cy="436725"/>
            <a:chOff x="7854700" y="4252775"/>
            <a:chExt cx="198400" cy="436725"/>
          </a:xfrm>
        </p:grpSpPr>
        <p:sp>
          <p:nvSpPr>
            <p:cNvPr id="4262" name="Google Shape;5507;p66">
              <a:extLst>
                <a:ext uri="{FF2B5EF4-FFF2-40B4-BE49-F238E27FC236}">
                  <a16:creationId xmlns:a16="http://schemas.microsoft.com/office/drawing/2014/main" id="{F8D1A8A1-238C-D7A3-AC6D-565D9070E0C4}"/>
                </a:ext>
              </a:extLst>
            </p:cNvPr>
            <p:cNvSpPr/>
            <p:nvPr/>
          </p:nvSpPr>
          <p:spPr>
            <a:xfrm>
              <a:off x="7854700" y="4356925"/>
              <a:ext cx="198400" cy="324950"/>
            </a:xfrm>
            <a:custGeom>
              <a:avLst/>
              <a:gdLst/>
              <a:ahLst/>
              <a:cxnLst/>
              <a:rect l="l" t="t" r="r" b="b"/>
              <a:pathLst>
                <a:path w="7936" h="12998" extrusionOk="0">
                  <a:moveTo>
                    <a:pt x="3968" y="1859"/>
                  </a:moveTo>
                  <a:cubicBezTo>
                    <a:pt x="4145" y="1859"/>
                    <a:pt x="4328" y="1938"/>
                    <a:pt x="4450" y="2036"/>
                  </a:cubicBezTo>
                  <a:lnTo>
                    <a:pt x="4481" y="2420"/>
                  </a:lnTo>
                  <a:lnTo>
                    <a:pt x="4706" y="2518"/>
                  </a:lnTo>
                  <a:lnTo>
                    <a:pt x="4706" y="2597"/>
                  </a:lnTo>
                  <a:cubicBezTo>
                    <a:pt x="4706" y="3006"/>
                    <a:pt x="4377" y="3336"/>
                    <a:pt x="3968" y="3336"/>
                  </a:cubicBezTo>
                  <a:cubicBezTo>
                    <a:pt x="3565" y="3336"/>
                    <a:pt x="3229" y="3006"/>
                    <a:pt x="3229" y="2597"/>
                  </a:cubicBezTo>
                  <a:cubicBezTo>
                    <a:pt x="3229" y="2188"/>
                    <a:pt x="3565" y="1859"/>
                    <a:pt x="3968" y="1859"/>
                  </a:cubicBezTo>
                  <a:close/>
                  <a:moveTo>
                    <a:pt x="3959" y="0"/>
                  </a:moveTo>
                  <a:cubicBezTo>
                    <a:pt x="3739" y="0"/>
                    <a:pt x="3522" y="77"/>
                    <a:pt x="3358" y="229"/>
                  </a:cubicBezTo>
                  <a:lnTo>
                    <a:pt x="483" y="2823"/>
                  </a:lnTo>
                  <a:cubicBezTo>
                    <a:pt x="178" y="3104"/>
                    <a:pt x="1" y="3513"/>
                    <a:pt x="1" y="3922"/>
                  </a:cubicBezTo>
                  <a:lnTo>
                    <a:pt x="1" y="12436"/>
                  </a:lnTo>
                  <a:cubicBezTo>
                    <a:pt x="1" y="12741"/>
                    <a:pt x="257" y="12997"/>
                    <a:pt x="562" y="12997"/>
                  </a:cubicBezTo>
                  <a:lnTo>
                    <a:pt x="7380" y="12997"/>
                  </a:lnTo>
                  <a:cubicBezTo>
                    <a:pt x="7685" y="12997"/>
                    <a:pt x="7935" y="12741"/>
                    <a:pt x="7935" y="12436"/>
                  </a:cubicBezTo>
                  <a:lnTo>
                    <a:pt x="7935" y="3922"/>
                  </a:lnTo>
                  <a:cubicBezTo>
                    <a:pt x="7935" y="3513"/>
                    <a:pt x="7758" y="3104"/>
                    <a:pt x="7453" y="2823"/>
                  </a:cubicBezTo>
                  <a:lnTo>
                    <a:pt x="5469" y="1023"/>
                  </a:lnTo>
                  <a:lnTo>
                    <a:pt x="5317" y="614"/>
                  </a:lnTo>
                  <a:lnTo>
                    <a:pt x="5012" y="638"/>
                  </a:lnTo>
                  <a:lnTo>
                    <a:pt x="4578" y="229"/>
                  </a:lnTo>
                  <a:cubicBezTo>
                    <a:pt x="4401" y="77"/>
                    <a:pt x="4178" y="0"/>
                    <a:pt x="39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3" name="Google Shape;5508;p66">
              <a:extLst>
                <a:ext uri="{FF2B5EF4-FFF2-40B4-BE49-F238E27FC236}">
                  <a16:creationId xmlns:a16="http://schemas.microsoft.com/office/drawing/2014/main" id="{07B8958F-D296-64A7-6A36-7DC0DB7C14A9}"/>
                </a:ext>
              </a:extLst>
            </p:cNvPr>
            <p:cNvSpPr/>
            <p:nvPr/>
          </p:nvSpPr>
          <p:spPr>
            <a:xfrm>
              <a:off x="7854700" y="4660175"/>
              <a:ext cx="198400" cy="29325"/>
            </a:xfrm>
            <a:custGeom>
              <a:avLst/>
              <a:gdLst/>
              <a:ahLst/>
              <a:cxnLst/>
              <a:rect l="l" t="t" r="r" b="b"/>
              <a:pathLst>
                <a:path w="7936" h="1173" extrusionOk="0">
                  <a:moveTo>
                    <a:pt x="1" y="1"/>
                  </a:moveTo>
                  <a:lnTo>
                    <a:pt x="1" y="642"/>
                  </a:lnTo>
                  <a:cubicBezTo>
                    <a:pt x="1" y="947"/>
                    <a:pt x="257" y="1172"/>
                    <a:pt x="562" y="1172"/>
                  </a:cubicBezTo>
                  <a:lnTo>
                    <a:pt x="7380" y="1172"/>
                  </a:lnTo>
                  <a:cubicBezTo>
                    <a:pt x="7685" y="1172"/>
                    <a:pt x="7935" y="947"/>
                    <a:pt x="7935" y="642"/>
                  </a:cubicBezTo>
                  <a:lnTo>
                    <a:pt x="7935" y="1"/>
                  </a:lnTo>
                  <a:cubicBezTo>
                    <a:pt x="7935" y="306"/>
                    <a:pt x="7685" y="562"/>
                    <a:pt x="7380" y="562"/>
                  </a:cubicBezTo>
                  <a:lnTo>
                    <a:pt x="562" y="562"/>
                  </a:lnTo>
                  <a:cubicBezTo>
                    <a:pt x="257" y="562"/>
                    <a:pt x="1" y="306"/>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4" name="Google Shape;5509;p66">
              <a:extLst>
                <a:ext uri="{FF2B5EF4-FFF2-40B4-BE49-F238E27FC236}">
                  <a16:creationId xmlns:a16="http://schemas.microsoft.com/office/drawing/2014/main" id="{F4D91D01-9437-9BE4-655F-2A4254E07053}"/>
                </a:ext>
              </a:extLst>
            </p:cNvPr>
            <p:cNvSpPr/>
            <p:nvPr/>
          </p:nvSpPr>
          <p:spPr>
            <a:xfrm>
              <a:off x="7886600" y="4523700"/>
              <a:ext cx="66700" cy="51850"/>
            </a:xfrm>
            <a:custGeom>
              <a:avLst/>
              <a:gdLst/>
              <a:ahLst/>
              <a:cxnLst/>
              <a:rect l="l" t="t" r="r" b="b"/>
              <a:pathLst>
                <a:path w="2668" h="2074" extrusionOk="0">
                  <a:moveTo>
                    <a:pt x="458" y="0"/>
                  </a:moveTo>
                  <a:cubicBezTo>
                    <a:pt x="214" y="0"/>
                    <a:pt x="49" y="22"/>
                    <a:pt x="49" y="22"/>
                  </a:cubicBezTo>
                  <a:cubicBezTo>
                    <a:pt x="25" y="150"/>
                    <a:pt x="0" y="1316"/>
                    <a:pt x="916" y="1877"/>
                  </a:cubicBezTo>
                  <a:cubicBezTo>
                    <a:pt x="1154" y="2022"/>
                    <a:pt x="1399" y="2073"/>
                    <a:pt x="1628" y="2073"/>
                  </a:cubicBezTo>
                  <a:cubicBezTo>
                    <a:pt x="2200" y="2073"/>
                    <a:pt x="2668" y="1749"/>
                    <a:pt x="2668" y="1749"/>
                  </a:cubicBezTo>
                  <a:cubicBezTo>
                    <a:pt x="2643" y="1370"/>
                    <a:pt x="2515" y="858"/>
                    <a:pt x="2106" y="504"/>
                  </a:cubicBezTo>
                  <a:cubicBezTo>
                    <a:pt x="1645" y="75"/>
                    <a:pt x="914" y="0"/>
                    <a:pt x="4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5" name="Google Shape;5510;p66">
              <a:extLst>
                <a:ext uri="{FF2B5EF4-FFF2-40B4-BE49-F238E27FC236}">
                  <a16:creationId xmlns:a16="http://schemas.microsoft.com/office/drawing/2014/main" id="{C1F35DEC-5F78-709F-00FA-53ED7E6D0832}"/>
                </a:ext>
              </a:extLst>
            </p:cNvPr>
            <p:cNvSpPr/>
            <p:nvPr/>
          </p:nvSpPr>
          <p:spPr>
            <a:xfrm>
              <a:off x="7953875" y="4523700"/>
              <a:ext cx="67475" cy="51850"/>
            </a:xfrm>
            <a:custGeom>
              <a:avLst/>
              <a:gdLst/>
              <a:ahLst/>
              <a:cxnLst/>
              <a:rect l="l" t="t" r="r" b="b"/>
              <a:pathLst>
                <a:path w="2699" h="2074" extrusionOk="0">
                  <a:moveTo>
                    <a:pt x="2239" y="0"/>
                  </a:moveTo>
                  <a:cubicBezTo>
                    <a:pt x="1782" y="0"/>
                    <a:pt x="1043" y="75"/>
                    <a:pt x="562" y="504"/>
                  </a:cubicBezTo>
                  <a:cubicBezTo>
                    <a:pt x="178" y="858"/>
                    <a:pt x="56" y="1370"/>
                    <a:pt x="1" y="1749"/>
                  </a:cubicBezTo>
                  <a:cubicBezTo>
                    <a:pt x="1" y="1749"/>
                    <a:pt x="481" y="2073"/>
                    <a:pt x="1063" y="2073"/>
                  </a:cubicBezTo>
                  <a:cubicBezTo>
                    <a:pt x="1295" y="2073"/>
                    <a:pt x="1543" y="2022"/>
                    <a:pt x="1783" y="1877"/>
                  </a:cubicBezTo>
                  <a:cubicBezTo>
                    <a:pt x="2699" y="1316"/>
                    <a:pt x="2650" y="150"/>
                    <a:pt x="2650" y="22"/>
                  </a:cubicBezTo>
                  <a:cubicBezTo>
                    <a:pt x="2650" y="22"/>
                    <a:pt x="2485" y="0"/>
                    <a:pt x="223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6" name="Google Shape;5511;p66">
              <a:extLst>
                <a:ext uri="{FF2B5EF4-FFF2-40B4-BE49-F238E27FC236}">
                  <a16:creationId xmlns:a16="http://schemas.microsoft.com/office/drawing/2014/main" id="{07159A34-19FA-7825-899B-2F7EBB159D1A}"/>
                </a:ext>
              </a:extLst>
            </p:cNvPr>
            <p:cNvSpPr/>
            <p:nvPr/>
          </p:nvSpPr>
          <p:spPr>
            <a:xfrm>
              <a:off x="7884625" y="4524225"/>
              <a:ext cx="138550" cy="102400"/>
            </a:xfrm>
            <a:custGeom>
              <a:avLst/>
              <a:gdLst/>
              <a:ahLst/>
              <a:cxnLst/>
              <a:rect l="l" t="t" r="r" b="b"/>
              <a:pathLst>
                <a:path w="5542" h="4096" extrusionOk="0">
                  <a:moveTo>
                    <a:pt x="128" y="1"/>
                  </a:moveTo>
                  <a:cubicBezTo>
                    <a:pt x="104" y="129"/>
                    <a:pt x="0" y="1246"/>
                    <a:pt x="690" y="1856"/>
                  </a:cubicBezTo>
                  <a:cubicBezTo>
                    <a:pt x="1153" y="2277"/>
                    <a:pt x="1873" y="2368"/>
                    <a:pt x="2336" y="2368"/>
                  </a:cubicBezTo>
                  <a:cubicBezTo>
                    <a:pt x="2404" y="2368"/>
                    <a:pt x="2466" y="2366"/>
                    <a:pt x="2521" y="2363"/>
                  </a:cubicBezTo>
                  <a:lnTo>
                    <a:pt x="2521" y="3840"/>
                  </a:lnTo>
                  <a:cubicBezTo>
                    <a:pt x="2521" y="3992"/>
                    <a:pt x="2618" y="4096"/>
                    <a:pt x="2771" y="4096"/>
                  </a:cubicBezTo>
                  <a:cubicBezTo>
                    <a:pt x="2924" y="4096"/>
                    <a:pt x="3027" y="3992"/>
                    <a:pt x="3027" y="3840"/>
                  </a:cubicBezTo>
                  <a:lnTo>
                    <a:pt x="3027" y="2363"/>
                  </a:lnTo>
                  <a:cubicBezTo>
                    <a:pt x="3082" y="2366"/>
                    <a:pt x="3144" y="2368"/>
                    <a:pt x="3212" y="2368"/>
                  </a:cubicBezTo>
                  <a:cubicBezTo>
                    <a:pt x="3674" y="2368"/>
                    <a:pt x="4389" y="2277"/>
                    <a:pt x="4858" y="1856"/>
                  </a:cubicBezTo>
                  <a:cubicBezTo>
                    <a:pt x="5542" y="1246"/>
                    <a:pt x="5420" y="129"/>
                    <a:pt x="5420" y="1"/>
                  </a:cubicBezTo>
                  <a:lnTo>
                    <a:pt x="5420" y="1"/>
                  </a:lnTo>
                  <a:cubicBezTo>
                    <a:pt x="5365" y="403"/>
                    <a:pt x="5237" y="892"/>
                    <a:pt x="4858" y="1246"/>
                  </a:cubicBezTo>
                  <a:cubicBezTo>
                    <a:pt x="4360" y="1674"/>
                    <a:pt x="3582" y="1744"/>
                    <a:pt x="3130" y="1744"/>
                  </a:cubicBezTo>
                  <a:cubicBezTo>
                    <a:pt x="2913" y="1744"/>
                    <a:pt x="2771" y="1728"/>
                    <a:pt x="2771" y="1728"/>
                  </a:cubicBezTo>
                  <a:cubicBezTo>
                    <a:pt x="2771" y="1728"/>
                    <a:pt x="2626" y="1744"/>
                    <a:pt x="2406" y="1744"/>
                  </a:cubicBezTo>
                  <a:cubicBezTo>
                    <a:pt x="1949" y="1744"/>
                    <a:pt x="1168" y="1674"/>
                    <a:pt x="690" y="1246"/>
                  </a:cubicBezTo>
                  <a:cubicBezTo>
                    <a:pt x="305" y="892"/>
                    <a:pt x="177" y="403"/>
                    <a:pt x="12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7" name="Google Shape;5512;p66">
              <a:extLst>
                <a:ext uri="{FF2B5EF4-FFF2-40B4-BE49-F238E27FC236}">
                  <a16:creationId xmlns:a16="http://schemas.microsoft.com/office/drawing/2014/main" id="{DB9A6CE0-759D-CBA8-E9CA-403283912BC3}"/>
                </a:ext>
              </a:extLst>
            </p:cNvPr>
            <p:cNvSpPr/>
            <p:nvPr/>
          </p:nvSpPr>
          <p:spPr>
            <a:xfrm>
              <a:off x="7911925" y="4252775"/>
              <a:ext cx="83950" cy="175500"/>
            </a:xfrm>
            <a:custGeom>
              <a:avLst/>
              <a:gdLst/>
              <a:ahLst/>
              <a:cxnLst/>
              <a:rect l="l" t="t" r="r" b="b"/>
              <a:pathLst>
                <a:path w="3358" h="7020" extrusionOk="0">
                  <a:moveTo>
                    <a:pt x="1679" y="1"/>
                  </a:moveTo>
                  <a:cubicBezTo>
                    <a:pt x="1197" y="1"/>
                    <a:pt x="739" y="379"/>
                    <a:pt x="434" y="1118"/>
                  </a:cubicBezTo>
                  <a:cubicBezTo>
                    <a:pt x="153" y="1753"/>
                    <a:pt x="1" y="2619"/>
                    <a:pt x="1" y="3510"/>
                  </a:cubicBezTo>
                  <a:cubicBezTo>
                    <a:pt x="1" y="4426"/>
                    <a:pt x="153" y="5262"/>
                    <a:pt x="434" y="5921"/>
                  </a:cubicBezTo>
                  <a:cubicBezTo>
                    <a:pt x="739" y="6635"/>
                    <a:pt x="1197" y="7020"/>
                    <a:pt x="1679" y="7020"/>
                  </a:cubicBezTo>
                  <a:cubicBezTo>
                    <a:pt x="1935" y="7020"/>
                    <a:pt x="2192" y="6916"/>
                    <a:pt x="2417" y="6684"/>
                  </a:cubicBezTo>
                  <a:cubicBezTo>
                    <a:pt x="2393" y="6507"/>
                    <a:pt x="2289" y="6330"/>
                    <a:pt x="2161" y="6202"/>
                  </a:cubicBezTo>
                  <a:cubicBezTo>
                    <a:pt x="2009" y="6409"/>
                    <a:pt x="1832" y="6507"/>
                    <a:pt x="1679" y="6507"/>
                  </a:cubicBezTo>
                  <a:cubicBezTo>
                    <a:pt x="1124" y="6507"/>
                    <a:pt x="513" y="5286"/>
                    <a:pt x="513" y="3510"/>
                  </a:cubicBezTo>
                  <a:cubicBezTo>
                    <a:pt x="513" y="1753"/>
                    <a:pt x="1124" y="508"/>
                    <a:pt x="1679" y="508"/>
                  </a:cubicBezTo>
                  <a:cubicBezTo>
                    <a:pt x="2240" y="508"/>
                    <a:pt x="2851" y="1753"/>
                    <a:pt x="2851" y="3510"/>
                  </a:cubicBezTo>
                  <a:cubicBezTo>
                    <a:pt x="2851" y="3992"/>
                    <a:pt x="2802" y="4426"/>
                    <a:pt x="2723" y="4804"/>
                  </a:cubicBezTo>
                  <a:lnTo>
                    <a:pt x="3180" y="5189"/>
                  </a:lnTo>
                  <a:cubicBezTo>
                    <a:pt x="3309" y="4676"/>
                    <a:pt x="3357" y="4121"/>
                    <a:pt x="3357" y="3510"/>
                  </a:cubicBezTo>
                  <a:cubicBezTo>
                    <a:pt x="3357" y="2619"/>
                    <a:pt x="3205" y="1753"/>
                    <a:pt x="2924" y="1118"/>
                  </a:cubicBezTo>
                  <a:cubicBezTo>
                    <a:pt x="2619" y="379"/>
                    <a:pt x="2161" y="1"/>
                    <a:pt x="16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68" name="Google Shape;5586;p66">
            <a:extLst>
              <a:ext uri="{FF2B5EF4-FFF2-40B4-BE49-F238E27FC236}">
                <a16:creationId xmlns:a16="http://schemas.microsoft.com/office/drawing/2014/main" id="{4219152E-4336-ECA2-B3D2-3D649E30715C}"/>
              </a:ext>
            </a:extLst>
          </p:cNvPr>
          <p:cNvGrpSpPr/>
          <p:nvPr/>
        </p:nvGrpSpPr>
        <p:grpSpPr>
          <a:xfrm>
            <a:off x="9511094" y="1366129"/>
            <a:ext cx="358575" cy="437325"/>
            <a:chOff x="7029550" y="2269825"/>
            <a:chExt cx="358575" cy="437325"/>
          </a:xfrm>
        </p:grpSpPr>
        <p:sp>
          <p:nvSpPr>
            <p:cNvPr id="4269" name="Google Shape;5587;p66">
              <a:extLst>
                <a:ext uri="{FF2B5EF4-FFF2-40B4-BE49-F238E27FC236}">
                  <a16:creationId xmlns:a16="http://schemas.microsoft.com/office/drawing/2014/main" id="{7C248237-CDA3-415D-0C0C-406F1FBD8005}"/>
                </a:ext>
              </a:extLst>
            </p:cNvPr>
            <p:cNvSpPr/>
            <p:nvPr/>
          </p:nvSpPr>
          <p:spPr>
            <a:xfrm>
              <a:off x="7222100" y="2312400"/>
              <a:ext cx="34350" cy="38775"/>
            </a:xfrm>
            <a:custGeom>
              <a:avLst/>
              <a:gdLst/>
              <a:ahLst/>
              <a:cxnLst/>
              <a:rect l="l" t="t" r="r" b="b"/>
              <a:pathLst>
                <a:path w="1374" h="1551" extrusionOk="0">
                  <a:moveTo>
                    <a:pt x="306" y="1"/>
                  </a:moveTo>
                  <a:lnTo>
                    <a:pt x="1" y="330"/>
                  </a:lnTo>
                  <a:lnTo>
                    <a:pt x="1" y="1551"/>
                  </a:lnTo>
                  <a:lnTo>
                    <a:pt x="1374" y="1551"/>
                  </a:lnTo>
                  <a:lnTo>
                    <a:pt x="1374" y="330"/>
                  </a:lnTo>
                  <a:lnTo>
                    <a:pt x="106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0" name="Google Shape;5588;p66">
              <a:extLst>
                <a:ext uri="{FF2B5EF4-FFF2-40B4-BE49-F238E27FC236}">
                  <a16:creationId xmlns:a16="http://schemas.microsoft.com/office/drawing/2014/main" id="{AD7EF212-B3B6-7069-2298-4CC3F76355CA}"/>
                </a:ext>
              </a:extLst>
            </p:cNvPr>
            <p:cNvSpPr/>
            <p:nvPr/>
          </p:nvSpPr>
          <p:spPr>
            <a:xfrm>
              <a:off x="7222100" y="2297150"/>
              <a:ext cx="34350" cy="23525"/>
            </a:xfrm>
            <a:custGeom>
              <a:avLst/>
              <a:gdLst/>
              <a:ahLst/>
              <a:cxnLst/>
              <a:rect l="l" t="t" r="r" b="b"/>
              <a:pathLst>
                <a:path w="1374" h="941" extrusionOk="0">
                  <a:moveTo>
                    <a:pt x="1" y="0"/>
                  </a:moveTo>
                  <a:lnTo>
                    <a:pt x="1" y="940"/>
                  </a:lnTo>
                  <a:lnTo>
                    <a:pt x="1374" y="940"/>
                  </a:lnTo>
                  <a:lnTo>
                    <a:pt x="137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1" name="Google Shape;5589;p66">
              <a:extLst>
                <a:ext uri="{FF2B5EF4-FFF2-40B4-BE49-F238E27FC236}">
                  <a16:creationId xmlns:a16="http://schemas.microsoft.com/office/drawing/2014/main" id="{3A2B6B37-3201-279F-4EEB-2D14BAE35A26}"/>
                </a:ext>
              </a:extLst>
            </p:cNvPr>
            <p:cNvSpPr/>
            <p:nvPr/>
          </p:nvSpPr>
          <p:spPr>
            <a:xfrm>
              <a:off x="7280700" y="2389925"/>
              <a:ext cx="107425" cy="31150"/>
            </a:xfrm>
            <a:custGeom>
              <a:avLst/>
              <a:gdLst/>
              <a:ahLst/>
              <a:cxnLst/>
              <a:rect l="l" t="t" r="r" b="b"/>
              <a:pathLst>
                <a:path w="4297" h="1246" extrusionOk="0">
                  <a:moveTo>
                    <a:pt x="0" y="0"/>
                  </a:moveTo>
                  <a:lnTo>
                    <a:pt x="0" y="1245"/>
                  </a:lnTo>
                  <a:lnTo>
                    <a:pt x="3992" y="1245"/>
                  </a:lnTo>
                  <a:lnTo>
                    <a:pt x="4297" y="916"/>
                  </a:lnTo>
                  <a:lnTo>
                    <a:pt x="4297" y="177"/>
                  </a:lnTo>
                  <a:cubicBezTo>
                    <a:pt x="4297" y="80"/>
                    <a:pt x="4218" y="0"/>
                    <a:pt x="412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2" name="Google Shape;5590;p66">
              <a:extLst>
                <a:ext uri="{FF2B5EF4-FFF2-40B4-BE49-F238E27FC236}">
                  <a16:creationId xmlns:a16="http://schemas.microsoft.com/office/drawing/2014/main" id="{29E946DB-0562-C93F-432D-D61679E78D71}"/>
                </a:ext>
              </a:extLst>
            </p:cNvPr>
            <p:cNvSpPr/>
            <p:nvPr/>
          </p:nvSpPr>
          <p:spPr>
            <a:xfrm>
              <a:off x="7280700" y="2412800"/>
              <a:ext cx="107425" cy="15900"/>
            </a:xfrm>
            <a:custGeom>
              <a:avLst/>
              <a:gdLst/>
              <a:ahLst/>
              <a:cxnLst/>
              <a:rect l="l" t="t" r="r" b="b"/>
              <a:pathLst>
                <a:path w="4297" h="636" extrusionOk="0">
                  <a:moveTo>
                    <a:pt x="0" y="1"/>
                  </a:moveTo>
                  <a:lnTo>
                    <a:pt x="0" y="635"/>
                  </a:lnTo>
                  <a:lnTo>
                    <a:pt x="4120" y="635"/>
                  </a:lnTo>
                  <a:cubicBezTo>
                    <a:pt x="4218" y="635"/>
                    <a:pt x="4297" y="562"/>
                    <a:pt x="4297" y="458"/>
                  </a:cubicBezTo>
                  <a:lnTo>
                    <a:pt x="429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3" name="Google Shape;5591;p66">
              <a:extLst>
                <a:ext uri="{FF2B5EF4-FFF2-40B4-BE49-F238E27FC236}">
                  <a16:creationId xmlns:a16="http://schemas.microsoft.com/office/drawing/2014/main" id="{55D9258B-D8D9-025D-0950-DF720F5E2B7B}"/>
                </a:ext>
              </a:extLst>
            </p:cNvPr>
            <p:cNvSpPr/>
            <p:nvPr/>
          </p:nvSpPr>
          <p:spPr>
            <a:xfrm>
              <a:off x="7082950" y="2389925"/>
              <a:ext cx="115075" cy="98575"/>
            </a:xfrm>
            <a:custGeom>
              <a:avLst/>
              <a:gdLst/>
              <a:ahLst/>
              <a:cxnLst/>
              <a:rect l="l" t="t" r="r" b="b"/>
              <a:pathLst>
                <a:path w="4603" h="3943" extrusionOk="0">
                  <a:moveTo>
                    <a:pt x="2698" y="0"/>
                  </a:moveTo>
                  <a:cubicBezTo>
                    <a:pt x="1197" y="0"/>
                    <a:pt x="0" y="1196"/>
                    <a:pt x="0" y="2698"/>
                  </a:cubicBezTo>
                  <a:lnTo>
                    <a:pt x="0" y="3766"/>
                  </a:lnTo>
                  <a:cubicBezTo>
                    <a:pt x="0" y="3870"/>
                    <a:pt x="74" y="3943"/>
                    <a:pt x="177" y="3943"/>
                  </a:cubicBezTo>
                  <a:lnTo>
                    <a:pt x="916" y="3943"/>
                  </a:lnTo>
                  <a:lnTo>
                    <a:pt x="1245" y="3638"/>
                  </a:lnTo>
                  <a:lnTo>
                    <a:pt x="1245" y="2393"/>
                  </a:lnTo>
                  <a:cubicBezTo>
                    <a:pt x="1245" y="1758"/>
                    <a:pt x="2057" y="1245"/>
                    <a:pt x="2698" y="1245"/>
                  </a:cubicBezTo>
                  <a:lnTo>
                    <a:pt x="4602" y="1245"/>
                  </a:lnTo>
                  <a:lnTo>
                    <a:pt x="460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4" name="Google Shape;5592;p66">
              <a:extLst>
                <a:ext uri="{FF2B5EF4-FFF2-40B4-BE49-F238E27FC236}">
                  <a16:creationId xmlns:a16="http://schemas.microsoft.com/office/drawing/2014/main" id="{F2EFA2C3-1E86-6281-1118-553D6EA4526D}"/>
                </a:ext>
              </a:extLst>
            </p:cNvPr>
            <p:cNvSpPr/>
            <p:nvPr/>
          </p:nvSpPr>
          <p:spPr>
            <a:xfrm>
              <a:off x="7105825" y="2412800"/>
              <a:ext cx="92200" cy="75700"/>
            </a:xfrm>
            <a:custGeom>
              <a:avLst/>
              <a:gdLst/>
              <a:ahLst/>
              <a:cxnLst/>
              <a:rect l="l" t="t" r="r" b="b"/>
              <a:pathLst>
                <a:path w="3688" h="3028" extrusionOk="0">
                  <a:moveTo>
                    <a:pt x="1783" y="1"/>
                  </a:moveTo>
                  <a:cubicBezTo>
                    <a:pt x="813" y="1"/>
                    <a:pt x="1" y="819"/>
                    <a:pt x="1" y="1807"/>
                  </a:cubicBezTo>
                  <a:lnTo>
                    <a:pt x="1" y="3028"/>
                  </a:lnTo>
                  <a:lnTo>
                    <a:pt x="459" y="3028"/>
                  </a:lnTo>
                  <a:cubicBezTo>
                    <a:pt x="562" y="3028"/>
                    <a:pt x="636" y="2955"/>
                    <a:pt x="636" y="2851"/>
                  </a:cubicBezTo>
                  <a:lnTo>
                    <a:pt x="636" y="1783"/>
                  </a:lnTo>
                  <a:cubicBezTo>
                    <a:pt x="636" y="1148"/>
                    <a:pt x="1142" y="635"/>
                    <a:pt x="1783" y="635"/>
                  </a:cubicBezTo>
                  <a:lnTo>
                    <a:pt x="3687" y="635"/>
                  </a:lnTo>
                  <a:lnTo>
                    <a:pt x="368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5" name="Google Shape;5593;p66">
              <a:extLst>
                <a:ext uri="{FF2B5EF4-FFF2-40B4-BE49-F238E27FC236}">
                  <a16:creationId xmlns:a16="http://schemas.microsoft.com/office/drawing/2014/main" id="{B83B89AE-2531-C7E4-D2A1-E00DA5F606C4}"/>
                </a:ext>
              </a:extLst>
            </p:cNvPr>
            <p:cNvSpPr/>
            <p:nvPr/>
          </p:nvSpPr>
          <p:spPr>
            <a:xfrm>
              <a:off x="7189750" y="2343525"/>
              <a:ext cx="98600" cy="111275"/>
            </a:xfrm>
            <a:custGeom>
              <a:avLst/>
              <a:gdLst/>
              <a:ahLst/>
              <a:cxnLst/>
              <a:rect l="l" t="t" r="r" b="b"/>
              <a:pathLst>
                <a:path w="3944" h="4451" extrusionOk="0">
                  <a:moveTo>
                    <a:pt x="1044" y="1"/>
                  </a:moveTo>
                  <a:cubicBezTo>
                    <a:pt x="458" y="1"/>
                    <a:pt x="1" y="459"/>
                    <a:pt x="1" y="1020"/>
                  </a:cubicBezTo>
                  <a:lnTo>
                    <a:pt x="1" y="3437"/>
                  </a:lnTo>
                  <a:cubicBezTo>
                    <a:pt x="1" y="3992"/>
                    <a:pt x="458" y="4450"/>
                    <a:pt x="1044" y="4450"/>
                  </a:cubicBezTo>
                  <a:lnTo>
                    <a:pt x="2924" y="4450"/>
                  </a:lnTo>
                  <a:cubicBezTo>
                    <a:pt x="3486" y="4450"/>
                    <a:pt x="3943" y="3992"/>
                    <a:pt x="3943" y="3437"/>
                  </a:cubicBezTo>
                  <a:lnTo>
                    <a:pt x="3943" y="1020"/>
                  </a:lnTo>
                  <a:cubicBezTo>
                    <a:pt x="3943" y="459"/>
                    <a:pt x="3486" y="1"/>
                    <a:pt x="292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6" name="Google Shape;5594;p66">
              <a:extLst>
                <a:ext uri="{FF2B5EF4-FFF2-40B4-BE49-F238E27FC236}">
                  <a16:creationId xmlns:a16="http://schemas.microsoft.com/office/drawing/2014/main" id="{E669A2C5-30C1-24C1-BD33-20EB91893BBA}"/>
                </a:ext>
              </a:extLst>
            </p:cNvPr>
            <p:cNvSpPr/>
            <p:nvPr/>
          </p:nvSpPr>
          <p:spPr>
            <a:xfrm>
              <a:off x="7189750" y="2426225"/>
              <a:ext cx="98600" cy="41375"/>
            </a:xfrm>
            <a:custGeom>
              <a:avLst/>
              <a:gdLst/>
              <a:ahLst/>
              <a:cxnLst/>
              <a:rect l="l" t="t" r="r" b="b"/>
              <a:pathLst>
                <a:path w="3944" h="1655" extrusionOk="0">
                  <a:moveTo>
                    <a:pt x="1" y="1"/>
                  </a:moveTo>
                  <a:lnTo>
                    <a:pt x="1" y="635"/>
                  </a:lnTo>
                  <a:cubicBezTo>
                    <a:pt x="1" y="1197"/>
                    <a:pt x="458" y="1655"/>
                    <a:pt x="1044" y="1655"/>
                  </a:cubicBezTo>
                  <a:lnTo>
                    <a:pt x="2924" y="1655"/>
                  </a:lnTo>
                  <a:cubicBezTo>
                    <a:pt x="3486" y="1655"/>
                    <a:pt x="3943" y="1197"/>
                    <a:pt x="3943" y="635"/>
                  </a:cubicBezTo>
                  <a:lnTo>
                    <a:pt x="3943" y="1"/>
                  </a:lnTo>
                  <a:cubicBezTo>
                    <a:pt x="3943" y="556"/>
                    <a:pt x="3486" y="1014"/>
                    <a:pt x="2924" y="1014"/>
                  </a:cubicBezTo>
                  <a:lnTo>
                    <a:pt x="1044" y="1014"/>
                  </a:lnTo>
                  <a:cubicBezTo>
                    <a:pt x="458" y="1014"/>
                    <a:pt x="1" y="556"/>
                    <a:pt x="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7" name="Google Shape;5595;p66">
              <a:extLst>
                <a:ext uri="{FF2B5EF4-FFF2-40B4-BE49-F238E27FC236}">
                  <a16:creationId xmlns:a16="http://schemas.microsoft.com/office/drawing/2014/main" id="{7053A908-0B34-428E-EEEA-237DA45D2F01}"/>
                </a:ext>
              </a:extLst>
            </p:cNvPr>
            <p:cNvSpPr/>
            <p:nvPr/>
          </p:nvSpPr>
          <p:spPr>
            <a:xfrm>
              <a:off x="7178925" y="2269825"/>
              <a:ext cx="121475" cy="27350"/>
            </a:xfrm>
            <a:custGeom>
              <a:avLst/>
              <a:gdLst/>
              <a:ahLst/>
              <a:cxnLst/>
              <a:rect l="l" t="t" r="r" b="b"/>
              <a:pathLst>
                <a:path w="4859" h="1094" extrusionOk="0">
                  <a:moveTo>
                    <a:pt x="611" y="1"/>
                  </a:moveTo>
                  <a:cubicBezTo>
                    <a:pt x="330" y="1"/>
                    <a:pt x="104" y="153"/>
                    <a:pt x="0" y="379"/>
                  </a:cubicBezTo>
                  <a:cubicBezTo>
                    <a:pt x="0" y="379"/>
                    <a:pt x="0" y="1093"/>
                    <a:pt x="611" y="1093"/>
                  </a:cubicBezTo>
                  <a:lnTo>
                    <a:pt x="4224" y="1093"/>
                  </a:lnTo>
                  <a:cubicBezTo>
                    <a:pt x="4859" y="1093"/>
                    <a:pt x="4834" y="379"/>
                    <a:pt x="4834" y="379"/>
                  </a:cubicBezTo>
                  <a:cubicBezTo>
                    <a:pt x="4730" y="153"/>
                    <a:pt x="4505" y="1"/>
                    <a:pt x="422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8" name="Google Shape;5596;p66">
              <a:extLst>
                <a:ext uri="{FF2B5EF4-FFF2-40B4-BE49-F238E27FC236}">
                  <a16:creationId xmlns:a16="http://schemas.microsoft.com/office/drawing/2014/main" id="{D7A2175B-939E-2689-F527-5017768EC28F}"/>
                </a:ext>
              </a:extLst>
            </p:cNvPr>
            <p:cNvSpPr/>
            <p:nvPr/>
          </p:nvSpPr>
          <p:spPr>
            <a:xfrm>
              <a:off x="7177100" y="2279300"/>
              <a:ext cx="124525" cy="25500"/>
            </a:xfrm>
            <a:custGeom>
              <a:avLst/>
              <a:gdLst/>
              <a:ahLst/>
              <a:cxnLst/>
              <a:rect l="l" t="t" r="r" b="b"/>
              <a:pathLst>
                <a:path w="4981" h="1020" extrusionOk="0">
                  <a:moveTo>
                    <a:pt x="73" y="0"/>
                  </a:moveTo>
                  <a:cubicBezTo>
                    <a:pt x="24" y="104"/>
                    <a:pt x="0" y="208"/>
                    <a:pt x="0" y="330"/>
                  </a:cubicBezTo>
                  <a:cubicBezTo>
                    <a:pt x="0" y="714"/>
                    <a:pt x="305" y="1020"/>
                    <a:pt x="684" y="1020"/>
                  </a:cubicBezTo>
                  <a:lnTo>
                    <a:pt x="4297" y="1020"/>
                  </a:lnTo>
                  <a:cubicBezTo>
                    <a:pt x="4675" y="1020"/>
                    <a:pt x="4980" y="714"/>
                    <a:pt x="4980" y="330"/>
                  </a:cubicBezTo>
                  <a:cubicBezTo>
                    <a:pt x="4980" y="208"/>
                    <a:pt x="4956" y="104"/>
                    <a:pt x="4907" y="0"/>
                  </a:cubicBezTo>
                  <a:cubicBezTo>
                    <a:pt x="4803" y="232"/>
                    <a:pt x="4578" y="385"/>
                    <a:pt x="4297" y="385"/>
                  </a:cubicBezTo>
                  <a:lnTo>
                    <a:pt x="684" y="385"/>
                  </a:lnTo>
                  <a:cubicBezTo>
                    <a:pt x="403" y="385"/>
                    <a:pt x="177" y="232"/>
                    <a:pt x="7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9" name="Google Shape;5597;p66">
              <a:extLst>
                <a:ext uri="{FF2B5EF4-FFF2-40B4-BE49-F238E27FC236}">
                  <a16:creationId xmlns:a16="http://schemas.microsoft.com/office/drawing/2014/main" id="{731D4A07-0D93-5511-2267-199DB767DBCA}"/>
                </a:ext>
              </a:extLst>
            </p:cNvPr>
            <p:cNvSpPr/>
            <p:nvPr/>
          </p:nvSpPr>
          <p:spPr>
            <a:xfrm>
              <a:off x="7029850" y="2521900"/>
              <a:ext cx="141475" cy="177025"/>
            </a:xfrm>
            <a:custGeom>
              <a:avLst/>
              <a:gdLst/>
              <a:ahLst/>
              <a:cxnLst/>
              <a:rect l="l" t="t" r="r" b="b"/>
              <a:pathLst>
                <a:path w="5659" h="7081" extrusionOk="0">
                  <a:moveTo>
                    <a:pt x="2814" y="1"/>
                  </a:moveTo>
                  <a:cubicBezTo>
                    <a:pt x="2773" y="1"/>
                    <a:pt x="2735" y="13"/>
                    <a:pt x="2710" y="37"/>
                  </a:cubicBezTo>
                  <a:cubicBezTo>
                    <a:pt x="1740" y="928"/>
                    <a:pt x="190" y="2558"/>
                    <a:pt x="13" y="4236"/>
                  </a:cubicBezTo>
                  <a:lnTo>
                    <a:pt x="13" y="4261"/>
                  </a:lnTo>
                  <a:cubicBezTo>
                    <a:pt x="13" y="4260"/>
                    <a:pt x="13" y="4260"/>
                    <a:pt x="13" y="4260"/>
                  </a:cubicBezTo>
                  <a:lnTo>
                    <a:pt x="13" y="4260"/>
                  </a:lnTo>
                  <a:cubicBezTo>
                    <a:pt x="12" y="4261"/>
                    <a:pt x="0" y="7080"/>
                    <a:pt x="2808" y="7080"/>
                  </a:cubicBezTo>
                  <a:cubicBezTo>
                    <a:pt x="5658" y="7080"/>
                    <a:pt x="5634" y="4261"/>
                    <a:pt x="5634" y="4261"/>
                  </a:cubicBezTo>
                  <a:lnTo>
                    <a:pt x="5634" y="4236"/>
                  </a:lnTo>
                  <a:cubicBezTo>
                    <a:pt x="5432" y="2558"/>
                    <a:pt x="3876" y="928"/>
                    <a:pt x="2936" y="37"/>
                  </a:cubicBezTo>
                  <a:cubicBezTo>
                    <a:pt x="2899" y="13"/>
                    <a:pt x="2855" y="1"/>
                    <a:pt x="281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0" name="Google Shape;5598;p66">
              <a:extLst>
                <a:ext uri="{FF2B5EF4-FFF2-40B4-BE49-F238E27FC236}">
                  <a16:creationId xmlns:a16="http://schemas.microsoft.com/office/drawing/2014/main" id="{B8B4DE43-C556-4BF4-F250-C2556C1BA5A0}"/>
                </a:ext>
              </a:extLst>
            </p:cNvPr>
            <p:cNvSpPr/>
            <p:nvPr/>
          </p:nvSpPr>
          <p:spPr>
            <a:xfrm>
              <a:off x="7029550" y="2627800"/>
              <a:ext cx="141775" cy="79350"/>
            </a:xfrm>
            <a:custGeom>
              <a:avLst/>
              <a:gdLst/>
              <a:ahLst/>
              <a:cxnLst/>
              <a:rect l="l" t="t" r="r" b="b"/>
              <a:pathLst>
                <a:path w="5671" h="3174" extrusionOk="0">
                  <a:moveTo>
                    <a:pt x="25" y="0"/>
                  </a:moveTo>
                  <a:cubicBezTo>
                    <a:pt x="0" y="202"/>
                    <a:pt x="0" y="427"/>
                    <a:pt x="25" y="659"/>
                  </a:cubicBezTo>
                  <a:cubicBezTo>
                    <a:pt x="177" y="1929"/>
                    <a:pt x="1093" y="3174"/>
                    <a:pt x="2820" y="3174"/>
                  </a:cubicBezTo>
                  <a:cubicBezTo>
                    <a:pt x="4578" y="3174"/>
                    <a:pt x="5469" y="1929"/>
                    <a:pt x="5646" y="659"/>
                  </a:cubicBezTo>
                  <a:cubicBezTo>
                    <a:pt x="5670" y="427"/>
                    <a:pt x="5670" y="202"/>
                    <a:pt x="5646" y="0"/>
                  </a:cubicBezTo>
                  <a:lnTo>
                    <a:pt x="5646" y="25"/>
                  </a:lnTo>
                  <a:cubicBezTo>
                    <a:pt x="5469" y="1294"/>
                    <a:pt x="4578" y="2539"/>
                    <a:pt x="2820" y="2539"/>
                  </a:cubicBezTo>
                  <a:cubicBezTo>
                    <a:pt x="1093" y="2539"/>
                    <a:pt x="202" y="1294"/>
                    <a:pt x="25" y="25"/>
                  </a:cubicBezTo>
                  <a:lnTo>
                    <a:pt x="2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83" name="Google Shape;4968;p66">
            <a:extLst>
              <a:ext uri="{FF2B5EF4-FFF2-40B4-BE49-F238E27FC236}">
                <a16:creationId xmlns:a16="http://schemas.microsoft.com/office/drawing/2014/main" id="{1326F7F5-4B17-9A01-BBD4-1A77A2BE11F9}"/>
              </a:ext>
            </a:extLst>
          </p:cNvPr>
          <p:cNvGrpSpPr/>
          <p:nvPr/>
        </p:nvGrpSpPr>
        <p:grpSpPr>
          <a:xfrm>
            <a:off x="3905172" y="5241659"/>
            <a:ext cx="440525" cy="436825"/>
            <a:chOff x="3996975" y="5193650"/>
            <a:chExt cx="440525" cy="436825"/>
          </a:xfrm>
        </p:grpSpPr>
        <p:sp>
          <p:nvSpPr>
            <p:cNvPr id="4484" name="Google Shape;4969;p66">
              <a:extLst>
                <a:ext uri="{FF2B5EF4-FFF2-40B4-BE49-F238E27FC236}">
                  <a16:creationId xmlns:a16="http://schemas.microsoft.com/office/drawing/2014/main" id="{490F9B2E-9279-89D4-98AA-8D6AC59C0B6C}"/>
                </a:ext>
              </a:extLst>
            </p:cNvPr>
            <p:cNvSpPr/>
            <p:nvPr/>
          </p:nvSpPr>
          <p:spPr>
            <a:xfrm>
              <a:off x="4211200" y="5250200"/>
              <a:ext cx="12675" cy="75725"/>
            </a:xfrm>
            <a:custGeom>
              <a:avLst/>
              <a:gdLst/>
              <a:ahLst/>
              <a:cxnLst/>
              <a:rect l="l" t="t" r="r" b="b"/>
              <a:pathLst>
                <a:path w="507" h="3029" extrusionOk="0">
                  <a:moveTo>
                    <a:pt x="257" y="1"/>
                  </a:moveTo>
                  <a:cubicBezTo>
                    <a:pt x="104" y="1"/>
                    <a:pt x="0" y="129"/>
                    <a:pt x="0" y="282"/>
                  </a:cubicBezTo>
                  <a:lnTo>
                    <a:pt x="0" y="2772"/>
                  </a:lnTo>
                  <a:cubicBezTo>
                    <a:pt x="0" y="2900"/>
                    <a:pt x="104" y="3028"/>
                    <a:pt x="257" y="3028"/>
                  </a:cubicBezTo>
                  <a:cubicBezTo>
                    <a:pt x="409" y="3028"/>
                    <a:pt x="507" y="2900"/>
                    <a:pt x="507" y="2772"/>
                  </a:cubicBezTo>
                  <a:lnTo>
                    <a:pt x="507" y="282"/>
                  </a:lnTo>
                  <a:cubicBezTo>
                    <a:pt x="507" y="129"/>
                    <a:pt x="409" y="1"/>
                    <a:pt x="25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5" name="Google Shape;4970;p66">
              <a:extLst>
                <a:ext uri="{FF2B5EF4-FFF2-40B4-BE49-F238E27FC236}">
                  <a16:creationId xmlns:a16="http://schemas.microsoft.com/office/drawing/2014/main" id="{319942B2-B55D-8487-81CC-3F3266A0072C}"/>
                </a:ext>
              </a:extLst>
            </p:cNvPr>
            <p:cNvSpPr/>
            <p:nvPr/>
          </p:nvSpPr>
          <p:spPr>
            <a:xfrm>
              <a:off x="4134900" y="5193650"/>
              <a:ext cx="83025" cy="64375"/>
            </a:xfrm>
            <a:custGeom>
              <a:avLst/>
              <a:gdLst/>
              <a:ahLst/>
              <a:cxnLst/>
              <a:rect l="l" t="t" r="r" b="b"/>
              <a:pathLst>
                <a:path w="3321" h="2575" extrusionOk="0">
                  <a:moveTo>
                    <a:pt x="554" y="1"/>
                  </a:moveTo>
                  <a:cubicBezTo>
                    <a:pt x="283" y="1"/>
                    <a:pt x="104" y="23"/>
                    <a:pt x="104" y="23"/>
                  </a:cubicBezTo>
                  <a:cubicBezTo>
                    <a:pt x="104" y="23"/>
                    <a:pt x="104" y="54"/>
                    <a:pt x="80" y="102"/>
                  </a:cubicBezTo>
                  <a:cubicBezTo>
                    <a:pt x="80" y="102"/>
                    <a:pt x="1" y="1299"/>
                    <a:pt x="764" y="1982"/>
                  </a:cubicBezTo>
                  <a:cubicBezTo>
                    <a:pt x="1233" y="2413"/>
                    <a:pt x="1922" y="2575"/>
                    <a:pt x="2464" y="2575"/>
                  </a:cubicBezTo>
                  <a:cubicBezTo>
                    <a:pt x="2951" y="2575"/>
                    <a:pt x="3320" y="2445"/>
                    <a:pt x="3309" y="2263"/>
                  </a:cubicBezTo>
                  <a:cubicBezTo>
                    <a:pt x="3254" y="1781"/>
                    <a:pt x="3132" y="1091"/>
                    <a:pt x="2619" y="633"/>
                  </a:cubicBezTo>
                  <a:cubicBezTo>
                    <a:pt x="2023" y="91"/>
                    <a:pt x="1101" y="1"/>
                    <a:pt x="55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6" name="Google Shape;4971;p66">
              <a:extLst>
                <a:ext uri="{FF2B5EF4-FFF2-40B4-BE49-F238E27FC236}">
                  <a16:creationId xmlns:a16="http://schemas.microsoft.com/office/drawing/2014/main" id="{EC4B1CB8-D2B3-680F-FEDC-27BBCC612445}"/>
                </a:ext>
              </a:extLst>
            </p:cNvPr>
            <p:cNvSpPr/>
            <p:nvPr/>
          </p:nvSpPr>
          <p:spPr>
            <a:xfrm>
              <a:off x="4217325" y="5193650"/>
              <a:ext cx="82850" cy="64375"/>
            </a:xfrm>
            <a:custGeom>
              <a:avLst/>
              <a:gdLst/>
              <a:ahLst/>
              <a:cxnLst/>
              <a:rect l="l" t="t" r="r" b="b"/>
              <a:pathLst>
                <a:path w="3314" h="2575" extrusionOk="0">
                  <a:moveTo>
                    <a:pt x="2765" y="1"/>
                  </a:moveTo>
                  <a:cubicBezTo>
                    <a:pt x="2216" y="1"/>
                    <a:pt x="1291" y="91"/>
                    <a:pt x="695" y="633"/>
                  </a:cubicBezTo>
                  <a:cubicBezTo>
                    <a:pt x="189" y="1091"/>
                    <a:pt x="60" y="1781"/>
                    <a:pt x="12" y="2263"/>
                  </a:cubicBezTo>
                  <a:cubicBezTo>
                    <a:pt x="0" y="2445"/>
                    <a:pt x="369" y="2575"/>
                    <a:pt x="855" y="2575"/>
                  </a:cubicBezTo>
                  <a:cubicBezTo>
                    <a:pt x="1397" y="2575"/>
                    <a:pt x="2084" y="2413"/>
                    <a:pt x="2551" y="1982"/>
                  </a:cubicBezTo>
                  <a:cubicBezTo>
                    <a:pt x="3314" y="1299"/>
                    <a:pt x="3240" y="102"/>
                    <a:pt x="3240" y="102"/>
                  </a:cubicBezTo>
                  <a:cubicBezTo>
                    <a:pt x="3216" y="54"/>
                    <a:pt x="3216" y="23"/>
                    <a:pt x="3216" y="23"/>
                  </a:cubicBezTo>
                  <a:cubicBezTo>
                    <a:pt x="3216" y="23"/>
                    <a:pt x="3037" y="1"/>
                    <a:pt x="276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7" name="Google Shape;4972;p66">
              <a:extLst>
                <a:ext uri="{FF2B5EF4-FFF2-40B4-BE49-F238E27FC236}">
                  <a16:creationId xmlns:a16="http://schemas.microsoft.com/office/drawing/2014/main" id="{5C3037B3-BA8C-740F-892A-84E78690A463}"/>
                </a:ext>
              </a:extLst>
            </p:cNvPr>
            <p:cNvSpPr/>
            <p:nvPr/>
          </p:nvSpPr>
          <p:spPr>
            <a:xfrm>
              <a:off x="4134900" y="5196200"/>
              <a:ext cx="83350" cy="70500"/>
            </a:xfrm>
            <a:custGeom>
              <a:avLst/>
              <a:gdLst/>
              <a:ahLst/>
              <a:cxnLst/>
              <a:rect l="l" t="t" r="r" b="b"/>
              <a:pathLst>
                <a:path w="3334" h="2820" extrusionOk="0">
                  <a:moveTo>
                    <a:pt x="80" y="0"/>
                  </a:moveTo>
                  <a:lnTo>
                    <a:pt x="80" y="0"/>
                  </a:lnTo>
                  <a:cubicBezTo>
                    <a:pt x="49" y="306"/>
                    <a:pt x="1" y="1502"/>
                    <a:pt x="764" y="2185"/>
                  </a:cubicBezTo>
                  <a:cubicBezTo>
                    <a:pt x="1355" y="2728"/>
                    <a:pt x="2271" y="2819"/>
                    <a:pt x="2821" y="2819"/>
                  </a:cubicBezTo>
                  <a:cubicBezTo>
                    <a:pt x="3100" y="2819"/>
                    <a:pt x="3284" y="2796"/>
                    <a:pt x="3284" y="2796"/>
                  </a:cubicBezTo>
                  <a:cubicBezTo>
                    <a:pt x="3284" y="2796"/>
                    <a:pt x="3333" y="2545"/>
                    <a:pt x="3309" y="2161"/>
                  </a:cubicBezTo>
                  <a:lnTo>
                    <a:pt x="3309" y="2161"/>
                  </a:lnTo>
                  <a:cubicBezTo>
                    <a:pt x="3309" y="2161"/>
                    <a:pt x="3127" y="2183"/>
                    <a:pt x="2851" y="2183"/>
                  </a:cubicBezTo>
                  <a:cubicBezTo>
                    <a:pt x="2295" y="2183"/>
                    <a:pt x="1359" y="2093"/>
                    <a:pt x="764" y="1551"/>
                  </a:cubicBezTo>
                  <a:cubicBezTo>
                    <a:pt x="281" y="1117"/>
                    <a:pt x="129" y="483"/>
                    <a:pt x="8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8" name="Google Shape;4973;p66">
              <a:extLst>
                <a:ext uri="{FF2B5EF4-FFF2-40B4-BE49-F238E27FC236}">
                  <a16:creationId xmlns:a16="http://schemas.microsoft.com/office/drawing/2014/main" id="{B88E8D22-FEA1-50D6-ECEE-526D7A267F40}"/>
                </a:ext>
              </a:extLst>
            </p:cNvPr>
            <p:cNvSpPr/>
            <p:nvPr/>
          </p:nvSpPr>
          <p:spPr>
            <a:xfrm>
              <a:off x="4217000" y="5196200"/>
              <a:ext cx="83175" cy="70500"/>
            </a:xfrm>
            <a:custGeom>
              <a:avLst/>
              <a:gdLst/>
              <a:ahLst/>
              <a:cxnLst/>
              <a:rect l="l" t="t" r="r" b="b"/>
              <a:pathLst>
                <a:path w="3327" h="2820" extrusionOk="0">
                  <a:moveTo>
                    <a:pt x="3253" y="0"/>
                  </a:moveTo>
                  <a:cubicBezTo>
                    <a:pt x="3204" y="483"/>
                    <a:pt x="3052" y="1117"/>
                    <a:pt x="2564" y="1551"/>
                  </a:cubicBezTo>
                  <a:cubicBezTo>
                    <a:pt x="1972" y="2093"/>
                    <a:pt x="1037" y="2183"/>
                    <a:pt x="482" y="2183"/>
                  </a:cubicBezTo>
                  <a:cubicBezTo>
                    <a:pt x="207" y="2183"/>
                    <a:pt x="25" y="2161"/>
                    <a:pt x="25" y="2161"/>
                  </a:cubicBezTo>
                  <a:lnTo>
                    <a:pt x="25" y="2161"/>
                  </a:lnTo>
                  <a:cubicBezTo>
                    <a:pt x="0" y="2545"/>
                    <a:pt x="49" y="2796"/>
                    <a:pt x="49" y="2796"/>
                  </a:cubicBezTo>
                  <a:cubicBezTo>
                    <a:pt x="49" y="2796"/>
                    <a:pt x="234" y="2819"/>
                    <a:pt x="512" y="2819"/>
                  </a:cubicBezTo>
                  <a:cubicBezTo>
                    <a:pt x="1062" y="2819"/>
                    <a:pt x="1977" y="2728"/>
                    <a:pt x="2564" y="2185"/>
                  </a:cubicBezTo>
                  <a:cubicBezTo>
                    <a:pt x="3327" y="1502"/>
                    <a:pt x="3278" y="306"/>
                    <a:pt x="325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9" name="Google Shape;4974;p66">
              <a:extLst>
                <a:ext uri="{FF2B5EF4-FFF2-40B4-BE49-F238E27FC236}">
                  <a16:creationId xmlns:a16="http://schemas.microsoft.com/office/drawing/2014/main" id="{EC71D9E3-8E2F-71A2-184D-9589DB9BA966}"/>
                </a:ext>
              </a:extLst>
            </p:cNvPr>
            <p:cNvSpPr/>
            <p:nvPr/>
          </p:nvSpPr>
          <p:spPr>
            <a:xfrm>
              <a:off x="4302125" y="5364425"/>
              <a:ext cx="104250" cy="154050"/>
            </a:xfrm>
            <a:custGeom>
              <a:avLst/>
              <a:gdLst/>
              <a:ahLst/>
              <a:cxnLst/>
              <a:rect l="l" t="t" r="r" b="b"/>
              <a:pathLst>
                <a:path w="4170" h="6162" extrusionOk="0">
                  <a:moveTo>
                    <a:pt x="3727" y="0"/>
                  </a:moveTo>
                  <a:cubicBezTo>
                    <a:pt x="3528" y="0"/>
                    <a:pt x="3348" y="139"/>
                    <a:pt x="3278" y="315"/>
                  </a:cubicBezTo>
                  <a:lnTo>
                    <a:pt x="2949" y="1358"/>
                  </a:lnTo>
                  <a:lnTo>
                    <a:pt x="2668" y="797"/>
                  </a:lnTo>
                  <a:cubicBezTo>
                    <a:pt x="2668" y="797"/>
                    <a:pt x="2644" y="772"/>
                    <a:pt x="2619" y="772"/>
                  </a:cubicBezTo>
                  <a:cubicBezTo>
                    <a:pt x="2587" y="765"/>
                    <a:pt x="2555" y="762"/>
                    <a:pt x="2523" y="762"/>
                  </a:cubicBezTo>
                  <a:cubicBezTo>
                    <a:pt x="2330" y="762"/>
                    <a:pt x="2151" y="884"/>
                    <a:pt x="2088" y="1078"/>
                  </a:cubicBezTo>
                  <a:lnTo>
                    <a:pt x="1783" y="2017"/>
                  </a:lnTo>
                  <a:lnTo>
                    <a:pt x="1478" y="1431"/>
                  </a:lnTo>
                  <a:cubicBezTo>
                    <a:pt x="1447" y="1407"/>
                    <a:pt x="1423" y="1407"/>
                    <a:pt x="1399" y="1407"/>
                  </a:cubicBezTo>
                  <a:cubicBezTo>
                    <a:pt x="1380" y="1405"/>
                    <a:pt x="1362" y="1404"/>
                    <a:pt x="1343" y="1404"/>
                  </a:cubicBezTo>
                  <a:cubicBezTo>
                    <a:pt x="1136" y="1404"/>
                    <a:pt x="935" y="1529"/>
                    <a:pt x="868" y="1737"/>
                  </a:cubicBezTo>
                  <a:lnTo>
                    <a:pt x="1" y="4410"/>
                  </a:lnTo>
                  <a:lnTo>
                    <a:pt x="562" y="6162"/>
                  </a:lnTo>
                  <a:lnTo>
                    <a:pt x="3028" y="4257"/>
                  </a:lnTo>
                  <a:lnTo>
                    <a:pt x="4072" y="1969"/>
                  </a:lnTo>
                  <a:lnTo>
                    <a:pt x="4169" y="595"/>
                  </a:lnTo>
                  <a:lnTo>
                    <a:pt x="3919" y="34"/>
                  </a:lnTo>
                  <a:cubicBezTo>
                    <a:pt x="3889" y="34"/>
                    <a:pt x="3840" y="9"/>
                    <a:pt x="3815" y="9"/>
                  </a:cubicBezTo>
                  <a:cubicBezTo>
                    <a:pt x="3786" y="3"/>
                    <a:pt x="3756" y="0"/>
                    <a:pt x="3727" y="0"/>
                  </a:cubicBezTo>
                  <a:close/>
                </a:path>
              </a:pathLst>
            </a:custGeom>
            <a:solidFill>
              <a:srgbClr val="F4B1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0" name="Google Shape;4975;p66">
              <a:extLst>
                <a:ext uri="{FF2B5EF4-FFF2-40B4-BE49-F238E27FC236}">
                  <a16:creationId xmlns:a16="http://schemas.microsoft.com/office/drawing/2014/main" id="{F52DAE4B-1D27-96DC-F963-C8CBE725DE2E}"/>
                </a:ext>
              </a:extLst>
            </p:cNvPr>
            <p:cNvSpPr/>
            <p:nvPr/>
          </p:nvSpPr>
          <p:spPr>
            <a:xfrm>
              <a:off x="4355550" y="5384325"/>
              <a:ext cx="22300" cy="46425"/>
            </a:xfrm>
            <a:custGeom>
              <a:avLst/>
              <a:gdLst/>
              <a:ahLst/>
              <a:cxnLst/>
              <a:rect l="l" t="t" r="r" b="b"/>
              <a:pathLst>
                <a:path w="892" h="1857" extrusionOk="0">
                  <a:moveTo>
                    <a:pt x="531" y="1"/>
                  </a:moveTo>
                  <a:lnTo>
                    <a:pt x="0" y="1704"/>
                  </a:lnTo>
                  <a:lnTo>
                    <a:pt x="409" y="1856"/>
                  </a:lnTo>
                  <a:lnTo>
                    <a:pt x="812" y="562"/>
                  </a:lnTo>
                  <a:cubicBezTo>
                    <a:pt x="891" y="330"/>
                    <a:pt x="763" y="80"/>
                    <a:pt x="531" y="1"/>
                  </a:cubicBezTo>
                  <a:close/>
                </a:path>
              </a:pathLst>
            </a:custGeom>
            <a:solidFill>
              <a:srgbClr val="EAA6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1" name="Google Shape;4976;p66">
              <a:extLst>
                <a:ext uri="{FF2B5EF4-FFF2-40B4-BE49-F238E27FC236}">
                  <a16:creationId xmlns:a16="http://schemas.microsoft.com/office/drawing/2014/main" id="{88FC89EF-CC20-9A8E-E077-2CE19BDA2356}"/>
                </a:ext>
              </a:extLst>
            </p:cNvPr>
            <p:cNvSpPr/>
            <p:nvPr/>
          </p:nvSpPr>
          <p:spPr>
            <a:xfrm>
              <a:off x="4321825" y="5400200"/>
              <a:ext cx="26725" cy="55400"/>
            </a:xfrm>
            <a:custGeom>
              <a:avLst/>
              <a:gdLst/>
              <a:ahLst/>
              <a:cxnLst/>
              <a:rect l="l" t="t" r="r" b="b"/>
              <a:pathLst>
                <a:path w="1069" h="2216" extrusionOk="0">
                  <a:moveTo>
                    <a:pt x="690" y="0"/>
                  </a:moveTo>
                  <a:lnTo>
                    <a:pt x="0" y="2216"/>
                  </a:lnTo>
                  <a:lnTo>
                    <a:pt x="409" y="2112"/>
                  </a:lnTo>
                  <a:lnTo>
                    <a:pt x="714" y="1526"/>
                  </a:lnTo>
                  <a:lnTo>
                    <a:pt x="995" y="586"/>
                  </a:lnTo>
                  <a:cubicBezTo>
                    <a:pt x="1068" y="336"/>
                    <a:pt x="940" y="80"/>
                    <a:pt x="690" y="0"/>
                  </a:cubicBezTo>
                  <a:close/>
                </a:path>
              </a:pathLst>
            </a:custGeom>
            <a:solidFill>
              <a:srgbClr val="EAA6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2" name="Google Shape;4977;p66">
              <a:extLst>
                <a:ext uri="{FF2B5EF4-FFF2-40B4-BE49-F238E27FC236}">
                  <a16:creationId xmlns:a16="http://schemas.microsoft.com/office/drawing/2014/main" id="{6416602A-A630-87D1-108E-693A0021BD98}"/>
                </a:ext>
              </a:extLst>
            </p:cNvPr>
            <p:cNvSpPr/>
            <p:nvPr/>
          </p:nvSpPr>
          <p:spPr>
            <a:xfrm>
              <a:off x="4368800" y="5365250"/>
              <a:ext cx="38950" cy="100575"/>
            </a:xfrm>
            <a:custGeom>
              <a:avLst/>
              <a:gdLst/>
              <a:ahLst/>
              <a:cxnLst/>
              <a:rect l="l" t="t" r="r" b="b"/>
              <a:pathLst>
                <a:path w="1558" h="4023" extrusionOk="0">
                  <a:moveTo>
                    <a:pt x="1252" y="1"/>
                  </a:moveTo>
                  <a:lnTo>
                    <a:pt x="1" y="4023"/>
                  </a:lnTo>
                  <a:lnTo>
                    <a:pt x="1069" y="2875"/>
                  </a:lnTo>
                  <a:lnTo>
                    <a:pt x="1502" y="562"/>
                  </a:lnTo>
                  <a:cubicBezTo>
                    <a:pt x="1557" y="330"/>
                    <a:pt x="1454" y="105"/>
                    <a:pt x="1252" y="1"/>
                  </a:cubicBezTo>
                  <a:close/>
                </a:path>
              </a:pathLst>
            </a:custGeom>
            <a:solidFill>
              <a:srgbClr val="EAA6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3" name="Google Shape;4978;p66">
              <a:extLst>
                <a:ext uri="{FF2B5EF4-FFF2-40B4-BE49-F238E27FC236}">
                  <a16:creationId xmlns:a16="http://schemas.microsoft.com/office/drawing/2014/main" id="{1AE55ECE-E8D6-EF11-4EE8-BE4F26A2F2D5}"/>
                </a:ext>
              </a:extLst>
            </p:cNvPr>
            <p:cNvSpPr/>
            <p:nvPr/>
          </p:nvSpPr>
          <p:spPr>
            <a:xfrm>
              <a:off x="4240500" y="5358250"/>
              <a:ext cx="189375" cy="272225"/>
            </a:xfrm>
            <a:custGeom>
              <a:avLst/>
              <a:gdLst/>
              <a:ahLst/>
              <a:cxnLst/>
              <a:rect l="l" t="t" r="r" b="b"/>
              <a:pathLst>
                <a:path w="7575" h="10889" extrusionOk="0">
                  <a:moveTo>
                    <a:pt x="7196" y="0"/>
                  </a:moveTo>
                  <a:cubicBezTo>
                    <a:pt x="7019" y="31"/>
                    <a:pt x="6842" y="153"/>
                    <a:pt x="6787" y="360"/>
                  </a:cubicBezTo>
                  <a:lnTo>
                    <a:pt x="6232" y="2216"/>
                  </a:lnTo>
                  <a:cubicBezTo>
                    <a:pt x="5871" y="3436"/>
                    <a:pt x="5133" y="4504"/>
                    <a:pt x="4120" y="5267"/>
                  </a:cubicBezTo>
                  <a:lnTo>
                    <a:pt x="3027" y="6103"/>
                  </a:lnTo>
                  <a:lnTo>
                    <a:pt x="5035" y="3589"/>
                  </a:lnTo>
                  <a:cubicBezTo>
                    <a:pt x="5188" y="3387"/>
                    <a:pt x="5188" y="3107"/>
                    <a:pt x="5011" y="2899"/>
                  </a:cubicBezTo>
                  <a:cubicBezTo>
                    <a:pt x="4907" y="2798"/>
                    <a:pt x="4773" y="2748"/>
                    <a:pt x="4639" y="2748"/>
                  </a:cubicBezTo>
                  <a:cubicBezTo>
                    <a:pt x="4506" y="2748"/>
                    <a:pt x="4373" y="2798"/>
                    <a:pt x="4272" y="2899"/>
                  </a:cubicBezTo>
                  <a:lnTo>
                    <a:pt x="2466" y="4657"/>
                  </a:lnTo>
                  <a:cubicBezTo>
                    <a:pt x="2466" y="4657"/>
                    <a:pt x="1471" y="5011"/>
                    <a:pt x="787" y="5981"/>
                  </a:cubicBezTo>
                  <a:cubicBezTo>
                    <a:pt x="128" y="6946"/>
                    <a:pt x="0" y="8166"/>
                    <a:pt x="0" y="8166"/>
                  </a:cubicBezTo>
                  <a:lnTo>
                    <a:pt x="0" y="10711"/>
                  </a:lnTo>
                  <a:cubicBezTo>
                    <a:pt x="0" y="10809"/>
                    <a:pt x="73" y="10888"/>
                    <a:pt x="177" y="10888"/>
                  </a:cubicBezTo>
                  <a:lnTo>
                    <a:pt x="2387" y="10888"/>
                  </a:lnTo>
                  <a:lnTo>
                    <a:pt x="2722" y="10711"/>
                  </a:lnTo>
                  <a:lnTo>
                    <a:pt x="2722" y="8880"/>
                  </a:lnTo>
                  <a:lnTo>
                    <a:pt x="5060" y="6921"/>
                  </a:lnTo>
                  <a:cubicBezTo>
                    <a:pt x="6152" y="6030"/>
                    <a:pt x="7574" y="232"/>
                    <a:pt x="7574" y="232"/>
                  </a:cubicBezTo>
                  <a:lnTo>
                    <a:pt x="7196" y="0"/>
                  </a:lnTo>
                  <a:close/>
                </a:path>
              </a:pathLst>
            </a:custGeom>
            <a:solidFill>
              <a:srgbClr val="FFC8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4" name="Google Shape;4979;p66">
              <a:extLst>
                <a:ext uri="{FF2B5EF4-FFF2-40B4-BE49-F238E27FC236}">
                  <a16:creationId xmlns:a16="http://schemas.microsoft.com/office/drawing/2014/main" id="{1C7E5C2D-A09A-51B7-D400-A24F8BCA981D}"/>
                </a:ext>
              </a:extLst>
            </p:cNvPr>
            <p:cNvSpPr/>
            <p:nvPr/>
          </p:nvSpPr>
          <p:spPr>
            <a:xfrm>
              <a:off x="4300150" y="5357775"/>
              <a:ext cx="137350" cy="272700"/>
            </a:xfrm>
            <a:custGeom>
              <a:avLst/>
              <a:gdLst/>
              <a:ahLst/>
              <a:cxnLst/>
              <a:rect l="l" t="t" r="r" b="b"/>
              <a:pathLst>
                <a:path w="5494" h="10908" extrusionOk="0">
                  <a:moveTo>
                    <a:pt x="4936" y="1"/>
                  </a:moveTo>
                  <a:cubicBezTo>
                    <a:pt x="4891" y="1"/>
                    <a:pt x="4847" y="7"/>
                    <a:pt x="4810" y="19"/>
                  </a:cubicBezTo>
                  <a:cubicBezTo>
                    <a:pt x="4883" y="147"/>
                    <a:pt x="4938" y="300"/>
                    <a:pt x="4883" y="477"/>
                  </a:cubicBezTo>
                  <a:lnTo>
                    <a:pt x="4047" y="3174"/>
                  </a:lnTo>
                  <a:cubicBezTo>
                    <a:pt x="3614" y="4523"/>
                    <a:pt x="3235" y="6025"/>
                    <a:pt x="2137" y="6916"/>
                  </a:cubicBezTo>
                  <a:lnTo>
                    <a:pt x="80" y="8539"/>
                  </a:lnTo>
                  <a:cubicBezTo>
                    <a:pt x="31" y="8564"/>
                    <a:pt x="1" y="8619"/>
                    <a:pt x="1" y="8667"/>
                  </a:cubicBezTo>
                  <a:lnTo>
                    <a:pt x="1" y="10907"/>
                  </a:lnTo>
                  <a:lnTo>
                    <a:pt x="458" y="10907"/>
                  </a:lnTo>
                  <a:cubicBezTo>
                    <a:pt x="562" y="10907"/>
                    <a:pt x="641" y="10828"/>
                    <a:pt x="641" y="10730"/>
                  </a:cubicBezTo>
                  <a:lnTo>
                    <a:pt x="641" y="8899"/>
                  </a:lnTo>
                  <a:lnTo>
                    <a:pt x="2674" y="7245"/>
                  </a:lnTo>
                  <a:cubicBezTo>
                    <a:pt x="3766" y="6354"/>
                    <a:pt x="4175" y="4725"/>
                    <a:pt x="4578" y="3376"/>
                  </a:cubicBezTo>
                  <a:lnTo>
                    <a:pt x="5420" y="709"/>
                  </a:lnTo>
                  <a:cubicBezTo>
                    <a:pt x="5493" y="428"/>
                    <a:pt x="5341" y="123"/>
                    <a:pt x="5066" y="19"/>
                  </a:cubicBezTo>
                  <a:cubicBezTo>
                    <a:pt x="5027" y="7"/>
                    <a:pt x="4981" y="1"/>
                    <a:pt x="4936" y="1"/>
                  </a:cubicBezTo>
                  <a:close/>
                </a:path>
              </a:pathLst>
            </a:custGeom>
            <a:solidFill>
              <a:srgbClr val="F7BC9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5" name="Google Shape;4980;p66">
              <a:extLst>
                <a:ext uri="{FF2B5EF4-FFF2-40B4-BE49-F238E27FC236}">
                  <a16:creationId xmlns:a16="http://schemas.microsoft.com/office/drawing/2014/main" id="{E1F92BC4-60AA-6210-873B-BBB89CD68B72}"/>
                </a:ext>
              </a:extLst>
            </p:cNvPr>
            <p:cNvSpPr/>
            <p:nvPr/>
          </p:nvSpPr>
          <p:spPr>
            <a:xfrm>
              <a:off x="4026875" y="5364650"/>
              <a:ext cx="106225" cy="156425"/>
            </a:xfrm>
            <a:custGeom>
              <a:avLst/>
              <a:gdLst/>
              <a:ahLst/>
              <a:cxnLst/>
              <a:rect l="l" t="t" r="r" b="b"/>
              <a:pathLst>
                <a:path w="4249" h="6257" extrusionOk="0">
                  <a:moveTo>
                    <a:pt x="403" y="0"/>
                  </a:moveTo>
                  <a:cubicBezTo>
                    <a:pt x="153" y="80"/>
                    <a:pt x="1" y="330"/>
                    <a:pt x="74" y="586"/>
                  </a:cubicBezTo>
                  <a:lnTo>
                    <a:pt x="281" y="1911"/>
                  </a:lnTo>
                  <a:cubicBezTo>
                    <a:pt x="635" y="3131"/>
                    <a:pt x="1270" y="4248"/>
                    <a:pt x="2289" y="5011"/>
                  </a:cubicBezTo>
                  <a:lnTo>
                    <a:pt x="3760" y="6256"/>
                  </a:lnTo>
                  <a:lnTo>
                    <a:pt x="4248" y="4401"/>
                  </a:lnTo>
                  <a:lnTo>
                    <a:pt x="2796" y="1398"/>
                  </a:lnTo>
                  <a:cubicBezTo>
                    <a:pt x="2539" y="1477"/>
                    <a:pt x="2387" y="1758"/>
                    <a:pt x="2466" y="2008"/>
                  </a:cubicBezTo>
                  <a:lnTo>
                    <a:pt x="1624" y="763"/>
                  </a:lnTo>
                  <a:cubicBezTo>
                    <a:pt x="1374" y="843"/>
                    <a:pt x="1221" y="1093"/>
                    <a:pt x="1294" y="1349"/>
                  </a:cubicBezTo>
                  <a:lnTo>
                    <a:pt x="403" y="0"/>
                  </a:lnTo>
                  <a:close/>
                </a:path>
              </a:pathLst>
            </a:custGeom>
            <a:solidFill>
              <a:srgbClr val="F4B1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6" name="Google Shape;4981;p66">
              <a:extLst>
                <a:ext uri="{FF2B5EF4-FFF2-40B4-BE49-F238E27FC236}">
                  <a16:creationId xmlns:a16="http://schemas.microsoft.com/office/drawing/2014/main" id="{091EB8DC-5ACA-2D90-BC9B-332ED53C4F2B}"/>
                </a:ext>
              </a:extLst>
            </p:cNvPr>
            <p:cNvSpPr/>
            <p:nvPr/>
          </p:nvSpPr>
          <p:spPr>
            <a:xfrm>
              <a:off x="4096750" y="5399525"/>
              <a:ext cx="36350" cy="75150"/>
            </a:xfrm>
            <a:custGeom>
              <a:avLst/>
              <a:gdLst/>
              <a:ahLst/>
              <a:cxnLst/>
              <a:rect l="l" t="t" r="r" b="b"/>
              <a:pathLst>
                <a:path w="1454" h="3006" extrusionOk="0">
                  <a:moveTo>
                    <a:pt x="106" y="0"/>
                  </a:moveTo>
                  <a:cubicBezTo>
                    <a:pt x="87" y="0"/>
                    <a:pt x="68" y="1"/>
                    <a:pt x="50" y="3"/>
                  </a:cubicBezTo>
                  <a:lnTo>
                    <a:pt x="1" y="3"/>
                  </a:lnTo>
                  <a:lnTo>
                    <a:pt x="587" y="2164"/>
                  </a:lnTo>
                  <a:lnTo>
                    <a:pt x="715" y="2597"/>
                  </a:lnTo>
                  <a:lnTo>
                    <a:pt x="1453" y="3006"/>
                  </a:lnTo>
                  <a:lnTo>
                    <a:pt x="587" y="333"/>
                  </a:lnTo>
                  <a:cubicBezTo>
                    <a:pt x="514" y="125"/>
                    <a:pt x="317" y="0"/>
                    <a:pt x="106" y="0"/>
                  </a:cubicBezTo>
                  <a:close/>
                </a:path>
              </a:pathLst>
            </a:custGeom>
            <a:solidFill>
              <a:srgbClr val="EAA6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7" name="Google Shape;4982;p66">
              <a:extLst>
                <a:ext uri="{FF2B5EF4-FFF2-40B4-BE49-F238E27FC236}">
                  <a16:creationId xmlns:a16="http://schemas.microsoft.com/office/drawing/2014/main" id="{C50444AA-20DA-E1A9-B502-DDD2842AD13D}"/>
                </a:ext>
              </a:extLst>
            </p:cNvPr>
            <p:cNvSpPr/>
            <p:nvPr/>
          </p:nvSpPr>
          <p:spPr>
            <a:xfrm>
              <a:off x="4067450" y="5383475"/>
              <a:ext cx="28100" cy="54900"/>
            </a:xfrm>
            <a:custGeom>
              <a:avLst/>
              <a:gdLst/>
              <a:ahLst/>
              <a:cxnLst/>
              <a:rect l="l" t="t" r="r" b="b"/>
              <a:pathLst>
                <a:path w="1124" h="2196" extrusionOk="0">
                  <a:moveTo>
                    <a:pt x="101" y="0"/>
                  </a:moveTo>
                  <a:cubicBezTo>
                    <a:pt x="68" y="0"/>
                    <a:pt x="34" y="3"/>
                    <a:pt x="1" y="10"/>
                  </a:cubicBezTo>
                  <a:lnTo>
                    <a:pt x="514" y="1738"/>
                  </a:lnTo>
                  <a:lnTo>
                    <a:pt x="611" y="2195"/>
                  </a:lnTo>
                  <a:lnTo>
                    <a:pt x="1124" y="2195"/>
                  </a:lnTo>
                  <a:lnTo>
                    <a:pt x="538" y="316"/>
                  </a:lnTo>
                  <a:cubicBezTo>
                    <a:pt x="496" y="122"/>
                    <a:pt x="302" y="0"/>
                    <a:pt x="101" y="0"/>
                  </a:cubicBezTo>
                  <a:close/>
                </a:path>
              </a:pathLst>
            </a:custGeom>
            <a:solidFill>
              <a:srgbClr val="EAA6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8" name="Google Shape;4983;p66">
              <a:extLst>
                <a:ext uri="{FF2B5EF4-FFF2-40B4-BE49-F238E27FC236}">
                  <a16:creationId xmlns:a16="http://schemas.microsoft.com/office/drawing/2014/main" id="{BF38E714-ED40-780F-61AF-1C67C66A30E4}"/>
                </a:ext>
              </a:extLst>
            </p:cNvPr>
            <p:cNvSpPr/>
            <p:nvPr/>
          </p:nvSpPr>
          <p:spPr>
            <a:xfrm>
              <a:off x="4036950" y="5364425"/>
              <a:ext cx="82100" cy="146425"/>
            </a:xfrm>
            <a:custGeom>
              <a:avLst/>
              <a:gdLst/>
              <a:ahLst/>
              <a:cxnLst/>
              <a:rect l="l" t="t" r="r" b="b"/>
              <a:pathLst>
                <a:path w="3284" h="5857" extrusionOk="0">
                  <a:moveTo>
                    <a:pt x="117" y="0"/>
                  </a:moveTo>
                  <a:cubicBezTo>
                    <a:pt x="88" y="0"/>
                    <a:pt x="60" y="3"/>
                    <a:pt x="31" y="9"/>
                  </a:cubicBezTo>
                  <a:lnTo>
                    <a:pt x="0" y="9"/>
                  </a:lnTo>
                  <a:lnTo>
                    <a:pt x="1172" y="4025"/>
                  </a:lnTo>
                  <a:lnTo>
                    <a:pt x="1886" y="5325"/>
                  </a:lnTo>
                  <a:lnTo>
                    <a:pt x="3284" y="5856"/>
                  </a:lnTo>
                  <a:lnTo>
                    <a:pt x="1325" y="2652"/>
                  </a:lnTo>
                  <a:lnTo>
                    <a:pt x="562" y="315"/>
                  </a:lnTo>
                  <a:cubicBezTo>
                    <a:pt x="498" y="139"/>
                    <a:pt x="313" y="0"/>
                    <a:pt x="117" y="0"/>
                  </a:cubicBezTo>
                  <a:close/>
                </a:path>
              </a:pathLst>
            </a:custGeom>
            <a:solidFill>
              <a:srgbClr val="EAA6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9" name="Google Shape;4984;p66">
              <a:extLst>
                <a:ext uri="{FF2B5EF4-FFF2-40B4-BE49-F238E27FC236}">
                  <a16:creationId xmlns:a16="http://schemas.microsoft.com/office/drawing/2014/main" id="{C668FA48-45FF-2A1D-CA87-8932641F0B8A}"/>
                </a:ext>
              </a:extLst>
            </p:cNvPr>
            <p:cNvSpPr/>
            <p:nvPr/>
          </p:nvSpPr>
          <p:spPr>
            <a:xfrm>
              <a:off x="3996975" y="5357575"/>
              <a:ext cx="190125" cy="272900"/>
            </a:xfrm>
            <a:custGeom>
              <a:avLst/>
              <a:gdLst/>
              <a:ahLst/>
              <a:cxnLst/>
              <a:rect l="l" t="t" r="r" b="b"/>
              <a:pathLst>
                <a:path w="7605" h="10916" extrusionOk="0">
                  <a:moveTo>
                    <a:pt x="585" y="0"/>
                  </a:moveTo>
                  <a:cubicBezTo>
                    <a:pt x="567" y="0"/>
                    <a:pt x="549" y="1"/>
                    <a:pt x="531" y="3"/>
                  </a:cubicBezTo>
                  <a:cubicBezTo>
                    <a:pt x="202" y="58"/>
                    <a:pt x="0" y="387"/>
                    <a:pt x="104" y="692"/>
                  </a:cubicBezTo>
                  <a:lnTo>
                    <a:pt x="940" y="3384"/>
                  </a:lnTo>
                  <a:cubicBezTo>
                    <a:pt x="1349" y="4733"/>
                    <a:pt x="1752" y="6362"/>
                    <a:pt x="2851" y="7253"/>
                  </a:cubicBezTo>
                  <a:lnTo>
                    <a:pt x="4883" y="8907"/>
                  </a:lnTo>
                  <a:lnTo>
                    <a:pt x="4883" y="10738"/>
                  </a:lnTo>
                  <a:cubicBezTo>
                    <a:pt x="4883" y="10836"/>
                    <a:pt x="4956" y="10915"/>
                    <a:pt x="5060" y="10915"/>
                  </a:cubicBezTo>
                  <a:lnTo>
                    <a:pt x="7300" y="10915"/>
                  </a:lnTo>
                  <a:lnTo>
                    <a:pt x="7605" y="10738"/>
                  </a:lnTo>
                  <a:lnTo>
                    <a:pt x="7605" y="8193"/>
                  </a:lnTo>
                  <a:cubicBezTo>
                    <a:pt x="7605" y="8193"/>
                    <a:pt x="7477" y="6973"/>
                    <a:pt x="6818" y="6008"/>
                  </a:cubicBezTo>
                  <a:cubicBezTo>
                    <a:pt x="6128" y="5038"/>
                    <a:pt x="4834" y="4684"/>
                    <a:pt x="4834" y="4684"/>
                  </a:cubicBezTo>
                  <a:lnTo>
                    <a:pt x="3204" y="3134"/>
                  </a:lnTo>
                  <a:cubicBezTo>
                    <a:pt x="3204" y="3134"/>
                    <a:pt x="2796" y="3079"/>
                    <a:pt x="2820" y="3079"/>
                  </a:cubicBezTo>
                  <a:lnTo>
                    <a:pt x="2796" y="3079"/>
                  </a:lnTo>
                  <a:cubicBezTo>
                    <a:pt x="2747" y="3262"/>
                    <a:pt x="2747" y="3463"/>
                    <a:pt x="2875" y="3616"/>
                  </a:cubicBezTo>
                  <a:lnTo>
                    <a:pt x="4883" y="6130"/>
                  </a:lnTo>
                  <a:lnTo>
                    <a:pt x="3790" y="5294"/>
                  </a:lnTo>
                  <a:cubicBezTo>
                    <a:pt x="2771" y="4531"/>
                    <a:pt x="2033" y="3463"/>
                    <a:pt x="1679" y="2243"/>
                  </a:cubicBezTo>
                  <a:lnTo>
                    <a:pt x="1117" y="387"/>
                  </a:lnTo>
                  <a:cubicBezTo>
                    <a:pt x="1049" y="149"/>
                    <a:pt x="823" y="0"/>
                    <a:pt x="585" y="0"/>
                  </a:cubicBezTo>
                  <a:close/>
                </a:path>
              </a:pathLst>
            </a:custGeom>
            <a:solidFill>
              <a:srgbClr val="FFC8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0" name="Google Shape;4985;p66">
              <a:extLst>
                <a:ext uri="{FF2B5EF4-FFF2-40B4-BE49-F238E27FC236}">
                  <a16:creationId xmlns:a16="http://schemas.microsoft.com/office/drawing/2014/main" id="{99503841-9D6F-E54F-64E8-1347D515EF2E}"/>
                </a:ext>
              </a:extLst>
            </p:cNvPr>
            <p:cNvSpPr/>
            <p:nvPr/>
          </p:nvSpPr>
          <p:spPr>
            <a:xfrm>
              <a:off x="4067450" y="5426950"/>
              <a:ext cx="127300" cy="203525"/>
            </a:xfrm>
            <a:custGeom>
              <a:avLst/>
              <a:gdLst/>
              <a:ahLst/>
              <a:cxnLst/>
              <a:rect l="l" t="t" r="r" b="b"/>
              <a:pathLst>
                <a:path w="5092" h="8141" extrusionOk="0">
                  <a:moveTo>
                    <a:pt x="450" y="0"/>
                  </a:moveTo>
                  <a:cubicBezTo>
                    <a:pt x="320" y="0"/>
                    <a:pt x="193" y="50"/>
                    <a:pt x="105" y="151"/>
                  </a:cubicBezTo>
                  <a:cubicBezTo>
                    <a:pt x="56" y="206"/>
                    <a:pt x="1" y="255"/>
                    <a:pt x="1" y="304"/>
                  </a:cubicBezTo>
                  <a:cubicBezTo>
                    <a:pt x="56" y="334"/>
                    <a:pt x="129" y="383"/>
                    <a:pt x="209" y="432"/>
                  </a:cubicBezTo>
                  <a:lnTo>
                    <a:pt x="1985" y="2190"/>
                  </a:lnTo>
                  <a:cubicBezTo>
                    <a:pt x="1985" y="2190"/>
                    <a:pt x="3004" y="2568"/>
                    <a:pt x="3663" y="3508"/>
                  </a:cubicBezTo>
                  <a:cubicBezTo>
                    <a:pt x="4353" y="4478"/>
                    <a:pt x="4481" y="5699"/>
                    <a:pt x="4481" y="5699"/>
                  </a:cubicBezTo>
                  <a:lnTo>
                    <a:pt x="4481" y="8140"/>
                  </a:lnTo>
                  <a:lnTo>
                    <a:pt x="4914" y="8140"/>
                  </a:lnTo>
                  <a:cubicBezTo>
                    <a:pt x="5012" y="8140"/>
                    <a:pt x="5091" y="8061"/>
                    <a:pt x="5091" y="7963"/>
                  </a:cubicBezTo>
                  <a:lnTo>
                    <a:pt x="5091" y="5418"/>
                  </a:lnTo>
                  <a:cubicBezTo>
                    <a:pt x="5091" y="5418"/>
                    <a:pt x="4963" y="4198"/>
                    <a:pt x="4304" y="3233"/>
                  </a:cubicBezTo>
                  <a:cubicBezTo>
                    <a:pt x="3614" y="2263"/>
                    <a:pt x="2625" y="1909"/>
                    <a:pt x="2625" y="1909"/>
                  </a:cubicBezTo>
                  <a:lnTo>
                    <a:pt x="819" y="151"/>
                  </a:lnTo>
                  <a:cubicBezTo>
                    <a:pt x="715" y="50"/>
                    <a:pt x="581" y="0"/>
                    <a:pt x="450" y="0"/>
                  </a:cubicBezTo>
                  <a:close/>
                </a:path>
              </a:pathLst>
            </a:custGeom>
            <a:solidFill>
              <a:srgbClr val="F7BC9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1" name="Google Shape;4986;p66">
              <a:extLst>
                <a:ext uri="{FF2B5EF4-FFF2-40B4-BE49-F238E27FC236}">
                  <a16:creationId xmlns:a16="http://schemas.microsoft.com/office/drawing/2014/main" id="{80E471AC-1837-CA3F-64E8-BEC51E3E8F72}"/>
                </a:ext>
              </a:extLst>
            </p:cNvPr>
            <p:cNvSpPr/>
            <p:nvPr/>
          </p:nvSpPr>
          <p:spPr>
            <a:xfrm>
              <a:off x="4121625" y="5312475"/>
              <a:ext cx="181750" cy="71275"/>
            </a:xfrm>
            <a:custGeom>
              <a:avLst/>
              <a:gdLst/>
              <a:ahLst/>
              <a:cxnLst/>
              <a:rect l="l" t="t" r="r" b="b"/>
              <a:pathLst>
                <a:path w="7270" h="2851" extrusionOk="0">
                  <a:moveTo>
                    <a:pt x="3357" y="0"/>
                  </a:moveTo>
                  <a:cubicBezTo>
                    <a:pt x="1856" y="305"/>
                    <a:pt x="556" y="1910"/>
                    <a:pt x="74" y="2570"/>
                  </a:cubicBezTo>
                  <a:cubicBezTo>
                    <a:pt x="1" y="2673"/>
                    <a:pt x="74" y="2850"/>
                    <a:pt x="226" y="2850"/>
                  </a:cubicBezTo>
                  <a:lnTo>
                    <a:pt x="6836" y="2850"/>
                  </a:lnTo>
                  <a:lnTo>
                    <a:pt x="7270" y="2570"/>
                  </a:lnTo>
                  <a:cubicBezTo>
                    <a:pt x="6763" y="1831"/>
                    <a:pt x="5060" y="305"/>
                    <a:pt x="3968" y="79"/>
                  </a:cubicBezTo>
                  <a:cubicBezTo>
                    <a:pt x="3785" y="31"/>
                    <a:pt x="3357" y="0"/>
                    <a:pt x="335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2" name="Google Shape;4987;p66">
              <a:extLst>
                <a:ext uri="{FF2B5EF4-FFF2-40B4-BE49-F238E27FC236}">
                  <a16:creationId xmlns:a16="http://schemas.microsoft.com/office/drawing/2014/main" id="{303A44E2-4984-AD19-5F11-DABA297E2A04}"/>
                </a:ext>
              </a:extLst>
            </p:cNvPr>
            <p:cNvSpPr/>
            <p:nvPr/>
          </p:nvSpPr>
          <p:spPr>
            <a:xfrm>
              <a:off x="4205550" y="5311250"/>
              <a:ext cx="108050" cy="72500"/>
            </a:xfrm>
            <a:custGeom>
              <a:avLst/>
              <a:gdLst/>
              <a:ahLst/>
              <a:cxnLst/>
              <a:rect l="l" t="t" r="r" b="b"/>
              <a:pathLst>
                <a:path w="4322" h="2900" extrusionOk="0">
                  <a:moveTo>
                    <a:pt x="483" y="0"/>
                  </a:moveTo>
                  <a:cubicBezTo>
                    <a:pt x="330" y="0"/>
                    <a:pt x="153" y="25"/>
                    <a:pt x="0" y="49"/>
                  </a:cubicBezTo>
                  <a:cubicBezTo>
                    <a:pt x="1905" y="434"/>
                    <a:pt x="3479" y="2899"/>
                    <a:pt x="3479" y="2899"/>
                  </a:cubicBezTo>
                  <a:lnTo>
                    <a:pt x="4090" y="2899"/>
                  </a:lnTo>
                  <a:cubicBezTo>
                    <a:pt x="4242" y="2899"/>
                    <a:pt x="4322" y="2722"/>
                    <a:pt x="4242" y="2619"/>
                  </a:cubicBezTo>
                  <a:cubicBezTo>
                    <a:pt x="3711" y="1880"/>
                    <a:pt x="2185" y="0"/>
                    <a:pt x="48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03" name="Google Shape;5156;p66">
            <a:extLst>
              <a:ext uri="{FF2B5EF4-FFF2-40B4-BE49-F238E27FC236}">
                <a16:creationId xmlns:a16="http://schemas.microsoft.com/office/drawing/2014/main" id="{8A7FA4F7-673D-E325-3964-5AB1506CFE3C}"/>
              </a:ext>
            </a:extLst>
          </p:cNvPr>
          <p:cNvGrpSpPr/>
          <p:nvPr/>
        </p:nvGrpSpPr>
        <p:grpSpPr>
          <a:xfrm>
            <a:off x="2461272" y="5241609"/>
            <a:ext cx="328075" cy="436875"/>
            <a:chOff x="2553075" y="5193600"/>
            <a:chExt cx="328075" cy="436875"/>
          </a:xfrm>
        </p:grpSpPr>
        <p:sp>
          <p:nvSpPr>
            <p:cNvPr id="4504" name="Google Shape;5157;p66">
              <a:extLst>
                <a:ext uri="{FF2B5EF4-FFF2-40B4-BE49-F238E27FC236}">
                  <a16:creationId xmlns:a16="http://schemas.microsoft.com/office/drawing/2014/main" id="{8D6F9D51-5075-3F85-50E8-390BBB3D6C1A}"/>
                </a:ext>
              </a:extLst>
            </p:cNvPr>
            <p:cNvSpPr/>
            <p:nvPr/>
          </p:nvSpPr>
          <p:spPr>
            <a:xfrm>
              <a:off x="2553075" y="5240950"/>
              <a:ext cx="58625" cy="57650"/>
            </a:xfrm>
            <a:custGeom>
              <a:avLst/>
              <a:gdLst/>
              <a:ahLst/>
              <a:cxnLst/>
              <a:rect l="l" t="t" r="r" b="b"/>
              <a:pathLst>
                <a:path w="2345" h="2306" extrusionOk="0">
                  <a:moveTo>
                    <a:pt x="1521" y="0"/>
                  </a:moveTo>
                  <a:cubicBezTo>
                    <a:pt x="1429" y="0"/>
                    <a:pt x="1340" y="38"/>
                    <a:pt x="1276" y="115"/>
                  </a:cubicBezTo>
                  <a:lnTo>
                    <a:pt x="153" y="1238"/>
                  </a:lnTo>
                  <a:cubicBezTo>
                    <a:pt x="1" y="1366"/>
                    <a:pt x="1" y="1592"/>
                    <a:pt x="153" y="1744"/>
                  </a:cubicBezTo>
                  <a:lnTo>
                    <a:pt x="715" y="2306"/>
                  </a:lnTo>
                  <a:lnTo>
                    <a:pt x="1221" y="2178"/>
                  </a:lnTo>
                  <a:lnTo>
                    <a:pt x="2265" y="1085"/>
                  </a:lnTo>
                  <a:lnTo>
                    <a:pt x="2344" y="676"/>
                  </a:lnTo>
                  <a:lnTo>
                    <a:pt x="1783" y="115"/>
                  </a:lnTo>
                  <a:cubicBezTo>
                    <a:pt x="1707" y="38"/>
                    <a:pt x="1612" y="0"/>
                    <a:pt x="152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5" name="Google Shape;5158;p66">
              <a:extLst>
                <a:ext uri="{FF2B5EF4-FFF2-40B4-BE49-F238E27FC236}">
                  <a16:creationId xmlns:a16="http://schemas.microsoft.com/office/drawing/2014/main" id="{C8E0635F-2B1D-1D7A-DF05-564C12ECAAAA}"/>
                </a:ext>
              </a:extLst>
            </p:cNvPr>
            <p:cNvSpPr/>
            <p:nvPr/>
          </p:nvSpPr>
          <p:spPr>
            <a:xfrm>
              <a:off x="2570925" y="5257850"/>
              <a:ext cx="54650" cy="54650"/>
            </a:xfrm>
            <a:custGeom>
              <a:avLst/>
              <a:gdLst/>
              <a:ahLst/>
              <a:cxnLst/>
              <a:rect l="l" t="t" r="r" b="b"/>
              <a:pathLst>
                <a:path w="2186" h="2186" extrusionOk="0">
                  <a:moveTo>
                    <a:pt x="1630" y="0"/>
                  </a:moveTo>
                  <a:lnTo>
                    <a:pt x="1" y="1630"/>
                  </a:lnTo>
                  <a:lnTo>
                    <a:pt x="562" y="2185"/>
                  </a:lnTo>
                  <a:lnTo>
                    <a:pt x="2186" y="562"/>
                  </a:lnTo>
                  <a:lnTo>
                    <a:pt x="163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6" name="Google Shape;5159;p66">
              <a:extLst>
                <a:ext uri="{FF2B5EF4-FFF2-40B4-BE49-F238E27FC236}">
                  <a16:creationId xmlns:a16="http://schemas.microsoft.com/office/drawing/2014/main" id="{645150E6-A141-116F-C100-D3EDEA21AF80}"/>
                </a:ext>
              </a:extLst>
            </p:cNvPr>
            <p:cNvSpPr/>
            <p:nvPr/>
          </p:nvSpPr>
          <p:spPr>
            <a:xfrm>
              <a:off x="2572925" y="5260275"/>
              <a:ext cx="67300" cy="66875"/>
            </a:xfrm>
            <a:custGeom>
              <a:avLst/>
              <a:gdLst/>
              <a:ahLst/>
              <a:cxnLst/>
              <a:rect l="l" t="t" r="r" b="b"/>
              <a:pathLst>
                <a:path w="2692" h="2675" extrusionOk="0">
                  <a:moveTo>
                    <a:pt x="2159" y="1"/>
                  </a:moveTo>
                  <a:cubicBezTo>
                    <a:pt x="2114" y="1"/>
                    <a:pt x="2069" y="19"/>
                    <a:pt x="2033" y="56"/>
                  </a:cubicBezTo>
                  <a:lnTo>
                    <a:pt x="73" y="2015"/>
                  </a:lnTo>
                  <a:cubicBezTo>
                    <a:pt x="0" y="2088"/>
                    <a:pt x="0" y="2216"/>
                    <a:pt x="73" y="2271"/>
                  </a:cubicBezTo>
                  <a:lnTo>
                    <a:pt x="482" y="2674"/>
                  </a:lnTo>
                  <a:lnTo>
                    <a:pt x="965" y="2546"/>
                  </a:lnTo>
                  <a:lnTo>
                    <a:pt x="2564" y="922"/>
                  </a:lnTo>
                  <a:lnTo>
                    <a:pt x="2692" y="465"/>
                  </a:lnTo>
                  <a:lnTo>
                    <a:pt x="2289" y="56"/>
                  </a:lnTo>
                  <a:cubicBezTo>
                    <a:pt x="2249" y="19"/>
                    <a:pt x="2204" y="1"/>
                    <a:pt x="215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7" name="Google Shape;5160;p66">
              <a:extLst>
                <a:ext uri="{FF2B5EF4-FFF2-40B4-BE49-F238E27FC236}">
                  <a16:creationId xmlns:a16="http://schemas.microsoft.com/office/drawing/2014/main" id="{F808C543-7097-FC80-F78C-2C1D4B406048}"/>
                </a:ext>
              </a:extLst>
            </p:cNvPr>
            <p:cNvSpPr/>
            <p:nvPr/>
          </p:nvSpPr>
          <p:spPr>
            <a:xfrm>
              <a:off x="2584975" y="5271875"/>
              <a:ext cx="68075" cy="69300"/>
            </a:xfrm>
            <a:custGeom>
              <a:avLst/>
              <a:gdLst/>
              <a:ahLst/>
              <a:cxnLst/>
              <a:rect l="l" t="t" r="r" b="b"/>
              <a:pathLst>
                <a:path w="2723" h="2772" extrusionOk="0">
                  <a:moveTo>
                    <a:pt x="2210" y="1"/>
                  </a:moveTo>
                  <a:lnTo>
                    <a:pt x="0" y="2210"/>
                  </a:lnTo>
                  <a:lnTo>
                    <a:pt x="531" y="2772"/>
                  </a:lnTo>
                  <a:lnTo>
                    <a:pt x="2722" y="532"/>
                  </a:lnTo>
                  <a:lnTo>
                    <a:pt x="221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8" name="Google Shape;5161;p66">
              <a:extLst>
                <a:ext uri="{FF2B5EF4-FFF2-40B4-BE49-F238E27FC236}">
                  <a16:creationId xmlns:a16="http://schemas.microsoft.com/office/drawing/2014/main" id="{BA131FE2-0B25-7471-7AF4-5340D1DFDA1A}"/>
                </a:ext>
              </a:extLst>
            </p:cNvPr>
            <p:cNvSpPr/>
            <p:nvPr/>
          </p:nvSpPr>
          <p:spPr>
            <a:xfrm>
              <a:off x="2581775" y="5193600"/>
              <a:ext cx="299375" cy="429250"/>
            </a:xfrm>
            <a:custGeom>
              <a:avLst/>
              <a:gdLst/>
              <a:ahLst/>
              <a:cxnLst/>
              <a:rect l="l" t="t" r="r" b="b"/>
              <a:pathLst>
                <a:path w="11975" h="17170" extrusionOk="0">
                  <a:moveTo>
                    <a:pt x="10174" y="1429"/>
                  </a:moveTo>
                  <a:cubicBezTo>
                    <a:pt x="10272" y="1429"/>
                    <a:pt x="10351" y="1502"/>
                    <a:pt x="10351" y="1606"/>
                  </a:cubicBezTo>
                  <a:lnTo>
                    <a:pt x="10351" y="2851"/>
                  </a:lnTo>
                  <a:cubicBezTo>
                    <a:pt x="10351" y="2924"/>
                    <a:pt x="10272" y="3028"/>
                    <a:pt x="10174" y="3028"/>
                  </a:cubicBezTo>
                  <a:lnTo>
                    <a:pt x="7245" y="3028"/>
                  </a:lnTo>
                  <a:cubicBezTo>
                    <a:pt x="7123" y="3028"/>
                    <a:pt x="7043" y="2875"/>
                    <a:pt x="7092" y="2747"/>
                  </a:cubicBezTo>
                  <a:lnTo>
                    <a:pt x="7782" y="1526"/>
                  </a:lnTo>
                  <a:cubicBezTo>
                    <a:pt x="7831" y="1478"/>
                    <a:pt x="7886" y="1429"/>
                    <a:pt x="7935" y="1429"/>
                  </a:cubicBezTo>
                  <a:close/>
                  <a:moveTo>
                    <a:pt x="7397" y="1"/>
                  </a:moveTo>
                  <a:cubicBezTo>
                    <a:pt x="7019" y="1"/>
                    <a:pt x="6665" y="208"/>
                    <a:pt x="6482" y="538"/>
                  </a:cubicBezTo>
                  <a:lnTo>
                    <a:pt x="5292" y="2497"/>
                  </a:lnTo>
                  <a:cubicBezTo>
                    <a:pt x="5109" y="2826"/>
                    <a:pt x="4755" y="3028"/>
                    <a:pt x="4376" y="3028"/>
                  </a:cubicBezTo>
                  <a:lnTo>
                    <a:pt x="3156" y="3028"/>
                  </a:lnTo>
                  <a:cubicBezTo>
                    <a:pt x="3101" y="3028"/>
                    <a:pt x="3052" y="3028"/>
                    <a:pt x="3027" y="3077"/>
                  </a:cubicBezTo>
                  <a:lnTo>
                    <a:pt x="49" y="6055"/>
                  </a:lnTo>
                  <a:cubicBezTo>
                    <a:pt x="25" y="6080"/>
                    <a:pt x="0" y="6128"/>
                    <a:pt x="0" y="6159"/>
                  </a:cubicBezTo>
                  <a:lnTo>
                    <a:pt x="0" y="15772"/>
                  </a:lnTo>
                  <a:cubicBezTo>
                    <a:pt x="0" y="16351"/>
                    <a:pt x="153" y="17169"/>
                    <a:pt x="1068" y="17169"/>
                  </a:cubicBezTo>
                  <a:lnTo>
                    <a:pt x="10882" y="17169"/>
                  </a:lnTo>
                  <a:cubicBezTo>
                    <a:pt x="11853" y="17169"/>
                    <a:pt x="11975" y="16351"/>
                    <a:pt x="11975" y="15772"/>
                  </a:cubicBezTo>
                  <a:lnTo>
                    <a:pt x="11975" y="1069"/>
                  </a:lnTo>
                  <a:cubicBezTo>
                    <a:pt x="11975" y="483"/>
                    <a:pt x="11493" y="1"/>
                    <a:pt x="1088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9" name="Google Shape;5162;p66">
              <a:extLst>
                <a:ext uri="{FF2B5EF4-FFF2-40B4-BE49-F238E27FC236}">
                  <a16:creationId xmlns:a16="http://schemas.microsoft.com/office/drawing/2014/main" id="{4F54BEB7-AD8B-72F2-B2FB-5A429139DD0F}"/>
                </a:ext>
              </a:extLst>
            </p:cNvPr>
            <p:cNvSpPr/>
            <p:nvPr/>
          </p:nvSpPr>
          <p:spPr>
            <a:xfrm>
              <a:off x="2581775" y="5587875"/>
              <a:ext cx="299375" cy="42600"/>
            </a:xfrm>
            <a:custGeom>
              <a:avLst/>
              <a:gdLst/>
              <a:ahLst/>
              <a:cxnLst/>
              <a:rect l="l" t="t" r="r" b="b"/>
              <a:pathLst>
                <a:path w="11975" h="1704" extrusionOk="0">
                  <a:moveTo>
                    <a:pt x="0" y="1"/>
                  </a:moveTo>
                  <a:lnTo>
                    <a:pt x="0" y="635"/>
                  </a:lnTo>
                  <a:cubicBezTo>
                    <a:pt x="0" y="1221"/>
                    <a:pt x="482" y="1703"/>
                    <a:pt x="1068" y="1703"/>
                  </a:cubicBezTo>
                  <a:lnTo>
                    <a:pt x="10882" y="1703"/>
                  </a:lnTo>
                  <a:cubicBezTo>
                    <a:pt x="11493" y="1703"/>
                    <a:pt x="11975" y="1221"/>
                    <a:pt x="11975" y="635"/>
                  </a:cubicBezTo>
                  <a:lnTo>
                    <a:pt x="11975" y="1"/>
                  </a:lnTo>
                  <a:cubicBezTo>
                    <a:pt x="11975" y="580"/>
                    <a:pt x="11493" y="1069"/>
                    <a:pt x="10882" y="1069"/>
                  </a:cubicBezTo>
                  <a:lnTo>
                    <a:pt x="1068" y="1069"/>
                  </a:lnTo>
                  <a:cubicBezTo>
                    <a:pt x="482" y="1069"/>
                    <a:pt x="0" y="580"/>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0" name="Google Shape;5163;p66">
              <a:extLst>
                <a:ext uri="{FF2B5EF4-FFF2-40B4-BE49-F238E27FC236}">
                  <a16:creationId xmlns:a16="http://schemas.microsoft.com/office/drawing/2014/main" id="{734539E1-FF38-0F73-343D-E8FF467D241E}"/>
                </a:ext>
              </a:extLst>
            </p:cNvPr>
            <p:cNvSpPr/>
            <p:nvPr/>
          </p:nvSpPr>
          <p:spPr>
            <a:xfrm>
              <a:off x="2646000" y="5372275"/>
              <a:ext cx="170300" cy="162225"/>
            </a:xfrm>
            <a:custGeom>
              <a:avLst/>
              <a:gdLst/>
              <a:ahLst/>
              <a:cxnLst/>
              <a:rect l="l" t="t" r="r" b="b"/>
              <a:pathLst>
                <a:path w="6812" h="6489" extrusionOk="0">
                  <a:moveTo>
                    <a:pt x="3406" y="1"/>
                  </a:moveTo>
                  <a:cubicBezTo>
                    <a:pt x="1624" y="1"/>
                    <a:pt x="178" y="1349"/>
                    <a:pt x="1" y="3101"/>
                  </a:cubicBezTo>
                  <a:cubicBezTo>
                    <a:pt x="1" y="3101"/>
                    <a:pt x="1" y="6488"/>
                    <a:pt x="3406" y="6488"/>
                  </a:cubicBezTo>
                  <a:cubicBezTo>
                    <a:pt x="6812" y="6488"/>
                    <a:pt x="6812" y="3101"/>
                    <a:pt x="6812" y="3101"/>
                  </a:cubicBezTo>
                  <a:cubicBezTo>
                    <a:pt x="6635" y="1349"/>
                    <a:pt x="5189" y="1"/>
                    <a:pt x="340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1" name="Google Shape;5164;p66">
              <a:extLst>
                <a:ext uri="{FF2B5EF4-FFF2-40B4-BE49-F238E27FC236}">
                  <a16:creationId xmlns:a16="http://schemas.microsoft.com/office/drawing/2014/main" id="{EFC5C6D6-19C6-1531-6161-8DA7BCF9BCA0}"/>
                </a:ext>
              </a:extLst>
            </p:cNvPr>
            <p:cNvSpPr/>
            <p:nvPr/>
          </p:nvSpPr>
          <p:spPr>
            <a:xfrm>
              <a:off x="2672700" y="5429300"/>
              <a:ext cx="57850" cy="41125"/>
            </a:xfrm>
            <a:custGeom>
              <a:avLst/>
              <a:gdLst/>
              <a:ahLst/>
              <a:cxnLst/>
              <a:rect l="l" t="t" r="r" b="b"/>
              <a:pathLst>
                <a:path w="2314" h="1645" extrusionOk="0">
                  <a:moveTo>
                    <a:pt x="355" y="0"/>
                  </a:moveTo>
                  <a:cubicBezTo>
                    <a:pt x="207" y="0"/>
                    <a:pt x="103" y="8"/>
                    <a:pt x="74" y="8"/>
                  </a:cubicBezTo>
                  <a:cubicBezTo>
                    <a:pt x="74" y="8"/>
                    <a:pt x="1" y="820"/>
                    <a:pt x="636" y="1382"/>
                  </a:cubicBezTo>
                  <a:cubicBezTo>
                    <a:pt x="852" y="1580"/>
                    <a:pt x="1125" y="1644"/>
                    <a:pt x="1388" y="1644"/>
                  </a:cubicBezTo>
                  <a:cubicBezTo>
                    <a:pt x="1868" y="1644"/>
                    <a:pt x="2314" y="1430"/>
                    <a:pt x="2314" y="1430"/>
                  </a:cubicBezTo>
                  <a:cubicBezTo>
                    <a:pt x="2265" y="1101"/>
                    <a:pt x="2137" y="722"/>
                    <a:pt x="1856" y="442"/>
                  </a:cubicBezTo>
                  <a:cubicBezTo>
                    <a:pt x="1416" y="54"/>
                    <a:pt x="738" y="0"/>
                    <a:pt x="35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2" name="Google Shape;5165;p66">
              <a:extLst>
                <a:ext uri="{FF2B5EF4-FFF2-40B4-BE49-F238E27FC236}">
                  <a16:creationId xmlns:a16="http://schemas.microsoft.com/office/drawing/2014/main" id="{2DFBC997-7130-13C1-F2EB-5E095155C812}"/>
                </a:ext>
              </a:extLst>
            </p:cNvPr>
            <p:cNvSpPr/>
            <p:nvPr/>
          </p:nvSpPr>
          <p:spPr>
            <a:xfrm>
              <a:off x="2731750" y="5429300"/>
              <a:ext cx="57250" cy="41125"/>
            </a:xfrm>
            <a:custGeom>
              <a:avLst/>
              <a:gdLst/>
              <a:ahLst/>
              <a:cxnLst/>
              <a:rect l="l" t="t" r="r" b="b"/>
              <a:pathLst>
                <a:path w="2290" h="1645" extrusionOk="0">
                  <a:moveTo>
                    <a:pt x="1956" y="0"/>
                  </a:moveTo>
                  <a:cubicBezTo>
                    <a:pt x="1567" y="0"/>
                    <a:pt x="881" y="54"/>
                    <a:pt x="459" y="442"/>
                  </a:cubicBezTo>
                  <a:cubicBezTo>
                    <a:pt x="153" y="722"/>
                    <a:pt x="56" y="1101"/>
                    <a:pt x="1" y="1430"/>
                  </a:cubicBezTo>
                  <a:cubicBezTo>
                    <a:pt x="1" y="1430"/>
                    <a:pt x="437" y="1644"/>
                    <a:pt x="916" y="1644"/>
                  </a:cubicBezTo>
                  <a:cubicBezTo>
                    <a:pt x="1179" y="1644"/>
                    <a:pt x="1455" y="1580"/>
                    <a:pt x="1679" y="1382"/>
                  </a:cubicBezTo>
                  <a:cubicBezTo>
                    <a:pt x="2290" y="820"/>
                    <a:pt x="2241" y="8"/>
                    <a:pt x="2241" y="8"/>
                  </a:cubicBezTo>
                  <a:cubicBezTo>
                    <a:pt x="2212" y="8"/>
                    <a:pt x="2106" y="0"/>
                    <a:pt x="19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3" name="Google Shape;5166;p66">
              <a:extLst>
                <a:ext uri="{FF2B5EF4-FFF2-40B4-BE49-F238E27FC236}">
                  <a16:creationId xmlns:a16="http://schemas.microsoft.com/office/drawing/2014/main" id="{1CBB1C28-DEBF-F3D9-02D1-A22FC457E94F}"/>
                </a:ext>
              </a:extLst>
            </p:cNvPr>
            <p:cNvSpPr/>
            <p:nvPr/>
          </p:nvSpPr>
          <p:spPr>
            <a:xfrm>
              <a:off x="2670725" y="5429500"/>
              <a:ext cx="120875" cy="89750"/>
            </a:xfrm>
            <a:custGeom>
              <a:avLst/>
              <a:gdLst/>
              <a:ahLst/>
              <a:cxnLst/>
              <a:rect l="l" t="t" r="r" b="b"/>
              <a:pathLst>
                <a:path w="4835" h="3590" extrusionOk="0">
                  <a:moveTo>
                    <a:pt x="153" y="0"/>
                  </a:moveTo>
                  <a:cubicBezTo>
                    <a:pt x="153" y="1"/>
                    <a:pt x="1" y="1044"/>
                    <a:pt x="611" y="1630"/>
                  </a:cubicBezTo>
                  <a:cubicBezTo>
                    <a:pt x="1069" y="2008"/>
                    <a:pt x="1783" y="2063"/>
                    <a:pt x="2161" y="2063"/>
                  </a:cubicBezTo>
                  <a:lnTo>
                    <a:pt x="2137" y="3333"/>
                  </a:lnTo>
                  <a:cubicBezTo>
                    <a:pt x="2137" y="3461"/>
                    <a:pt x="2265" y="3589"/>
                    <a:pt x="2417" y="3589"/>
                  </a:cubicBezTo>
                  <a:cubicBezTo>
                    <a:pt x="2570" y="3589"/>
                    <a:pt x="2674" y="3461"/>
                    <a:pt x="2674" y="3333"/>
                  </a:cubicBezTo>
                  <a:lnTo>
                    <a:pt x="2674" y="2063"/>
                  </a:lnTo>
                  <a:cubicBezTo>
                    <a:pt x="3052" y="2063"/>
                    <a:pt x="3766" y="2008"/>
                    <a:pt x="4224" y="1630"/>
                  </a:cubicBezTo>
                  <a:cubicBezTo>
                    <a:pt x="4834" y="1044"/>
                    <a:pt x="4682" y="1"/>
                    <a:pt x="4682" y="0"/>
                  </a:cubicBezTo>
                  <a:lnTo>
                    <a:pt x="4682" y="0"/>
                  </a:lnTo>
                  <a:cubicBezTo>
                    <a:pt x="4633" y="330"/>
                    <a:pt x="4505" y="714"/>
                    <a:pt x="4224" y="995"/>
                  </a:cubicBezTo>
                  <a:cubicBezTo>
                    <a:pt x="3785" y="1377"/>
                    <a:pt x="3097" y="1431"/>
                    <a:pt x="2706" y="1431"/>
                  </a:cubicBezTo>
                  <a:cubicBezTo>
                    <a:pt x="2554" y="1431"/>
                    <a:pt x="2447" y="1422"/>
                    <a:pt x="2417" y="1422"/>
                  </a:cubicBezTo>
                  <a:cubicBezTo>
                    <a:pt x="2388" y="1422"/>
                    <a:pt x="2279" y="1431"/>
                    <a:pt x="2124" y="1431"/>
                  </a:cubicBezTo>
                  <a:cubicBezTo>
                    <a:pt x="1728" y="1431"/>
                    <a:pt x="1032" y="1377"/>
                    <a:pt x="611" y="995"/>
                  </a:cubicBezTo>
                  <a:cubicBezTo>
                    <a:pt x="306" y="714"/>
                    <a:pt x="208" y="330"/>
                    <a:pt x="15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4" name="Google Shape;5167;p66">
              <a:extLst>
                <a:ext uri="{FF2B5EF4-FFF2-40B4-BE49-F238E27FC236}">
                  <a16:creationId xmlns:a16="http://schemas.microsoft.com/office/drawing/2014/main" id="{85CFD607-63D3-EBE1-3004-682C826C1E2F}"/>
                </a:ext>
              </a:extLst>
            </p:cNvPr>
            <p:cNvSpPr/>
            <p:nvPr/>
          </p:nvSpPr>
          <p:spPr>
            <a:xfrm>
              <a:off x="2646000" y="5449800"/>
              <a:ext cx="170300" cy="92925"/>
            </a:xfrm>
            <a:custGeom>
              <a:avLst/>
              <a:gdLst/>
              <a:ahLst/>
              <a:cxnLst/>
              <a:rect l="l" t="t" r="r" b="b"/>
              <a:pathLst>
                <a:path w="6812" h="3717" extrusionOk="0">
                  <a:moveTo>
                    <a:pt x="1" y="0"/>
                  </a:moveTo>
                  <a:lnTo>
                    <a:pt x="1" y="305"/>
                  </a:lnTo>
                  <a:cubicBezTo>
                    <a:pt x="1" y="2191"/>
                    <a:pt x="1527" y="3717"/>
                    <a:pt x="3406" y="3717"/>
                  </a:cubicBezTo>
                  <a:cubicBezTo>
                    <a:pt x="5286" y="3717"/>
                    <a:pt x="6812" y="2191"/>
                    <a:pt x="6812" y="305"/>
                  </a:cubicBezTo>
                  <a:lnTo>
                    <a:pt x="6812" y="0"/>
                  </a:lnTo>
                  <a:cubicBezTo>
                    <a:pt x="6635" y="1733"/>
                    <a:pt x="5189" y="3082"/>
                    <a:pt x="3406" y="3082"/>
                  </a:cubicBezTo>
                  <a:cubicBezTo>
                    <a:pt x="1624" y="3082"/>
                    <a:pt x="178" y="1733"/>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15" name="Google Shape;5210;p66">
            <a:extLst>
              <a:ext uri="{FF2B5EF4-FFF2-40B4-BE49-F238E27FC236}">
                <a16:creationId xmlns:a16="http://schemas.microsoft.com/office/drawing/2014/main" id="{BE8AC080-5B8E-C41E-D65B-22467662FFCA}"/>
              </a:ext>
            </a:extLst>
          </p:cNvPr>
          <p:cNvGrpSpPr/>
          <p:nvPr/>
        </p:nvGrpSpPr>
        <p:grpSpPr>
          <a:xfrm>
            <a:off x="6212972" y="5241609"/>
            <a:ext cx="325475" cy="436875"/>
            <a:chOff x="6304775" y="5193600"/>
            <a:chExt cx="325475" cy="436875"/>
          </a:xfrm>
        </p:grpSpPr>
        <p:sp>
          <p:nvSpPr>
            <p:cNvPr id="4516" name="Google Shape;5211;p66">
              <a:extLst>
                <a:ext uri="{FF2B5EF4-FFF2-40B4-BE49-F238E27FC236}">
                  <a16:creationId xmlns:a16="http://schemas.microsoft.com/office/drawing/2014/main" id="{B84972ED-13F6-6D61-6DF4-AFE337DEFC88}"/>
                </a:ext>
              </a:extLst>
            </p:cNvPr>
            <p:cNvSpPr/>
            <p:nvPr/>
          </p:nvSpPr>
          <p:spPr>
            <a:xfrm>
              <a:off x="6435700" y="5193600"/>
              <a:ext cx="134125" cy="112625"/>
            </a:xfrm>
            <a:custGeom>
              <a:avLst/>
              <a:gdLst/>
              <a:ahLst/>
              <a:cxnLst/>
              <a:rect l="l" t="t" r="r" b="b"/>
              <a:pathLst>
                <a:path w="5365" h="4505" extrusionOk="0">
                  <a:moveTo>
                    <a:pt x="2673" y="1"/>
                  </a:moveTo>
                  <a:cubicBezTo>
                    <a:pt x="1196" y="1"/>
                    <a:pt x="0" y="1197"/>
                    <a:pt x="0" y="2698"/>
                  </a:cubicBezTo>
                  <a:lnTo>
                    <a:pt x="0" y="4224"/>
                  </a:lnTo>
                  <a:cubicBezTo>
                    <a:pt x="0" y="4377"/>
                    <a:pt x="128" y="4505"/>
                    <a:pt x="257" y="4505"/>
                  </a:cubicBezTo>
                  <a:cubicBezTo>
                    <a:pt x="409" y="4505"/>
                    <a:pt x="513" y="4377"/>
                    <a:pt x="513" y="4224"/>
                  </a:cubicBezTo>
                  <a:lnTo>
                    <a:pt x="513" y="2698"/>
                  </a:lnTo>
                  <a:cubicBezTo>
                    <a:pt x="513" y="1502"/>
                    <a:pt x="1502" y="538"/>
                    <a:pt x="2673" y="538"/>
                  </a:cubicBezTo>
                  <a:cubicBezTo>
                    <a:pt x="3870" y="538"/>
                    <a:pt x="4834" y="1502"/>
                    <a:pt x="4834" y="2698"/>
                  </a:cubicBezTo>
                  <a:lnTo>
                    <a:pt x="4834" y="4224"/>
                  </a:lnTo>
                  <a:cubicBezTo>
                    <a:pt x="4834" y="4377"/>
                    <a:pt x="4962" y="4505"/>
                    <a:pt x="5115" y="4505"/>
                  </a:cubicBezTo>
                  <a:cubicBezTo>
                    <a:pt x="5243" y="4505"/>
                    <a:pt x="5365" y="4377"/>
                    <a:pt x="5365" y="4224"/>
                  </a:cubicBezTo>
                  <a:lnTo>
                    <a:pt x="5365" y="2698"/>
                  </a:lnTo>
                  <a:cubicBezTo>
                    <a:pt x="5365" y="1197"/>
                    <a:pt x="4175" y="1"/>
                    <a:pt x="267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7" name="Google Shape;5212;p66">
              <a:extLst>
                <a:ext uri="{FF2B5EF4-FFF2-40B4-BE49-F238E27FC236}">
                  <a16:creationId xmlns:a16="http://schemas.microsoft.com/office/drawing/2014/main" id="{F38F8647-B551-795A-D221-73C3F3B248A5}"/>
                </a:ext>
              </a:extLst>
            </p:cNvPr>
            <p:cNvSpPr/>
            <p:nvPr/>
          </p:nvSpPr>
          <p:spPr>
            <a:xfrm>
              <a:off x="6554550" y="5283925"/>
              <a:ext cx="68075" cy="346550"/>
            </a:xfrm>
            <a:custGeom>
              <a:avLst/>
              <a:gdLst/>
              <a:ahLst/>
              <a:cxnLst/>
              <a:rect l="l" t="t" r="r" b="b"/>
              <a:pathLst>
                <a:path w="2723" h="13862" extrusionOk="0">
                  <a:moveTo>
                    <a:pt x="715" y="1"/>
                  </a:moveTo>
                  <a:lnTo>
                    <a:pt x="715" y="13172"/>
                  </a:lnTo>
                  <a:cubicBezTo>
                    <a:pt x="715" y="13556"/>
                    <a:pt x="385" y="13861"/>
                    <a:pt x="1" y="13861"/>
                  </a:cubicBezTo>
                  <a:lnTo>
                    <a:pt x="2039" y="13861"/>
                  </a:lnTo>
                  <a:cubicBezTo>
                    <a:pt x="2418" y="13861"/>
                    <a:pt x="2723" y="13556"/>
                    <a:pt x="2723" y="13172"/>
                  </a:cubicBezTo>
                  <a:lnTo>
                    <a:pt x="2723" y="178"/>
                  </a:lnTo>
                  <a:lnTo>
                    <a:pt x="241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8" name="Google Shape;5213;p66">
              <a:extLst>
                <a:ext uri="{FF2B5EF4-FFF2-40B4-BE49-F238E27FC236}">
                  <a16:creationId xmlns:a16="http://schemas.microsoft.com/office/drawing/2014/main" id="{3F2B0C5E-524B-5150-DB50-E85A84FD4000}"/>
                </a:ext>
              </a:extLst>
            </p:cNvPr>
            <p:cNvSpPr/>
            <p:nvPr/>
          </p:nvSpPr>
          <p:spPr>
            <a:xfrm>
              <a:off x="6597275" y="5283925"/>
              <a:ext cx="32975" cy="346550"/>
            </a:xfrm>
            <a:custGeom>
              <a:avLst/>
              <a:gdLst/>
              <a:ahLst/>
              <a:cxnLst/>
              <a:rect l="l" t="t" r="r" b="b"/>
              <a:pathLst>
                <a:path w="1319" h="13862" extrusionOk="0">
                  <a:moveTo>
                    <a:pt x="709" y="1"/>
                  </a:moveTo>
                  <a:lnTo>
                    <a:pt x="709" y="13172"/>
                  </a:lnTo>
                  <a:cubicBezTo>
                    <a:pt x="709" y="13556"/>
                    <a:pt x="379" y="13861"/>
                    <a:pt x="1" y="13861"/>
                  </a:cubicBezTo>
                  <a:lnTo>
                    <a:pt x="635" y="13861"/>
                  </a:lnTo>
                  <a:cubicBezTo>
                    <a:pt x="1014" y="13861"/>
                    <a:pt x="1319" y="13556"/>
                    <a:pt x="1319" y="13172"/>
                  </a:cubicBezTo>
                  <a:lnTo>
                    <a:pt x="1319" y="178"/>
                  </a:lnTo>
                  <a:cubicBezTo>
                    <a:pt x="1319" y="74"/>
                    <a:pt x="1246" y="1"/>
                    <a:pt x="114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9" name="Google Shape;5214;p66">
              <a:extLst>
                <a:ext uri="{FF2B5EF4-FFF2-40B4-BE49-F238E27FC236}">
                  <a16:creationId xmlns:a16="http://schemas.microsoft.com/office/drawing/2014/main" id="{18A1FE56-24AD-AB35-105C-A44926E31411}"/>
                </a:ext>
              </a:extLst>
            </p:cNvPr>
            <p:cNvSpPr/>
            <p:nvPr/>
          </p:nvSpPr>
          <p:spPr>
            <a:xfrm>
              <a:off x="6304775" y="5283925"/>
              <a:ext cx="267650" cy="346550"/>
            </a:xfrm>
            <a:custGeom>
              <a:avLst/>
              <a:gdLst/>
              <a:ahLst/>
              <a:cxnLst/>
              <a:rect l="l" t="t" r="r" b="b"/>
              <a:pathLst>
                <a:path w="10706" h="13862" extrusionOk="0">
                  <a:moveTo>
                    <a:pt x="178" y="1"/>
                  </a:moveTo>
                  <a:cubicBezTo>
                    <a:pt x="74" y="1"/>
                    <a:pt x="1" y="74"/>
                    <a:pt x="1" y="178"/>
                  </a:cubicBezTo>
                  <a:lnTo>
                    <a:pt x="1" y="13172"/>
                  </a:lnTo>
                  <a:cubicBezTo>
                    <a:pt x="1" y="13556"/>
                    <a:pt x="306" y="13861"/>
                    <a:pt x="684" y="13861"/>
                  </a:cubicBezTo>
                  <a:lnTo>
                    <a:pt x="9992" y="13861"/>
                  </a:lnTo>
                  <a:cubicBezTo>
                    <a:pt x="10376" y="13861"/>
                    <a:pt x="10706" y="13556"/>
                    <a:pt x="10706" y="13172"/>
                  </a:cubicBezTo>
                  <a:lnTo>
                    <a:pt x="10706" y="306"/>
                  </a:lnTo>
                  <a:lnTo>
                    <a:pt x="1037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0" name="Google Shape;5215;p66">
              <a:extLst>
                <a:ext uri="{FF2B5EF4-FFF2-40B4-BE49-F238E27FC236}">
                  <a16:creationId xmlns:a16="http://schemas.microsoft.com/office/drawing/2014/main" id="{ABCB6F5B-FFEF-6B05-C67F-C40CF1B4D25D}"/>
                </a:ext>
              </a:extLst>
            </p:cNvPr>
            <p:cNvSpPr/>
            <p:nvPr/>
          </p:nvSpPr>
          <p:spPr>
            <a:xfrm>
              <a:off x="6546925" y="5283925"/>
              <a:ext cx="33125" cy="346550"/>
            </a:xfrm>
            <a:custGeom>
              <a:avLst/>
              <a:gdLst/>
              <a:ahLst/>
              <a:cxnLst/>
              <a:rect l="l" t="t" r="r" b="b"/>
              <a:pathLst>
                <a:path w="1325" h="13862" extrusionOk="0">
                  <a:moveTo>
                    <a:pt x="690" y="1"/>
                  </a:moveTo>
                  <a:lnTo>
                    <a:pt x="690" y="13172"/>
                  </a:lnTo>
                  <a:cubicBezTo>
                    <a:pt x="690" y="13556"/>
                    <a:pt x="385" y="13861"/>
                    <a:pt x="0" y="13861"/>
                  </a:cubicBezTo>
                  <a:lnTo>
                    <a:pt x="611" y="13861"/>
                  </a:lnTo>
                  <a:cubicBezTo>
                    <a:pt x="995" y="13861"/>
                    <a:pt x="1325" y="13556"/>
                    <a:pt x="1325" y="13172"/>
                  </a:cubicBezTo>
                  <a:lnTo>
                    <a:pt x="132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1" name="Google Shape;5216;p66">
              <a:extLst>
                <a:ext uri="{FF2B5EF4-FFF2-40B4-BE49-F238E27FC236}">
                  <a16:creationId xmlns:a16="http://schemas.microsoft.com/office/drawing/2014/main" id="{A39FAF95-1B57-DC21-B193-B09EDA54653D}"/>
                </a:ext>
              </a:extLst>
            </p:cNvPr>
            <p:cNvSpPr/>
            <p:nvPr/>
          </p:nvSpPr>
          <p:spPr>
            <a:xfrm>
              <a:off x="6477650" y="5450925"/>
              <a:ext cx="60450" cy="56875"/>
            </a:xfrm>
            <a:custGeom>
              <a:avLst/>
              <a:gdLst/>
              <a:ahLst/>
              <a:cxnLst/>
              <a:rect l="l" t="t" r="r" b="b"/>
              <a:pathLst>
                <a:path w="2418" h="2275" extrusionOk="0">
                  <a:moveTo>
                    <a:pt x="1172" y="0"/>
                  </a:moveTo>
                  <a:cubicBezTo>
                    <a:pt x="1154" y="0"/>
                    <a:pt x="1137" y="3"/>
                    <a:pt x="1124" y="10"/>
                  </a:cubicBezTo>
                  <a:lnTo>
                    <a:pt x="104" y="620"/>
                  </a:lnTo>
                  <a:cubicBezTo>
                    <a:pt x="25" y="669"/>
                    <a:pt x="1" y="748"/>
                    <a:pt x="56" y="822"/>
                  </a:cubicBezTo>
                  <a:lnTo>
                    <a:pt x="715" y="1939"/>
                  </a:lnTo>
                  <a:lnTo>
                    <a:pt x="1374" y="2274"/>
                  </a:lnTo>
                  <a:lnTo>
                    <a:pt x="2161" y="2274"/>
                  </a:lnTo>
                  <a:lnTo>
                    <a:pt x="2417" y="1939"/>
                  </a:lnTo>
                  <a:lnTo>
                    <a:pt x="1301" y="59"/>
                  </a:lnTo>
                  <a:cubicBezTo>
                    <a:pt x="1283" y="23"/>
                    <a:pt x="1222" y="0"/>
                    <a:pt x="117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2" name="Google Shape;5217;p66">
              <a:extLst>
                <a:ext uri="{FF2B5EF4-FFF2-40B4-BE49-F238E27FC236}">
                  <a16:creationId xmlns:a16="http://schemas.microsoft.com/office/drawing/2014/main" id="{1ABFCF10-F3F5-B833-3CE3-7B9F4A12E1A3}"/>
                </a:ext>
              </a:extLst>
            </p:cNvPr>
            <p:cNvSpPr/>
            <p:nvPr/>
          </p:nvSpPr>
          <p:spPr>
            <a:xfrm>
              <a:off x="6495500" y="5499375"/>
              <a:ext cx="52200" cy="23675"/>
            </a:xfrm>
            <a:custGeom>
              <a:avLst/>
              <a:gdLst/>
              <a:ahLst/>
              <a:cxnLst/>
              <a:rect l="l" t="t" r="r" b="b"/>
              <a:pathLst>
                <a:path w="2088" h="947" extrusionOk="0">
                  <a:moveTo>
                    <a:pt x="1" y="1"/>
                  </a:moveTo>
                  <a:lnTo>
                    <a:pt x="355" y="641"/>
                  </a:lnTo>
                  <a:lnTo>
                    <a:pt x="1221" y="947"/>
                  </a:lnTo>
                  <a:lnTo>
                    <a:pt x="2088" y="641"/>
                  </a:lnTo>
                  <a:lnTo>
                    <a:pt x="170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3" name="Google Shape;5218;p66">
              <a:extLst>
                <a:ext uri="{FF2B5EF4-FFF2-40B4-BE49-F238E27FC236}">
                  <a16:creationId xmlns:a16="http://schemas.microsoft.com/office/drawing/2014/main" id="{A6144F4F-3F84-AFBA-7F80-816BDCC94EE8}"/>
                </a:ext>
              </a:extLst>
            </p:cNvPr>
            <p:cNvSpPr/>
            <p:nvPr/>
          </p:nvSpPr>
          <p:spPr>
            <a:xfrm>
              <a:off x="6371450" y="5515400"/>
              <a:ext cx="63050" cy="36800"/>
            </a:xfrm>
            <a:custGeom>
              <a:avLst/>
              <a:gdLst/>
              <a:ahLst/>
              <a:cxnLst/>
              <a:rect l="l" t="t" r="r" b="b"/>
              <a:pathLst>
                <a:path w="2522" h="1472" extrusionOk="0">
                  <a:moveTo>
                    <a:pt x="971" y="0"/>
                  </a:moveTo>
                  <a:lnTo>
                    <a:pt x="458" y="306"/>
                  </a:lnTo>
                  <a:lnTo>
                    <a:pt x="1" y="1069"/>
                  </a:lnTo>
                  <a:lnTo>
                    <a:pt x="80" y="1471"/>
                  </a:lnTo>
                  <a:lnTo>
                    <a:pt x="2369" y="1471"/>
                  </a:lnTo>
                  <a:cubicBezTo>
                    <a:pt x="2473" y="1471"/>
                    <a:pt x="2521" y="1398"/>
                    <a:pt x="2521" y="1319"/>
                  </a:cubicBezTo>
                  <a:lnTo>
                    <a:pt x="2521" y="123"/>
                  </a:lnTo>
                  <a:cubicBezTo>
                    <a:pt x="2521" y="49"/>
                    <a:pt x="2473" y="0"/>
                    <a:pt x="236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4" name="Google Shape;5219;p66">
              <a:extLst>
                <a:ext uri="{FF2B5EF4-FFF2-40B4-BE49-F238E27FC236}">
                  <a16:creationId xmlns:a16="http://schemas.microsoft.com/office/drawing/2014/main" id="{CD9C25EC-3407-4DFE-A071-0DA39FC721B3}"/>
                </a:ext>
              </a:extLst>
            </p:cNvPr>
            <p:cNvSpPr/>
            <p:nvPr/>
          </p:nvSpPr>
          <p:spPr>
            <a:xfrm>
              <a:off x="6358175" y="5515400"/>
              <a:ext cx="37575" cy="36800"/>
            </a:xfrm>
            <a:custGeom>
              <a:avLst/>
              <a:gdLst/>
              <a:ahLst/>
              <a:cxnLst/>
              <a:rect l="l" t="t" r="r" b="b"/>
              <a:pathLst>
                <a:path w="1503" h="1472" extrusionOk="0">
                  <a:moveTo>
                    <a:pt x="867" y="0"/>
                  </a:moveTo>
                  <a:lnTo>
                    <a:pt x="129" y="733"/>
                  </a:lnTo>
                  <a:lnTo>
                    <a:pt x="1" y="1471"/>
                  </a:lnTo>
                  <a:lnTo>
                    <a:pt x="611" y="1471"/>
                  </a:lnTo>
                  <a:lnTo>
                    <a:pt x="150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5" name="Google Shape;5220;p66">
              <a:extLst>
                <a:ext uri="{FF2B5EF4-FFF2-40B4-BE49-F238E27FC236}">
                  <a16:creationId xmlns:a16="http://schemas.microsoft.com/office/drawing/2014/main" id="{96F3C869-7CBF-F132-E27C-3EE95041B0F2}"/>
                </a:ext>
              </a:extLst>
            </p:cNvPr>
            <p:cNvSpPr/>
            <p:nvPr/>
          </p:nvSpPr>
          <p:spPr>
            <a:xfrm>
              <a:off x="6383650" y="5384950"/>
              <a:ext cx="50225" cy="70075"/>
            </a:xfrm>
            <a:custGeom>
              <a:avLst/>
              <a:gdLst/>
              <a:ahLst/>
              <a:cxnLst/>
              <a:rect l="l" t="t" r="r" b="b"/>
              <a:pathLst>
                <a:path w="2009" h="2803" extrusionOk="0">
                  <a:moveTo>
                    <a:pt x="1167" y="0"/>
                  </a:moveTo>
                  <a:lnTo>
                    <a:pt x="25" y="1984"/>
                  </a:lnTo>
                  <a:cubicBezTo>
                    <a:pt x="1" y="2063"/>
                    <a:pt x="25" y="2136"/>
                    <a:pt x="74" y="2191"/>
                  </a:cubicBezTo>
                  <a:lnTo>
                    <a:pt x="1118" y="2777"/>
                  </a:lnTo>
                  <a:cubicBezTo>
                    <a:pt x="1135" y="2794"/>
                    <a:pt x="1159" y="2802"/>
                    <a:pt x="1183" y="2802"/>
                  </a:cubicBezTo>
                  <a:cubicBezTo>
                    <a:pt x="1229" y="2802"/>
                    <a:pt x="1279" y="2774"/>
                    <a:pt x="1295" y="2722"/>
                  </a:cubicBezTo>
                  <a:lnTo>
                    <a:pt x="2009" y="1502"/>
                  </a:lnTo>
                  <a:lnTo>
                    <a:pt x="1985" y="891"/>
                  </a:lnTo>
                  <a:lnTo>
                    <a:pt x="1472" y="55"/>
                  </a:lnTo>
                  <a:lnTo>
                    <a:pt x="11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6" name="Google Shape;5221;p66">
              <a:extLst>
                <a:ext uri="{FF2B5EF4-FFF2-40B4-BE49-F238E27FC236}">
                  <a16:creationId xmlns:a16="http://schemas.microsoft.com/office/drawing/2014/main" id="{1C6AF910-B577-5F99-43E0-E7276CFB5A03}"/>
                </a:ext>
              </a:extLst>
            </p:cNvPr>
            <p:cNvSpPr/>
            <p:nvPr/>
          </p:nvSpPr>
          <p:spPr>
            <a:xfrm>
              <a:off x="6456150" y="5511600"/>
              <a:ext cx="90800" cy="43875"/>
            </a:xfrm>
            <a:custGeom>
              <a:avLst/>
              <a:gdLst/>
              <a:ahLst/>
              <a:cxnLst/>
              <a:rect l="l" t="t" r="r" b="b"/>
              <a:pathLst>
                <a:path w="3632" h="1755" extrusionOk="0">
                  <a:moveTo>
                    <a:pt x="800" y="1"/>
                  </a:moveTo>
                  <a:cubicBezTo>
                    <a:pt x="767" y="1"/>
                    <a:pt x="733" y="15"/>
                    <a:pt x="708" y="49"/>
                  </a:cubicBezTo>
                  <a:lnTo>
                    <a:pt x="49" y="787"/>
                  </a:lnTo>
                  <a:cubicBezTo>
                    <a:pt x="0" y="836"/>
                    <a:pt x="0" y="915"/>
                    <a:pt x="49" y="964"/>
                  </a:cubicBezTo>
                  <a:lnTo>
                    <a:pt x="684" y="1703"/>
                  </a:lnTo>
                  <a:cubicBezTo>
                    <a:pt x="721" y="1738"/>
                    <a:pt x="766" y="1754"/>
                    <a:pt x="806" y="1754"/>
                  </a:cubicBezTo>
                  <a:cubicBezTo>
                    <a:pt x="878" y="1754"/>
                    <a:pt x="940" y="1705"/>
                    <a:pt x="940" y="1623"/>
                  </a:cubicBezTo>
                  <a:lnTo>
                    <a:pt x="2716" y="1623"/>
                  </a:lnTo>
                  <a:cubicBezTo>
                    <a:pt x="2771" y="1623"/>
                    <a:pt x="2820" y="1599"/>
                    <a:pt x="2844" y="1550"/>
                  </a:cubicBezTo>
                  <a:lnTo>
                    <a:pt x="3631" y="152"/>
                  </a:lnTo>
                  <a:lnTo>
                    <a:pt x="940" y="152"/>
                  </a:lnTo>
                  <a:cubicBezTo>
                    <a:pt x="940" y="65"/>
                    <a:pt x="870" y="1"/>
                    <a:pt x="8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7" name="Google Shape;5222;p66">
              <a:extLst>
                <a:ext uri="{FF2B5EF4-FFF2-40B4-BE49-F238E27FC236}">
                  <a16:creationId xmlns:a16="http://schemas.microsoft.com/office/drawing/2014/main" id="{30A545E5-06D3-A423-ADB9-C8555A6C3B03}"/>
                </a:ext>
              </a:extLst>
            </p:cNvPr>
            <p:cNvSpPr/>
            <p:nvPr/>
          </p:nvSpPr>
          <p:spPr>
            <a:xfrm>
              <a:off x="6337875" y="5463675"/>
              <a:ext cx="60750" cy="88525"/>
            </a:xfrm>
            <a:custGeom>
              <a:avLst/>
              <a:gdLst/>
              <a:ahLst/>
              <a:cxnLst/>
              <a:rect l="l" t="t" r="r" b="b"/>
              <a:pathLst>
                <a:path w="2430" h="3541" extrusionOk="0">
                  <a:moveTo>
                    <a:pt x="1970" y="0"/>
                  </a:moveTo>
                  <a:cubicBezTo>
                    <a:pt x="1957" y="0"/>
                    <a:pt x="1944" y="2"/>
                    <a:pt x="1930" y="7"/>
                  </a:cubicBezTo>
                  <a:lnTo>
                    <a:pt x="965" y="184"/>
                  </a:lnTo>
                  <a:cubicBezTo>
                    <a:pt x="837" y="208"/>
                    <a:pt x="813" y="391"/>
                    <a:pt x="916" y="464"/>
                  </a:cubicBezTo>
                  <a:lnTo>
                    <a:pt x="25" y="1990"/>
                  </a:lnTo>
                  <a:cubicBezTo>
                    <a:pt x="1" y="2039"/>
                    <a:pt x="1" y="2094"/>
                    <a:pt x="25" y="2143"/>
                  </a:cubicBezTo>
                  <a:lnTo>
                    <a:pt x="813" y="3540"/>
                  </a:lnTo>
                  <a:lnTo>
                    <a:pt x="2186" y="1203"/>
                  </a:lnTo>
                  <a:cubicBezTo>
                    <a:pt x="2211" y="1220"/>
                    <a:pt x="2238" y="1228"/>
                    <a:pt x="2265" y="1228"/>
                  </a:cubicBezTo>
                  <a:cubicBezTo>
                    <a:pt x="2350" y="1228"/>
                    <a:pt x="2429" y="1148"/>
                    <a:pt x="2387" y="1050"/>
                  </a:cubicBezTo>
                  <a:lnTo>
                    <a:pt x="2082" y="110"/>
                  </a:lnTo>
                  <a:cubicBezTo>
                    <a:pt x="2082" y="45"/>
                    <a:pt x="2032" y="0"/>
                    <a:pt x="197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8" name="Google Shape;5223;p66">
              <a:extLst>
                <a:ext uri="{FF2B5EF4-FFF2-40B4-BE49-F238E27FC236}">
                  <a16:creationId xmlns:a16="http://schemas.microsoft.com/office/drawing/2014/main" id="{7BABDF46-9E68-76E6-BDD1-7CDB7FC58F9C}"/>
                </a:ext>
              </a:extLst>
            </p:cNvPr>
            <p:cNvSpPr/>
            <p:nvPr/>
          </p:nvSpPr>
          <p:spPr>
            <a:xfrm>
              <a:off x="6412800" y="5371675"/>
              <a:ext cx="28725" cy="50825"/>
            </a:xfrm>
            <a:custGeom>
              <a:avLst/>
              <a:gdLst/>
              <a:ahLst/>
              <a:cxnLst/>
              <a:rect l="l" t="t" r="r" b="b"/>
              <a:pathLst>
                <a:path w="1149" h="2033" extrusionOk="0">
                  <a:moveTo>
                    <a:pt x="306" y="0"/>
                  </a:moveTo>
                  <a:lnTo>
                    <a:pt x="1" y="531"/>
                  </a:lnTo>
                  <a:lnTo>
                    <a:pt x="843" y="2033"/>
                  </a:lnTo>
                  <a:lnTo>
                    <a:pt x="1148" y="1477"/>
                  </a:lnTo>
                  <a:lnTo>
                    <a:pt x="1093" y="507"/>
                  </a:lnTo>
                  <a:lnTo>
                    <a:pt x="30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9" name="Google Shape;5224;p66">
              <a:extLst>
                <a:ext uri="{FF2B5EF4-FFF2-40B4-BE49-F238E27FC236}">
                  <a16:creationId xmlns:a16="http://schemas.microsoft.com/office/drawing/2014/main" id="{A19ED276-526C-69B8-0B5C-A24CC99687CA}"/>
                </a:ext>
              </a:extLst>
            </p:cNvPr>
            <p:cNvSpPr/>
            <p:nvPr/>
          </p:nvSpPr>
          <p:spPr>
            <a:xfrm>
              <a:off x="6420425" y="5371675"/>
              <a:ext cx="71600" cy="70500"/>
            </a:xfrm>
            <a:custGeom>
              <a:avLst/>
              <a:gdLst/>
              <a:ahLst/>
              <a:cxnLst/>
              <a:rect l="l" t="t" r="r" b="b"/>
              <a:pathLst>
                <a:path w="2864" h="2820" extrusionOk="0">
                  <a:moveTo>
                    <a:pt x="1" y="0"/>
                  </a:moveTo>
                  <a:lnTo>
                    <a:pt x="1350" y="2338"/>
                  </a:lnTo>
                  <a:cubicBezTo>
                    <a:pt x="1222" y="2417"/>
                    <a:pt x="1246" y="2594"/>
                    <a:pt x="1374" y="2618"/>
                  </a:cubicBezTo>
                  <a:lnTo>
                    <a:pt x="2345" y="2820"/>
                  </a:lnTo>
                  <a:cubicBezTo>
                    <a:pt x="2418" y="2820"/>
                    <a:pt x="2497" y="2795"/>
                    <a:pt x="2522" y="2722"/>
                  </a:cubicBezTo>
                  <a:lnTo>
                    <a:pt x="2827" y="1782"/>
                  </a:lnTo>
                  <a:cubicBezTo>
                    <a:pt x="2864" y="1685"/>
                    <a:pt x="2785" y="1602"/>
                    <a:pt x="2700" y="1602"/>
                  </a:cubicBezTo>
                  <a:cubicBezTo>
                    <a:pt x="2672" y="1602"/>
                    <a:pt x="2644" y="1611"/>
                    <a:pt x="2619" y="1630"/>
                  </a:cubicBezTo>
                  <a:lnTo>
                    <a:pt x="1734" y="73"/>
                  </a:lnTo>
                  <a:cubicBezTo>
                    <a:pt x="1704" y="25"/>
                    <a:pt x="1655" y="0"/>
                    <a:pt x="16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0" name="Google Shape;5225;p66">
              <a:extLst>
                <a:ext uri="{FF2B5EF4-FFF2-40B4-BE49-F238E27FC236}">
                  <a16:creationId xmlns:a16="http://schemas.microsoft.com/office/drawing/2014/main" id="{8C68C46F-8C81-0B97-5BF0-3251BF4BA01A}"/>
                </a:ext>
              </a:extLst>
            </p:cNvPr>
            <p:cNvSpPr/>
            <p:nvPr/>
          </p:nvSpPr>
          <p:spPr>
            <a:xfrm>
              <a:off x="6369025" y="5193600"/>
              <a:ext cx="146175" cy="147575"/>
            </a:xfrm>
            <a:custGeom>
              <a:avLst/>
              <a:gdLst/>
              <a:ahLst/>
              <a:cxnLst/>
              <a:rect l="l" t="t" r="r" b="b"/>
              <a:pathLst>
                <a:path w="5847" h="5903" extrusionOk="0">
                  <a:moveTo>
                    <a:pt x="2924" y="1"/>
                  </a:moveTo>
                  <a:cubicBezTo>
                    <a:pt x="1447" y="1"/>
                    <a:pt x="250" y="1197"/>
                    <a:pt x="250" y="2698"/>
                  </a:cubicBezTo>
                  <a:lnTo>
                    <a:pt x="250" y="4963"/>
                  </a:lnTo>
                  <a:cubicBezTo>
                    <a:pt x="98" y="5060"/>
                    <a:pt x="0" y="5213"/>
                    <a:pt x="0" y="5396"/>
                  </a:cubicBezTo>
                  <a:cubicBezTo>
                    <a:pt x="0" y="5671"/>
                    <a:pt x="226" y="5903"/>
                    <a:pt x="507" y="5903"/>
                  </a:cubicBezTo>
                  <a:cubicBezTo>
                    <a:pt x="787" y="5903"/>
                    <a:pt x="1013" y="5671"/>
                    <a:pt x="1013" y="5396"/>
                  </a:cubicBezTo>
                  <a:cubicBezTo>
                    <a:pt x="1013" y="5213"/>
                    <a:pt x="916" y="5060"/>
                    <a:pt x="763" y="4963"/>
                  </a:cubicBezTo>
                  <a:lnTo>
                    <a:pt x="763" y="2698"/>
                  </a:lnTo>
                  <a:cubicBezTo>
                    <a:pt x="763" y="1502"/>
                    <a:pt x="1727" y="538"/>
                    <a:pt x="2924" y="538"/>
                  </a:cubicBezTo>
                  <a:cubicBezTo>
                    <a:pt x="4120" y="538"/>
                    <a:pt x="5084" y="1502"/>
                    <a:pt x="5084" y="2698"/>
                  </a:cubicBezTo>
                  <a:lnTo>
                    <a:pt x="5084" y="4963"/>
                  </a:lnTo>
                  <a:cubicBezTo>
                    <a:pt x="4956" y="5060"/>
                    <a:pt x="4858" y="5213"/>
                    <a:pt x="4858" y="5396"/>
                  </a:cubicBezTo>
                  <a:cubicBezTo>
                    <a:pt x="4858" y="5671"/>
                    <a:pt x="5084" y="5903"/>
                    <a:pt x="5340" y="5903"/>
                  </a:cubicBezTo>
                  <a:cubicBezTo>
                    <a:pt x="5621" y="5903"/>
                    <a:pt x="5847" y="5671"/>
                    <a:pt x="5847" y="5396"/>
                  </a:cubicBezTo>
                  <a:cubicBezTo>
                    <a:pt x="5847" y="5213"/>
                    <a:pt x="5743" y="5060"/>
                    <a:pt x="5621" y="4963"/>
                  </a:cubicBezTo>
                  <a:lnTo>
                    <a:pt x="5621" y="2698"/>
                  </a:lnTo>
                  <a:cubicBezTo>
                    <a:pt x="5621" y="1197"/>
                    <a:pt x="4401" y="1"/>
                    <a:pt x="292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31" name="Google Shape;5352;p66">
            <a:extLst>
              <a:ext uri="{FF2B5EF4-FFF2-40B4-BE49-F238E27FC236}">
                <a16:creationId xmlns:a16="http://schemas.microsoft.com/office/drawing/2014/main" id="{354BD830-D536-726E-28B4-71EB810EACAE}"/>
              </a:ext>
            </a:extLst>
          </p:cNvPr>
          <p:cNvGrpSpPr/>
          <p:nvPr/>
        </p:nvGrpSpPr>
        <p:grpSpPr>
          <a:xfrm>
            <a:off x="3213522" y="5241609"/>
            <a:ext cx="324850" cy="436875"/>
            <a:chOff x="3305325" y="5193600"/>
            <a:chExt cx="324850" cy="436875"/>
          </a:xfrm>
        </p:grpSpPr>
        <p:sp>
          <p:nvSpPr>
            <p:cNvPr id="4532" name="Google Shape;5353;p66">
              <a:extLst>
                <a:ext uri="{FF2B5EF4-FFF2-40B4-BE49-F238E27FC236}">
                  <a16:creationId xmlns:a16="http://schemas.microsoft.com/office/drawing/2014/main" id="{772B2458-7DBE-FE52-1BE3-AC5B44B6F95A}"/>
                </a:ext>
              </a:extLst>
            </p:cNvPr>
            <p:cNvSpPr/>
            <p:nvPr/>
          </p:nvSpPr>
          <p:spPr>
            <a:xfrm>
              <a:off x="3357950" y="5193600"/>
              <a:ext cx="69450" cy="21075"/>
            </a:xfrm>
            <a:custGeom>
              <a:avLst/>
              <a:gdLst/>
              <a:ahLst/>
              <a:cxnLst/>
              <a:rect l="l" t="t" r="r" b="b"/>
              <a:pathLst>
                <a:path w="2778" h="843" extrusionOk="0">
                  <a:moveTo>
                    <a:pt x="410" y="1"/>
                  </a:moveTo>
                  <a:cubicBezTo>
                    <a:pt x="208" y="1"/>
                    <a:pt x="1" y="178"/>
                    <a:pt x="1" y="410"/>
                  </a:cubicBezTo>
                  <a:lnTo>
                    <a:pt x="1" y="562"/>
                  </a:lnTo>
                  <a:lnTo>
                    <a:pt x="306" y="843"/>
                  </a:lnTo>
                  <a:lnTo>
                    <a:pt x="2473" y="843"/>
                  </a:lnTo>
                  <a:lnTo>
                    <a:pt x="2778" y="562"/>
                  </a:lnTo>
                  <a:lnTo>
                    <a:pt x="2778" y="410"/>
                  </a:lnTo>
                  <a:cubicBezTo>
                    <a:pt x="2778" y="178"/>
                    <a:pt x="2570" y="1"/>
                    <a:pt x="236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3" name="Google Shape;5354;p66">
              <a:extLst>
                <a:ext uri="{FF2B5EF4-FFF2-40B4-BE49-F238E27FC236}">
                  <a16:creationId xmlns:a16="http://schemas.microsoft.com/office/drawing/2014/main" id="{3EDD7D7B-0FF0-32AC-98A4-F51570C65AFF}"/>
                </a:ext>
              </a:extLst>
            </p:cNvPr>
            <p:cNvSpPr/>
            <p:nvPr/>
          </p:nvSpPr>
          <p:spPr>
            <a:xfrm>
              <a:off x="3357950" y="5207650"/>
              <a:ext cx="69450" cy="22300"/>
            </a:xfrm>
            <a:custGeom>
              <a:avLst/>
              <a:gdLst/>
              <a:ahLst/>
              <a:cxnLst/>
              <a:rect l="l" t="t" r="r" b="b"/>
              <a:pathLst>
                <a:path w="2778" h="892" extrusionOk="0">
                  <a:moveTo>
                    <a:pt x="1" y="0"/>
                  </a:moveTo>
                  <a:lnTo>
                    <a:pt x="1" y="891"/>
                  </a:lnTo>
                  <a:lnTo>
                    <a:pt x="2778" y="891"/>
                  </a:lnTo>
                  <a:lnTo>
                    <a:pt x="277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4" name="Google Shape;5355;p66">
              <a:extLst>
                <a:ext uri="{FF2B5EF4-FFF2-40B4-BE49-F238E27FC236}">
                  <a16:creationId xmlns:a16="http://schemas.microsoft.com/office/drawing/2014/main" id="{3763B020-AADC-472A-979D-3C831D336308}"/>
                </a:ext>
              </a:extLst>
            </p:cNvPr>
            <p:cNvSpPr/>
            <p:nvPr/>
          </p:nvSpPr>
          <p:spPr>
            <a:xfrm>
              <a:off x="3326825" y="5256000"/>
              <a:ext cx="281700" cy="356000"/>
            </a:xfrm>
            <a:custGeom>
              <a:avLst/>
              <a:gdLst/>
              <a:ahLst/>
              <a:cxnLst/>
              <a:rect l="l" t="t" r="r" b="b"/>
              <a:pathLst>
                <a:path w="11268" h="14240" extrusionOk="0">
                  <a:moveTo>
                    <a:pt x="306" y="1"/>
                  </a:moveTo>
                  <a:lnTo>
                    <a:pt x="1" y="330"/>
                  </a:lnTo>
                  <a:lnTo>
                    <a:pt x="1" y="13935"/>
                  </a:lnTo>
                  <a:lnTo>
                    <a:pt x="306" y="14240"/>
                  </a:lnTo>
                  <a:lnTo>
                    <a:pt x="10962" y="14240"/>
                  </a:lnTo>
                  <a:lnTo>
                    <a:pt x="11267" y="13935"/>
                  </a:lnTo>
                  <a:lnTo>
                    <a:pt x="11267" y="330"/>
                  </a:lnTo>
                  <a:lnTo>
                    <a:pt x="1096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5" name="Google Shape;5356;p66">
              <a:extLst>
                <a:ext uri="{FF2B5EF4-FFF2-40B4-BE49-F238E27FC236}">
                  <a16:creationId xmlns:a16="http://schemas.microsoft.com/office/drawing/2014/main" id="{4CEADDFC-C47D-04B8-D59C-A1E10B1CA8F5}"/>
                </a:ext>
              </a:extLst>
            </p:cNvPr>
            <p:cNvSpPr/>
            <p:nvPr/>
          </p:nvSpPr>
          <p:spPr>
            <a:xfrm>
              <a:off x="3326825" y="5240750"/>
              <a:ext cx="281700" cy="23525"/>
            </a:xfrm>
            <a:custGeom>
              <a:avLst/>
              <a:gdLst/>
              <a:ahLst/>
              <a:cxnLst/>
              <a:rect l="l" t="t" r="r" b="b"/>
              <a:pathLst>
                <a:path w="11268" h="941" extrusionOk="0">
                  <a:moveTo>
                    <a:pt x="1" y="1"/>
                  </a:moveTo>
                  <a:lnTo>
                    <a:pt x="1" y="940"/>
                  </a:lnTo>
                  <a:lnTo>
                    <a:pt x="11267" y="940"/>
                  </a:lnTo>
                  <a:lnTo>
                    <a:pt x="1126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6" name="Google Shape;5357;p66">
              <a:extLst>
                <a:ext uri="{FF2B5EF4-FFF2-40B4-BE49-F238E27FC236}">
                  <a16:creationId xmlns:a16="http://schemas.microsoft.com/office/drawing/2014/main" id="{68E083C5-61F2-1FA6-3B3B-E05436BBBB16}"/>
                </a:ext>
              </a:extLst>
            </p:cNvPr>
            <p:cNvSpPr/>
            <p:nvPr/>
          </p:nvSpPr>
          <p:spPr>
            <a:xfrm>
              <a:off x="3307150" y="5222300"/>
              <a:ext cx="321050" cy="18475"/>
            </a:xfrm>
            <a:custGeom>
              <a:avLst/>
              <a:gdLst/>
              <a:ahLst/>
              <a:cxnLst/>
              <a:rect l="l" t="t" r="r" b="b"/>
              <a:pathLst>
                <a:path w="12842" h="739" extrusionOk="0">
                  <a:moveTo>
                    <a:pt x="434" y="0"/>
                  </a:moveTo>
                  <a:cubicBezTo>
                    <a:pt x="257" y="0"/>
                    <a:pt x="80" y="98"/>
                    <a:pt x="0" y="250"/>
                  </a:cubicBezTo>
                  <a:cubicBezTo>
                    <a:pt x="0" y="250"/>
                    <a:pt x="0" y="739"/>
                    <a:pt x="434" y="739"/>
                  </a:cubicBezTo>
                  <a:lnTo>
                    <a:pt x="12384" y="739"/>
                  </a:lnTo>
                  <a:cubicBezTo>
                    <a:pt x="12842" y="739"/>
                    <a:pt x="12842" y="250"/>
                    <a:pt x="12842" y="250"/>
                  </a:cubicBezTo>
                  <a:cubicBezTo>
                    <a:pt x="12744" y="98"/>
                    <a:pt x="12591" y="0"/>
                    <a:pt x="1238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7" name="Google Shape;5358;p66">
              <a:extLst>
                <a:ext uri="{FF2B5EF4-FFF2-40B4-BE49-F238E27FC236}">
                  <a16:creationId xmlns:a16="http://schemas.microsoft.com/office/drawing/2014/main" id="{C0C51CF2-1B63-A317-06E0-ED43294BA78D}"/>
                </a:ext>
              </a:extLst>
            </p:cNvPr>
            <p:cNvSpPr/>
            <p:nvPr/>
          </p:nvSpPr>
          <p:spPr>
            <a:xfrm>
              <a:off x="3305325" y="5228550"/>
              <a:ext cx="324850" cy="19850"/>
            </a:xfrm>
            <a:custGeom>
              <a:avLst/>
              <a:gdLst/>
              <a:ahLst/>
              <a:cxnLst/>
              <a:rect l="l" t="t" r="r" b="b"/>
              <a:pathLst>
                <a:path w="12994" h="794" extrusionOk="0">
                  <a:moveTo>
                    <a:pt x="73" y="0"/>
                  </a:moveTo>
                  <a:cubicBezTo>
                    <a:pt x="24" y="80"/>
                    <a:pt x="0" y="183"/>
                    <a:pt x="0" y="257"/>
                  </a:cubicBezTo>
                  <a:cubicBezTo>
                    <a:pt x="0" y="562"/>
                    <a:pt x="226" y="794"/>
                    <a:pt x="507" y="794"/>
                  </a:cubicBezTo>
                  <a:lnTo>
                    <a:pt x="12457" y="794"/>
                  </a:lnTo>
                  <a:cubicBezTo>
                    <a:pt x="12762" y="794"/>
                    <a:pt x="12994" y="562"/>
                    <a:pt x="12994" y="257"/>
                  </a:cubicBezTo>
                  <a:cubicBezTo>
                    <a:pt x="12994" y="183"/>
                    <a:pt x="12970" y="80"/>
                    <a:pt x="12915" y="0"/>
                  </a:cubicBezTo>
                  <a:cubicBezTo>
                    <a:pt x="12817" y="153"/>
                    <a:pt x="12664" y="257"/>
                    <a:pt x="12457" y="257"/>
                  </a:cubicBezTo>
                  <a:lnTo>
                    <a:pt x="507" y="257"/>
                  </a:lnTo>
                  <a:cubicBezTo>
                    <a:pt x="330" y="257"/>
                    <a:pt x="153" y="153"/>
                    <a:pt x="7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8" name="Google Shape;5359;p66">
              <a:extLst>
                <a:ext uri="{FF2B5EF4-FFF2-40B4-BE49-F238E27FC236}">
                  <a16:creationId xmlns:a16="http://schemas.microsoft.com/office/drawing/2014/main" id="{8D215CEC-F7FE-4C5A-40F5-340FF319F08B}"/>
                </a:ext>
              </a:extLst>
            </p:cNvPr>
            <p:cNvSpPr/>
            <p:nvPr/>
          </p:nvSpPr>
          <p:spPr>
            <a:xfrm>
              <a:off x="3310350" y="5299200"/>
              <a:ext cx="314050" cy="17100"/>
            </a:xfrm>
            <a:custGeom>
              <a:avLst/>
              <a:gdLst/>
              <a:ahLst/>
              <a:cxnLst/>
              <a:rect l="l" t="t" r="r" b="b"/>
              <a:pathLst>
                <a:path w="12562" h="684" extrusionOk="0">
                  <a:moveTo>
                    <a:pt x="434" y="0"/>
                  </a:moveTo>
                  <a:cubicBezTo>
                    <a:pt x="257" y="0"/>
                    <a:pt x="104" y="104"/>
                    <a:pt x="0" y="256"/>
                  </a:cubicBezTo>
                  <a:cubicBezTo>
                    <a:pt x="0" y="256"/>
                    <a:pt x="0" y="684"/>
                    <a:pt x="434" y="684"/>
                  </a:cubicBezTo>
                  <a:lnTo>
                    <a:pt x="12158" y="684"/>
                  </a:lnTo>
                  <a:cubicBezTo>
                    <a:pt x="12561" y="684"/>
                    <a:pt x="12561" y="256"/>
                    <a:pt x="12561" y="256"/>
                  </a:cubicBezTo>
                  <a:cubicBezTo>
                    <a:pt x="12488" y="104"/>
                    <a:pt x="12335" y="0"/>
                    <a:pt x="1215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9" name="Google Shape;5360;p66">
              <a:extLst>
                <a:ext uri="{FF2B5EF4-FFF2-40B4-BE49-F238E27FC236}">
                  <a16:creationId xmlns:a16="http://schemas.microsoft.com/office/drawing/2014/main" id="{8FD0AD17-A619-6E37-A423-F33E6FE82D0E}"/>
                </a:ext>
              </a:extLst>
            </p:cNvPr>
            <p:cNvSpPr/>
            <p:nvPr/>
          </p:nvSpPr>
          <p:spPr>
            <a:xfrm>
              <a:off x="3309125" y="5305600"/>
              <a:ext cx="317250" cy="18325"/>
            </a:xfrm>
            <a:custGeom>
              <a:avLst/>
              <a:gdLst/>
              <a:ahLst/>
              <a:cxnLst/>
              <a:rect l="l" t="t" r="r" b="b"/>
              <a:pathLst>
                <a:path w="12690" h="733" extrusionOk="0">
                  <a:moveTo>
                    <a:pt x="49" y="0"/>
                  </a:moveTo>
                  <a:cubicBezTo>
                    <a:pt x="25" y="74"/>
                    <a:pt x="1" y="153"/>
                    <a:pt x="1" y="226"/>
                  </a:cubicBezTo>
                  <a:lnTo>
                    <a:pt x="1" y="251"/>
                  </a:lnTo>
                  <a:cubicBezTo>
                    <a:pt x="1" y="507"/>
                    <a:pt x="202" y="733"/>
                    <a:pt x="483" y="733"/>
                  </a:cubicBezTo>
                  <a:lnTo>
                    <a:pt x="12207" y="733"/>
                  </a:lnTo>
                  <a:cubicBezTo>
                    <a:pt x="12457" y="733"/>
                    <a:pt x="12689" y="507"/>
                    <a:pt x="12689" y="251"/>
                  </a:cubicBezTo>
                  <a:lnTo>
                    <a:pt x="12689" y="226"/>
                  </a:lnTo>
                  <a:cubicBezTo>
                    <a:pt x="12689" y="153"/>
                    <a:pt x="12665" y="74"/>
                    <a:pt x="12610" y="0"/>
                  </a:cubicBezTo>
                  <a:cubicBezTo>
                    <a:pt x="12537" y="153"/>
                    <a:pt x="12384" y="251"/>
                    <a:pt x="12207" y="251"/>
                  </a:cubicBezTo>
                  <a:lnTo>
                    <a:pt x="483" y="251"/>
                  </a:lnTo>
                  <a:cubicBezTo>
                    <a:pt x="306" y="251"/>
                    <a:pt x="153" y="153"/>
                    <a:pt x="4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0" name="Google Shape;5361;p66">
              <a:extLst>
                <a:ext uri="{FF2B5EF4-FFF2-40B4-BE49-F238E27FC236}">
                  <a16:creationId xmlns:a16="http://schemas.microsoft.com/office/drawing/2014/main" id="{1C9AA75F-CD40-093C-F3ED-EE5806D675BE}"/>
                </a:ext>
              </a:extLst>
            </p:cNvPr>
            <p:cNvSpPr/>
            <p:nvPr/>
          </p:nvSpPr>
          <p:spPr>
            <a:xfrm>
              <a:off x="3395500" y="5351975"/>
              <a:ext cx="143125" cy="136750"/>
            </a:xfrm>
            <a:custGeom>
              <a:avLst/>
              <a:gdLst/>
              <a:ahLst/>
              <a:cxnLst/>
              <a:rect l="l" t="t" r="r" b="b"/>
              <a:pathLst>
                <a:path w="5725" h="5470" extrusionOk="0">
                  <a:moveTo>
                    <a:pt x="2875" y="1"/>
                  </a:moveTo>
                  <a:cubicBezTo>
                    <a:pt x="1398" y="1"/>
                    <a:pt x="177" y="1118"/>
                    <a:pt x="25" y="2570"/>
                  </a:cubicBezTo>
                  <a:cubicBezTo>
                    <a:pt x="25" y="2570"/>
                    <a:pt x="0" y="5469"/>
                    <a:pt x="2875" y="5469"/>
                  </a:cubicBezTo>
                  <a:cubicBezTo>
                    <a:pt x="5725" y="5469"/>
                    <a:pt x="5725" y="2570"/>
                    <a:pt x="5725" y="2570"/>
                  </a:cubicBezTo>
                  <a:cubicBezTo>
                    <a:pt x="5572" y="1118"/>
                    <a:pt x="4352" y="1"/>
                    <a:pt x="28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1" name="Google Shape;5362;p66">
              <a:extLst>
                <a:ext uri="{FF2B5EF4-FFF2-40B4-BE49-F238E27FC236}">
                  <a16:creationId xmlns:a16="http://schemas.microsoft.com/office/drawing/2014/main" id="{75FAD055-3D3C-A131-F589-551F7E6835AC}"/>
                </a:ext>
              </a:extLst>
            </p:cNvPr>
            <p:cNvSpPr/>
            <p:nvPr/>
          </p:nvSpPr>
          <p:spPr>
            <a:xfrm>
              <a:off x="3395500" y="5416225"/>
              <a:ext cx="143750" cy="80725"/>
            </a:xfrm>
            <a:custGeom>
              <a:avLst/>
              <a:gdLst/>
              <a:ahLst/>
              <a:cxnLst/>
              <a:rect l="l" t="t" r="r" b="b"/>
              <a:pathLst>
                <a:path w="5750" h="3229" extrusionOk="0">
                  <a:moveTo>
                    <a:pt x="25" y="0"/>
                  </a:moveTo>
                  <a:cubicBezTo>
                    <a:pt x="25" y="98"/>
                    <a:pt x="0" y="226"/>
                    <a:pt x="0" y="330"/>
                  </a:cubicBezTo>
                  <a:cubicBezTo>
                    <a:pt x="0" y="1929"/>
                    <a:pt x="1300" y="3229"/>
                    <a:pt x="2875" y="3229"/>
                  </a:cubicBezTo>
                  <a:cubicBezTo>
                    <a:pt x="4480" y="3229"/>
                    <a:pt x="5749" y="1929"/>
                    <a:pt x="5749" y="330"/>
                  </a:cubicBezTo>
                  <a:cubicBezTo>
                    <a:pt x="5749" y="226"/>
                    <a:pt x="5749" y="98"/>
                    <a:pt x="5725" y="0"/>
                  </a:cubicBezTo>
                  <a:cubicBezTo>
                    <a:pt x="5572" y="1447"/>
                    <a:pt x="4352" y="2594"/>
                    <a:pt x="2875" y="2594"/>
                  </a:cubicBezTo>
                  <a:cubicBezTo>
                    <a:pt x="1398" y="2594"/>
                    <a:pt x="177" y="1447"/>
                    <a:pt x="2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2" name="Google Shape;5363;p66">
              <a:extLst>
                <a:ext uri="{FF2B5EF4-FFF2-40B4-BE49-F238E27FC236}">
                  <a16:creationId xmlns:a16="http://schemas.microsoft.com/office/drawing/2014/main" id="{341F8ED5-9399-CF51-7D6F-CE582DECB88C}"/>
                </a:ext>
              </a:extLst>
            </p:cNvPr>
            <p:cNvSpPr/>
            <p:nvPr/>
          </p:nvSpPr>
          <p:spPr>
            <a:xfrm>
              <a:off x="3426625" y="5405375"/>
              <a:ext cx="39525" cy="29675"/>
            </a:xfrm>
            <a:custGeom>
              <a:avLst/>
              <a:gdLst/>
              <a:ahLst/>
              <a:cxnLst/>
              <a:rect l="l" t="t" r="r" b="b"/>
              <a:pathLst>
                <a:path w="1581" h="1187" extrusionOk="0">
                  <a:moveTo>
                    <a:pt x="116" y="1"/>
                  </a:moveTo>
                  <a:cubicBezTo>
                    <a:pt x="81" y="1"/>
                    <a:pt x="52" y="1"/>
                    <a:pt x="31" y="1"/>
                  </a:cubicBezTo>
                  <a:cubicBezTo>
                    <a:pt x="31" y="1"/>
                    <a:pt x="0" y="636"/>
                    <a:pt x="458" y="1045"/>
                  </a:cubicBezTo>
                  <a:cubicBezTo>
                    <a:pt x="569" y="1148"/>
                    <a:pt x="696" y="1186"/>
                    <a:pt x="825" y="1186"/>
                  </a:cubicBezTo>
                  <a:cubicBezTo>
                    <a:pt x="1199" y="1186"/>
                    <a:pt x="1581" y="862"/>
                    <a:pt x="1581" y="862"/>
                  </a:cubicBezTo>
                  <a:cubicBezTo>
                    <a:pt x="1526" y="685"/>
                    <a:pt x="1453" y="483"/>
                    <a:pt x="1276" y="331"/>
                  </a:cubicBezTo>
                  <a:cubicBezTo>
                    <a:pt x="938" y="20"/>
                    <a:pt x="369" y="1"/>
                    <a:pt x="11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3" name="Google Shape;5364;p66">
              <a:extLst>
                <a:ext uri="{FF2B5EF4-FFF2-40B4-BE49-F238E27FC236}">
                  <a16:creationId xmlns:a16="http://schemas.microsoft.com/office/drawing/2014/main" id="{5FB6F130-FAA9-4EC2-8115-E2FE5E7A8564}"/>
                </a:ext>
              </a:extLst>
            </p:cNvPr>
            <p:cNvSpPr/>
            <p:nvPr/>
          </p:nvSpPr>
          <p:spPr>
            <a:xfrm>
              <a:off x="3468575" y="5405375"/>
              <a:ext cx="40150" cy="29675"/>
            </a:xfrm>
            <a:custGeom>
              <a:avLst/>
              <a:gdLst/>
              <a:ahLst/>
              <a:cxnLst/>
              <a:rect l="l" t="t" r="r" b="b"/>
              <a:pathLst>
                <a:path w="1606" h="1187" extrusionOk="0">
                  <a:moveTo>
                    <a:pt x="1471" y="1"/>
                  </a:moveTo>
                  <a:cubicBezTo>
                    <a:pt x="1218" y="1"/>
                    <a:pt x="665" y="20"/>
                    <a:pt x="306" y="331"/>
                  </a:cubicBezTo>
                  <a:cubicBezTo>
                    <a:pt x="153" y="483"/>
                    <a:pt x="55" y="685"/>
                    <a:pt x="1" y="862"/>
                  </a:cubicBezTo>
                  <a:cubicBezTo>
                    <a:pt x="1" y="862"/>
                    <a:pt x="383" y="1186"/>
                    <a:pt x="767" y="1186"/>
                  </a:cubicBezTo>
                  <a:cubicBezTo>
                    <a:pt x="899" y="1186"/>
                    <a:pt x="1031" y="1148"/>
                    <a:pt x="1148" y="1045"/>
                  </a:cubicBezTo>
                  <a:cubicBezTo>
                    <a:pt x="1606" y="636"/>
                    <a:pt x="1557" y="1"/>
                    <a:pt x="1557" y="1"/>
                  </a:cubicBezTo>
                  <a:cubicBezTo>
                    <a:pt x="1535" y="1"/>
                    <a:pt x="1506" y="1"/>
                    <a:pt x="147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4" name="Google Shape;5365;p66">
              <a:extLst>
                <a:ext uri="{FF2B5EF4-FFF2-40B4-BE49-F238E27FC236}">
                  <a16:creationId xmlns:a16="http://schemas.microsoft.com/office/drawing/2014/main" id="{86A650A2-0C12-221A-AD8D-EF2FC0622DEC}"/>
                </a:ext>
              </a:extLst>
            </p:cNvPr>
            <p:cNvSpPr/>
            <p:nvPr/>
          </p:nvSpPr>
          <p:spPr>
            <a:xfrm>
              <a:off x="3423575" y="5405400"/>
              <a:ext cx="87750" cy="67300"/>
            </a:xfrm>
            <a:custGeom>
              <a:avLst/>
              <a:gdLst/>
              <a:ahLst/>
              <a:cxnLst/>
              <a:rect l="l" t="t" r="r" b="b"/>
              <a:pathLst>
                <a:path w="3510" h="2692" extrusionOk="0">
                  <a:moveTo>
                    <a:pt x="153" y="0"/>
                  </a:moveTo>
                  <a:cubicBezTo>
                    <a:pt x="122" y="0"/>
                    <a:pt x="122" y="24"/>
                    <a:pt x="122" y="24"/>
                  </a:cubicBezTo>
                  <a:cubicBezTo>
                    <a:pt x="122" y="24"/>
                    <a:pt x="0" y="787"/>
                    <a:pt x="458" y="1196"/>
                  </a:cubicBezTo>
                  <a:cubicBezTo>
                    <a:pt x="763" y="1446"/>
                    <a:pt x="1221" y="1501"/>
                    <a:pt x="1495" y="1501"/>
                  </a:cubicBezTo>
                  <a:lnTo>
                    <a:pt x="1495" y="2441"/>
                  </a:lnTo>
                  <a:cubicBezTo>
                    <a:pt x="1495" y="2569"/>
                    <a:pt x="1599" y="2692"/>
                    <a:pt x="1752" y="2692"/>
                  </a:cubicBezTo>
                  <a:cubicBezTo>
                    <a:pt x="1904" y="2692"/>
                    <a:pt x="2032" y="2569"/>
                    <a:pt x="2032" y="2441"/>
                  </a:cubicBezTo>
                  <a:lnTo>
                    <a:pt x="2032" y="1501"/>
                  </a:lnTo>
                  <a:cubicBezTo>
                    <a:pt x="2313" y="1501"/>
                    <a:pt x="2771" y="1446"/>
                    <a:pt x="3052" y="1196"/>
                  </a:cubicBezTo>
                  <a:cubicBezTo>
                    <a:pt x="3509" y="787"/>
                    <a:pt x="3406" y="24"/>
                    <a:pt x="3406" y="24"/>
                  </a:cubicBezTo>
                  <a:cubicBezTo>
                    <a:pt x="3406" y="24"/>
                    <a:pt x="3381" y="0"/>
                    <a:pt x="3357" y="0"/>
                  </a:cubicBezTo>
                  <a:cubicBezTo>
                    <a:pt x="3302" y="201"/>
                    <a:pt x="3229" y="403"/>
                    <a:pt x="3052" y="555"/>
                  </a:cubicBezTo>
                  <a:cubicBezTo>
                    <a:pt x="2757" y="831"/>
                    <a:pt x="2255" y="864"/>
                    <a:pt x="1956" y="864"/>
                  </a:cubicBezTo>
                  <a:cubicBezTo>
                    <a:pt x="1865" y="864"/>
                    <a:pt x="1793" y="861"/>
                    <a:pt x="1752" y="861"/>
                  </a:cubicBezTo>
                  <a:cubicBezTo>
                    <a:pt x="1710" y="861"/>
                    <a:pt x="1640" y="864"/>
                    <a:pt x="1550" y="864"/>
                  </a:cubicBezTo>
                  <a:cubicBezTo>
                    <a:pt x="1258" y="864"/>
                    <a:pt x="766" y="831"/>
                    <a:pt x="458" y="555"/>
                  </a:cubicBezTo>
                  <a:cubicBezTo>
                    <a:pt x="305" y="403"/>
                    <a:pt x="202" y="201"/>
                    <a:pt x="15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5" name="Google Shape;5366;p66">
              <a:extLst>
                <a:ext uri="{FF2B5EF4-FFF2-40B4-BE49-F238E27FC236}">
                  <a16:creationId xmlns:a16="http://schemas.microsoft.com/office/drawing/2014/main" id="{F8FDA372-91E9-3BBF-6B11-9BD0F64C494C}"/>
                </a:ext>
              </a:extLst>
            </p:cNvPr>
            <p:cNvSpPr/>
            <p:nvPr/>
          </p:nvSpPr>
          <p:spPr>
            <a:xfrm>
              <a:off x="3310350" y="5524850"/>
              <a:ext cx="314050" cy="16525"/>
            </a:xfrm>
            <a:custGeom>
              <a:avLst/>
              <a:gdLst/>
              <a:ahLst/>
              <a:cxnLst/>
              <a:rect l="l" t="t" r="r" b="b"/>
              <a:pathLst>
                <a:path w="12562" h="661" extrusionOk="0">
                  <a:moveTo>
                    <a:pt x="434" y="1"/>
                  </a:moveTo>
                  <a:cubicBezTo>
                    <a:pt x="257" y="1"/>
                    <a:pt x="104" y="105"/>
                    <a:pt x="0" y="257"/>
                  </a:cubicBezTo>
                  <a:cubicBezTo>
                    <a:pt x="0" y="257"/>
                    <a:pt x="0" y="660"/>
                    <a:pt x="434" y="660"/>
                  </a:cubicBezTo>
                  <a:lnTo>
                    <a:pt x="12158" y="660"/>
                  </a:lnTo>
                  <a:cubicBezTo>
                    <a:pt x="12561" y="660"/>
                    <a:pt x="12561" y="257"/>
                    <a:pt x="12561" y="257"/>
                  </a:cubicBezTo>
                  <a:cubicBezTo>
                    <a:pt x="12488" y="105"/>
                    <a:pt x="12335" y="1"/>
                    <a:pt x="1215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6" name="Google Shape;5367;p66">
              <a:extLst>
                <a:ext uri="{FF2B5EF4-FFF2-40B4-BE49-F238E27FC236}">
                  <a16:creationId xmlns:a16="http://schemas.microsoft.com/office/drawing/2014/main" id="{21C18D76-54F8-5DAA-48AF-B6F80FDC2604}"/>
                </a:ext>
              </a:extLst>
            </p:cNvPr>
            <p:cNvSpPr/>
            <p:nvPr/>
          </p:nvSpPr>
          <p:spPr>
            <a:xfrm>
              <a:off x="3309125" y="5531275"/>
              <a:ext cx="317250" cy="17725"/>
            </a:xfrm>
            <a:custGeom>
              <a:avLst/>
              <a:gdLst/>
              <a:ahLst/>
              <a:cxnLst/>
              <a:rect l="l" t="t" r="r" b="b"/>
              <a:pathLst>
                <a:path w="12690" h="709" extrusionOk="0">
                  <a:moveTo>
                    <a:pt x="49" y="0"/>
                  </a:moveTo>
                  <a:cubicBezTo>
                    <a:pt x="25" y="49"/>
                    <a:pt x="1" y="153"/>
                    <a:pt x="1" y="226"/>
                  </a:cubicBezTo>
                  <a:cubicBezTo>
                    <a:pt x="1" y="507"/>
                    <a:pt x="202" y="708"/>
                    <a:pt x="483" y="708"/>
                  </a:cubicBezTo>
                  <a:lnTo>
                    <a:pt x="12207" y="708"/>
                  </a:lnTo>
                  <a:cubicBezTo>
                    <a:pt x="12457" y="708"/>
                    <a:pt x="12689" y="507"/>
                    <a:pt x="12689" y="226"/>
                  </a:cubicBezTo>
                  <a:cubicBezTo>
                    <a:pt x="12689" y="153"/>
                    <a:pt x="12665" y="49"/>
                    <a:pt x="12610" y="0"/>
                  </a:cubicBezTo>
                  <a:cubicBezTo>
                    <a:pt x="12537" y="128"/>
                    <a:pt x="12384" y="226"/>
                    <a:pt x="12207" y="226"/>
                  </a:cubicBezTo>
                  <a:lnTo>
                    <a:pt x="483" y="226"/>
                  </a:lnTo>
                  <a:cubicBezTo>
                    <a:pt x="306" y="226"/>
                    <a:pt x="153" y="128"/>
                    <a:pt x="4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7" name="Google Shape;5368;p66">
              <a:extLst>
                <a:ext uri="{FF2B5EF4-FFF2-40B4-BE49-F238E27FC236}">
                  <a16:creationId xmlns:a16="http://schemas.microsoft.com/office/drawing/2014/main" id="{2EB992F1-504F-C4CC-A1C6-C713D15E8E53}"/>
                </a:ext>
              </a:extLst>
            </p:cNvPr>
            <p:cNvSpPr/>
            <p:nvPr/>
          </p:nvSpPr>
          <p:spPr>
            <a:xfrm>
              <a:off x="3307150" y="5604350"/>
              <a:ext cx="321050" cy="18500"/>
            </a:xfrm>
            <a:custGeom>
              <a:avLst/>
              <a:gdLst/>
              <a:ahLst/>
              <a:cxnLst/>
              <a:rect l="l" t="t" r="r" b="b"/>
              <a:pathLst>
                <a:path w="12842" h="740" extrusionOk="0">
                  <a:moveTo>
                    <a:pt x="434" y="1"/>
                  </a:moveTo>
                  <a:cubicBezTo>
                    <a:pt x="257" y="1"/>
                    <a:pt x="80" y="104"/>
                    <a:pt x="0" y="257"/>
                  </a:cubicBezTo>
                  <a:cubicBezTo>
                    <a:pt x="0" y="257"/>
                    <a:pt x="0" y="739"/>
                    <a:pt x="434" y="739"/>
                  </a:cubicBezTo>
                  <a:lnTo>
                    <a:pt x="12384" y="739"/>
                  </a:lnTo>
                  <a:cubicBezTo>
                    <a:pt x="12842" y="739"/>
                    <a:pt x="12842" y="257"/>
                    <a:pt x="12842" y="257"/>
                  </a:cubicBezTo>
                  <a:cubicBezTo>
                    <a:pt x="12744" y="104"/>
                    <a:pt x="12591" y="1"/>
                    <a:pt x="1238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8" name="Google Shape;5369;p66">
              <a:extLst>
                <a:ext uri="{FF2B5EF4-FFF2-40B4-BE49-F238E27FC236}">
                  <a16:creationId xmlns:a16="http://schemas.microsoft.com/office/drawing/2014/main" id="{EF6715CD-366E-965A-2388-E43B191EA146}"/>
                </a:ext>
              </a:extLst>
            </p:cNvPr>
            <p:cNvSpPr/>
            <p:nvPr/>
          </p:nvSpPr>
          <p:spPr>
            <a:xfrm>
              <a:off x="3305325" y="5610775"/>
              <a:ext cx="324850" cy="19700"/>
            </a:xfrm>
            <a:custGeom>
              <a:avLst/>
              <a:gdLst/>
              <a:ahLst/>
              <a:cxnLst/>
              <a:rect l="l" t="t" r="r" b="b"/>
              <a:pathLst>
                <a:path w="12994" h="788" extrusionOk="0">
                  <a:moveTo>
                    <a:pt x="73" y="0"/>
                  </a:moveTo>
                  <a:cubicBezTo>
                    <a:pt x="24" y="73"/>
                    <a:pt x="0" y="177"/>
                    <a:pt x="0" y="275"/>
                  </a:cubicBezTo>
                  <a:cubicBezTo>
                    <a:pt x="0" y="555"/>
                    <a:pt x="226" y="787"/>
                    <a:pt x="507" y="787"/>
                  </a:cubicBezTo>
                  <a:lnTo>
                    <a:pt x="12457" y="787"/>
                  </a:lnTo>
                  <a:cubicBezTo>
                    <a:pt x="12762" y="787"/>
                    <a:pt x="12994" y="555"/>
                    <a:pt x="12994" y="275"/>
                  </a:cubicBezTo>
                  <a:cubicBezTo>
                    <a:pt x="12994" y="177"/>
                    <a:pt x="12970" y="73"/>
                    <a:pt x="12915" y="0"/>
                  </a:cubicBezTo>
                  <a:cubicBezTo>
                    <a:pt x="12817" y="177"/>
                    <a:pt x="12664" y="275"/>
                    <a:pt x="12457" y="275"/>
                  </a:cubicBezTo>
                  <a:lnTo>
                    <a:pt x="507" y="275"/>
                  </a:lnTo>
                  <a:cubicBezTo>
                    <a:pt x="330" y="275"/>
                    <a:pt x="153" y="177"/>
                    <a:pt x="7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49" name="Google Shape;5385;p66">
            <a:extLst>
              <a:ext uri="{FF2B5EF4-FFF2-40B4-BE49-F238E27FC236}">
                <a16:creationId xmlns:a16="http://schemas.microsoft.com/office/drawing/2014/main" id="{9004CFE3-F19D-249B-59DF-EE6BBBEF6DE4}"/>
              </a:ext>
            </a:extLst>
          </p:cNvPr>
          <p:cNvGrpSpPr/>
          <p:nvPr/>
        </p:nvGrpSpPr>
        <p:grpSpPr>
          <a:xfrm>
            <a:off x="5407497" y="5244809"/>
            <a:ext cx="436700" cy="430475"/>
            <a:chOff x="5499300" y="5196800"/>
            <a:chExt cx="436700" cy="430475"/>
          </a:xfrm>
        </p:grpSpPr>
        <p:sp>
          <p:nvSpPr>
            <p:cNvPr id="4550" name="Google Shape;5386;p66">
              <a:extLst>
                <a:ext uri="{FF2B5EF4-FFF2-40B4-BE49-F238E27FC236}">
                  <a16:creationId xmlns:a16="http://schemas.microsoft.com/office/drawing/2014/main" id="{197EEDFF-AE60-39E7-07D8-2D6E6D9DAA8B}"/>
                </a:ext>
              </a:extLst>
            </p:cNvPr>
            <p:cNvSpPr/>
            <p:nvPr/>
          </p:nvSpPr>
          <p:spPr>
            <a:xfrm>
              <a:off x="5644250" y="5222900"/>
              <a:ext cx="291750" cy="322275"/>
            </a:xfrm>
            <a:custGeom>
              <a:avLst/>
              <a:gdLst/>
              <a:ahLst/>
              <a:cxnLst/>
              <a:rect l="l" t="t" r="r" b="b"/>
              <a:pathLst>
                <a:path w="11670" h="12891" extrusionOk="0">
                  <a:moveTo>
                    <a:pt x="251" y="1"/>
                  </a:moveTo>
                  <a:cubicBezTo>
                    <a:pt x="98" y="1"/>
                    <a:pt x="0" y="129"/>
                    <a:pt x="0" y="281"/>
                  </a:cubicBezTo>
                  <a:cubicBezTo>
                    <a:pt x="0" y="409"/>
                    <a:pt x="98" y="531"/>
                    <a:pt x="251" y="531"/>
                  </a:cubicBezTo>
                  <a:lnTo>
                    <a:pt x="8643" y="531"/>
                  </a:lnTo>
                  <a:cubicBezTo>
                    <a:pt x="10016" y="531"/>
                    <a:pt x="11163" y="1654"/>
                    <a:pt x="11163" y="3028"/>
                  </a:cubicBezTo>
                  <a:lnTo>
                    <a:pt x="11163" y="11139"/>
                  </a:lnTo>
                  <a:cubicBezTo>
                    <a:pt x="11163" y="11823"/>
                    <a:pt x="10602" y="12384"/>
                    <a:pt x="9918" y="12384"/>
                  </a:cubicBezTo>
                  <a:lnTo>
                    <a:pt x="9253" y="12384"/>
                  </a:lnTo>
                  <a:cubicBezTo>
                    <a:pt x="9131" y="12384"/>
                    <a:pt x="9003" y="12488"/>
                    <a:pt x="9003" y="12640"/>
                  </a:cubicBezTo>
                  <a:cubicBezTo>
                    <a:pt x="9003" y="12793"/>
                    <a:pt x="9131" y="12891"/>
                    <a:pt x="9253" y="12891"/>
                  </a:cubicBezTo>
                  <a:lnTo>
                    <a:pt x="9918" y="12891"/>
                  </a:lnTo>
                  <a:cubicBezTo>
                    <a:pt x="10883" y="12891"/>
                    <a:pt x="11670" y="12103"/>
                    <a:pt x="11670" y="11139"/>
                  </a:cubicBezTo>
                  <a:lnTo>
                    <a:pt x="11670" y="3028"/>
                  </a:lnTo>
                  <a:cubicBezTo>
                    <a:pt x="11670" y="1374"/>
                    <a:pt x="10321" y="1"/>
                    <a:pt x="864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1" name="Google Shape;5387;p66">
              <a:extLst>
                <a:ext uri="{FF2B5EF4-FFF2-40B4-BE49-F238E27FC236}">
                  <a16:creationId xmlns:a16="http://schemas.microsoft.com/office/drawing/2014/main" id="{4A45F60F-C3A1-3920-5782-844B912F077C}"/>
                </a:ext>
              </a:extLst>
            </p:cNvPr>
            <p:cNvSpPr/>
            <p:nvPr/>
          </p:nvSpPr>
          <p:spPr>
            <a:xfrm>
              <a:off x="5561550" y="5240750"/>
              <a:ext cx="53425" cy="13300"/>
            </a:xfrm>
            <a:custGeom>
              <a:avLst/>
              <a:gdLst/>
              <a:ahLst/>
              <a:cxnLst/>
              <a:rect l="l" t="t" r="r" b="b"/>
              <a:pathLst>
                <a:path w="2137" h="532" extrusionOk="0">
                  <a:moveTo>
                    <a:pt x="257" y="1"/>
                  </a:moveTo>
                  <a:cubicBezTo>
                    <a:pt x="129" y="1"/>
                    <a:pt x="0" y="123"/>
                    <a:pt x="0" y="275"/>
                  </a:cubicBezTo>
                  <a:cubicBezTo>
                    <a:pt x="0" y="403"/>
                    <a:pt x="129" y="532"/>
                    <a:pt x="257" y="532"/>
                  </a:cubicBezTo>
                  <a:lnTo>
                    <a:pt x="1880" y="532"/>
                  </a:lnTo>
                  <a:cubicBezTo>
                    <a:pt x="2008" y="532"/>
                    <a:pt x="2137" y="403"/>
                    <a:pt x="2137" y="275"/>
                  </a:cubicBezTo>
                  <a:cubicBezTo>
                    <a:pt x="2137" y="123"/>
                    <a:pt x="2008" y="1"/>
                    <a:pt x="188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2" name="Google Shape;5388;p66">
              <a:extLst>
                <a:ext uri="{FF2B5EF4-FFF2-40B4-BE49-F238E27FC236}">
                  <a16:creationId xmlns:a16="http://schemas.microsoft.com/office/drawing/2014/main" id="{BC3F2909-EC57-FFA1-E23E-A40D590AD4A7}"/>
                </a:ext>
              </a:extLst>
            </p:cNvPr>
            <p:cNvSpPr/>
            <p:nvPr/>
          </p:nvSpPr>
          <p:spPr>
            <a:xfrm>
              <a:off x="5561550" y="5205050"/>
              <a:ext cx="53425" cy="13450"/>
            </a:xfrm>
            <a:custGeom>
              <a:avLst/>
              <a:gdLst/>
              <a:ahLst/>
              <a:cxnLst/>
              <a:rect l="l" t="t" r="r" b="b"/>
              <a:pathLst>
                <a:path w="2137" h="538" extrusionOk="0">
                  <a:moveTo>
                    <a:pt x="257" y="0"/>
                  </a:moveTo>
                  <a:cubicBezTo>
                    <a:pt x="129" y="0"/>
                    <a:pt x="0" y="129"/>
                    <a:pt x="0" y="281"/>
                  </a:cubicBezTo>
                  <a:cubicBezTo>
                    <a:pt x="0" y="409"/>
                    <a:pt x="129" y="538"/>
                    <a:pt x="257" y="538"/>
                  </a:cubicBezTo>
                  <a:lnTo>
                    <a:pt x="1880" y="538"/>
                  </a:lnTo>
                  <a:cubicBezTo>
                    <a:pt x="2008" y="538"/>
                    <a:pt x="2137" y="409"/>
                    <a:pt x="2137" y="281"/>
                  </a:cubicBezTo>
                  <a:cubicBezTo>
                    <a:pt x="2137" y="129"/>
                    <a:pt x="2008" y="0"/>
                    <a:pt x="188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3" name="Google Shape;5389;p66">
              <a:extLst>
                <a:ext uri="{FF2B5EF4-FFF2-40B4-BE49-F238E27FC236}">
                  <a16:creationId xmlns:a16="http://schemas.microsoft.com/office/drawing/2014/main" id="{BD269840-2154-B024-931A-87434CEAB25D}"/>
                </a:ext>
              </a:extLst>
            </p:cNvPr>
            <p:cNvSpPr/>
            <p:nvPr/>
          </p:nvSpPr>
          <p:spPr>
            <a:xfrm>
              <a:off x="5597100" y="5196800"/>
              <a:ext cx="61050" cy="57850"/>
            </a:xfrm>
            <a:custGeom>
              <a:avLst/>
              <a:gdLst/>
              <a:ahLst/>
              <a:cxnLst/>
              <a:rect l="l" t="t" r="r" b="b"/>
              <a:pathLst>
                <a:path w="2442" h="2314" extrusionOk="0">
                  <a:moveTo>
                    <a:pt x="184" y="1"/>
                  </a:moveTo>
                  <a:cubicBezTo>
                    <a:pt x="80" y="1"/>
                    <a:pt x="0" y="80"/>
                    <a:pt x="0" y="178"/>
                  </a:cubicBezTo>
                  <a:lnTo>
                    <a:pt x="0" y="2009"/>
                  </a:lnTo>
                  <a:lnTo>
                    <a:pt x="306" y="2314"/>
                  </a:lnTo>
                  <a:lnTo>
                    <a:pt x="1044" y="2314"/>
                  </a:lnTo>
                  <a:cubicBezTo>
                    <a:pt x="1197" y="2314"/>
                    <a:pt x="1349" y="2241"/>
                    <a:pt x="1453" y="2113"/>
                  </a:cubicBezTo>
                  <a:cubicBezTo>
                    <a:pt x="1606" y="1960"/>
                    <a:pt x="1783" y="1783"/>
                    <a:pt x="2063" y="1679"/>
                  </a:cubicBezTo>
                  <a:cubicBezTo>
                    <a:pt x="2265" y="1606"/>
                    <a:pt x="2417" y="1423"/>
                    <a:pt x="2442" y="1197"/>
                  </a:cubicBezTo>
                  <a:lnTo>
                    <a:pt x="2442" y="1173"/>
                  </a:lnTo>
                  <a:lnTo>
                    <a:pt x="2442" y="843"/>
                  </a:lnTo>
                  <a:cubicBezTo>
                    <a:pt x="2442" y="764"/>
                    <a:pt x="2393" y="715"/>
                    <a:pt x="2320" y="691"/>
                  </a:cubicBezTo>
                  <a:cubicBezTo>
                    <a:pt x="1886" y="636"/>
                    <a:pt x="1581" y="355"/>
                    <a:pt x="1429" y="153"/>
                  </a:cubicBezTo>
                  <a:cubicBezTo>
                    <a:pt x="1349" y="50"/>
                    <a:pt x="1221" y="1"/>
                    <a:pt x="109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4" name="Google Shape;5390;p66">
              <a:extLst>
                <a:ext uri="{FF2B5EF4-FFF2-40B4-BE49-F238E27FC236}">
                  <a16:creationId xmlns:a16="http://schemas.microsoft.com/office/drawing/2014/main" id="{4692EC10-12FD-E0BE-E8AB-F862139ADFF1}"/>
                </a:ext>
              </a:extLst>
            </p:cNvPr>
            <p:cNvSpPr/>
            <p:nvPr/>
          </p:nvSpPr>
          <p:spPr>
            <a:xfrm>
              <a:off x="5597100" y="5226100"/>
              <a:ext cx="61050" cy="36200"/>
            </a:xfrm>
            <a:custGeom>
              <a:avLst/>
              <a:gdLst/>
              <a:ahLst/>
              <a:cxnLst/>
              <a:rect l="l" t="t" r="r" b="b"/>
              <a:pathLst>
                <a:path w="2442" h="1448" extrusionOk="0">
                  <a:moveTo>
                    <a:pt x="2442" y="1"/>
                  </a:moveTo>
                  <a:cubicBezTo>
                    <a:pt x="2442" y="74"/>
                    <a:pt x="2393" y="129"/>
                    <a:pt x="2320" y="129"/>
                  </a:cubicBezTo>
                  <a:cubicBezTo>
                    <a:pt x="1911" y="178"/>
                    <a:pt x="1630" y="458"/>
                    <a:pt x="1453" y="635"/>
                  </a:cubicBezTo>
                  <a:cubicBezTo>
                    <a:pt x="1349" y="764"/>
                    <a:pt x="1197" y="837"/>
                    <a:pt x="1044" y="837"/>
                  </a:cubicBezTo>
                  <a:lnTo>
                    <a:pt x="0" y="837"/>
                  </a:lnTo>
                  <a:lnTo>
                    <a:pt x="0" y="1270"/>
                  </a:lnTo>
                  <a:cubicBezTo>
                    <a:pt x="0" y="1374"/>
                    <a:pt x="80" y="1447"/>
                    <a:pt x="184" y="1447"/>
                  </a:cubicBezTo>
                  <a:lnTo>
                    <a:pt x="1044" y="1447"/>
                  </a:lnTo>
                  <a:cubicBezTo>
                    <a:pt x="1197" y="1447"/>
                    <a:pt x="1349" y="1374"/>
                    <a:pt x="1453" y="1246"/>
                  </a:cubicBezTo>
                  <a:cubicBezTo>
                    <a:pt x="1630" y="1069"/>
                    <a:pt x="1911" y="812"/>
                    <a:pt x="2320" y="764"/>
                  </a:cubicBezTo>
                  <a:cubicBezTo>
                    <a:pt x="2393" y="764"/>
                    <a:pt x="2442" y="684"/>
                    <a:pt x="2442" y="611"/>
                  </a:cubicBezTo>
                  <a:lnTo>
                    <a:pt x="244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5" name="Google Shape;5391;p66">
              <a:extLst>
                <a:ext uri="{FF2B5EF4-FFF2-40B4-BE49-F238E27FC236}">
                  <a16:creationId xmlns:a16="http://schemas.microsoft.com/office/drawing/2014/main" id="{0D73E94E-C088-1985-C404-65E6254CAFCA}"/>
                </a:ext>
              </a:extLst>
            </p:cNvPr>
            <p:cNvSpPr/>
            <p:nvPr/>
          </p:nvSpPr>
          <p:spPr>
            <a:xfrm>
              <a:off x="5499300" y="5317650"/>
              <a:ext cx="392925" cy="252400"/>
            </a:xfrm>
            <a:custGeom>
              <a:avLst/>
              <a:gdLst/>
              <a:ahLst/>
              <a:cxnLst/>
              <a:rect l="l" t="t" r="r" b="b"/>
              <a:pathLst>
                <a:path w="15717" h="10096" extrusionOk="0">
                  <a:moveTo>
                    <a:pt x="8923" y="1"/>
                  </a:moveTo>
                  <a:cubicBezTo>
                    <a:pt x="2643" y="1"/>
                    <a:pt x="739" y="6385"/>
                    <a:pt x="739" y="6385"/>
                  </a:cubicBezTo>
                  <a:lnTo>
                    <a:pt x="586" y="7068"/>
                  </a:lnTo>
                  <a:lnTo>
                    <a:pt x="74" y="7703"/>
                  </a:lnTo>
                  <a:cubicBezTo>
                    <a:pt x="25" y="7935"/>
                    <a:pt x="0" y="8161"/>
                    <a:pt x="0" y="8368"/>
                  </a:cubicBezTo>
                  <a:lnTo>
                    <a:pt x="0" y="9204"/>
                  </a:lnTo>
                  <a:lnTo>
                    <a:pt x="0" y="9485"/>
                  </a:lnTo>
                  <a:cubicBezTo>
                    <a:pt x="25" y="9815"/>
                    <a:pt x="330" y="10095"/>
                    <a:pt x="684" y="10095"/>
                  </a:cubicBezTo>
                  <a:lnTo>
                    <a:pt x="15082" y="10047"/>
                  </a:lnTo>
                  <a:cubicBezTo>
                    <a:pt x="15411" y="10047"/>
                    <a:pt x="15661" y="9790"/>
                    <a:pt x="15692" y="9461"/>
                  </a:cubicBezTo>
                  <a:lnTo>
                    <a:pt x="15716" y="9204"/>
                  </a:lnTo>
                  <a:lnTo>
                    <a:pt x="15716" y="7270"/>
                  </a:lnTo>
                  <a:lnTo>
                    <a:pt x="15259" y="6433"/>
                  </a:lnTo>
                  <a:lnTo>
                    <a:pt x="15661" y="5390"/>
                  </a:lnTo>
                  <a:cubicBezTo>
                    <a:pt x="15411" y="2442"/>
                    <a:pt x="13806" y="1142"/>
                    <a:pt x="13806" y="1142"/>
                  </a:cubicBezTo>
                  <a:lnTo>
                    <a:pt x="14111" y="764"/>
                  </a:lnTo>
                  <a:cubicBezTo>
                    <a:pt x="14367" y="458"/>
                    <a:pt x="14136" y="1"/>
                    <a:pt x="137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6" name="Google Shape;5392;p66">
              <a:extLst>
                <a:ext uri="{FF2B5EF4-FFF2-40B4-BE49-F238E27FC236}">
                  <a16:creationId xmlns:a16="http://schemas.microsoft.com/office/drawing/2014/main" id="{E42C9AD7-5008-1800-6AD2-56DE24C17FAB}"/>
                </a:ext>
              </a:extLst>
            </p:cNvPr>
            <p:cNvSpPr/>
            <p:nvPr/>
          </p:nvSpPr>
          <p:spPr>
            <a:xfrm>
              <a:off x="5499300" y="5547750"/>
              <a:ext cx="392925" cy="30525"/>
            </a:xfrm>
            <a:custGeom>
              <a:avLst/>
              <a:gdLst/>
              <a:ahLst/>
              <a:cxnLst/>
              <a:rect l="l" t="t" r="r" b="b"/>
              <a:pathLst>
                <a:path w="15717" h="1221" extrusionOk="0">
                  <a:moveTo>
                    <a:pt x="0" y="0"/>
                  </a:moveTo>
                  <a:lnTo>
                    <a:pt x="0" y="635"/>
                  </a:lnTo>
                  <a:cubicBezTo>
                    <a:pt x="0" y="965"/>
                    <a:pt x="251" y="1221"/>
                    <a:pt x="586" y="1221"/>
                  </a:cubicBezTo>
                  <a:lnTo>
                    <a:pt x="15130" y="1221"/>
                  </a:lnTo>
                  <a:cubicBezTo>
                    <a:pt x="15436" y="1221"/>
                    <a:pt x="15716" y="965"/>
                    <a:pt x="15716" y="635"/>
                  </a:cubicBezTo>
                  <a:lnTo>
                    <a:pt x="15716" y="0"/>
                  </a:lnTo>
                  <a:cubicBezTo>
                    <a:pt x="15716" y="330"/>
                    <a:pt x="15436" y="611"/>
                    <a:pt x="15130" y="611"/>
                  </a:cubicBezTo>
                  <a:lnTo>
                    <a:pt x="586" y="611"/>
                  </a:lnTo>
                  <a:cubicBezTo>
                    <a:pt x="251" y="611"/>
                    <a:pt x="0" y="330"/>
                    <a:pt x="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7" name="Google Shape;5393;p66">
              <a:extLst>
                <a:ext uri="{FF2B5EF4-FFF2-40B4-BE49-F238E27FC236}">
                  <a16:creationId xmlns:a16="http://schemas.microsoft.com/office/drawing/2014/main" id="{85B70CF4-3C74-A626-3234-3BFD5328A7DC}"/>
                </a:ext>
              </a:extLst>
            </p:cNvPr>
            <p:cNvSpPr/>
            <p:nvPr/>
          </p:nvSpPr>
          <p:spPr>
            <a:xfrm>
              <a:off x="5526600" y="5529275"/>
              <a:ext cx="97225" cy="90350"/>
            </a:xfrm>
            <a:custGeom>
              <a:avLst/>
              <a:gdLst/>
              <a:ahLst/>
              <a:cxnLst/>
              <a:rect l="l" t="t" r="r" b="b"/>
              <a:pathLst>
                <a:path w="3889" h="3614" extrusionOk="0">
                  <a:moveTo>
                    <a:pt x="1936" y="1"/>
                  </a:moveTo>
                  <a:cubicBezTo>
                    <a:pt x="965" y="1"/>
                    <a:pt x="153" y="715"/>
                    <a:pt x="1" y="1655"/>
                  </a:cubicBezTo>
                  <a:cubicBezTo>
                    <a:pt x="1" y="1655"/>
                    <a:pt x="1" y="3614"/>
                    <a:pt x="1936" y="3614"/>
                  </a:cubicBezTo>
                  <a:cubicBezTo>
                    <a:pt x="3889" y="3614"/>
                    <a:pt x="3889" y="1655"/>
                    <a:pt x="3889" y="1655"/>
                  </a:cubicBezTo>
                  <a:cubicBezTo>
                    <a:pt x="3736" y="715"/>
                    <a:pt x="2924" y="1"/>
                    <a:pt x="19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8" name="Google Shape;5394;p66">
              <a:extLst>
                <a:ext uri="{FF2B5EF4-FFF2-40B4-BE49-F238E27FC236}">
                  <a16:creationId xmlns:a16="http://schemas.microsoft.com/office/drawing/2014/main" id="{B54A12A5-B084-CA4D-84EE-409010A10027}"/>
                </a:ext>
              </a:extLst>
            </p:cNvPr>
            <p:cNvSpPr/>
            <p:nvPr/>
          </p:nvSpPr>
          <p:spPr>
            <a:xfrm>
              <a:off x="5560325" y="5561175"/>
              <a:ext cx="29925" cy="25950"/>
            </a:xfrm>
            <a:custGeom>
              <a:avLst/>
              <a:gdLst/>
              <a:ahLst/>
              <a:cxnLst/>
              <a:rect l="l" t="t" r="r" b="b"/>
              <a:pathLst>
                <a:path w="1197" h="1038" extrusionOk="0">
                  <a:moveTo>
                    <a:pt x="587" y="0"/>
                  </a:moveTo>
                  <a:cubicBezTo>
                    <a:pt x="330" y="0"/>
                    <a:pt x="98" y="153"/>
                    <a:pt x="1" y="379"/>
                  </a:cubicBezTo>
                  <a:cubicBezTo>
                    <a:pt x="1" y="379"/>
                    <a:pt x="1" y="1038"/>
                    <a:pt x="587" y="1038"/>
                  </a:cubicBezTo>
                  <a:cubicBezTo>
                    <a:pt x="1197" y="1038"/>
                    <a:pt x="1197" y="379"/>
                    <a:pt x="1197" y="379"/>
                  </a:cubicBezTo>
                  <a:cubicBezTo>
                    <a:pt x="1093" y="153"/>
                    <a:pt x="861" y="0"/>
                    <a:pt x="58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9" name="Google Shape;5395;p66">
              <a:extLst>
                <a:ext uri="{FF2B5EF4-FFF2-40B4-BE49-F238E27FC236}">
                  <a16:creationId xmlns:a16="http://schemas.microsoft.com/office/drawing/2014/main" id="{EB511938-2C55-1A02-0B23-F5CE7837B7E6}"/>
                </a:ext>
              </a:extLst>
            </p:cNvPr>
            <p:cNvSpPr/>
            <p:nvPr/>
          </p:nvSpPr>
          <p:spPr>
            <a:xfrm>
              <a:off x="5558350" y="5570625"/>
              <a:ext cx="33750" cy="24900"/>
            </a:xfrm>
            <a:custGeom>
              <a:avLst/>
              <a:gdLst/>
              <a:ahLst/>
              <a:cxnLst/>
              <a:rect l="l" t="t" r="r" b="b"/>
              <a:pathLst>
                <a:path w="1350" h="996" extrusionOk="0">
                  <a:moveTo>
                    <a:pt x="80" y="1"/>
                  </a:moveTo>
                  <a:cubicBezTo>
                    <a:pt x="25" y="105"/>
                    <a:pt x="0" y="202"/>
                    <a:pt x="0" y="306"/>
                  </a:cubicBezTo>
                  <a:cubicBezTo>
                    <a:pt x="0" y="691"/>
                    <a:pt x="305" y="996"/>
                    <a:pt x="666" y="996"/>
                  </a:cubicBezTo>
                  <a:cubicBezTo>
                    <a:pt x="1044" y="996"/>
                    <a:pt x="1349" y="691"/>
                    <a:pt x="1349" y="306"/>
                  </a:cubicBezTo>
                  <a:cubicBezTo>
                    <a:pt x="1349" y="202"/>
                    <a:pt x="1325" y="105"/>
                    <a:pt x="1276" y="1"/>
                  </a:cubicBezTo>
                  <a:cubicBezTo>
                    <a:pt x="1172" y="202"/>
                    <a:pt x="940" y="355"/>
                    <a:pt x="666" y="355"/>
                  </a:cubicBezTo>
                  <a:cubicBezTo>
                    <a:pt x="409" y="355"/>
                    <a:pt x="177" y="202"/>
                    <a:pt x="8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0" name="Google Shape;5396;p66">
              <a:extLst>
                <a:ext uri="{FF2B5EF4-FFF2-40B4-BE49-F238E27FC236}">
                  <a16:creationId xmlns:a16="http://schemas.microsoft.com/office/drawing/2014/main" id="{64269054-8FA3-6EF0-E15C-671250DE20B1}"/>
                </a:ext>
              </a:extLst>
            </p:cNvPr>
            <p:cNvSpPr/>
            <p:nvPr/>
          </p:nvSpPr>
          <p:spPr>
            <a:xfrm>
              <a:off x="5587650" y="5351375"/>
              <a:ext cx="254375" cy="74950"/>
            </a:xfrm>
            <a:custGeom>
              <a:avLst/>
              <a:gdLst/>
              <a:ahLst/>
              <a:cxnLst/>
              <a:rect l="l" t="t" r="r" b="b"/>
              <a:pathLst>
                <a:path w="10175" h="2998" extrusionOk="0">
                  <a:moveTo>
                    <a:pt x="4932" y="0"/>
                  </a:moveTo>
                  <a:cubicBezTo>
                    <a:pt x="2924" y="0"/>
                    <a:pt x="1068" y="1014"/>
                    <a:pt x="0" y="2668"/>
                  </a:cubicBezTo>
                  <a:lnTo>
                    <a:pt x="256" y="2997"/>
                  </a:lnTo>
                  <a:lnTo>
                    <a:pt x="9637" y="2997"/>
                  </a:lnTo>
                  <a:lnTo>
                    <a:pt x="10174" y="2668"/>
                  </a:lnTo>
                  <a:cubicBezTo>
                    <a:pt x="10046" y="2185"/>
                    <a:pt x="9814" y="1471"/>
                    <a:pt x="9228" y="788"/>
                  </a:cubicBezTo>
                  <a:cubicBezTo>
                    <a:pt x="8801" y="306"/>
                    <a:pt x="8191" y="0"/>
                    <a:pt x="75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1" name="Google Shape;5397;p66">
              <a:extLst>
                <a:ext uri="{FF2B5EF4-FFF2-40B4-BE49-F238E27FC236}">
                  <a16:creationId xmlns:a16="http://schemas.microsoft.com/office/drawing/2014/main" id="{3BA760E4-E74A-1763-D336-8B83CE0D0FBC}"/>
                </a:ext>
              </a:extLst>
            </p:cNvPr>
            <p:cNvSpPr/>
            <p:nvPr/>
          </p:nvSpPr>
          <p:spPr>
            <a:xfrm>
              <a:off x="5578800" y="5418050"/>
              <a:ext cx="265050" cy="15900"/>
            </a:xfrm>
            <a:custGeom>
              <a:avLst/>
              <a:gdLst/>
              <a:ahLst/>
              <a:cxnLst/>
              <a:rect l="l" t="t" r="r" b="b"/>
              <a:pathLst>
                <a:path w="10602" h="636" extrusionOk="0">
                  <a:moveTo>
                    <a:pt x="354" y="1"/>
                  </a:moveTo>
                  <a:cubicBezTo>
                    <a:pt x="275" y="129"/>
                    <a:pt x="177" y="281"/>
                    <a:pt x="98" y="409"/>
                  </a:cubicBezTo>
                  <a:cubicBezTo>
                    <a:pt x="73" y="483"/>
                    <a:pt x="25" y="562"/>
                    <a:pt x="0" y="635"/>
                  </a:cubicBezTo>
                  <a:lnTo>
                    <a:pt x="10602" y="635"/>
                  </a:lnTo>
                  <a:cubicBezTo>
                    <a:pt x="10602" y="635"/>
                    <a:pt x="10602" y="385"/>
                    <a:pt x="105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2" name="Google Shape;5398;p66">
              <a:extLst>
                <a:ext uri="{FF2B5EF4-FFF2-40B4-BE49-F238E27FC236}">
                  <a16:creationId xmlns:a16="http://schemas.microsoft.com/office/drawing/2014/main" id="{5AE22603-6F0C-55DC-47D8-09BD068DF1E0}"/>
                </a:ext>
              </a:extLst>
            </p:cNvPr>
            <p:cNvSpPr/>
            <p:nvPr/>
          </p:nvSpPr>
          <p:spPr>
            <a:xfrm>
              <a:off x="5506325" y="5477250"/>
              <a:ext cx="46400" cy="25350"/>
            </a:xfrm>
            <a:custGeom>
              <a:avLst/>
              <a:gdLst/>
              <a:ahLst/>
              <a:cxnLst/>
              <a:rect l="l" t="t" r="r" b="b"/>
              <a:pathLst>
                <a:path w="1856" h="1014" extrusionOk="0">
                  <a:moveTo>
                    <a:pt x="458" y="1"/>
                  </a:moveTo>
                  <a:cubicBezTo>
                    <a:pt x="275" y="153"/>
                    <a:pt x="122" y="403"/>
                    <a:pt x="0" y="684"/>
                  </a:cubicBezTo>
                  <a:lnTo>
                    <a:pt x="98" y="1014"/>
                  </a:lnTo>
                  <a:lnTo>
                    <a:pt x="964" y="1014"/>
                  </a:lnTo>
                  <a:cubicBezTo>
                    <a:pt x="1752" y="1014"/>
                    <a:pt x="1855" y="74"/>
                    <a:pt x="1831" y="49"/>
                  </a:cubicBezTo>
                  <a:cubicBezTo>
                    <a:pt x="1801" y="25"/>
                    <a:pt x="1752" y="1"/>
                    <a:pt x="170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3" name="Google Shape;5399;p66">
              <a:extLst>
                <a:ext uri="{FF2B5EF4-FFF2-40B4-BE49-F238E27FC236}">
                  <a16:creationId xmlns:a16="http://schemas.microsoft.com/office/drawing/2014/main" id="{192C4836-9FC9-84BA-54D8-F9DA31E199B0}"/>
                </a:ext>
              </a:extLst>
            </p:cNvPr>
            <p:cNvSpPr/>
            <p:nvPr/>
          </p:nvSpPr>
          <p:spPr>
            <a:xfrm>
              <a:off x="5501125" y="5478475"/>
              <a:ext cx="51600" cy="31750"/>
            </a:xfrm>
            <a:custGeom>
              <a:avLst/>
              <a:gdLst/>
              <a:ahLst/>
              <a:cxnLst/>
              <a:rect l="l" t="t" r="r" b="b"/>
              <a:pathLst>
                <a:path w="2064" h="1270" extrusionOk="0">
                  <a:moveTo>
                    <a:pt x="2039" y="0"/>
                  </a:moveTo>
                  <a:cubicBezTo>
                    <a:pt x="1911" y="379"/>
                    <a:pt x="1581" y="635"/>
                    <a:pt x="1172" y="635"/>
                  </a:cubicBezTo>
                  <a:lnTo>
                    <a:pt x="208" y="635"/>
                  </a:lnTo>
                  <a:cubicBezTo>
                    <a:pt x="104" y="837"/>
                    <a:pt x="55" y="1044"/>
                    <a:pt x="1" y="1270"/>
                  </a:cubicBezTo>
                  <a:lnTo>
                    <a:pt x="1172" y="1270"/>
                  </a:lnTo>
                  <a:cubicBezTo>
                    <a:pt x="1679" y="1270"/>
                    <a:pt x="2063" y="867"/>
                    <a:pt x="2063" y="354"/>
                  </a:cubicBezTo>
                  <a:lnTo>
                    <a:pt x="2063" y="129"/>
                  </a:lnTo>
                  <a:cubicBezTo>
                    <a:pt x="2063" y="74"/>
                    <a:pt x="2063" y="25"/>
                    <a:pt x="203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4" name="Google Shape;5400;p66">
              <a:extLst>
                <a:ext uri="{FF2B5EF4-FFF2-40B4-BE49-F238E27FC236}">
                  <a16:creationId xmlns:a16="http://schemas.microsoft.com/office/drawing/2014/main" id="{602446F8-F86D-9554-5BCC-D46BF6760DE9}"/>
                </a:ext>
              </a:extLst>
            </p:cNvPr>
            <p:cNvSpPr/>
            <p:nvPr/>
          </p:nvSpPr>
          <p:spPr>
            <a:xfrm>
              <a:off x="5848850" y="5452375"/>
              <a:ext cx="43375" cy="39400"/>
            </a:xfrm>
            <a:custGeom>
              <a:avLst/>
              <a:gdLst/>
              <a:ahLst/>
              <a:cxnLst/>
              <a:rect l="l" t="t" r="r" b="b"/>
              <a:pathLst>
                <a:path w="1735" h="1576" extrusionOk="0">
                  <a:moveTo>
                    <a:pt x="1679" y="1"/>
                  </a:moveTo>
                  <a:lnTo>
                    <a:pt x="105" y="813"/>
                  </a:lnTo>
                  <a:cubicBezTo>
                    <a:pt x="56" y="843"/>
                    <a:pt x="31" y="867"/>
                    <a:pt x="31" y="892"/>
                  </a:cubicBezTo>
                  <a:cubicBezTo>
                    <a:pt x="31" y="892"/>
                    <a:pt x="1" y="1575"/>
                    <a:pt x="538" y="1575"/>
                  </a:cubicBezTo>
                  <a:lnTo>
                    <a:pt x="1429" y="1575"/>
                  </a:lnTo>
                  <a:lnTo>
                    <a:pt x="1734" y="1270"/>
                  </a:lnTo>
                  <a:lnTo>
                    <a:pt x="1734" y="843"/>
                  </a:lnTo>
                  <a:cubicBezTo>
                    <a:pt x="1734" y="538"/>
                    <a:pt x="1710" y="257"/>
                    <a:pt x="16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5" name="Google Shape;5401;p66">
              <a:extLst>
                <a:ext uri="{FF2B5EF4-FFF2-40B4-BE49-F238E27FC236}">
                  <a16:creationId xmlns:a16="http://schemas.microsoft.com/office/drawing/2014/main" id="{E2222F0F-5331-3C76-4DDF-DB3F72FBC2D1}"/>
                </a:ext>
              </a:extLst>
            </p:cNvPr>
            <p:cNvSpPr/>
            <p:nvPr/>
          </p:nvSpPr>
          <p:spPr>
            <a:xfrm>
              <a:off x="5848850" y="5474650"/>
              <a:ext cx="43375" cy="24750"/>
            </a:xfrm>
            <a:custGeom>
              <a:avLst/>
              <a:gdLst/>
              <a:ahLst/>
              <a:cxnLst/>
              <a:rect l="l" t="t" r="r" b="b"/>
              <a:pathLst>
                <a:path w="1735" h="990" extrusionOk="0">
                  <a:moveTo>
                    <a:pt x="31" y="1"/>
                  </a:moveTo>
                  <a:cubicBezTo>
                    <a:pt x="1" y="25"/>
                    <a:pt x="1" y="50"/>
                    <a:pt x="1" y="74"/>
                  </a:cubicBezTo>
                  <a:lnTo>
                    <a:pt x="1" y="459"/>
                  </a:lnTo>
                  <a:cubicBezTo>
                    <a:pt x="1" y="764"/>
                    <a:pt x="233" y="990"/>
                    <a:pt x="538" y="990"/>
                  </a:cubicBezTo>
                  <a:lnTo>
                    <a:pt x="1734" y="990"/>
                  </a:lnTo>
                  <a:lnTo>
                    <a:pt x="1734" y="379"/>
                  </a:lnTo>
                  <a:lnTo>
                    <a:pt x="538" y="379"/>
                  </a:lnTo>
                  <a:cubicBezTo>
                    <a:pt x="282" y="379"/>
                    <a:pt x="80" y="202"/>
                    <a:pt x="3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6" name="Google Shape;5402;p66">
              <a:extLst>
                <a:ext uri="{FF2B5EF4-FFF2-40B4-BE49-F238E27FC236}">
                  <a16:creationId xmlns:a16="http://schemas.microsoft.com/office/drawing/2014/main" id="{3DCDC4CB-0096-4600-6679-77186DD5F4C0}"/>
                </a:ext>
              </a:extLst>
            </p:cNvPr>
            <p:cNvSpPr/>
            <p:nvPr/>
          </p:nvSpPr>
          <p:spPr>
            <a:xfrm>
              <a:off x="5526000" y="5570625"/>
              <a:ext cx="98600" cy="56650"/>
            </a:xfrm>
            <a:custGeom>
              <a:avLst/>
              <a:gdLst/>
              <a:ahLst/>
              <a:cxnLst/>
              <a:rect l="l" t="t" r="r" b="b"/>
              <a:pathLst>
                <a:path w="3944" h="2266" extrusionOk="0">
                  <a:moveTo>
                    <a:pt x="25" y="1"/>
                  </a:moveTo>
                  <a:cubicBezTo>
                    <a:pt x="0" y="105"/>
                    <a:pt x="0" y="202"/>
                    <a:pt x="0" y="306"/>
                  </a:cubicBezTo>
                  <a:cubicBezTo>
                    <a:pt x="0" y="1398"/>
                    <a:pt x="891" y="2265"/>
                    <a:pt x="1960" y="2265"/>
                  </a:cubicBezTo>
                  <a:cubicBezTo>
                    <a:pt x="3052" y="2265"/>
                    <a:pt x="3943" y="1398"/>
                    <a:pt x="3943" y="306"/>
                  </a:cubicBezTo>
                  <a:cubicBezTo>
                    <a:pt x="3943" y="202"/>
                    <a:pt x="3913" y="105"/>
                    <a:pt x="3913" y="1"/>
                  </a:cubicBezTo>
                  <a:cubicBezTo>
                    <a:pt x="3760" y="941"/>
                    <a:pt x="2948" y="1655"/>
                    <a:pt x="1960" y="1655"/>
                  </a:cubicBezTo>
                  <a:cubicBezTo>
                    <a:pt x="989" y="1655"/>
                    <a:pt x="177" y="941"/>
                    <a:pt x="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7" name="Google Shape;5403;p66">
              <a:extLst>
                <a:ext uri="{FF2B5EF4-FFF2-40B4-BE49-F238E27FC236}">
                  <a16:creationId xmlns:a16="http://schemas.microsoft.com/office/drawing/2014/main" id="{3556D1D5-BB55-C1F9-73D4-70AE93B83016}"/>
                </a:ext>
              </a:extLst>
            </p:cNvPr>
            <p:cNvSpPr/>
            <p:nvPr/>
          </p:nvSpPr>
          <p:spPr>
            <a:xfrm>
              <a:off x="5763100" y="5529275"/>
              <a:ext cx="96625" cy="90350"/>
            </a:xfrm>
            <a:custGeom>
              <a:avLst/>
              <a:gdLst/>
              <a:ahLst/>
              <a:cxnLst/>
              <a:rect l="l" t="t" r="r" b="b"/>
              <a:pathLst>
                <a:path w="3865" h="3614" extrusionOk="0">
                  <a:moveTo>
                    <a:pt x="1936" y="1"/>
                  </a:moveTo>
                  <a:cubicBezTo>
                    <a:pt x="965" y="1"/>
                    <a:pt x="153" y="715"/>
                    <a:pt x="1" y="1655"/>
                  </a:cubicBezTo>
                  <a:cubicBezTo>
                    <a:pt x="1" y="1655"/>
                    <a:pt x="1" y="3614"/>
                    <a:pt x="1936" y="3614"/>
                  </a:cubicBezTo>
                  <a:cubicBezTo>
                    <a:pt x="3864" y="3614"/>
                    <a:pt x="3864" y="1655"/>
                    <a:pt x="3864" y="1655"/>
                  </a:cubicBezTo>
                  <a:cubicBezTo>
                    <a:pt x="3712" y="715"/>
                    <a:pt x="2924" y="1"/>
                    <a:pt x="19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8" name="Google Shape;5404;p66">
              <a:extLst>
                <a:ext uri="{FF2B5EF4-FFF2-40B4-BE49-F238E27FC236}">
                  <a16:creationId xmlns:a16="http://schemas.microsoft.com/office/drawing/2014/main" id="{B2B465D0-984E-6DF5-ED8C-496C58870126}"/>
                </a:ext>
              </a:extLst>
            </p:cNvPr>
            <p:cNvSpPr/>
            <p:nvPr/>
          </p:nvSpPr>
          <p:spPr>
            <a:xfrm>
              <a:off x="5796225" y="5561175"/>
              <a:ext cx="30525" cy="25950"/>
            </a:xfrm>
            <a:custGeom>
              <a:avLst/>
              <a:gdLst/>
              <a:ahLst/>
              <a:cxnLst/>
              <a:rect l="l" t="t" r="r" b="b"/>
              <a:pathLst>
                <a:path w="1221" h="1038" extrusionOk="0">
                  <a:moveTo>
                    <a:pt x="611" y="0"/>
                  </a:moveTo>
                  <a:cubicBezTo>
                    <a:pt x="354" y="0"/>
                    <a:pt x="122" y="153"/>
                    <a:pt x="0" y="379"/>
                  </a:cubicBezTo>
                  <a:cubicBezTo>
                    <a:pt x="0" y="379"/>
                    <a:pt x="0" y="1038"/>
                    <a:pt x="611" y="1038"/>
                  </a:cubicBezTo>
                  <a:cubicBezTo>
                    <a:pt x="1221" y="1038"/>
                    <a:pt x="1221" y="379"/>
                    <a:pt x="1221" y="379"/>
                  </a:cubicBezTo>
                  <a:cubicBezTo>
                    <a:pt x="1093" y="153"/>
                    <a:pt x="861" y="0"/>
                    <a:pt x="61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9" name="Google Shape;5405;p66">
              <a:extLst>
                <a:ext uri="{FF2B5EF4-FFF2-40B4-BE49-F238E27FC236}">
                  <a16:creationId xmlns:a16="http://schemas.microsoft.com/office/drawing/2014/main" id="{FFB21DC7-8532-8163-3B0E-618111184673}"/>
                </a:ext>
              </a:extLst>
            </p:cNvPr>
            <p:cNvSpPr/>
            <p:nvPr/>
          </p:nvSpPr>
          <p:spPr>
            <a:xfrm>
              <a:off x="5794225" y="5570625"/>
              <a:ext cx="34375" cy="24900"/>
            </a:xfrm>
            <a:custGeom>
              <a:avLst/>
              <a:gdLst/>
              <a:ahLst/>
              <a:cxnLst/>
              <a:rect l="l" t="t" r="r" b="b"/>
              <a:pathLst>
                <a:path w="1375" h="996" extrusionOk="0">
                  <a:moveTo>
                    <a:pt x="80" y="1"/>
                  </a:moveTo>
                  <a:cubicBezTo>
                    <a:pt x="25" y="105"/>
                    <a:pt x="1" y="202"/>
                    <a:pt x="1" y="306"/>
                  </a:cubicBezTo>
                  <a:cubicBezTo>
                    <a:pt x="1" y="691"/>
                    <a:pt x="306" y="996"/>
                    <a:pt x="691" y="996"/>
                  </a:cubicBezTo>
                  <a:cubicBezTo>
                    <a:pt x="1069" y="996"/>
                    <a:pt x="1374" y="691"/>
                    <a:pt x="1374" y="306"/>
                  </a:cubicBezTo>
                  <a:cubicBezTo>
                    <a:pt x="1374" y="202"/>
                    <a:pt x="1350" y="105"/>
                    <a:pt x="1301" y="1"/>
                  </a:cubicBezTo>
                  <a:cubicBezTo>
                    <a:pt x="1173" y="202"/>
                    <a:pt x="941" y="355"/>
                    <a:pt x="691" y="355"/>
                  </a:cubicBezTo>
                  <a:cubicBezTo>
                    <a:pt x="434" y="355"/>
                    <a:pt x="202" y="202"/>
                    <a:pt x="8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0" name="Google Shape;5406;p66">
              <a:extLst>
                <a:ext uri="{FF2B5EF4-FFF2-40B4-BE49-F238E27FC236}">
                  <a16:creationId xmlns:a16="http://schemas.microsoft.com/office/drawing/2014/main" id="{1B3F8176-771A-BD1E-391C-FB488ACFD610}"/>
                </a:ext>
              </a:extLst>
            </p:cNvPr>
            <p:cNvSpPr/>
            <p:nvPr/>
          </p:nvSpPr>
          <p:spPr>
            <a:xfrm>
              <a:off x="5762500" y="5570625"/>
              <a:ext cx="97825" cy="56650"/>
            </a:xfrm>
            <a:custGeom>
              <a:avLst/>
              <a:gdLst/>
              <a:ahLst/>
              <a:cxnLst/>
              <a:rect l="l" t="t" r="r" b="b"/>
              <a:pathLst>
                <a:path w="3913" h="2266" extrusionOk="0">
                  <a:moveTo>
                    <a:pt x="25" y="1"/>
                  </a:moveTo>
                  <a:cubicBezTo>
                    <a:pt x="0" y="105"/>
                    <a:pt x="0" y="202"/>
                    <a:pt x="0" y="306"/>
                  </a:cubicBezTo>
                  <a:cubicBezTo>
                    <a:pt x="0" y="1398"/>
                    <a:pt x="861" y="2265"/>
                    <a:pt x="1960" y="2265"/>
                  </a:cubicBezTo>
                  <a:cubicBezTo>
                    <a:pt x="3052" y="2265"/>
                    <a:pt x="3913" y="1398"/>
                    <a:pt x="3913" y="306"/>
                  </a:cubicBezTo>
                  <a:cubicBezTo>
                    <a:pt x="3913" y="202"/>
                    <a:pt x="3913" y="105"/>
                    <a:pt x="3888" y="1"/>
                  </a:cubicBezTo>
                  <a:cubicBezTo>
                    <a:pt x="3736" y="941"/>
                    <a:pt x="2948" y="1655"/>
                    <a:pt x="1960" y="1655"/>
                  </a:cubicBezTo>
                  <a:cubicBezTo>
                    <a:pt x="989" y="1655"/>
                    <a:pt x="177" y="941"/>
                    <a:pt x="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1" name="Google Shape;5407;p66">
              <a:extLst>
                <a:ext uri="{FF2B5EF4-FFF2-40B4-BE49-F238E27FC236}">
                  <a16:creationId xmlns:a16="http://schemas.microsoft.com/office/drawing/2014/main" id="{0462623C-FDDD-A563-EB25-C313E93E06F3}"/>
                </a:ext>
              </a:extLst>
            </p:cNvPr>
            <p:cNvSpPr/>
            <p:nvPr/>
          </p:nvSpPr>
          <p:spPr>
            <a:xfrm>
              <a:off x="5668975" y="5467025"/>
              <a:ext cx="43950" cy="12700"/>
            </a:xfrm>
            <a:custGeom>
              <a:avLst/>
              <a:gdLst/>
              <a:ahLst/>
              <a:cxnLst/>
              <a:rect l="l" t="t" r="r" b="b"/>
              <a:pathLst>
                <a:path w="1758" h="508" extrusionOk="0">
                  <a:moveTo>
                    <a:pt x="281" y="1"/>
                  </a:moveTo>
                  <a:cubicBezTo>
                    <a:pt x="128" y="1"/>
                    <a:pt x="0" y="104"/>
                    <a:pt x="0" y="257"/>
                  </a:cubicBezTo>
                  <a:cubicBezTo>
                    <a:pt x="0" y="379"/>
                    <a:pt x="128" y="507"/>
                    <a:pt x="281" y="507"/>
                  </a:cubicBezTo>
                  <a:lnTo>
                    <a:pt x="1502" y="507"/>
                  </a:lnTo>
                  <a:cubicBezTo>
                    <a:pt x="1654" y="507"/>
                    <a:pt x="1758" y="379"/>
                    <a:pt x="1758" y="257"/>
                  </a:cubicBezTo>
                  <a:cubicBezTo>
                    <a:pt x="1758" y="104"/>
                    <a:pt x="1654" y="1"/>
                    <a:pt x="150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2" name="Google Shape;5408;p66">
              <a:extLst>
                <a:ext uri="{FF2B5EF4-FFF2-40B4-BE49-F238E27FC236}">
                  <a16:creationId xmlns:a16="http://schemas.microsoft.com/office/drawing/2014/main" id="{82A0B981-D989-0309-56E5-7BE119544A85}"/>
                </a:ext>
              </a:extLst>
            </p:cNvPr>
            <p:cNvSpPr/>
            <p:nvPr/>
          </p:nvSpPr>
          <p:spPr>
            <a:xfrm>
              <a:off x="5719175" y="5337325"/>
              <a:ext cx="13450" cy="110650"/>
            </a:xfrm>
            <a:custGeom>
              <a:avLst/>
              <a:gdLst/>
              <a:ahLst/>
              <a:cxnLst/>
              <a:rect l="l" t="t" r="r" b="b"/>
              <a:pathLst>
                <a:path w="538" h="4426" extrusionOk="0">
                  <a:moveTo>
                    <a:pt x="281" y="1"/>
                  </a:moveTo>
                  <a:cubicBezTo>
                    <a:pt x="128" y="1"/>
                    <a:pt x="0" y="105"/>
                    <a:pt x="0" y="257"/>
                  </a:cubicBezTo>
                  <a:lnTo>
                    <a:pt x="0" y="4169"/>
                  </a:lnTo>
                  <a:cubicBezTo>
                    <a:pt x="0" y="4322"/>
                    <a:pt x="128" y="4426"/>
                    <a:pt x="281" y="4426"/>
                  </a:cubicBezTo>
                  <a:cubicBezTo>
                    <a:pt x="409" y="4426"/>
                    <a:pt x="537" y="4322"/>
                    <a:pt x="537" y="4169"/>
                  </a:cubicBezTo>
                  <a:lnTo>
                    <a:pt x="537" y="257"/>
                  </a:lnTo>
                  <a:cubicBezTo>
                    <a:pt x="537" y="105"/>
                    <a:pt x="409" y="1"/>
                    <a:pt x="28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73" name="Google Shape;5473;p66">
            <a:extLst>
              <a:ext uri="{FF2B5EF4-FFF2-40B4-BE49-F238E27FC236}">
                <a16:creationId xmlns:a16="http://schemas.microsoft.com/office/drawing/2014/main" id="{A86447FB-96E5-EC88-9634-9AF4708B3E66}"/>
              </a:ext>
            </a:extLst>
          </p:cNvPr>
          <p:cNvGrpSpPr/>
          <p:nvPr/>
        </p:nvGrpSpPr>
        <p:grpSpPr>
          <a:xfrm>
            <a:off x="6091072" y="-569780"/>
            <a:ext cx="474250" cy="370250"/>
            <a:chOff x="6196750" y="1335050"/>
            <a:chExt cx="474250" cy="370250"/>
          </a:xfrm>
        </p:grpSpPr>
        <p:sp>
          <p:nvSpPr>
            <p:cNvPr id="4574" name="Google Shape;5474;p66">
              <a:extLst>
                <a:ext uri="{FF2B5EF4-FFF2-40B4-BE49-F238E27FC236}">
                  <a16:creationId xmlns:a16="http://schemas.microsoft.com/office/drawing/2014/main" id="{EC068ABD-6A99-F132-A8BA-B6056C4820EF}"/>
                </a:ext>
              </a:extLst>
            </p:cNvPr>
            <p:cNvSpPr/>
            <p:nvPr/>
          </p:nvSpPr>
          <p:spPr>
            <a:xfrm>
              <a:off x="6196750" y="1335125"/>
              <a:ext cx="462125" cy="367000"/>
            </a:xfrm>
            <a:custGeom>
              <a:avLst/>
              <a:gdLst/>
              <a:ahLst/>
              <a:cxnLst/>
              <a:rect l="l" t="t" r="r" b="b"/>
              <a:pathLst>
                <a:path w="18485" h="14680" extrusionOk="0">
                  <a:moveTo>
                    <a:pt x="13442" y="1"/>
                  </a:moveTo>
                  <a:cubicBezTo>
                    <a:pt x="13376" y="1"/>
                    <a:pt x="13310" y="2"/>
                    <a:pt x="13245" y="6"/>
                  </a:cubicBezTo>
                  <a:cubicBezTo>
                    <a:pt x="11517" y="104"/>
                    <a:pt x="9918" y="1050"/>
                    <a:pt x="9461" y="2521"/>
                  </a:cubicBezTo>
                  <a:cubicBezTo>
                    <a:pt x="8944" y="956"/>
                    <a:pt x="7168" y="8"/>
                    <a:pt x="5347" y="8"/>
                  </a:cubicBezTo>
                  <a:cubicBezTo>
                    <a:pt x="3292" y="8"/>
                    <a:pt x="1181" y="1215"/>
                    <a:pt x="763" y="4102"/>
                  </a:cubicBezTo>
                  <a:cubicBezTo>
                    <a:pt x="0" y="9643"/>
                    <a:pt x="7477" y="13812"/>
                    <a:pt x="9125" y="14679"/>
                  </a:cubicBezTo>
                  <a:cubicBezTo>
                    <a:pt x="9125" y="14679"/>
                    <a:pt x="9126" y="14679"/>
                    <a:pt x="9127" y="14679"/>
                  </a:cubicBezTo>
                  <a:cubicBezTo>
                    <a:pt x="9327" y="14679"/>
                    <a:pt x="18484" y="10143"/>
                    <a:pt x="17877" y="4254"/>
                  </a:cubicBezTo>
                  <a:cubicBezTo>
                    <a:pt x="17652" y="1935"/>
                    <a:pt x="15518" y="1"/>
                    <a:pt x="1344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5" name="Google Shape;5475;p66">
              <a:extLst>
                <a:ext uri="{FF2B5EF4-FFF2-40B4-BE49-F238E27FC236}">
                  <a16:creationId xmlns:a16="http://schemas.microsoft.com/office/drawing/2014/main" id="{15AD76EC-4FCE-B6A7-51DB-C803D1A5656C}"/>
                </a:ext>
              </a:extLst>
            </p:cNvPr>
            <p:cNvSpPr/>
            <p:nvPr/>
          </p:nvSpPr>
          <p:spPr>
            <a:xfrm>
              <a:off x="6424850" y="1335050"/>
              <a:ext cx="246150" cy="370250"/>
            </a:xfrm>
            <a:custGeom>
              <a:avLst/>
              <a:gdLst/>
              <a:ahLst/>
              <a:cxnLst/>
              <a:rect l="l" t="t" r="r" b="b"/>
              <a:pathLst>
                <a:path w="9846" h="14810" extrusionOk="0">
                  <a:moveTo>
                    <a:pt x="4429" y="0"/>
                  </a:moveTo>
                  <a:cubicBezTo>
                    <a:pt x="4326" y="0"/>
                    <a:pt x="4223" y="3"/>
                    <a:pt x="4121" y="9"/>
                  </a:cubicBezTo>
                  <a:cubicBezTo>
                    <a:pt x="6055" y="138"/>
                    <a:pt x="7990" y="1358"/>
                    <a:pt x="8368" y="4105"/>
                  </a:cubicBezTo>
                  <a:cubicBezTo>
                    <a:pt x="9156" y="9646"/>
                    <a:pt x="1655" y="13815"/>
                    <a:pt x="1" y="14682"/>
                  </a:cubicBezTo>
                  <a:cubicBezTo>
                    <a:pt x="105" y="14730"/>
                    <a:pt x="208" y="14755"/>
                    <a:pt x="257" y="14810"/>
                  </a:cubicBezTo>
                  <a:lnTo>
                    <a:pt x="410" y="14810"/>
                  </a:lnTo>
                  <a:cubicBezTo>
                    <a:pt x="1325" y="14352"/>
                    <a:pt x="9845" y="10000"/>
                    <a:pt x="9003" y="4105"/>
                  </a:cubicBezTo>
                  <a:cubicBezTo>
                    <a:pt x="8596" y="1223"/>
                    <a:pt x="6475" y="0"/>
                    <a:pt x="442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6" name="Google Shape;5476;p66">
              <a:extLst>
                <a:ext uri="{FF2B5EF4-FFF2-40B4-BE49-F238E27FC236}">
                  <a16:creationId xmlns:a16="http://schemas.microsoft.com/office/drawing/2014/main" id="{80B6461B-E9E7-50C1-8505-FEB84895F7F5}"/>
                </a:ext>
              </a:extLst>
            </p:cNvPr>
            <p:cNvSpPr/>
            <p:nvPr/>
          </p:nvSpPr>
          <p:spPr>
            <a:xfrm>
              <a:off x="6468800" y="1511325"/>
              <a:ext cx="61050" cy="56050"/>
            </a:xfrm>
            <a:custGeom>
              <a:avLst/>
              <a:gdLst/>
              <a:ahLst/>
              <a:cxnLst/>
              <a:rect l="l" t="t" r="r" b="b"/>
              <a:pathLst>
                <a:path w="2442" h="2242" extrusionOk="0">
                  <a:moveTo>
                    <a:pt x="1199" y="1"/>
                  </a:moveTo>
                  <a:cubicBezTo>
                    <a:pt x="1173" y="1"/>
                    <a:pt x="1146" y="9"/>
                    <a:pt x="1117" y="26"/>
                  </a:cubicBezTo>
                  <a:lnTo>
                    <a:pt x="104" y="612"/>
                  </a:lnTo>
                  <a:cubicBezTo>
                    <a:pt x="25" y="636"/>
                    <a:pt x="1" y="740"/>
                    <a:pt x="49" y="789"/>
                  </a:cubicBezTo>
                  <a:lnTo>
                    <a:pt x="715" y="1906"/>
                  </a:lnTo>
                  <a:lnTo>
                    <a:pt x="1398" y="2211"/>
                  </a:lnTo>
                  <a:lnTo>
                    <a:pt x="2186" y="2241"/>
                  </a:lnTo>
                  <a:lnTo>
                    <a:pt x="2442" y="1906"/>
                  </a:lnTo>
                  <a:lnTo>
                    <a:pt x="1325" y="75"/>
                  </a:lnTo>
                  <a:cubicBezTo>
                    <a:pt x="1290" y="28"/>
                    <a:pt x="1246" y="1"/>
                    <a:pt x="119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7" name="Google Shape;5477;p66">
              <a:extLst>
                <a:ext uri="{FF2B5EF4-FFF2-40B4-BE49-F238E27FC236}">
                  <a16:creationId xmlns:a16="http://schemas.microsoft.com/office/drawing/2014/main" id="{12CE0B53-428F-3D38-3CB3-406346AA67E5}"/>
                </a:ext>
              </a:extLst>
            </p:cNvPr>
            <p:cNvSpPr/>
            <p:nvPr/>
          </p:nvSpPr>
          <p:spPr>
            <a:xfrm>
              <a:off x="6486650" y="1558950"/>
              <a:ext cx="52675" cy="22925"/>
            </a:xfrm>
            <a:custGeom>
              <a:avLst/>
              <a:gdLst/>
              <a:ahLst/>
              <a:cxnLst/>
              <a:rect l="l" t="t" r="r" b="b"/>
              <a:pathLst>
                <a:path w="2107" h="917" extrusionOk="0">
                  <a:moveTo>
                    <a:pt x="1" y="1"/>
                  </a:moveTo>
                  <a:lnTo>
                    <a:pt x="379" y="611"/>
                  </a:lnTo>
                  <a:lnTo>
                    <a:pt x="1166" y="916"/>
                  </a:lnTo>
                  <a:lnTo>
                    <a:pt x="2106" y="611"/>
                  </a:lnTo>
                  <a:lnTo>
                    <a:pt x="172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8" name="Google Shape;5478;p66">
              <a:extLst>
                <a:ext uri="{FF2B5EF4-FFF2-40B4-BE49-F238E27FC236}">
                  <a16:creationId xmlns:a16="http://schemas.microsoft.com/office/drawing/2014/main" id="{D5D88910-6DB1-37EB-662C-5E08BF32769D}"/>
                </a:ext>
              </a:extLst>
            </p:cNvPr>
            <p:cNvSpPr/>
            <p:nvPr/>
          </p:nvSpPr>
          <p:spPr>
            <a:xfrm>
              <a:off x="6362000" y="1574225"/>
              <a:ext cx="63650" cy="35725"/>
            </a:xfrm>
            <a:custGeom>
              <a:avLst/>
              <a:gdLst/>
              <a:ahLst/>
              <a:cxnLst/>
              <a:rect l="l" t="t" r="r" b="b"/>
              <a:pathLst>
                <a:path w="2546" h="1429" extrusionOk="0">
                  <a:moveTo>
                    <a:pt x="965" y="0"/>
                  </a:moveTo>
                  <a:lnTo>
                    <a:pt x="434" y="305"/>
                  </a:lnTo>
                  <a:lnTo>
                    <a:pt x="0" y="1044"/>
                  </a:lnTo>
                  <a:lnTo>
                    <a:pt x="74" y="1428"/>
                  </a:lnTo>
                  <a:lnTo>
                    <a:pt x="2393" y="1428"/>
                  </a:lnTo>
                  <a:cubicBezTo>
                    <a:pt x="2466" y="1428"/>
                    <a:pt x="2545" y="1373"/>
                    <a:pt x="2545" y="1300"/>
                  </a:cubicBezTo>
                  <a:lnTo>
                    <a:pt x="2545" y="128"/>
                  </a:lnTo>
                  <a:cubicBezTo>
                    <a:pt x="2545" y="55"/>
                    <a:pt x="2466" y="0"/>
                    <a:pt x="23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9" name="Google Shape;5479;p66">
              <a:extLst>
                <a:ext uri="{FF2B5EF4-FFF2-40B4-BE49-F238E27FC236}">
                  <a16:creationId xmlns:a16="http://schemas.microsoft.com/office/drawing/2014/main" id="{53BE0860-481C-D7A0-3B92-EA705E7D31DA}"/>
                </a:ext>
              </a:extLst>
            </p:cNvPr>
            <p:cNvSpPr/>
            <p:nvPr/>
          </p:nvSpPr>
          <p:spPr>
            <a:xfrm>
              <a:off x="6373450" y="1445900"/>
              <a:ext cx="51425" cy="69300"/>
            </a:xfrm>
            <a:custGeom>
              <a:avLst/>
              <a:gdLst/>
              <a:ahLst/>
              <a:cxnLst/>
              <a:rect l="l" t="t" r="r" b="b"/>
              <a:pathLst>
                <a:path w="2057" h="2772" extrusionOk="0">
                  <a:moveTo>
                    <a:pt x="1501" y="0"/>
                  </a:moveTo>
                  <a:lnTo>
                    <a:pt x="1196" y="49"/>
                  </a:lnTo>
                  <a:lnTo>
                    <a:pt x="49" y="1984"/>
                  </a:lnTo>
                  <a:cubicBezTo>
                    <a:pt x="0" y="2057"/>
                    <a:pt x="24" y="2136"/>
                    <a:pt x="104" y="2185"/>
                  </a:cubicBezTo>
                  <a:lnTo>
                    <a:pt x="1141" y="2747"/>
                  </a:lnTo>
                  <a:cubicBezTo>
                    <a:pt x="1160" y="2764"/>
                    <a:pt x="1185" y="2772"/>
                    <a:pt x="1211" y="2772"/>
                  </a:cubicBezTo>
                  <a:cubicBezTo>
                    <a:pt x="1259" y="2772"/>
                    <a:pt x="1313" y="2744"/>
                    <a:pt x="1349" y="2692"/>
                  </a:cubicBezTo>
                  <a:lnTo>
                    <a:pt x="2032" y="1502"/>
                  </a:lnTo>
                  <a:lnTo>
                    <a:pt x="2057" y="965"/>
                  </a:lnTo>
                  <a:lnTo>
                    <a:pt x="150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0" name="Google Shape;5480;p66">
              <a:extLst>
                <a:ext uri="{FF2B5EF4-FFF2-40B4-BE49-F238E27FC236}">
                  <a16:creationId xmlns:a16="http://schemas.microsoft.com/office/drawing/2014/main" id="{C3086D60-00A9-4C7B-2943-856A68A11D33}"/>
                </a:ext>
              </a:extLst>
            </p:cNvPr>
            <p:cNvSpPr/>
            <p:nvPr/>
          </p:nvSpPr>
          <p:spPr>
            <a:xfrm>
              <a:off x="6447125" y="1570575"/>
              <a:ext cx="92200" cy="43050"/>
            </a:xfrm>
            <a:custGeom>
              <a:avLst/>
              <a:gdLst/>
              <a:ahLst/>
              <a:cxnLst/>
              <a:rect l="l" t="t" r="r" b="b"/>
              <a:pathLst>
                <a:path w="3688" h="1722" extrusionOk="0">
                  <a:moveTo>
                    <a:pt x="796" y="1"/>
                  </a:moveTo>
                  <a:cubicBezTo>
                    <a:pt x="760" y="1"/>
                    <a:pt x="722" y="15"/>
                    <a:pt x="691" y="48"/>
                  </a:cubicBezTo>
                  <a:lnTo>
                    <a:pt x="25" y="756"/>
                  </a:lnTo>
                  <a:cubicBezTo>
                    <a:pt x="1" y="836"/>
                    <a:pt x="1" y="909"/>
                    <a:pt x="25" y="964"/>
                  </a:cubicBezTo>
                  <a:lnTo>
                    <a:pt x="691" y="1672"/>
                  </a:lnTo>
                  <a:cubicBezTo>
                    <a:pt x="723" y="1706"/>
                    <a:pt x="761" y="1721"/>
                    <a:pt x="798" y="1721"/>
                  </a:cubicBezTo>
                  <a:cubicBezTo>
                    <a:pt x="873" y="1721"/>
                    <a:pt x="941" y="1660"/>
                    <a:pt x="941" y="1574"/>
                  </a:cubicBezTo>
                  <a:lnTo>
                    <a:pt x="2747" y="1599"/>
                  </a:lnTo>
                  <a:cubicBezTo>
                    <a:pt x="2802" y="1599"/>
                    <a:pt x="2851" y="1550"/>
                    <a:pt x="2876" y="1519"/>
                  </a:cubicBezTo>
                  <a:lnTo>
                    <a:pt x="3687" y="146"/>
                  </a:lnTo>
                  <a:lnTo>
                    <a:pt x="941" y="146"/>
                  </a:lnTo>
                  <a:cubicBezTo>
                    <a:pt x="941" y="64"/>
                    <a:pt x="871" y="1"/>
                    <a:pt x="79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1" name="Google Shape;5481;p66">
              <a:extLst>
                <a:ext uri="{FF2B5EF4-FFF2-40B4-BE49-F238E27FC236}">
                  <a16:creationId xmlns:a16="http://schemas.microsoft.com/office/drawing/2014/main" id="{65FC5776-40DA-2E63-CC43-681CCBA274B1}"/>
                </a:ext>
              </a:extLst>
            </p:cNvPr>
            <p:cNvSpPr/>
            <p:nvPr/>
          </p:nvSpPr>
          <p:spPr>
            <a:xfrm>
              <a:off x="6347950" y="1574225"/>
              <a:ext cx="38175" cy="35725"/>
            </a:xfrm>
            <a:custGeom>
              <a:avLst/>
              <a:gdLst/>
              <a:ahLst/>
              <a:cxnLst/>
              <a:rect l="l" t="t" r="r" b="b"/>
              <a:pathLst>
                <a:path w="1527" h="1429" extrusionOk="0">
                  <a:moveTo>
                    <a:pt x="892" y="0"/>
                  </a:moveTo>
                  <a:lnTo>
                    <a:pt x="129" y="714"/>
                  </a:lnTo>
                  <a:lnTo>
                    <a:pt x="1" y="1428"/>
                  </a:lnTo>
                  <a:lnTo>
                    <a:pt x="636" y="1428"/>
                  </a:lnTo>
                  <a:lnTo>
                    <a:pt x="152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2" name="Google Shape;5482;p66">
              <a:extLst>
                <a:ext uri="{FF2B5EF4-FFF2-40B4-BE49-F238E27FC236}">
                  <a16:creationId xmlns:a16="http://schemas.microsoft.com/office/drawing/2014/main" id="{E1D6BA81-D491-8466-4854-9F28B43214AD}"/>
                </a:ext>
              </a:extLst>
            </p:cNvPr>
            <p:cNvSpPr/>
            <p:nvPr/>
          </p:nvSpPr>
          <p:spPr>
            <a:xfrm>
              <a:off x="6403350" y="1433850"/>
              <a:ext cx="29150" cy="49600"/>
            </a:xfrm>
            <a:custGeom>
              <a:avLst/>
              <a:gdLst/>
              <a:ahLst/>
              <a:cxnLst/>
              <a:rect l="l" t="t" r="r" b="b"/>
              <a:pathLst>
                <a:path w="1166" h="1984" extrusionOk="0">
                  <a:moveTo>
                    <a:pt x="305" y="0"/>
                  </a:moveTo>
                  <a:lnTo>
                    <a:pt x="0" y="531"/>
                  </a:lnTo>
                  <a:lnTo>
                    <a:pt x="836" y="1984"/>
                  </a:lnTo>
                  <a:lnTo>
                    <a:pt x="1166" y="1447"/>
                  </a:lnTo>
                  <a:lnTo>
                    <a:pt x="1093" y="787"/>
                  </a:lnTo>
                  <a:lnTo>
                    <a:pt x="3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3" name="Google Shape;5483;p66">
              <a:extLst>
                <a:ext uri="{FF2B5EF4-FFF2-40B4-BE49-F238E27FC236}">
                  <a16:creationId xmlns:a16="http://schemas.microsoft.com/office/drawing/2014/main" id="{5CB0EBF8-7D48-CE5F-02E8-A6557F9103E1}"/>
                </a:ext>
              </a:extLst>
            </p:cNvPr>
            <p:cNvSpPr/>
            <p:nvPr/>
          </p:nvSpPr>
          <p:spPr>
            <a:xfrm>
              <a:off x="6410975" y="1433850"/>
              <a:ext cx="72250" cy="68825"/>
            </a:xfrm>
            <a:custGeom>
              <a:avLst/>
              <a:gdLst/>
              <a:ahLst/>
              <a:cxnLst/>
              <a:rect l="l" t="t" r="r" b="b"/>
              <a:pathLst>
                <a:path w="2890" h="2753" extrusionOk="0">
                  <a:moveTo>
                    <a:pt x="0" y="0"/>
                  </a:moveTo>
                  <a:lnTo>
                    <a:pt x="1349" y="2289"/>
                  </a:lnTo>
                  <a:cubicBezTo>
                    <a:pt x="1246" y="2362"/>
                    <a:pt x="1270" y="2515"/>
                    <a:pt x="1398" y="2539"/>
                  </a:cubicBezTo>
                  <a:lnTo>
                    <a:pt x="2362" y="2747"/>
                  </a:lnTo>
                  <a:cubicBezTo>
                    <a:pt x="2376" y="2751"/>
                    <a:pt x="2389" y="2753"/>
                    <a:pt x="2402" y="2753"/>
                  </a:cubicBezTo>
                  <a:cubicBezTo>
                    <a:pt x="2465" y="2753"/>
                    <a:pt x="2519" y="2708"/>
                    <a:pt x="2539" y="2667"/>
                  </a:cubicBezTo>
                  <a:lnTo>
                    <a:pt x="2845" y="1752"/>
                  </a:lnTo>
                  <a:cubicBezTo>
                    <a:pt x="2890" y="1647"/>
                    <a:pt x="2811" y="1562"/>
                    <a:pt x="2711" y="1562"/>
                  </a:cubicBezTo>
                  <a:cubicBezTo>
                    <a:pt x="2689" y="1562"/>
                    <a:pt x="2666" y="1566"/>
                    <a:pt x="2643" y="1575"/>
                  </a:cubicBezTo>
                  <a:lnTo>
                    <a:pt x="1752" y="73"/>
                  </a:lnTo>
                  <a:cubicBezTo>
                    <a:pt x="1728" y="25"/>
                    <a:pt x="1679" y="0"/>
                    <a:pt x="162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4" name="Google Shape;5484;p66">
              <a:extLst>
                <a:ext uri="{FF2B5EF4-FFF2-40B4-BE49-F238E27FC236}">
                  <a16:creationId xmlns:a16="http://schemas.microsoft.com/office/drawing/2014/main" id="{6267AC06-B1A5-58CC-CB6D-E0D962CDEE10}"/>
                </a:ext>
              </a:extLst>
            </p:cNvPr>
            <p:cNvSpPr/>
            <p:nvPr/>
          </p:nvSpPr>
          <p:spPr>
            <a:xfrm>
              <a:off x="6327675" y="1523850"/>
              <a:ext cx="61400" cy="86100"/>
            </a:xfrm>
            <a:custGeom>
              <a:avLst/>
              <a:gdLst/>
              <a:ahLst/>
              <a:cxnLst/>
              <a:rect l="l" t="t" r="r" b="b"/>
              <a:pathLst>
                <a:path w="2456" h="3444" extrusionOk="0">
                  <a:moveTo>
                    <a:pt x="1997" y="1"/>
                  </a:moveTo>
                  <a:cubicBezTo>
                    <a:pt x="1985" y="1"/>
                    <a:pt x="1973" y="3"/>
                    <a:pt x="1959" y="7"/>
                  </a:cubicBezTo>
                  <a:lnTo>
                    <a:pt x="964" y="184"/>
                  </a:lnTo>
                  <a:cubicBezTo>
                    <a:pt x="836" y="215"/>
                    <a:pt x="812" y="392"/>
                    <a:pt x="940" y="440"/>
                  </a:cubicBezTo>
                  <a:lnTo>
                    <a:pt x="24" y="1942"/>
                  </a:lnTo>
                  <a:cubicBezTo>
                    <a:pt x="0" y="1991"/>
                    <a:pt x="0" y="2046"/>
                    <a:pt x="24" y="2094"/>
                  </a:cubicBezTo>
                  <a:lnTo>
                    <a:pt x="812" y="3443"/>
                  </a:lnTo>
                  <a:lnTo>
                    <a:pt x="2209" y="1179"/>
                  </a:lnTo>
                  <a:cubicBezTo>
                    <a:pt x="2231" y="1195"/>
                    <a:pt x="2256" y="1201"/>
                    <a:pt x="2280" y="1201"/>
                  </a:cubicBezTo>
                  <a:cubicBezTo>
                    <a:pt x="2369" y="1201"/>
                    <a:pt x="2455" y="1108"/>
                    <a:pt x="2417" y="1026"/>
                  </a:cubicBezTo>
                  <a:lnTo>
                    <a:pt x="2112" y="86"/>
                  </a:lnTo>
                  <a:cubicBezTo>
                    <a:pt x="2092" y="42"/>
                    <a:pt x="2051" y="1"/>
                    <a:pt x="19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85" name="Google Shape;5485;p66">
            <a:extLst>
              <a:ext uri="{FF2B5EF4-FFF2-40B4-BE49-F238E27FC236}">
                <a16:creationId xmlns:a16="http://schemas.microsoft.com/office/drawing/2014/main" id="{344E2F2C-8523-A26C-D740-FE548B488AC1}"/>
              </a:ext>
            </a:extLst>
          </p:cNvPr>
          <p:cNvGrpSpPr/>
          <p:nvPr/>
        </p:nvGrpSpPr>
        <p:grpSpPr>
          <a:xfrm>
            <a:off x="5363722" y="-539655"/>
            <a:ext cx="436700" cy="310225"/>
            <a:chOff x="5469400" y="1365175"/>
            <a:chExt cx="436700" cy="310225"/>
          </a:xfrm>
        </p:grpSpPr>
        <p:sp>
          <p:nvSpPr>
            <p:cNvPr id="4586" name="Google Shape;5486;p66">
              <a:extLst>
                <a:ext uri="{FF2B5EF4-FFF2-40B4-BE49-F238E27FC236}">
                  <a16:creationId xmlns:a16="http://schemas.microsoft.com/office/drawing/2014/main" id="{CB992A8E-5A35-F10F-3CF0-257FAA207487}"/>
                </a:ext>
              </a:extLst>
            </p:cNvPr>
            <p:cNvSpPr/>
            <p:nvPr/>
          </p:nvSpPr>
          <p:spPr>
            <a:xfrm>
              <a:off x="5469400" y="1402550"/>
              <a:ext cx="159625" cy="221275"/>
            </a:xfrm>
            <a:custGeom>
              <a:avLst/>
              <a:gdLst/>
              <a:ahLst/>
              <a:cxnLst/>
              <a:rect l="l" t="t" r="r" b="b"/>
              <a:pathLst>
                <a:path w="6385" h="8851" extrusionOk="0">
                  <a:moveTo>
                    <a:pt x="2594" y="1"/>
                  </a:moveTo>
                  <a:cubicBezTo>
                    <a:pt x="2393" y="1"/>
                    <a:pt x="2185" y="129"/>
                    <a:pt x="2112" y="306"/>
                  </a:cubicBezTo>
                  <a:lnTo>
                    <a:pt x="1678" y="1173"/>
                  </a:lnTo>
                  <a:lnTo>
                    <a:pt x="1752" y="2290"/>
                  </a:lnTo>
                  <a:lnTo>
                    <a:pt x="433" y="3742"/>
                  </a:lnTo>
                  <a:lnTo>
                    <a:pt x="24" y="4578"/>
                  </a:lnTo>
                  <a:cubicBezTo>
                    <a:pt x="0" y="4609"/>
                    <a:pt x="0" y="4633"/>
                    <a:pt x="0" y="4658"/>
                  </a:cubicBezTo>
                  <a:lnTo>
                    <a:pt x="0" y="5292"/>
                  </a:lnTo>
                  <a:lnTo>
                    <a:pt x="305" y="5878"/>
                  </a:lnTo>
                  <a:lnTo>
                    <a:pt x="0" y="6464"/>
                  </a:lnTo>
                  <a:lnTo>
                    <a:pt x="0" y="8320"/>
                  </a:lnTo>
                  <a:cubicBezTo>
                    <a:pt x="0" y="8625"/>
                    <a:pt x="256" y="8851"/>
                    <a:pt x="531" y="8851"/>
                  </a:cubicBezTo>
                  <a:lnTo>
                    <a:pt x="6079" y="8851"/>
                  </a:lnTo>
                  <a:lnTo>
                    <a:pt x="6384" y="8546"/>
                  </a:lnTo>
                  <a:lnTo>
                    <a:pt x="6384" y="306"/>
                  </a:lnTo>
                  <a:lnTo>
                    <a:pt x="607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7" name="Google Shape;5487;p66">
              <a:extLst>
                <a:ext uri="{FF2B5EF4-FFF2-40B4-BE49-F238E27FC236}">
                  <a16:creationId xmlns:a16="http://schemas.microsoft.com/office/drawing/2014/main" id="{C05699E5-D1C6-8140-7B00-56CE26F0723B}"/>
                </a:ext>
              </a:extLst>
            </p:cNvPr>
            <p:cNvSpPr/>
            <p:nvPr/>
          </p:nvSpPr>
          <p:spPr>
            <a:xfrm>
              <a:off x="5469400" y="1602300"/>
              <a:ext cx="159625" cy="29150"/>
            </a:xfrm>
            <a:custGeom>
              <a:avLst/>
              <a:gdLst/>
              <a:ahLst/>
              <a:cxnLst/>
              <a:rect l="l" t="t" r="r" b="b"/>
              <a:pathLst>
                <a:path w="6385" h="1166" extrusionOk="0">
                  <a:moveTo>
                    <a:pt x="0" y="0"/>
                  </a:moveTo>
                  <a:lnTo>
                    <a:pt x="0" y="635"/>
                  </a:lnTo>
                  <a:cubicBezTo>
                    <a:pt x="0" y="940"/>
                    <a:pt x="256" y="1166"/>
                    <a:pt x="531" y="1166"/>
                  </a:cubicBezTo>
                  <a:lnTo>
                    <a:pt x="6079" y="1166"/>
                  </a:lnTo>
                  <a:lnTo>
                    <a:pt x="6384" y="861"/>
                  </a:lnTo>
                  <a:lnTo>
                    <a:pt x="6079" y="531"/>
                  </a:lnTo>
                  <a:lnTo>
                    <a:pt x="531" y="531"/>
                  </a:lnTo>
                  <a:cubicBezTo>
                    <a:pt x="256" y="531"/>
                    <a:pt x="0" y="305"/>
                    <a:pt x="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8" name="Google Shape;5488;p66">
              <a:extLst>
                <a:ext uri="{FF2B5EF4-FFF2-40B4-BE49-F238E27FC236}">
                  <a16:creationId xmlns:a16="http://schemas.microsoft.com/office/drawing/2014/main" id="{D1D37AF4-6D49-F790-AC50-0905C3F99E7F}"/>
                </a:ext>
              </a:extLst>
            </p:cNvPr>
            <p:cNvSpPr/>
            <p:nvPr/>
          </p:nvSpPr>
          <p:spPr>
            <a:xfrm>
              <a:off x="5621350" y="1365175"/>
              <a:ext cx="284750" cy="258650"/>
            </a:xfrm>
            <a:custGeom>
              <a:avLst/>
              <a:gdLst/>
              <a:ahLst/>
              <a:cxnLst/>
              <a:rect l="l" t="t" r="r" b="b"/>
              <a:pathLst>
                <a:path w="11390" h="10346" extrusionOk="0">
                  <a:moveTo>
                    <a:pt x="178" y="1"/>
                  </a:moveTo>
                  <a:cubicBezTo>
                    <a:pt x="74" y="1"/>
                    <a:pt x="1" y="74"/>
                    <a:pt x="1" y="178"/>
                  </a:cubicBezTo>
                  <a:lnTo>
                    <a:pt x="1" y="10016"/>
                  </a:lnTo>
                  <a:lnTo>
                    <a:pt x="306" y="10346"/>
                  </a:lnTo>
                  <a:lnTo>
                    <a:pt x="10859" y="10346"/>
                  </a:lnTo>
                  <a:cubicBezTo>
                    <a:pt x="11164" y="10346"/>
                    <a:pt x="11390" y="10120"/>
                    <a:pt x="11390" y="9815"/>
                  </a:cubicBezTo>
                  <a:lnTo>
                    <a:pt x="11390" y="4242"/>
                  </a:lnTo>
                  <a:cubicBezTo>
                    <a:pt x="11390" y="4194"/>
                    <a:pt x="11390" y="4145"/>
                    <a:pt x="11341" y="4120"/>
                  </a:cubicBezTo>
                  <a:lnTo>
                    <a:pt x="6483" y="49"/>
                  </a:lnTo>
                  <a:cubicBezTo>
                    <a:pt x="6458" y="25"/>
                    <a:pt x="6409" y="1"/>
                    <a:pt x="638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9" name="Google Shape;5489;p66">
              <a:extLst>
                <a:ext uri="{FF2B5EF4-FFF2-40B4-BE49-F238E27FC236}">
                  <a16:creationId xmlns:a16="http://schemas.microsoft.com/office/drawing/2014/main" id="{4088772E-52C0-438D-E705-58C19A00824C}"/>
                </a:ext>
              </a:extLst>
            </p:cNvPr>
            <p:cNvSpPr/>
            <p:nvPr/>
          </p:nvSpPr>
          <p:spPr>
            <a:xfrm>
              <a:off x="5621350" y="1602300"/>
              <a:ext cx="284750" cy="29150"/>
            </a:xfrm>
            <a:custGeom>
              <a:avLst/>
              <a:gdLst/>
              <a:ahLst/>
              <a:cxnLst/>
              <a:rect l="l" t="t" r="r" b="b"/>
              <a:pathLst>
                <a:path w="11390" h="1166" extrusionOk="0">
                  <a:moveTo>
                    <a:pt x="11390" y="0"/>
                  </a:moveTo>
                  <a:cubicBezTo>
                    <a:pt x="11390" y="305"/>
                    <a:pt x="11164" y="531"/>
                    <a:pt x="10859" y="531"/>
                  </a:cubicBezTo>
                  <a:lnTo>
                    <a:pt x="1" y="531"/>
                  </a:lnTo>
                  <a:lnTo>
                    <a:pt x="1" y="1166"/>
                  </a:lnTo>
                  <a:lnTo>
                    <a:pt x="10859" y="1166"/>
                  </a:lnTo>
                  <a:cubicBezTo>
                    <a:pt x="11164" y="1166"/>
                    <a:pt x="11390" y="940"/>
                    <a:pt x="11390" y="635"/>
                  </a:cubicBezTo>
                  <a:lnTo>
                    <a:pt x="1139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0" name="Google Shape;5490;p66">
              <a:extLst>
                <a:ext uri="{FF2B5EF4-FFF2-40B4-BE49-F238E27FC236}">
                  <a16:creationId xmlns:a16="http://schemas.microsoft.com/office/drawing/2014/main" id="{5BA53A4D-AC16-31B6-A0B1-A979CCF91DCF}"/>
                </a:ext>
              </a:extLst>
            </p:cNvPr>
            <p:cNvSpPr/>
            <p:nvPr/>
          </p:nvSpPr>
          <p:spPr>
            <a:xfrm>
              <a:off x="5469400" y="1534850"/>
              <a:ext cx="37550" cy="21700"/>
            </a:xfrm>
            <a:custGeom>
              <a:avLst/>
              <a:gdLst/>
              <a:ahLst/>
              <a:cxnLst/>
              <a:rect l="l" t="t" r="r" b="b"/>
              <a:pathLst>
                <a:path w="1502" h="868" extrusionOk="0">
                  <a:moveTo>
                    <a:pt x="0" y="0"/>
                  </a:moveTo>
                  <a:lnTo>
                    <a:pt x="0" y="586"/>
                  </a:lnTo>
                  <a:lnTo>
                    <a:pt x="305" y="867"/>
                  </a:lnTo>
                  <a:lnTo>
                    <a:pt x="1196" y="867"/>
                  </a:lnTo>
                  <a:lnTo>
                    <a:pt x="1501" y="586"/>
                  </a:lnTo>
                  <a:lnTo>
                    <a:pt x="1501" y="177"/>
                  </a:lnTo>
                  <a:cubicBezTo>
                    <a:pt x="1501" y="80"/>
                    <a:pt x="1422" y="0"/>
                    <a:pt x="132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1" name="Google Shape;5491;p66">
              <a:extLst>
                <a:ext uri="{FF2B5EF4-FFF2-40B4-BE49-F238E27FC236}">
                  <a16:creationId xmlns:a16="http://schemas.microsoft.com/office/drawing/2014/main" id="{15F0EB18-A515-CA5D-AAF2-1CA73CBB3435}"/>
                </a:ext>
              </a:extLst>
            </p:cNvPr>
            <p:cNvSpPr/>
            <p:nvPr/>
          </p:nvSpPr>
          <p:spPr>
            <a:xfrm>
              <a:off x="5469400" y="1549500"/>
              <a:ext cx="37550" cy="14675"/>
            </a:xfrm>
            <a:custGeom>
              <a:avLst/>
              <a:gdLst/>
              <a:ahLst/>
              <a:cxnLst/>
              <a:rect l="l" t="t" r="r" b="b"/>
              <a:pathLst>
                <a:path w="1502" h="587" extrusionOk="0">
                  <a:moveTo>
                    <a:pt x="0" y="0"/>
                  </a:moveTo>
                  <a:lnTo>
                    <a:pt x="0" y="586"/>
                  </a:lnTo>
                  <a:lnTo>
                    <a:pt x="1324" y="586"/>
                  </a:lnTo>
                  <a:cubicBezTo>
                    <a:pt x="1422" y="586"/>
                    <a:pt x="1501" y="507"/>
                    <a:pt x="1501" y="409"/>
                  </a:cubicBezTo>
                  <a:lnTo>
                    <a:pt x="150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2" name="Google Shape;5492;p66">
              <a:extLst>
                <a:ext uri="{FF2B5EF4-FFF2-40B4-BE49-F238E27FC236}">
                  <a16:creationId xmlns:a16="http://schemas.microsoft.com/office/drawing/2014/main" id="{DC725111-C7AE-7852-BF95-7E6AC7C3D397}"/>
                </a:ext>
              </a:extLst>
            </p:cNvPr>
            <p:cNvSpPr/>
            <p:nvPr/>
          </p:nvSpPr>
          <p:spPr>
            <a:xfrm>
              <a:off x="5487850" y="1431850"/>
              <a:ext cx="91575" cy="55425"/>
            </a:xfrm>
            <a:custGeom>
              <a:avLst/>
              <a:gdLst/>
              <a:ahLst/>
              <a:cxnLst/>
              <a:rect l="l" t="t" r="r" b="b"/>
              <a:pathLst>
                <a:path w="3663" h="2217" extrusionOk="0">
                  <a:moveTo>
                    <a:pt x="940" y="1"/>
                  </a:moveTo>
                  <a:lnTo>
                    <a:pt x="1" y="1936"/>
                  </a:lnTo>
                  <a:lnTo>
                    <a:pt x="178" y="2216"/>
                  </a:lnTo>
                  <a:lnTo>
                    <a:pt x="3077" y="2216"/>
                  </a:lnTo>
                  <a:cubicBezTo>
                    <a:pt x="3357" y="2216"/>
                    <a:pt x="3608" y="1984"/>
                    <a:pt x="3638" y="1704"/>
                  </a:cubicBezTo>
                  <a:lnTo>
                    <a:pt x="3663" y="1575"/>
                  </a:lnTo>
                  <a:lnTo>
                    <a:pt x="3663" y="538"/>
                  </a:lnTo>
                  <a:cubicBezTo>
                    <a:pt x="3663" y="257"/>
                    <a:pt x="3406" y="1"/>
                    <a:pt x="312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3" name="Google Shape;5493;p66">
              <a:extLst>
                <a:ext uri="{FF2B5EF4-FFF2-40B4-BE49-F238E27FC236}">
                  <a16:creationId xmlns:a16="http://schemas.microsoft.com/office/drawing/2014/main" id="{19B6C0E8-3BAB-78DA-CB05-9A438EFB8012}"/>
                </a:ext>
              </a:extLst>
            </p:cNvPr>
            <p:cNvSpPr/>
            <p:nvPr/>
          </p:nvSpPr>
          <p:spPr>
            <a:xfrm>
              <a:off x="5480225" y="1471225"/>
              <a:ext cx="99200" cy="24900"/>
            </a:xfrm>
            <a:custGeom>
              <a:avLst/>
              <a:gdLst/>
              <a:ahLst/>
              <a:cxnLst/>
              <a:rect l="l" t="t" r="r" b="b"/>
              <a:pathLst>
                <a:path w="3968" h="996" extrusionOk="0">
                  <a:moveTo>
                    <a:pt x="3968" y="0"/>
                  </a:moveTo>
                  <a:cubicBezTo>
                    <a:pt x="3968" y="208"/>
                    <a:pt x="3791" y="361"/>
                    <a:pt x="3607" y="361"/>
                  </a:cubicBezTo>
                  <a:lnTo>
                    <a:pt x="306" y="361"/>
                  </a:lnTo>
                  <a:lnTo>
                    <a:pt x="0" y="995"/>
                  </a:lnTo>
                  <a:lnTo>
                    <a:pt x="3607" y="995"/>
                  </a:lnTo>
                  <a:cubicBezTo>
                    <a:pt x="3791" y="995"/>
                    <a:pt x="3968" y="843"/>
                    <a:pt x="3968" y="641"/>
                  </a:cubicBezTo>
                  <a:lnTo>
                    <a:pt x="39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4" name="Google Shape;5494;p66">
              <a:extLst>
                <a:ext uri="{FF2B5EF4-FFF2-40B4-BE49-F238E27FC236}">
                  <a16:creationId xmlns:a16="http://schemas.microsoft.com/office/drawing/2014/main" id="{01A56A4E-F53C-1ACE-A5C5-653A2250D2E7}"/>
                </a:ext>
              </a:extLst>
            </p:cNvPr>
            <p:cNvSpPr/>
            <p:nvPr/>
          </p:nvSpPr>
          <p:spPr>
            <a:xfrm>
              <a:off x="5786000" y="1587650"/>
              <a:ext cx="87150" cy="79525"/>
            </a:xfrm>
            <a:custGeom>
              <a:avLst/>
              <a:gdLst/>
              <a:ahLst/>
              <a:cxnLst/>
              <a:rect l="l" t="t" r="r" b="b"/>
              <a:pathLst>
                <a:path w="3486" h="3181" extrusionOk="0">
                  <a:moveTo>
                    <a:pt x="1728" y="0"/>
                  </a:moveTo>
                  <a:cubicBezTo>
                    <a:pt x="867" y="0"/>
                    <a:pt x="153" y="611"/>
                    <a:pt x="0" y="1447"/>
                  </a:cubicBezTo>
                  <a:cubicBezTo>
                    <a:pt x="0" y="1447"/>
                    <a:pt x="0" y="3180"/>
                    <a:pt x="1728" y="3180"/>
                  </a:cubicBezTo>
                  <a:cubicBezTo>
                    <a:pt x="3485" y="3180"/>
                    <a:pt x="3461" y="1447"/>
                    <a:pt x="3461" y="1447"/>
                  </a:cubicBezTo>
                  <a:cubicBezTo>
                    <a:pt x="3308" y="611"/>
                    <a:pt x="2594" y="0"/>
                    <a:pt x="172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5" name="Google Shape;5495;p66">
              <a:extLst>
                <a:ext uri="{FF2B5EF4-FFF2-40B4-BE49-F238E27FC236}">
                  <a16:creationId xmlns:a16="http://schemas.microsoft.com/office/drawing/2014/main" id="{D8252CA5-FEED-16C9-DE9B-60AE7721E958}"/>
                </a:ext>
              </a:extLst>
            </p:cNvPr>
            <p:cNvSpPr/>
            <p:nvPr/>
          </p:nvSpPr>
          <p:spPr>
            <a:xfrm>
              <a:off x="5812700" y="1616200"/>
              <a:ext cx="33750" cy="30650"/>
            </a:xfrm>
            <a:custGeom>
              <a:avLst/>
              <a:gdLst/>
              <a:ahLst/>
              <a:cxnLst/>
              <a:rect l="l" t="t" r="r" b="b"/>
              <a:pathLst>
                <a:path w="1350" h="1226" extrusionOk="0">
                  <a:moveTo>
                    <a:pt x="675" y="0"/>
                  </a:moveTo>
                  <a:cubicBezTo>
                    <a:pt x="611" y="0"/>
                    <a:pt x="546" y="10"/>
                    <a:pt x="483" y="30"/>
                  </a:cubicBezTo>
                  <a:cubicBezTo>
                    <a:pt x="177" y="128"/>
                    <a:pt x="0" y="457"/>
                    <a:pt x="74" y="793"/>
                  </a:cubicBezTo>
                  <a:cubicBezTo>
                    <a:pt x="157" y="1059"/>
                    <a:pt x="404" y="1225"/>
                    <a:pt x="656" y="1225"/>
                  </a:cubicBezTo>
                  <a:cubicBezTo>
                    <a:pt x="717" y="1225"/>
                    <a:pt x="778" y="1216"/>
                    <a:pt x="837" y="1196"/>
                  </a:cubicBezTo>
                  <a:cubicBezTo>
                    <a:pt x="1172" y="1098"/>
                    <a:pt x="1349" y="762"/>
                    <a:pt x="1246" y="433"/>
                  </a:cubicBezTo>
                  <a:cubicBezTo>
                    <a:pt x="1186" y="167"/>
                    <a:pt x="941" y="0"/>
                    <a:pt x="67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6" name="Google Shape;5496;p66">
              <a:extLst>
                <a:ext uri="{FF2B5EF4-FFF2-40B4-BE49-F238E27FC236}">
                  <a16:creationId xmlns:a16="http://schemas.microsoft.com/office/drawing/2014/main" id="{A4164612-43E3-969D-E34C-B90757C13DA2}"/>
                </a:ext>
              </a:extLst>
            </p:cNvPr>
            <p:cNvSpPr/>
            <p:nvPr/>
          </p:nvSpPr>
          <p:spPr>
            <a:xfrm>
              <a:off x="5762500" y="1496900"/>
              <a:ext cx="62275" cy="61350"/>
            </a:xfrm>
            <a:custGeom>
              <a:avLst/>
              <a:gdLst/>
              <a:ahLst/>
              <a:cxnLst/>
              <a:rect l="l" t="t" r="r" b="b"/>
              <a:pathLst>
                <a:path w="2491" h="2454" extrusionOk="0">
                  <a:moveTo>
                    <a:pt x="1393" y="1"/>
                  </a:moveTo>
                  <a:cubicBezTo>
                    <a:pt x="1344" y="1"/>
                    <a:pt x="1293" y="14"/>
                    <a:pt x="1246" y="41"/>
                  </a:cubicBezTo>
                  <a:cubicBezTo>
                    <a:pt x="1117" y="121"/>
                    <a:pt x="1069" y="273"/>
                    <a:pt x="1142" y="402"/>
                  </a:cubicBezTo>
                  <a:lnTo>
                    <a:pt x="1752" y="1415"/>
                  </a:lnTo>
                  <a:lnTo>
                    <a:pt x="354" y="1415"/>
                  </a:lnTo>
                  <a:cubicBezTo>
                    <a:pt x="129" y="1415"/>
                    <a:pt x="0" y="1695"/>
                    <a:pt x="153" y="1872"/>
                  </a:cubicBezTo>
                  <a:lnTo>
                    <a:pt x="586" y="2361"/>
                  </a:lnTo>
                  <a:cubicBezTo>
                    <a:pt x="646" y="2406"/>
                    <a:pt x="709" y="2453"/>
                    <a:pt x="789" y="2453"/>
                  </a:cubicBezTo>
                  <a:cubicBezTo>
                    <a:pt x="839" y="2453"/>
                    <a:pt x="897" y="2435"/>
                    <a:pt x="965" y="2385"/>
                  </a:cubicBezTo>
                  <a:cubicBezTo>
                    <a:pt x="1069" y="2281"/>
                    <a:pt x="1093" y="2104"/>
                    <a:pt x="989" y="2001"/>
                  </a:cubicBezTo>
                  <a:lnTo>
                    <a:pt x="940" y="1952"/>
                  </a:lnTo>
                  <a:lnTo>
                    <a:pt x="2210" y="1952"/>
                  </a:lnTo>
                  <a:cubicBezTo>
                    <a:pt x="2314" y="1952"/>
                    <a:pt x="2387" y="1903"/>
                    <a:pt x="2442" y="1824"/>
                  </a:cubicBezTo>
                  <a:cubicBezTo>
                    <a:pt x="2491" y="1750"/>
                    <a:pt x="2491" y="1647"/>
                    <a:pt x="2442" y="1567"/>
                  </a:cubicBezTo>
                  <a:lnTo>
                    <a:pt x="1600" y="121"/>
                  </a:lnTo>
                  <a:cubicBezTo>
                    <a:pt x="1553" y="40"/>
                    <a:pt x="1476" y="1"/>
                    <a:pt x="139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7" name="Google Shape;5497;p66">
              <a:extLst>
                <a:ext uri="{FF2B5EF4-FFF2-40B4-BE49-F238E27FC236}">
                  <a16:creationId xmlns:a16="http://schemas.microsoft.com/office/drawing/2014/main" id="{D1A369EA-9CFD-C044-42D8-7CE53BD8CAC5}"/>
                </a:ext>
              </a:extLst>
            </p:cNvPr>
            <p:cNvSpPr/>
            <p:nvPr/>
          </p:nvSpPr>
          <p:spPr>
            <a:xfrm>
              <a:off x="5695050" y="1492125"/>
              <a:ext cx="55425" cy="53575"/>
            </a:xfrm>
            <a:custGeom>
              <a:avLst/>
              <a:gdLst/>
              <a:ahLst/>
              <a:cxnLst/>
              <a:rect l="l" t="t" r="r" b="b"/>
              <a:pathLst>
                <a:path w="2217" h="2143" extrusionOk="0">
                  <a:moveTo>
                    <a:pt x="1229" y="0"/>
                  </a:moveTo>
                  <a:cubicBezTo>
                    <a:pt x="1211" y="0"/>
                    <a:pt x="1192" y="2"/>
                    <a:pt x="1173" y="7"/>
                  </a:cubicBezTo>
                  <a:lnTo>
                    <a:pt x="507" y="159"/>
                  </a:lnTo>
                  <a:cubicBezTo>
                    <a:pt x="196" y="257"/>
                    <a:pt x="293" y="670"/>
                    <a:pt x="582" y="670"/>
                  </a:cubicBezTo>
                  <a:cubicBezTo>
                    <a:pt x="599" y="670"/>
                    <a:pt x="617" y="669"/>
                    <a:pt x="636" y="666"/>
                  </a:cubicBezTo>
                  <a:lnTo>
                    <a:pt x="690" y="666"/>
                  </a:lnTo>
                  <a:lnTo>
                    <a:pt x="50" y="1758"/>
                  </a:lnTo>
                  <a:cubicBezTo>
                    <a:pt x="1" y="1838"/>
                    <a:pt x="1" y="1941"/>
                    <a:pt x="50" y="2015"/>
                  </a:cubicBezTo>
                  <a:cubicBezTo>
                    <a:pt x="105" y="2094"/>
                    <a:pt x="178" y="2143"/>
                    <a:pt x="282" y="2143"/>
                  </a:cubicBezTo>
                  <a:lnTo>
                    <a:pt x="1936" y="2143"/>
                  </a:lnTo>
                  <a:cubicBezTo>
                    <a:pt x="2088" y="2143"/>
                    <a:pt x="2216" y="2015"/>
                    <a:pt x="2216" y="1886"/>
                  </a:cubicBezTo>
                  <a:cubicBezTo>
                    <a:pt x="2186" y="1734"/>
                    <a:pt x="2088" y="1606"/>
                    <a:pt x="1936" y="1606"/>
                  </a:cubicBezTo>
                  <a:lnTo>
                    <a:pt x="739" y="1606"/>
                  </a:lnTo>
                  <a:lnTo>
                    <a:pt x="1453" y="416"/>
                  </a:lnTo>
                  <a:cubicBezTo>
                    <a:pt x="1543" y="226"/>
                    <a:pt x="1423" y="0"/>
                    <a:pt x="12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8" name="Google Shape;5498;p66">
              <a:extLst>
                <a:ext uri="{FF2B5EF4-FFF2-40B4-BE49-F238E27FC236}">
                  <a16:creationId xmlns:a16="http://schemas.microsoft.com/office/drawing/2014/main" id="{C3B3AA8F-3DDB-FB60-DB43-D942623EEF75}"/>
                </a:ext>
              </a:extLst>
            </p:cNvPr>
            <p:cNvSpPr/>
            <p:nvPr/>
          </p:nvSpPr>
          <p:spPr>
            <a:xfrm>
              <a:off x="5731975" y="1434450"/>
              <a:ext cx="63500" cy="54000"/>
            </a:xfrm>
            <a:custGeom>
              <a:avLst/>
              <a:gdLst/>
              <a:ahLst/>
              <a:cxnLst/>
              <a:rect l="l" t="t" r="r" b="b"/>
              <a:pathLst>
                <a:path w="2540" h="2160" extrusionOk="0">
                  <a:moveTo>
                    <a:pt x="1118" y="1"/>
                  </a:moveTo>
                  <a:cubicBezTo>
                    <a:pt x="1014" y="1"/>
                    <a:pt x="941" y="49"/>
                    <a:pt x="892" y="129"/>
                  </a:cubicBezTo>
                  <a:lnTo>
                    <a:pt x="50" y="1575"/>
                  </a:lnTo>
                  <a:cubicBezTo>
                    <a:pt x="1" y="1703"/>
                    <a:pt x="25" y="1856"/>
                    <a:pt x="153" y="1929"/>
                  </a:cubicBezTo>
                  <a:cubicBezTo>
                    <a:pt x="196" y="1955"/>
                    <a:pt x="243" y="1968"/>
                    <a:pt x="291" y="1968"/>
                  </a:cubicBezTo>
                  <a:cubicBezTo>
                    <a:pt x="387" y="1968"/>
                    <a:pt x="483" y="1917"/>
                    <a:pt x="532" y="1832"/>
                  </a:cubicBezTo>
                  <a:lnTo>
                    <a:pt x="1118" y="812"/>
                  </a:lnTo>
                  <a:lnTo>
                    <a:pt x="1807" y="2033"/>
                  </a:lnTo>
                  <a:cubicBezTo>
                    <a:pt x="1856" y="2109"/>
                    <a:pt x="1951" y="2160"/>
                    <a:pt x="2046" y="2160"/>
                  </a:cubicBezTo>
                  <a:cubicBezTo>
                    <a:pt x="2142" y="2160"/>
                    <a:pt x="2238" y="2109"/>
                    <a:pt x="2290" y="1984"/>
                  </a:cubicBezTo>
                  <a:lnTo>
                    <a:pt x="2491" y="1349"/>
                  </a:lnTo>
                  <a:cubicBezTo>
                    <a:pt x="2540" y="1197"/>
                    <a:pt x="2467" y="1044"/>
                    <a:pt x="2314" y="1014"/>
                  </a:cubicBezTo>
                  <a:cubicBezTo>
                    <a:pt x="2288" y="1004"/>
                    <a:pt x="2262" y="999"/>
                    <a:pt x="2236" y="999"/>
                  </a:cubicBezTo>
                  <a:cubicBezTo>
                    <a:pt x="2129" y="999"/>
                    <a:pt x="2023" y="1075"/>
                    <a:pt x="1984" y="1197"/>
                  </a:cubicBezTo>
                  <a:lnTo>
                    <a:pt x="1960" y="1246"/>
                  </a:lnTo>
                  <a:lnTo>
                    <a:pt x="1350" y="129"/>
                  </a:lnTo>
                  <a:cubicBezTo>
                    <a:pt x="1295" y="49"/>
                    <a:pt x="1197" y="1"/>
                    <a:pt x="11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9" name="Google Shape;5499;p66">
              <a:extLst>
                <a:ext uri="{FF2B5EF4-FFF2-40B4-BE49-F238E27FC236}">
                  <a16:creationId xmlns:a16="http://schemas.microsoft.com/office/drawing/2014/main" id="{5BFD5B17-0539-59CE-91E9-86982B29F6D4}"/>
                </a:ext>
              </a:extLst>
            </p:cNvPr>
            <p:cNvSpPr/>
            <p:nvPr/>
          </p:nvSpPr>
          <p:spPr>
            <a:xfrm>
              <a:off x="5785375" y="1623800"/>
              <a:ext cx="87775" cy="51600"/>
            </a:xfrm>
            <a:custGeom>
              <a:avLst/>
              <a:gdLst/>
              <a:ahLst/>
              <a:cxnLst/>
              <a:rect l="l" t="t" r="r" b="b"/>
              <a:pathLst>
                <a:path w="3511" h="2064" extrusionOk="0">
                  <a:moveTo>
                    <a:pt x="25" y="1"/>
                  </a:moveTo>
                  <a:cubicBezTo>
                    <a:pt x="25" y="104"/>
                    <a:pt x="1" y="208"/>
                    <a:pt x="1" y="306"/>
                  </a:cubicBezTo>
                  <a:cubicBezTo>
                    <a:pt x="1" y="1276"/>
                    <a:pt x="788" y="2064"/>
                    <a:pt x="1753" y="2064"/>
                  </a:cubicBezTo>
                  <a:cubicBezTo>
                    <a:pt x="2723" y="2064"/>
                    <a:pt x="3510" y="1276"/>
                    <a:pt x="3510" y="306"/>
                  </a:cubicBezTo>
                  <a:cubicBezTo>
                    <a:pt x="3510" y="208"/>
                    <a:pt x="3510" y="104"/>
                    <a:pt x="3486" y="1"/>
                  </a:cubicBezTo>
                  <a:cubicBezTo>
                    <a:pt x="3333" y="819"/>
                    <a:pt x="2619" y="1429"/>
                    <a:pt x="1753" y="1429"/>
                  </a:cubicBezTo>
                  <a:cubicBezTo>
                    <a:pt x="892" y="1429"/>
                    <a:pt x="178" y="819"/>
                    <a:pt x="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0" name="Google Shape;5500;p66">
              <a:extLst>
                <a:ext uri="{FF2B5EF4-FFF2-40B4-BE49-F238E27FC236}">
                  <a16:creationId xmlns:a16="http://schemas.microsoft.com/office/drawing/2014/main" id="{653921B4-E485-2869-32D4-09DC215A7920}"/>
                </a:ext>
              </a:extLst>
            </p:cNvPr>
            <p:cNvSpPr/>
            <p:nvPr/>
          </p:nvSpPr>
          <p:spPr>
            <a:xfrm>
              <a:off x="5674150" y="1587650"/>
              <a:ext cx="87000" cy="79525"/>
            </a:xfrm>
            <a:custGeom>
              <a:avLst/>
              <a:gdLst/>
              <a:ahLst/>
              <a:cxnLst/>
              <a:rect l="l" t="t" r="r" b="b"/>
              <a:pathLst>
                <a:path w="3480" h="3181" extrusionOk="0">
                  <a:moveTo>
                    <a:pt x="1728" y="0"/>
                  </a:moveTo>
                  <a:cubicBezTo>
                    <a:pt x="861" y="0"/>
                    <a:pt x="153" y="611"/>
                    <a:pt x="1" y="1447"/>
                  </a:cubicBezTo>
                  <a:cubicBezTo>
                    <a:pt x="1" y="1447"/>
                    <a:pt x="1" y="3180"/>
                    <a:pt x="1728" y="3180"/>
                  </a:cubicBezTo>
                  <a:cubicBezTo>
                    <a:pt x="3480" y="3180"/>
                    <a:pt x="3455" y="1447"/>
                    <a:pt x="3455" y="1447"/>
                  </a:cubicBezTo>
                  <a:cubicBezTo>
                    <a:pt x="3303" y="611"/>
                    <a:pt x="2595" y="0"/>
                    <a:pt x="172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1" name="Google Shape;5501;p66">
              <a:extLst>
                <a:ext uri="{FF2B5EF4-FFF2-40B4-BE49-F238E27FC236}">
                  <a16:creationId xmlns:a16="http://schemas.microsoft.com/office/drawing/2014/main" id="{E23DFD44-287B-353E-62C6-EC9561C5A65C}"/>
                </a:ext>
              </a:extLst>
            </p:cNvPr>
            <p:cNvSpPr/>
            <p:nvPr/>
          </p:nvSpPr>
          <p:spPr>
            <a:xfrm>
              <a:off x="5700100" y="1616400"/>
              <a:ext cx="33750" cy="30250"/>
            </a:xfrm>
            <a:custGeom>
              <a:avLst/>
              <a:gdLst/>
              <a:ahLst/>
              <a:cxnLst/>
              <a:rect l="l" t="t" r="r" b="b"/>
              <a:pathLst>
                <a:path w="1350" h="1210" extrusionOk="0">
                  <a:moveTo>
                    <a:pt x="681" y="1"/>
                  </a:moveTo>
                  <a:cubicBezTo>
                    <a:pt x="525" y="1"/>
                    <a:pt x="373" y="59"/>
                    <a:pt x="257" y="175"/>
                  </a:cubicBezTo>
                  <a:cubicBezTo>
                    <a:pt x="0" y="400"/>
                    <a:pt x="0" y="809"/>
                    <a:pt x="257" y="1035"/>
                  </a:cubicBezTo>
                  <a:cubicBezTo>
                    <a:pt x="373" y="1151"/>
                    <a:pt x="525" y="1209"/>
                    <a:pt x="681" y="1209"/>
                  </a:cubicBezTo>
                  <a:cubicBezTo>
                    <a:pt x="836" y="1209"/>
                    <a:pt x="995" y="1151"/>
                    <a:pt x="1123" y="1035"/>
                  </a:cubicBezTo>
                  <a:cubicBezTo>
                    <a:pt x="1349" y="809"/>
                    <a:pt x="1349" y="400"/>
                    <a:pt x="1123" y="175"/>
                  </a:cubicBezTo>
                  <a:cubicBezTo>
                    <a:pt x="995" y="59"/>
                    <a:pt x="836" y="1"/>
                    <a:pt x="68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2" name="Google Shape;5502;p66">
              <a:extLst>
                <a:ext uri="{FF2B5EF4-FFF2-40B4-BE49-F238E27FC236}">
                  <a16:creationId xmlns:a16="http://schemas.microsoft.com/office/drawing/2014/main" id="{0D470607-BD54-FFAC-1F2E-5FE6A620D013}"/>
                </a:ext>
              </a:extLst>
            </p:cNvPr>
            <p:cNvSpPr/>
            <p:nvPr/>
          </p:nvSpPr>
          <p:spPr>
            <a:xfrm>
              <a:off x="5673400" y="1623800"/>
              <a:ext cx="87750" cy="51600"/>
            </a:xfrm>
            <a:custGeom>
              <a:avLst/>
              <a:gdLst/>
              <a:ahLst/>
              <a:cxnLst/>
              <a:rect l="l" t="t" r="r" b="b"/>
              <a:pathLst>
                <a:path w="3510" h="2064" extrusionOk="0">
                  <a:moveTo>
                    <a:pt x="31" y="1"/>
                  </a:moveTo>
                  <a:cubicBezTo>
                    <a:pt x="0" y="104"/>
                    <a:pt x="0" y="208"/>
                    <a:pt x="0" y="306"/>
                  </a:cubicBezTo>
                  <a:cubicBezTo>
                    <a:pt x="0" y="1276"/>
                    <a:pt x="794" y="2064"/>
                    <a:pt x="1758" y="2064"/>
                  </a:cubicBezTo>
                  <a:cubicBezTo>
                    <a:pt x="2722" y="2064"/>
                    <a:pt x="3510" y="1276"/>
                    <a:pt x="3510" y="306"/>
                  </a:cubicBezTo>
                  <a:cubicBezTo>
                    <a:pt x="3510" y="208"/>
                    <a:pt x="3510" y="104"/>
                    <a:pt x="3485" y="1"/>
                  </a:cubicBezTo>
                  <a:cubicBezTo>
                    <a:pt x="3333" y="819"/>
                    <a:pt x="2625" y="1429"/>
                    <a:pt x="1758" y="1429"/>
                  </a:cubicBezTo>
                  <a:cubicBezTo>
                    <a:pt x="891" y="1429"/>
                    <a:pt x="183" y="819"/>
                    <a:pt x="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3" name="Google Shape;5503;p66">
              <a:extLst>
                <a:ext uri="{FF2B5EF4-FFF2-40B4-BE49-F238E27FC236}">
                  <a16:creationId xmlns:a16="http://schemas.microsoft.com/office/drawing/2014/main" id="{E5CBF133-0D20-1FF4-67E5-5D5CCB1E9C6B}"/>
                </a:ext>
              </a:extLst>
            </p:cNvPr>
            <p:cNvSpPr/>
            <p:nvPr/>
          </p:nvSpPr>
          <p:spPr>
            <a:xfrm>
              <a:off x="5502500" y="1587650"/>
              <a:ext cx="87000" cy="79525"/>
            </a:xfrm>
            <a:custGeom>
              <a:avLst/>
              <a:gdLst/>
              <a:ahLst/>
              <a:cxnLst/>
              <a:rect l="l" t="t" r="r" b="b"/>
              <a:pathLst>
                <a:path w="3480" h="3181" extrusionOk="0">
                  <a:moveTo>
                    <a:pt x="1728" y="0"/>
                  </a:moveTo>
                  <a:cubicBezTo>
                    <a:pt x="861" y="0"/>
                    <a:pt x="153" y="611"/>
                    <a:pt x="0" y="1447"/>
                  </a:cubicBezTo>
                  <a:cubicBezTo>
                    <a:pt x="0" y="1447"/>
                    <a:pt x="0" y="3180"/>
                    <a:pt x="1728" y="3180"/>
                  </a:cubicBezTo>
                  <a:cubicBezTo>
                    <a:pt x="3479" y="3180"/>
                    <a:pt x="3455" y="1447"/>
                    <a:pt x="3455" y="1447"/>
                  </a:cubicBezTo>
                  <a:cubicBezTo>
                    <a:pt x="3302" y="611"/>
                    <a:pt x="2594" y="0"/>
                    <a:pt x="172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4" name="Google Shape;5504;p66">
              <a:extLst>
                <a:ext uri="{FF2B5EF4-FFF2-40B4-BE49-F238E27FC236}">
                  <a16:creationId xmlns:a16="http://schemas.microsoft.com/office/drawing/2014/main" id="{B30907D3-98C7-A1FB-5190-16CD792DCDA9}"/>
                </a:ext>
              </a:extLst>
            </p:cNvPr>
            <p:cNvSpPr/>
            <p:nvPr/>
          </p:nvSpPr>
          <p:spPr>
            <a:xfrm>
              <a:off x="5528450" y="1616400"/>
              <a:ext cx="33725" cy="30250"/>
            </a:xfrm>
            <a:custGeom>
              <a:avLst/>
              <a:gdLst/>
              <a:ahLst/>
              <a:cxnLst/>
              <a:rect l="l" t="t" r="r" b="b"/>
              <a:pathLst>
                <a:path w="1349" h="1210" extrusionOk="0">
                  <a:moveTo>
                    <a:pt x="681" y="1"/>
                  </a:moveTo>
                  <a:cubicBezTo>
                    <a:pt x="525" y="1"/>
                    <a:pt x="372" y="59"/>
                    <a:pt x="256" y="175"/>
                  </a:cubicBezTo>
                  <a:cubicBezTo>
                    <a:pt x="0" y="400"/>
                    <a:pt x="0" y="809"/>
                    <a:pt x="256" y="1035"/>
                  </a:cubicBezTo>
                  <a:cubicBezTo>
                    <a:pt x="372" y="1151"/>
                    <a:pt x="525" y="1209"/>
                    <a:pt x="681" y="1209"/>
                  </a:cubicBezTo>
                  <a:cubicBezTo>
                    <a:pt x="836" y="1209"/>
                    <a:pt x="995" y="1151"/>
                    <a:pt x="1123" y="1035"/>
                  </a:cubicBezTo>
                  <a:cubicBezTo>
                    <a:pt x="1349" y="809"/>
                    <a:pt x="1349" y="400"/>
                    <a:pt x="1123" y="175"/>
                  </a:cubicBezTo>
                  <a:cubicBezTo>
                    <a:pt x="995" y="59"/>
                    <a:pt x="836" y="1"/>
                    <a:pt x="68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5" name="Google Shape;5505;p66">
              <a:extLst>
                <a:ext uri="{FF2B5EF4-FFF2-40B4-BE49-F238E27FC236}">
                  <a16:creationId xmlns:a16="http://schemas.microsoft.com/office/drawing/2014/main" id="{D0C2D634-CEF8-7D0D-8C42-E9AEA59AEE98}"/>
                </a:ext>
              </a:extLst>
            </p:cNvPr>
            <p:cNvSpPr/>
            <p:nvPr/>
          </p:nvSpPr>
          <p:spPr>
            <a:xfrm>
              <a:off x="5501725" y="1623800"/>
              <a:ext cx="87775" cy="51600"/>
            </a:xfrm>
            <a:custGeom>
              <a:avLst/>
              <a:gdLst/>
              <a:ahLst/>
              <a:cxnLst/>
              <a:rect l="l" t="t" r="r" b="b"/>
              <a:pathLst>
                <a:path w="3511" h="2064" extrusionOk="0">
                  <a:moveTo>
                    <a:pt x="31" y="1"/>
                  </a:moveTo>
                  <a:cubicBezTo>
                    <a:pt x="1" y="104"/>
                    <a:pt x="1" y="208"/>
                    <a:pt x="1" y="306"/>
                  </a:cubicBezTo>
                  <a:cubicBezTo>
                    <a:pt x="1" y="1276"/>
                    <a:pt x="794" y="2064"/>
                    <a:pt x="1759" y="2064"/>
                  </a:cubicBezTo>
                  <a:cubicBezTo>
                    <a:pt x="2723" y="2064"/>
                    <a:pt x="3510" y="1276"/>
                    <a:pt x="3510" y="306"/>
                  </a:cubicBezTo>
                  <a:cubicBezTo>
                    <a:pt x="3510" y="208"/>
                    <a:pt x="3486" y="104"/>
                    <a:pt x="3486" y="1"/>
                  </a:cubicBezTo>
                  <a:cubicBezTo>
                    <a:pt x="3333" y="819"/>
                    <a:pt x="2625" y="1429"/>
                    <a:pt x="1759" y="1429"/>
                  </a:cubicBezTo>
                  <a:cubicBezTo>
                    <a:pt x="892" y="1429"/>
                    <a:pt x="184" y="819"/>
                    <a:pt x="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06" name="Google Shape;5547;p66">
            <a:extLst>
              <a:ext uri="{FF2B5EF4-FFF2-40B4-BE49-F238E27FC236}">
                <a16:creationId xmlns:a16="http://schemas.microsoft.com/office/drawing/2014/main" id="{C633B8C7-3D94-5A1A-876B-8A719AB4FF2C}"/>
              </a:ext>
            </a:extLst>
          </p:cNvPr>
          <p:cNvGrpSpPr/>
          <p:nvPr/>
        </p:nvGrpSpPr>
        <p:grpSpPr>
          <a:xfrm>
            <a:off x="4616672" y="-603280"/>
            <a:ext cx="440675" cy="437475"/>
            <a:chOff x="4722350" y="1301550"/>
            <a:chExt cx="440675" cy="437475"/>
          </a:xfrm>
        </p:grpSpPr>
        <p:sp>
          <p:nvSpPr>
            <p:cNvPr id="4607" name="Google Shape;5548;p66">
              <a:extLst>
                <a:ext uri="{FF2B5EF4-FFF2-40B4-BE49-F238E27FC236}">
                  <a16:creationId xmlns:a16="http://schemas.microsoft.com/office/drawing/2014/main" id="{37832A03-ABB5-CDF9-7894-1C304DB007D7}"/>
                </a:ext>
              </a:extLst>
            </p:cNvPr>
            <p:cNvSpPr/>
            <p:nvPr/>
          </p:nvSpPr>
          <p:spPr>
            <a:xfrm>
              <a:off x="4823500" y="1312250"/>
              <a:ext cx="238975" cy="220025"/>
            </a:xfrm>
            <a:custGeom>
              <a:avLst/>
              <a:gdLst/>
              <a:ahLst/>
              <a:cxnLst/>
              <a:rect l="l" t="t" r="r" b="b"/>
              <a:pathLst>
                <a:path w="9559" h="8801" extrusionOk="0">
                  <a:moveTo>
                    <a:pt x="6583" y="0"/>
                  </a:moveTo>
                  <a:cubicBezTo>
                    <a:pt x="5437" y="0"/>
                    <a:pt x="916" y="1532"/>
                    <a:pt x="916" y="1532"/>
                  </a:cubicBezTo>
                  <a:cubicBezTo>
                    <a:pt x="404" y="2240"/>
                    <a:pt x="74" y="3106"/>
                    <a:pt x="1" y="4046"/>
                  </a:cubicBezTo>
                  <a:cubicBezTo>
                    <a:pt x="1" y="4046"/>
                    <a:pt x="1" y="8801"/>
                    <a:pt x="4780" y="8801"/>
                  </a:cubicBezTo>
                  <a:cubicBezTo>
                    <a:pt x="9559" y="8801"/>
                    <a:pt x="9559" y="4046"/>
                    <a:pt x="9559" y="4046"/>
                  </a:cubicBezTo>
                  <a:cubicBezTo>
                    <a:pt x="9430" y="2270"/>
                    <a:pt x="8338" y="744"/>
                    <a:pt x="6788" y="30"/>
                  </a:cubicBezTo>
                  <a:cubicBezTo>
                    <a:pt x="6743" y="10"/>
                    <a:pt x="6674" y="0"/>
                    <a:pt x="658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8" name="Google Shape;5549;p66">
              <a:extLst>
                <a:ext uri="{FF2B5EF4-FFF2-40B4-BE49-F238E27FC236}">
                  <a16:creationId xmlns:a16="http://schemas.microsoft.com/office/drawing/2014/main" id="{446E5702-A456-4D1E-28CC-150D0A7997B1}"/>
                </a:ext>
              </a:extLst>
            </p:cNvPr>
            <p:cNvSpPr/>
            <p:nvPr/>
          </p:nvSpPr>
          <p:spPr>
            <a:xfrm>
              <a:off x="4846400" y="1301550"/>
              <a:ext cx="153825" cy="148350"/>
            </a:xfrm>
            <a:custGeom>
              <a:avLst/>
              <a:gdLst/>
              <a:ahLst/>
              <a:cxnLst/>
              <a:rect l="l" t="t" r="r" b="b"/>
              <a:pathLst>
                <a:path w="6153" h="5934" extrusionOk="0">
                  <a:moveTo>
                    <a:pt x="3864" y="1"/>
                  </a:moveTo>
                  <a:cubicBezTo>
                    <a:pt x="2259" y="1"/>
                    <a:pt x="861" y="788"/>
                    <a:pt x="0" y="1984"/>
                  </a:cubicBezTo>
                  <a:cubicBezTo>
                    <a:pt x="153" y="2363"/>
                    <a:pt x="403" y="2771"/>
                    <a:pt x="708" y="3077"/>
                  </a:cubicBezTo>
                  <a:cubicBezTo>
                    <a:pt x="1398" y="3766"/>
                    <a:pt x="1221" y="5317"/>
                    <a:pt x="1422" y="5646"/>
                  </a:cubicBezTo>
                  <a:cubicBezTo>
                    <a:pt x="1555" y="5843"/>
                    <a:pt x="1739" y="5933"/>
                    <a:pt x="1927" y="5933"/>
                  </a:cubicBezTo>
                  <a:cubicBezTo>
                    <a:pt x="2275" y="5933"/>
                    <a:pt x="2637" y="5624"/>
                    <a:pt x="2716" y="5109"/>
                  </a:cubicBezTo>
                  <a:cubicBezTo>
                    <a:pt x="2844" y="4297"/>
                    <a:pt x="3455" y="3992"/>
                    <a:pt x="4016" y="3254"/>
                  </a:cubicBezTo>
                  <a:cubicBezTo>
                    <a:pt x="4578" y="2515"/>
                    <a:pt x="3479" y="2112"/>
                    <a:pt x="3864" y="1880"/>
                  </a:cubicBezTo>
                  <a:cubicBezTo>
                    <a:pt x="3900" y="1860"/>
                    <a:pt x="3945" y="1851"/>
                    <a:pt x="3996" y="1851"/>
                  </a:cubicBezTo>
                  <a:cubicBezTo>
                    <a:pt x="4412" y="1851"/>
                    <a:pt x="5247" y="2456"/>
                    <a:pt x="5660" y="2456"/>
                  </a:cubicBezTo>
                  <a:cubicBezTo>
                    <a:pt x="5758" y="2456"/>
                    <a:pt x="5832" y="2422"/>
                    <a:pt x="5872" y="2338"/>
                  </a:cubicBezTo>
                  <a:cubicBezTo>
                    <a:pt x="6152" y="1728"/>
                    <a:pt x="4242" y="1270"/>
                    <a:pt x="4242" y="916"/>
                  </a:cubicBezTo>
                  <a:cubicBezTo>
                    <a:pt x="4273" y="587"/>
                    <a:pt x="5847" y="458"/>
                    <a:pt x="5872" y="458"/>
                  </a:cubicBezTo>
                  <a:cubicBezTo>
                    <a:pt x="5261" y="178"/>
                    <a:pt x="4578" y="1"/>
                    <a:pt x="386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9" name="Google Shape;5550;p66">
              <a:extLst>
                <a:ext uri="{FF2B5EF4-FFF2-40B4-BE49-F238E27FC236}">
                  <a16:creationId xmlns:a16="http://schemas.microsoft.com/office/drawing/2014/main" id="{AA629905-2414-CA18-B373-2B48470B084D}"/>
                </a:ext>
              </a:extLst>
            </p:cNvPr>
            <p:cNvSpPr/>
            <p:nvPr/>
          </p:nvSpPr>
          <p:spPr>
            <a:xfrm>
              <a:off x="5027500" y="1472525"/>
              <a:ext cx="104250" cy="153900"/>
            </a:xfrm>
            <a:custGeom>
              <a:avLst/>
              <a:gdLst/>
              <a:ahLst/>
              <a:cxnLst/>
              <a:rect l="l" t="t" r="r" b="b"/>
              <a:pathLst>
                <a:path w="4170" h="6156" extrusionOk="0">
                  <a:moveTo>
                    <a:pt x="3758" y="0"/>
                  </a:moveTo>
                  <a:cubicBezTo>
                    <a:pt x="3552" y="0"/>
                    <a:pt x="3352" y="121"/>
                    <a:pt x="3284" y="333"/>
                  </a:cubicBezTo>
                  <a:lnTo>
                    <a:pt x="2949" y="1377"/>
                  </a:lnTo>
                  <a:lnTo>
                    <a:pt x="2674" y="791"/>
                  </a:lnTo>
                  <a:lnTo>
                    <a:pt x="2619" y="791"/>
                  </a:lnTo>
                  <a:cubicBezTo>
                    <a:pt x="2578" y="776"/>
                    <a:pt x="2536" y="769"/>
                    <a:pt x="2494" y="769"/>
                  </a:cubicBezTo>
                  <a:cubicBezTo>
                    <a:pt x="2307" y="769"/>
                    <a:pt x="2128" y="906"/>
                    <a:pt x="2088" y="1096"/>
                  </a:cubicBezTo>
                  <a:lnTo>
                    <a:pt x="1783" y="2036"/>
                  </a:lnTo>
                  <a:lnTo>
                    <a:pt x="1478" y="1425"/>
                  </a:lnTo>
                  <a:cubicBezTo>
                    <a:pt x="1453" y="1425"/>
                    <a:pt x="1423" y="1425"/>
                    <a:pt x="1399" y="1401"/>
                  </a:cubicBezTo>
                  <a:cubicBezTo>
                    <a:pt x="1380" y="1399"/>
                    <a:pt x="1362" y="1398"/>
                    <a:pt x="1344" y="1398"/>
                  </a:cubicBezTo>
                  <a:cubicBezTo>
                    <a:pt x="1136" y="1398"/>
                    <a:pt x="935" y="1523"/>
                    <a:pt x="868" y="1731"/>
                  </a:cubicBezTo>
                  <a:lnTo>
                    <a:pt x="1" y="4404"/>
                  </a:lnTo>
                  <a:lnTo>
                    <a:pt x="562" y="6155"/>
                  </a:lnTo>
                  <a:lnTo>
                    <a:pt x="3004" y="4251"/>
                  </a:lnTo>
                  <a:lnTo>
                    <a:pt x="4072" y="1962"/>
                  </a:lnTo>
                  <a:lnTo>
                    <a:pt x="4169" y="589"/>
                  </a:lnTo>
                  <a:lnTo>
                    <a:pt x="3919" y="52"/>
                  </a:lnTo>
                  <a:cubicBezTo>
                    <a:pt x="3895" y="28"/>
                    <a:pt x="3840" y="28"/>
                    <a:pt x="3815" y="3"/>
                  </a:cubicBezTo>
                  <a:cubicBezTo>
                    <a:pt x="3796" y="1"/>
                    <a:pt x="3777" y="0"/>
                    <a:pt x="3758" y="0"/>
                  </a:cubicBezTo>
                  <a:close/>
                </a:path>
              </a:pathLst>
            </a:custGeom>
            <a:solidFill>
              <a:srgbClr val="F4B1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0" name="Google Shape;5551;p66">
              <a:extLst>
                <a:ext uri="{FF2B5EF4-FFF2-40B4-BE49-F238E27FC236}">
                  <a16:creationId xmlns:a16="http://schemas.microsoft.com/office/drawing/2014/main" id="{3BC9822C-391A-37FE-9145-5C3385F7F816}"/>
                </a:ext>
              </a:extLst>
            </p:cNvPr>
            <p:cNvSpPr/>
            <p:nvPr/>
          </p:nvSpPr>
          <p:spPr>
            <a:xfrm>
              <a:off x="5080925" y="1492275"/>
              <a:ext cx="22300" cy="47025"/>
            </a:xfrm>
            <a:custGeom>
              <a:avLst/>
              <a:gdLst/>
              <a:ahLst/>
              <a:cxnLst/>
              <a:rect l="l" t="t" r="r" b="b"/>
              <a:pathLst>
                <a:path w="892" h="1881" extrusionOk="0">
                  <a:moveTo>
                    <a:pt x="537" y="1"/>
                  </a:moveTo>
                  <a:lnTo>
                    <a:pt x="0" y="1728"/>
                  </a:lnTo>
                  <a:lnTo>
                    <a:pt x="385" y="1880"/>
                  </a:lnTo>
                  <a:lnTo>
                    <a:pt x="812" y="587"/>
                  </a:lnTo>
                  <a:cubicBezTo>
                    <a:pt x="891" y="330"/>
                    <a:pt x="763" y="74"/>
                    <a:pt x="537" y="1"/>
                  </a:cubicBezTo>
                  <a:close/>
                </a:path>
              </a:pathLst>
            </a:custGeom>
            <a:solidFill>
              <a:srgbClr val="EAA6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1" name="Google Shape;5552;p66">
              <a:extLst>
                <a:ext uri="{FF2B5EF4-FFF2-40B4-BE49-F238E27FC236}">
                  <a16:creationId xmlns:a16="http://schemas.microsoft.com/office/drawing/2014/main" id="{AA839616-3C44-9716-CD0E-9B7C25F49DF4}"/>
                </a:ext>
              </a:extLst>
            </p:cNvPr>
            <p:cNvSpPr/>
            <p:nvPr/>
          </p:nvSpPr>
          <p:spPr>
            <a:xfrm>
              <a:off x="5047200" y="1508150"/>
              <a:ext cx="26725" cy="56025"/>
            </a:xfrm>
            <a:custGeom>
              <a:avLst/>
              <a:gdLst/>
              <a:ahLst/>
              <a:cxnLst/>
              <a:rect l="l" t="t" r="r" b="b"/>
              <a:pathLst>
                <a:path w="1069" h="2241" extrusionOk="0">
                  <a:moveTo>
                    <a:pt x="690" y="0"/>
                  </a:moveTo>
                  <a:lnTo>
                    <a:pt x="0" y="2240"/>
                  </a:lnTo>
                  <a:lnTo>
                    <a:pt x="0" y="2240"/>
                  </a:lnTo>
                  <a:lnTo>
                    <a:pt x="409" y="2112"/>
                  </a:lnTo>
                  <a:lnTo>
                    <a:pt x="714" y="1526"/>
                  </a:lnTo>
                  <a:lnTo>
                    <a:pt x="995" y="611"/>
                  </a:lnTo>
                  <a:cubicBezTo>
                    <a:pt x="1068" y="354"/>
                    <a:pt x="940" y="80"/>
                    <a:pt x="690" y="0"/>
                  </a:cubicBezTo>
                  <a:close/>
                </a:path>
              </a:pathLst>
            </a:custGeom>
            <a:solidFill>
              <a:srgbClr val="EAA6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2" name="Google Shape;5553;p66">
              <a:extLst>
                <a:ext uri="{FF2B5EF4-FFF2-40B4-BE49-F238E27FC236}">
                  <a16:creationId xmlns:a16="http://schemas.microsoft.com/office/drawing/2014/main" id="{DCF274BE-38E0-A4CD-1E05-C5FA056C4ECF}"/>
                </a:ext>
              </a:extLst>
            </p:cNvPr>
            <p:cNvSpPr/>
            <p:nvPr/>
          </p:nvSpPr>
          <p:spPr>
            <a:xfrm>
              <a:off x="5094350" y="1473825"/>
              <a:ext cx="38775" cy="99800"/>
            </a:xfrm>
            <a:custGeom>
              <a:avLst/>
              <a:gdLst/>
              <a:ahLst/>
              <a:cxnLst/>
              <a:rect l="l" t="t" r="r" b="b"/>
              <a:pathLst>
                <a:path w="1551" h="3992" extrusionOk="0">
                  <a:moveTo>
                    <a:pt x="1245" y="0"/>
                  </a:moveTo>
                  <a:lnTo>
                    <a:pt x="0" y="3992"/>
                  </a:lnTo>
                  <a:lnTo>
                    <a:pt x="1068" y="2850"/>
                  </a:lnTo>
                  <a:lnTo>
                    <a:pt x="1495" y="537"/>
                  </a:lnTo>
                  <a:cubicBezTo>
                    <a:pt x="1550" y="330"/>
                    <a:pt x="1447" y="80"/>
                    <a:pt x="1245" y="0"/>
                  </a:cubicBezTo>
                  <a:close/>
                </a:path>
              </a:pathLst>
            </a:custGeom>
            <a:solidFill>
              <a:srgbClr val="EAA6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3" name="Google Shape;5554;p66">
              <a:extLst>
                <a:ext uri="{FF2B5EF4-FFF2-40B4-BE49-F238E27FC236}">
                  <a16:creationId xmlns:a16="http://schemas.microsoft.com/office/drawing/2014/main" id="{BBF1EF08-6F37-F3C1-04E6-075F9E9F46C4}"/>
                </a:ext>
              </a:extLst>
            </p:cNvPr>
            <p:cNvSpPr/>
            <p:nvPr/>
          </p:nvSpPr>
          <p:spPr>
            <a:xfrm>
              <a:off x="4965875" y="1466200"/>
              <a:ext cx="189525" cy="272825"/>
            </a:xfrm>
            <a:custGeom>
              <a:avLst/>
              <a:gdLst/>
              <a:ahLst/>
              <a:cxnLst/>
              <a:rect l="l" t="t" r="r" b="b"/>
              <a:pathLst>
                <a:path w="7581" h="10913" extrusionOk="0">
                  <a:moveTo>
                    <a:pt x="7196" y="0"/>
                  </a:moveTo>
                  <a:cubicBezTo>
                    <a:pt x="6995" y="24"/>
                    <a:pt x="6842" y="177"/>
                    <a:pt x="6787" y="354"/>
                  </a:cubicBezTo>
                  <a:lnTo>
                    <a:pt x="6232" y="2215"/>
                  </a:lnTo>
                  <a:cubicBezTo>
                    <a:pt x="5872" y="3436"/>
                    <a:pt x="5109" y="4504"/>
                    <a:pt x="4120" y="5292"/>
                  </a:cubicBezTo>
                  <a:lnTo>
                    <a:pt x="3027" y="6103"/>
                  </a:lnTo>
                  <a:lnTo>
                    <a:pt x="5035" y="3589"/>
                  </a:lnTo>
                  <a:cubicBezTo>
                    <a:pt x="5188" y="3381"/>
                    <a:pt x="5188" y="3100"/>
                    <a:pt x="4987" y="2923"/>
                  </a:cubicBezTo>
                  <a:cubicBezTo>
                    <a:pt x="4892" y="2820"/>
                    <a:pt x="4759" y="2769"/>
                    <a:pt x="4624" y="2769"/>
                  </a:cubicBezTo>
                  <a:cubicBezTo>
                    <a:pt x="4497" y="2769"/>
                    <a:pt x="4370" y="2813"/>
                    <a:pt x="4272" y="2899"/>
                  </a:cubicBezTo>
                  <a:lnTo>
                    <a:pt x="2466" y="4657"/>
                  </a:lnTo>
                  <a:cubicBezTo>
                    <a:pt x="2466" y="4657"/>
                    <a:pt x="1477" y="5035"/>
                    <a:pt x="787" y="6000"/>
                  </a:cubicBezTo>
                  <a:cubicBezTo>
                    <a:pt x="104" y="6946"/>
                    <a:pt x="0" y="8166"/>
                    <a:pt x="0" y="8166"/>
                  </a:cubicBezTo>
                  <a:lnTo>
                    <a:pt x="0" y="10730"/>
                  </a:lnTo>
                  <a:cubicBezTo>
                    <a:pt x="0" y="10833"/>
                    <a:pt x="73" y="10913"/>
                    <a:pt x="177" y="10913"/>
                  </a:cubicBezTo>
                  <a:lnTo>
                    <a:pt x="2393" y="10913"/>
                  </a:lnTo>
                  <a:lnTo>
                    <a:pt x="2722" y="10730"/>
                  </a:lnTo>
                  <a:lnTo>
                    <a:pt x="2722" y="8899"/>
                  </a:lnTo>
                  <a:lnTo>
                    <a:pt x="5060" y="6915"/>
                  </a:lnTo>
                  <a:cubicBezTo>
                    <a:pt x="6152" y="6030"/>
                    <a:pt x="7580" y="256"/>
                    <a:pt x="7580" y="256"/>
                  </a:cubicBezTo>
                  <a:lnTo>
                    <a:pt x="7196" y="0"/>
                  </a:lnTo>
                  <a:close/>
                </a:path>
              </a:pathLst>
            </a:custGeom>
            <a:solidFill>
              <a:srgbClr val="FFC8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4" name="Google Shape;5555;p66">
              <a:extLst>
                <a:ext uri="{FF2B5EF4-FFF2-40B4-BE49-F238E27FC236}">
                  <a16:creationId xmlns:a16="http://schemas.microsoft.com/office/drawing/2014/main" id="{F82B5411-623A-9E75-D824-D73B4DA6EF98}"/>
                </a:ext>
              </a:extLst>
            </p:cNvPr>
            <p:cNvSpPr/>
            <p:nvPr/>
          </p:nvSpPr>
          <p:spPr>
            <a:xfrm>
              <a:off x="5025675" y="1465775"/>
              <a:ext cx="137350" cy="273250"/>
            </a:xfrm>
            <a:custGeom>
              <a:avLst/>
              <a:gdLst/>
              <a:ahLst/>
              <a:cxnLst/>
              <a:rect l="l" t="t" r="r" b="b"/>
              <a:pathLst>
                <a:path w="5494" h="10930" extrusionOk="0">
                  <a:moveTo>
                    <a:pt x="4909" y="1"/>
                  </a:moveTo>
                  <a:cubicBezTo>
                    <a:pt x="4873" y="1"/>
                    <a:pt x="4837" y="7"/>
                    <a:pt x="4804" y="17"/>
                  </a:cubicBezTo>
                  <a:cubicBezTo>
                    <a:pt x="4883" y="145"/>
                    <a:pt x="4908" y="298"/>
                    <a:pt x="4853" y="475"/>
                  </a:cubicBezTo>
                  <a:lnTo>
                    <a:pt x="4041" y="3172"/>
                  </a:lnTo>
                  <a:cubicBezTo>
                    <a:pt x="3608" y="4521"/>
                    <a:pt x="3229" y="6047"/>
                    <a:pt x="2137" y="6932"/>
                  </a:cubicBezTo>
                  <a:lnTo>
                    <a:pt x="49" y="8537"/>
                  </a:lnTo>
                  <a:cubicBezTo>
                    <a:pt x="25" y="8562"/>
                    <a:pt x="1" y="8610"/>
                    <a:pt x="1" y="8665"/>
                  </a:cubicBezTo>
                  <a:lnTo>
                    <a:pt x="1" y="10930"/>
                  </a:lnTo>
                  <a:lnTo>
                    <a:pt x="458" y="10930"/>
                  </a:lnTo>
                  <a:cubicBezTo>
                    <a:pt x="556" y="10930"/>
                    <a:pt x="635" y="10850"/>
                    <a:pt x="635" y="10747"/>
                  </a:cubicBezTo>
                  <a:lnTo>
                    <a:pt x="635" y="8916"/>
                  </a:lnTo>
                  <a:lnTo>
                    <a:pt x="2668" y="7268"/>
                  </a:lnTo>
                  <a:cubicBezTo>
                    <a:pt x="3760" y="6352"/>
                    <a:pt x="4169" y="4747"/>
                    <a:pt x="4578" y="3374"/>
                  </a:cubicBezTo>
                  <a:lnTo>
                    <a:pt x="5414" y="707"/>
                  </a:lnTo>
                  <a:cubicBezTo>
                    <a:pt x="5494" y="426"/>
                    <a:pt x="5341" y="121"/>
                    <a:pt x="5060" y="41"/>
                  </a:cubicBezTo>
                  <a:cubicBezTo>
                    <a:pt x="5014" y="13"/>
                    <a:pt x="4961" y="1"/>
                    <a:pt x="4909" y="1"/>
                  </a:cubicBezTo>
                  <a:close/>
                </a:path>
              </a:pathLst>
            </a:custGeom>
            <a:solidFill>
              <a:srgbClr val="F7BC9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5" name="Google Shape;5556;p66">
              <a:extLst>
                <a:ext uri="{FF2B5EF4-FFF2-40B4-BE49-F238E27FC236}">
                  <a16:creationId xmlns:a16="http://schemas.microsoft.com/office/drawing/2014/main" id="{23C687BE-E6F6-43C3-0E42-6646B37D3FA9}"/>
                </a:ext>
              </a:extLst>
            </p:cNvPr>
            <p:cNvSpPr/>
            <p:nvPr/>
          </p:nvSpPr>
          <p:spPr>
            <a:xfrm>
              <a:off x="4752250" y="1473200"/>
              <a:ext cx="106225" cy="155825"/>
            </a:xfrm>
            <a:custGeom>
              <a:avLst/>
              <a:gdLst/>
              <a:ahLst/>
              <a:cxnLst/>
              <a:rect l="l" t="t" r="r" b="b"/>
              <a:pathLst>
                <a:path w="4249" h="6233" extrusionOk="0">
                  <a:moveTo>
                    <a:pt x="379" y="1"/>
                  </a:moveTo>
                  <a:cubicBezTo>
                    <a:pt x="153" y="50"/>
                    <a:pt x="1" y="330"/>
                    <a:pt x="74" y="562"/>
                  </a:cubicBezTo>
                  <a:lnTo>
                    <a:pt x="281" y="1881"/>
                  </a:lnTo>
                  <a:cubicBezTo>
                    <a:pt x="635" y="3101"/>
                    <a:pt x="1270" y="4224"/>
                    <a:pt x="2289" y="5012"/>
                  </a:cubicBezTo>
                  <a:lnTo>
                    <a:pt x="3766" y="6232"/>
                  </a:lnTo>
                  <a:lnTo>
                    <a:pt x="4248" y="4377"/>
                  </a:lnTo>
                  <a:lnTo>
                    <a:pt x="2796" y="1398"/>
                  </a:lnTo>
                  <a:cubicBezTo>
                    <a:pt x="2546" y="1447"/>
                    <a:pt x="2363" y="1728"/>
                    <a:pt x="2466" y="2009"/>
                  </a:cubicBezTo>
                  <a:lnTo>
                    <a:pt x="1630" y="764"/>
                  </a:lnTo>
                  <a:cubicBezTo>
                    <a:pt x="1374" y="812"/>
                    <a:pt x="1221" y="1093"/>
                    <a:pt x="1294" y="1350"/>
                  </a:cubicBezTo>
                  <a:lnTo>
                    <a:pt x="379" y="1"/>
                  </a:lnTo>
                  <a:close/>
                </a:path>
              </a:pathLst>
            </a:custGeom>
            <a:solidFill>
              <a:srgbClr val="F4B1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6" name="Google Shape;5557;p66">
              <a:extLst>
                <a:ext uri="{FF2B5EF4-FFF2-40B4-BE49-F238E27FC236}">
                  <a16:creationId xmlns:a16="http://schemas.microsoft.com/office/drawing/2014/main" id="{0459103E-C7F2-9A5D-1A6E-CB090CF36E04}"/>
                </a:ext>
              </a:extLst>
            </p:cNvPr>
            <p:cNvSpPr/>
            <p:nvPr/>
          </p:nvSpPr>
          <p:spPr>
            <a:xfrm>
              <a:off x="4822125" y="1507475"/>
              <a:ext cx="36350" cy="75150"/>
            </a:xfrm>
            <a:custGeom>
              <a:avLst/>
              <a:gdLst/>
              <a:ahLst/>
              <a:cxnLst/>
              <a:rect l="l" t="t" r="r" b="b"/>
              <a:pathLst>
                <a:path w="1454" h="3006" extrusionOk="0">
                  <a:moveTo>
                    <a:pt x="111" y="0"/>
                  </a:moveTo>
                  <a:cubicBezTo>
                    <a:pt x="93" y="0"/>
                    <a:pt x="74" y="1"/>
                    <a:pt x="56" y="3"/>
                  </a:cubicBezTo>
                  <a:cubicBezTo>
                    <a:pt x="25" y="27"/>
                    <a:pt x="25" y="27"/>
                    <a:pt x="1" y="27"/>
                  </a:cubicBezTo>
                  <a:lnTo>
                    <a:pt x="587" y="2188"/>
                  </a:lnTo>
                  <a:lnTo>
                    <a:pt x="715" y="2597"/>
                  </a:lnTo>
                  <a:lnTo>
                    <a:pt x="1453" y="3006"/>
                  </a:lnTo>
                  <a:lnTo>
                    <a:pt x="562" y="333"/>
                  </a:lnTo>
                  <a:cubicBezTo>
                    <a:pt x="518" y="125"/>
                    <a:pt x="318" y="0"/>
                    <a:pt x="111" y="0"/>
                  </a:cubicBezTo>
                  <a:close/>
                </a:path>
              </a:pathLst>
            </a:custGeom>
            <a:solidFill>
              <a:srgbClr val="EAA6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7" name="Google Shape;5558;p66">
              <a:extLst>
                <a:ext uri="{FF2B5EF4-FFF2-40B4-BE49-F238E27FC236}">
                  <a16:creationId xmlns:a16="http://schemas.microsoft.com/office/drawing/2014/main" id="{EFE3D815-2DC8-7652-2ADE-4B0DCF3DB98B}"/>
                </a:ext>
              </a:extLst>
            </p:cNvPr>
            <p:cNvSpPr/>
            <p:nvPr/>
          </p:nvSpPr>
          <p:spPr>
            <a:xfrm>
              <a:off x="4793000" y="1491750"/>
              <a:ext cx="27950" cy="54575"/>
            </a:xfrm>
            <a:custGeom>
              <a:avLst/>
              <a:gdLst/>
              <a:ahLst/>
              <a:cxnLst/>
              <a:rect l="l" t="t" r="r" b="b"/>
              <a:pathLst>
                <a:path w="1118" h="2183" extrusionOk="0">
                  <a:moveTo>
                    <a:pt x="123" y="0"/>
                  </a:moveTo>
                  <a:cubicBezTo>
                    <a:pt x="83" y="0"/>
                    <a:pt x="41" y="7"/>
                    <a:pt x="0" y="22"/>
                  </a:cubicBezTo>
                  <a:lnTo>
                    <a:pt x="482" y="1749"/>
                  </a:lnTo>
                  <a:lnTo>
                    <a:pt x="610" y="2182"/>
                  </a:lnTo>
                  <a:lnTo>
                    <a:pt x="1117" y="2182"/>
                  </a:lnTo>
                  <a:lnTo>
                    <a:pt x="531" y="327"/>
                  </a:lnTo>
                  <a:cubicBezTo>
                    <a:pt x="471" y="137"/>
                    <a:pt x="305" y="0"/>
                    <a:pt x="123" y="0"/>
                  </a:cubicBezTo>
                  <a:close/>
                </a:path>
              </a:pathLst>
            </a:custGeom>
            <a:solidFill>
              <a:srgbClr val="EAA6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8" name="Google Shape;5559;p66">
              <a:extLst>
                <a:ext uri="{FF2B5EF4-FFF2-40B4-BE49-F238E27FC236}">
                  <a16:creationId xmlns:a16="http://schemas.microsoft.com/office/drawing/2014/main" id="{39BA724E-F8E0-300A-8ECD-5380625B32C4}"/>
                </a:ext>
              </a:extLst>
            </p:cNvPr>
            <p:cNvSpPr/>
            <p:nvPr/>
          </p:nvSpPr>
          <p:spPr>
            <a:xfrm>
              <a:off x="4761700" y="1472525"/>
              <a:ext cx="82725" cy="146275"/>
            </a:xfrm>
            <a:custGeom>
              <a:avLst/>
              <a:gdLst/>
              <a:ahLst/>
              <a:cxnLst/>
              <a:rect l="l" t="t" r="r" b="b"/>
              <a:pathLst>
                <a:path w="3309" h="5851" extrusionOk="0">
                  <a:moveTo>
                    <a:pt x="113" y="0"/>
                  </a:moveTo>
                  <a:cubicBezTo>
                    <a:pt x="94" y="0"/>
                    <a:pt x="75" y="1"/>
                    <a:pt x="56" y="3"/>
                  </a:cubicBezTo>
                  <a:cubicBezTo>
                    <a:pt x="56" y="3"/>
                    <a:pt x="31" y="28"/>
                    <a:pt x="1" y="28"/>
                  </a:cubicBezTo>
                  <a:lnTo>
                    <a:pt x="1197" y="4044"/>
                  </a:lnTo>
                  <a:lnTo>
                    <a:pt x="1911" y="5344"/>
                  </a:lnTo>
                  <a:lnTo>
                    <a:pt x="3309" y="5850"/>
                  </a:lnTo>
                  <a:lnTo>
                    <a:pt x="1325" y="2670"/>
                  </a:lnTo>
                  <a:lnTo>
                    <a:pt x="587" y="333"/>
                  </a:lnTo>
                  <a:cubicBezTo>
                    <a:pt x="520" y="121"/>
                    <a:pt x="320" y="0"/>
                    <a:pt x="113" y="0"/>
                  </a:cubicBezTo>
                  <a:close/>
                </a:path>
              </a:pathLst>
            </a:custGeom>
            <a:solidFill>
              <a:srgbClr val="EAA6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9" name="Google Shape;5560;p66">
              <a:extLst>
                <a:ext uri="{FF2B5EF4-FFF2-40B4-BE49-F238E27FC236}">
                  <a16:creationId xmlns:a16="http://schemas.microsoft.com/office/drawing/2014/main" id="{72CEDEDB-2B31-BE9D-A7FC-35591A0A69CB}"/>
                </a:ext>
              </a:extLst>
            </p:cNvPr>
            <p:cNvSpPr/>
            <p:nvPr/>
          </p:nvSpPr>
          <p:spPr>
            <a:xfrm>
              <a:off x="4722350" y="1465950"/>
              <a:ext cx="190150" cy="273075"/>
            </a:xfrm>
            <a:custGeom>
              <a:avLst/>
              <a:gdLst/>
              <a:ahLst/>
              <a:cxnLst/>
              <a:rect l="l" t="t" r="r" b="b"/>
              <a:pathLst>
                <a:path w="7606" h="10923" extrusionOk="0">
                  <a:moveTo>
                    <a:pt x="631" y="1"/>
                  </a:moveTo>
                  <a:cubicBezTo>
                    <a:pt x="600" y="1"/>
                    <a:pt x="569" y="4"/>
                    <a:pt x="537" y="10"/>
                  </a:cubicBezTo>
                  <a:cubicBezTo>
                    <a:pt x="202" y="59"/>
                    <a:pt x="0" y="364"/>
                    <a:pt x="104" y="700"/>
                  </a:cubicBezTo>
                  <a:lnTo>
                    <a:pt x="940" y="3367"/>
                  </a:lnTo>
                  <a:cubicBezTo>
                    <a:pt x="1349" y="4740"/>
                    <a:pt x="1758" y="6345"/>
                    <a:pt x="2851" y="7261"/>
                  </a:cubicBezTo>
                  <a:lnTo>
                    <a:pt x="4883" y="8909"/>
                  </a:lnTo>
                  <a:lnTo>
                    <a:pt x="4883" y="10740"/>
                  </a:lnTo>
                  <a:cubicBezTo>
                    <a:pt x="4883" y="10843"/>
                    <a:pt x="4962" y="10923"/>
                    <a:pt x="5060" y="10923"/>
                  </a:cubicBezTo>
                  <a:lnTo>
                    <a:pt x="7275" y="10923"/>
                  </a:lnTo>
                  <a:lnTo>
                    <a:pt x="7605" y="10740"/>
                  </a:lnTo>
                  <a:lnTo>
                    <a:pt x="7605" y="8176"/>
                  </a:lnTo>
                  <a:cubicBezTo>
                    <a:pt x="7605" y="8176"/>
                    <a:pt x="7477" y="6956"/>
                    <a:pt x="6818" y="6010"/>
                  </a:cubicBezTo>
                  <a:cubicBezTo>
                    <a:pt x="6128" y="5045"/>
                    <a:pt x="4834" y="4667"/>
                    <a:pt x="4834" y="4667"/>
                  </a:cubicBezTo>
                  <a:lnTo>
                    <a:pt x="3205" y="3141"/>
                  </a:lnTo>
                  <a:lnTo>
                    <a:pt x="2796" y="3086"/>
                  </a:lnTo>
                  <a:lnTo>
                    <a:pt x="2796" y="3086"/>
                  </a:lnTo>
                  <a:cubicBezTo>
                    <a:pt x="2722" y="3239"/>
                    <a:pt x="2747" y="3446"/>
                    <a:pt x="2875" y="3599"/>
                  </a:cubicBezTo>
                  <a:lnTo>
                    <a:pt x="4883" y="6113"/>
                  </a:lnTo>
                  <a:lnTo>
                    <a:pt x="3790" y="5302"/>
                  </a:lnTo>
                  <a:cubicBezTo>
                    <a:pt x="2771" y="4514"/>
                    <a:pt x="2033" y="3446"/>
                    <a:pt x="1679" y="2225"/>
                  </a:cubicBezTo>
                  <a:lnTo>
                    <a:pt x="1117" y="364"/>
                  </a:lnTo>
                  <a:cubicBezTo>
                    <a:pt x="1053" y="145"/>
                    <a:pt x="849" y="1"/>
                    <a:pt x="631" y="1"/>
                  </a:cubicBezTo>
                  <a:close/>
                </a:path>
              </a:pathLst>
            </a:custGeom>
            <a:solidFill>
              <a:srgbClr val="FFC8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0" name="Google Shape;5561;p66">
              <a:extLst>
                <a:ext uri="{FF2B5EF4-FFF2-40B4-BE49-F238E27FC236}">
                  <a16:creationId xmlns:a16="http://schemas.microsoft.com/office/drawing/2014/main" id="{CE524EF4-0BDB-C084-838B-2C248320BF4A}"/>
                </a:ext>
              </a:extLst>
            </p:cNvPr>
            <p:cNvSpPr/>
            <p:nvPr/>
          </p:nvSpPr>
          <p:spPr>
            <a:xfrm>
              <a:off x="4792225" y="1535425"/>
              <a:ext cx="127900" cy="203600"/>
            </a:xfrm>
            <a:custGeom>
              <a:avLst/>
              <a:gdLst/>
              <a:ahLst/>
              <a:cxnLst/>
              <a:rect l="l" t="t" r="r" b="b"/>
              <a:pathLst>
                <a:path w="5116" h="8144" extrusionOk="0">
                  <a:moveTo>
                    <a:pt x="487" y="0"/>
                  </a:moveTo>
                  <a:cubicBezTo>
                    <a:pt x="348" y="0"/>
                    <a:pt x="208" y="51"/>
                    <a:pt x="104" y="154"/>
                  </a:cubicBezTo>
                  <a:cubicBezTo>
                    <a:pt x="80" y="179"/>
                    <a:pt x="31" y="234"/>
                    <a:pt x="1" y="307"/>
                  </a:cubicBezTo>
                  <a:cubicBezTo>
                    <a:pt x="80" y="307"/>
                    <a:pt x="153" y="362"/>
                    <a:pt x="208" y="411"/>
                  </a:cubicBezTo>
                  <a:lnTo>
                    <a:pt x="2015" y="2162"/>
                  </a:lnTo>
                  <a:cubicBezTo>
                    <a:pt x="2015" y="2162"/>
                    <a:pt x="3028" y="2547"/>
                    <a:pt x="3693" y="3511"/>
                  </a:cubicBezTo>
                  <a:cubicBezTo>
                    <a:pt x="4377" y="4482"/>
                    <a:pt x="4480" y="5672"/>
                    <a:pt x="4480" y="5672"/>
                  </a:cubicBezTo>
                  <a:lnTo>
                    <a:pt x="4480" y="8144"/>
                  </a:lnTo>
                  <a:lnTo>
                    <a:pt x="4938" y="8144"/>
                  </a:lnTo>
                  <a:cubicBezTo>
                    <a:pt x="5036" y="8144"/>
                    <a:pt x="5115" y="8064"/>
                    <a:pt x="5115" y="7961"/>
                  </a:cubicBezTo>
                  <a:lnTo>
                    <a:pt x="5115" y="5397"/>
                  </a:lnTo>
                  <a:cubicBezTo>
                    <a:pt x="5115" y="5397"/>
                    <a:pt x="4987" y="4177"/>
                    <a:pt x="4328" y="3231"/>
                  </a:cubicBezTo>
                  <a:cubicBezTo>
                    <a:pt x="3638" y="2266"/>
                    <a:pt x="2649" y="1888"/>
                    <a:pt x="2649" y="1888"/>
                  </a:cubicBezTo>
                  <a:lnTo>
                    <a:pt x="843" y="130"/>
                  </a:lnTo>
                  <a:cubicBezTo>
                    <a:pt x="745" y="44"/>
                    <a:pt x="617" y="0"/>
                    <a:pt x="487" y="0"/>
                  </a:cubicBezTo>
                  <a:close/>
                </a:path>
              </a:pathLst>
            </a:custGeom>
            <a:solidFill>
              <a:srgbClr val="F7BC9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1" name="Google Shape;5562;p66">
              <a:extLst>
                <a:ext uri="{FF2B5EF4-FFF2-40B4-BE49-F238E27FC236}">
                  <a16:creationId xmlns:a16="http://schemas.microsoft.com/office/drawing/2014/main" id="{6A8F39A0-3C32-4B3A-1CBE-7578D5A2DE6F}"/>
                </a:ext>
              </a:extLst>
            </p:cNvPr>
            <p:cNvSpPr/>
            <p:nvPr/>
          </p:nvSpPr>
          <p:spPr>
            <a:xfrm>
              <a:off x="4823500" y="1413400"/>
              <a:ext cx="40625" cy="90350"/>
            </a:xfrm>
            <a:custGeom>
              <a:avLst/>
              <a:gdLst/>
              <a:ahLst/>
              <a:cxnLst/>
              <a:rect l="l" t="t" r="r" b="b"/>
              <a:pathLst>
                <a:path w="1625" h="3614" extrusionOk="0">
                  <a:moveTo>
                    <a:pt x="1" y="0"/>
                  </a:moveTo>
                  <a:lnTo>
                    <a:pt x="1" y="305"/>
                  </a:lnTo>
                  <a:cubicBezTo>
                    <a:pt x="1" y="1605"/>
                    <a:pt x="507" y="2747"/>
                    <a:pt x="1319" y="3613"/>
                  </a:cubicBezTo>
                  <a:lnTo>
                    <a:pt x="1624" y="3613"/>
                  </a:lnTo>
                  <a:lnTo>
                    <a:pt x="1624" y="3259"/>
                  </a:lnTo>
                  <a:cubicBezTo>
                    <a:pt x="684" y="2466"/>
                    <a:pt x="98" y="1300"/>
                    <a:pt x="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2" name="Google Shape;5563;p66">
              <a:extLst>
                <a:ext uri="{FF2B5EF4-FFF2-40B4-BE49-F238E27FC236}">
                  <a16:creationId xmlns:a16="http://schemas.microsoft.com/office/drawing/2014/main" id="{14FB6557-CEFE-35A6-0B7C-31EE224F7883}"/>
                </a:ext>
              </a:extLst>
            </p:cNvPr>
            <p:cNvSpPr/>
            <p:nvPr/>
          </p:nvSpPr>
          <p:spPr>
            <a:xfrm>
              <a:off x="5058025" y="1413400"/>
              <a:ext cx="4450" cy="28700"/>
            </a:xfrm>
            <a:custGeom>
              <a:avLst/>
              <a:gdLst/>
              <a:ahLst/>
              <a:cxnLst/>
              <a:rect l="l" t="t" r="r" b="b"/>
              <a:pathLst>
                <a:path w="178" h="1148" extrusionOk="0">
                  <a:moveTo>
                    <a:pt x="178" y="0"/>
                  </a:moveTo>
                  <a:cubicBezTo>
                    <a:pt x="153" y="330"/>
                    <a:pt x="104" y="666"/>
                    <a:pt x="1" y="971"/>
                  </a:cubicBezTo>
                  <a:lnTo>
                    <a:pt x="25" y="1148"/>
                  </a:lnTo>
                  <a:lnTo>
                    <a:pt x="104" y="1123"/>
                  </a:lnTo>
                  <a:cubicBezTo>
                    <a:pt x="153" y="843"/>
                    <a:pt x="178" y="586"/>
                    <a:pt x="178" y="305"/>
                  </a:cubicBezTo>
                  <a:lnTo>
                    <a:pt x="17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3" name="Google Shape;5564;p66">
              <a:extLst>
                <a:ext uri="{FF2B5EF4-FFF2-40B4-BE49-F238E27FC236}">
                  <a16:creationId xmlns:a16="http://schemas.microsoft.com/office/drawing/2014/main" id="{42F5FA69-39CE-9393-7A4E-DD54F741F15E}"/>
                </a:ext>
              </a:extLst>
            </p:cNvPr>
            <p:cNvSpPr/>
            <p:nvPr/>
          </p:nvSpPr>
          <p:spPr>
            <a:xfrm>
              <a:off x="4918100" y="1520800"/>
              <a:ext cx="74500" cy="19875"/>
            </a:xfrm>
            <a:custGeom>
              <a:avLst/>
              <a:gdLst/>
              <a:ahLst/>
              <a:cxnLst/>
              <a:rect l="l" t="t" r="r" b="b"/>
              <a:pathLst>
                <a:path w="2980" h="795" extrusionOk="0">
                  <a:moveTo>
                    <a:pt x="2290" y="1"/>
                  </a:moveTo>
                  <a:cubicBezTo>
                    <a:pt x="1862" y="105"/>
                    <a:pt x="1429" y="154"/>
                    <a:pt x="996" y="154"/>
                  </a:cubicBezTo>
                  <a:cubicBezTo>
                    <a:pt x="715" y="154"/>
                    <a:pt x="459" y="154"/>
                    <a:pt x="208" y="105"/>
                  </a:cubicBezTo>
                  <a:lnTo>
                    <a:pt x="1" y="410"/>
                  </a:lnTo>
                  <a:lnTo>
                    <a:pt x="337" y="739"/>
                  </a:lnTo>
                  <a:cubicBezTo>
                    <a:pt x="538" y="794"/>
                    <a:pt x="764" y="794"/>
                    <a:pt x="996" y="794"/>
                  </a:cubicBezTo>
                  <a:cubicBezTo>
                    <a:pt x="1655" y="794"/>
                    <a:pt x="2290" y="666"/>
                    <a:pt x="2875" y="410"/>
                  </a:cubicBezTo>
                  <a:lnTo>
                    <a:pt x="2979" y="80"/>
                  </a:lnTo>
                  <a:lnTo>
                    <a:pt x="229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4" name="Google Shape;5565;p66">
              <a:extLst>
                <a:ext uri="{FF2B5EF4-FFF2-40B4-BE49-F238E27FC236}">
                  <a16:creationId xmlns:a16="http://schemas.microsoft.com/office/drawing/2014/main" id="{D07CF0FD-E5ED-6A59-DA56-FEED0297F4E8}"/>
                </a:ext>
              </a:extLst>
            </p:cNvPr>
            <p:cNvSpPr/>
            <p:nvPr/>
          </p:nvSpPr>
          <p:spPr>
            <a:xfrm>
              <a:off x="4864100" y="1478150"/>
              <a:ext cx="59225" cy="49275"/>
            </a:xfrm>
            <a:custGeom>
              <a:avLst/>
              <a:gdLst/>
              <a:ahLst/>
              <a:cxnLst/>
              <a:rect l="l" t="t" r="r" b="b"/>
              <a:pathLst>
                <a:path w="2369" h="1971" extrusionOk="0">
                  <a:moveTo>
                    <a:pt x="1301" y="1"/>
                  </a:moveTo>
                  <a:cubicBezTo>
                    <a:pt x="955" y="1"/>
                    <a:pt x="580" y="355"/>
                    <a:pt x="128" y="590"/>
                  </a:cubicBezTo>
                  <a:cubicBezTo>
                    <a:pt x="80" y="614"/>
                    <a:pt x="25" y="639"/>
                    <a:pt x="0" y="669"/>
                  </a:cubicBezTo>
                  <a:cubicBezTo>
                    <a:pt x="0" y="669"/>
                    <a:pt x="104" y="1127"/>
                    <a:pt x="232" y="1200"/>
                  </a:cubicBezTo>
                  <a:cubicBezTo>
                    <a:pt x="690" y="1530"/>
                    <a:pt x="1325" y="1811"/>
                    <a:pt x="1856" y="1963"/>
                  </a:cubicBezTo>
                  <a:cubicBezTo>
                    <a:pt x="1875" y="1969"/>
                    <a:pt x="1897" y="1971"/>
                    <a:pt x="1920" y="1971"/>
                  </a:cubicBezTo>
                  <a:cubicBezTo>
                    <a:pt x="2106" y="1971"/>
                    <a:pt x="2368" y="1811"/>
                    <a:pt x="2368" y="1811"/>
                  </a:cubicBezTo>
                  <a:cubicBezTo>
                    <a:pt x="2240" y="1634"/>
                    <a:pt x="2088" y="1481"/>
                    <a:pt x="1935" y="1377"/>
                  </a:cubicBezTo>
                  <a:cubicBezTo>
                    <a:pt x="1453" y="1072"/>
                    <a:pt x="2039" y="438"/>
                    <a:pt x="1605" y="108"/>
                  </a:cubicBezTo>
                  <a:cubicBezTo>
                    <a:pt x="1506" y="32"/>
                    <a:pt x="1405" y="1"/>
                    <a:pt x="130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5" name="Google Shape;5566;p66">
              <a:extLst>
                <a:ext uri="{FF2B5EF4-FFF2-40B4-BE49-F238E27FC236}">
                  <a16:creationId xmlns:a16="http://schemas.microsoft.com/office/drawing/2014/main" id="{BCDE7BDD-D2C1-E211-6E00-DA555F462933}"/>
                </a:ext>
              </a:extLst>
            </p:cNvPr>
            <p:cNvSpPr/>
            <p:nvPr/>
          </p:nvSpPr>
          <p:spPr>
            <a:xfrm>
              <a:off x="4954825" y="1429200"/>
              <a:ext cx="103225" cy="94425"/>
            </a:xfrm>
            <a:custGeom>
              <a:avLst/>
              <a:gdLst/>
              <a:ahLst/>
              <a:cxnLst/>
              <a:rect l="l" t="t" r="r" b="b"/>
              <a:pathLst>
                <a:path w="4129" h="3777" extrusionOk="0">
                  <a:moveTo>
                    <a:pt x="3315" y="1"/>
                  </a:moveTo>
                  <a:cubicBezTo>
                    <a:pt x="3229" y="1"/>
                    <a:pt x="3136" y="11"/>
                    <a:pt x="3036" y="34"/>
                  </a:cubicBezTo>
                  <a:cubicBezTo>
                    <a:pt x="2340" y="138"/>
                    <a:pt x="1828" y="661"/>
                    <a:pt x="1422" y="661"/>
                  </a:cubicBezTo>
                  <a:cubicBezTo>
                    <a:pt x="1355" y="661"/>
                    <a:pt x="1291" y="646"/>
                    <a:pt x="1229" y="613"/>
                  </a:cubicBezTo>
                  <a:cubicBezTo>
                    <a:pt x="1090" y="548"/>
                    <a:pt x="911" y="507"/>
                    <a:pt x="734" y="507"/>
                  </a:cubicBezTo>
                  <a:cubicBezTo>
                    <a:pt x="362" y="507"/>
                    <a:pt x="0" y="690"/>
                    <a:pt x="33" y="1224"/>
                  </a:cubicBezTo>
                  <a:cubicBezTo>
                    <a:pt x="88" y="1987"/>
                    <a:pt x="1229" y="2170"/>
                    <a:pt x="876" y="2749"/>
                  </a:cubicBezTo>
                  <a:cubicBezTo>
                    <a:pt x="668" y="3055"/>
                    <a:pt x="668" y="3390"/>
                    <a:pt x="821" y="3665"/>
                  </a:cubicBezTo>
                  <a:cubicBezTo>
                    <a:pt x="821" y="3665"/>
                    <a:pt x="1084" y="3776"/>
                    <a:pt x="1321" y="3776"/>
                  </a:cubicBezTo>
                  <a:cubicBezTo>
                    <a:pt x="1388" y="3776"/>
                    <a:pt x="1454" y="3767"/>
                    <a:pt x="1510" y="3744"/>
                  </a:cubicBezTo>
                  <a:cubicBezTo>
                    <a:pt x="2529" y="3262"/>
                    <a:pt x="3543" y="2115"/>
                    <a:pt x="4025" y="1102"/>
                  </a:cubicBezTo>
                  <a:cubicBezTo>
                    <a:pt x="4129" y="870"/>
                    <a:pt x="4129" y="339"/>
                    <a:pt x="4129" y="339"/>
                  </a:cubicBezTo>
                  <a:cubicBezTo>
                    <a:pt x="3983" y="213"/>
                    <a:pt x="3718" y="1"/>
                    <a:pt x="33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6" name="Google Shape;5567;p66">
              <a:extLst>
                <a:ext uri="{FF2B5EF4-FFF2-40B4-BE49-F238E27FC236}">
                  <a16:creationId xmlns:a16="http://schemas.microsoft.com/office/drawing/2014/main" id="{58E5C09E-3D96-D916-4A3F-52FA11F51F79}"/>
                </a:ext>
              </a:extLst>
            </p:cNvPr>
            <p:cNvSpPr/>
            <p:nvPr/>
          </p:nvSpPr>
          <p:spPr>
            <a:xfrm>
              <a:off x="4856475" y="1494875"/>
              <a:ext cx="71875" cy="44425"/>
            </a:xfrm>
            <a:custGeom>
              <a:avLst/>
              <a:gdLst/>
              <a:ahLst/>
              <a:cxnLst/>
              <a:rect l="l" t="t" r="r" b="b"/>
              <a:pathLst>
                <a:path w="2875" h="1777" extrusionOk="0">
                  <a:moveTo>
                    <a:pt x="305" y="0"/>
                  </a:moveTo>
                  <a:cubicBezTo>
                    <a:pt x="177" y="98"/>
                    <a:pt x="79" y="226"/>
                    <a:pt x="0" y="354"/>
                  </a:cubicBezTo>
                  <a:cubicBezTo>
                    <a:pt x="714" y="1117"/>
                    <a:pt x="1703" y="1624"/>
                    <a:pt x="2802" y="1776"/>
                  </a:cubicBezTo>
                  <a:cubicBezTo>
                    <a:pt x="2875" y="1575"/>
                    <a:pt x="2826" y="1343"/>
                    <a:pt x="2673" y="1142"/>
                  </a:cubicBezTo>
                  <a:cubicBezTo>
                    <a:pt x="1758" y="989"/>
                    <a:pt x="940" y="580"/>
                    <a:pt x="30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7" name="Google Shape;5568;p66">
              <a:extLst>
                <a:ext uri="{FF2B5EF4-FFF2-40B4-BE49-F238E27FC236}">
                  <a16:creationId xmlns:a16="http://schemas.microsoft.com/office/drawing/2014/main" id="{705D1A82-364C-94DB-2A42-03811498BE66}"/>
                </a:ext>
              </a:extLst>
            </p:cNvPr>
            <p:cNvSpPr/>
            <p:nvPr/>
          </p:nvSpPr>
          <p:spPr>
            <a:xfrm>
              <a:off x="4975325" y="1437650"/>
              <a:ext cx="85325" cy="93400"/>
            </a:xfrm>
            <a:custGeom>
              <a:avLst/>
              <a:gdLst/>
              <a:ahLst/>
              <a:cxnLst/>
              <a:rect l="l" t="t" r="r" b="b"/>
              <a:pathLst>
                <a:path w="3413" h="3736" extrusionOk="0">
                  <a:moveTo>
                    <a:pt x="3309" y="1"/>
                  </a:moveTo>
                  <a:cubicBezTo>
                    <a:pt x="2851" y="1600"/>
                    <a:pt x="1606" y="2869"/>
                    <a:pt x="1" y="3327"/>
                  </a:cubicBezTo>
                  <a:cubicBezTo>
                    <a:pt x="104" y="3559"/>
                    <a:pt x="336" y="3736"/>
                    <a:pt x="586" y="3736"/>
                  </a:cubicBezTo>
                  <a:cubicBezTo>
                    <a:pt x="2063" y="3101"/>
                    <a:pt x="3156" y="1752"/>
                    <a:pt x="3412" y="153"/>
                  </a:cubicBezTo>
                  <a:cubicBezTo>
                    <a:pt x="3412" y="123"/>
                    <a:pt x="3388" y="74"/>
                    <a:pt x="330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28" name="Google Shape;5569;p66">
            <a:extLst>
              <a:ext uri="{FF2B5EF4-FFF2-40B4-BE49-F238E27FC236}">
                <a16:creationId xmlns:a16="http://schemas.microsoft.com/office/drawing/2014/main" id="{5809A213-9D63-980B-5CEB-2D16C170ECBD}"/>
              </a:ext>
            </a:extLst>
          </p:cNvPr>
          <p:cNvGrpSpPr/>
          <p:nvPr/>
        </p:nvGrpSpPr>
        <p:grpSpPr>
          <a:xfrm>
            <a:off x="3871597" y="-541630"/>
            <a:ext cx="440550" cy="314025"/>
            <a:chOff x="3977275" y="1363200"/>
            <a:chExt cx="440550" cy="314025"/>
          </a:xfrm>
        </p:grpSpPr>
        <p:sp>
          <p:nvSpPr>
            <p:cNvPr id="4629" name="Google Shape;5570;p66">
              <a:extLst>
                <a:ext uri="{FF2B5EF4-FFF2-40B4-BE49-F238E27FC236}">
                  <a16:creationId xmlns:a16="http://schemas.microsoft.com/office/drawing/2014/main" id="{2AC1A61B-11D6-52B3-2503-21F3301ECDAB}"/>
                </a:ext>
              </a:extLst>
            </p:cNvPr>
            <p:cNvSpPr/>
            <p:nvPr/>
          </p:nvSpPr>
          <p:spPr>
            <a:xfrm>
              <a:off x="4234700" y="1504175"/>
              <a:ext cx="183125" cy="166925"/>
            </a:xfrm>
            <a:custGeom>
              <a:avLst/>
              <a:gdLst/>
              <a:ahLst/>
              <a:cxnLst/>
              <a:rect l="l" t="t" r="r" b="b"/>
              <a:pathLst>
                <a:path w="7325" h="6677" extrusionOk="0">
                  <a:moveTo>
                    <a:pt x="3663" y="1"/>
                  </a:moveTo>
                  <a:cubicBezTo>
                    <a:pt x="2805" y="1"/>
                    <a:pt x="1947" y="324"/>
                    <a:pt x="1300" y="971"/>
                  </a:cubicBezTo>
                  <a:cubicBezTo>
                    <a:pt x="0" y="2271"/>
                    <a:pt x="0" y="4407"/>
                    <a:pt x="1300" y="5701"/>
                  </a:cubicBezTo>
                  <a:cubicBezTo>
                    <a:pt x="1947" y="6351"/>
                    <a:pt x="2805" y="6676"/>
                    <a:pt x="3663" y="6676"/>
                  </a:cubicBezTo>
                  <a:cubicBezTo>
                    <a:pt x="4521" y="6676"/>
                    <a:pt x="5380" y="6351"/>
                    <a:pt x="6030" y="5701"/>
                  </a:cubicBezTo>
                  <a:cubicBezTo>
                    <a:pt x="7324" y="4407"/>
                    <a:pt x="7324" y="2271"/>
                    <a:pt x="6030" y="971"/>
                  </a:cubicBezTo>
                  <a:cubicBezTo>
                    <a:pt x="5380" y="324"/>
                    <a:pt x="4521" y="1"/>
                    <a:pt x="366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0" name="Google Shape;5571;p66">
              <a:extLst>
                <a:ext uri="{FF2B5EF4-FFF2-40B4-BE49-F238E27FC236}">
                  <a16:creationId xmlns:a16="http://schemas.microsoft.com/office/drawing/2014/main" id="{A12301E5-9C9A-75F0-E546-564297449804}"/>
                </a:ext>
              </a:extLst>
            </p:cNvPr>
            <p:cNvSpPr/>
            <p:nvPr/>
          </p:nvSpPr>
          <p:spPr>
            <a:xfrm>
              <a:off x="3977275" y="1504175"/>
              <a:ext cx="183750" cy="166925"/>
            </a:xfrm>
            <a:custGeom>
              <a:avLst/>
              <a:gdLst/>
              <a:ahLst/>
              <a:cxnLst/>
              <a:rect l="l" t="t" r="r" b="b"/>
              <a:pathLst>
                <a:path w="7350" h="6677" extrusionOk="0">
                  <a:moveTo>
                    <a:pt x="3677" y="1"/>
                  </a:moveTo>
                  <a:cubicBezTo>
                    <a:pt x="2822" y="1"/>
                    <a:pt x="1969" y="324"/>
                    <a:pt x="1319" y="971"/>
                  </a:cubicBezTo>
                  <a:cubicBezTo>
                    <a:pt x="1" y="2271"/>
                    <a:pt x="1" y="4383"/>
                    <a:pt x="1319" y="5701"/>
                  </a:cubicBezTo>
                  <a:cubicBezTo>
                    <a:pt x="1969" y="6351"/>
                    <a:pt x="2822" y="6676"/>
                    <a:pt x="3677" y="6676"/>
                  </a:cubicBezTo>
                  <a:cubicBezTo>
                    <a:pt x="4533" y="6676"/>
                    <a:pt x="5390" y="6351"/>
                    <a:pt x="6049" y="5701"/>
                  </a:cubicBezTo>
                  <a:cubicBezTo>
                    <a:pt x="7349" y="4383"/>
                    <a:pt x="7349" y="2271"/>
                    <a:pt x="6049" y="971"/>
                  </a:cubicBezTo>
                  <a:cubicBezTo>
                    <a:pt x="5390" y="324"/>
                    <a:pt x="4533" y="1"/>
                    <a:pt x="367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1" name="Google Shape;5572;p66">
              <a:extLst>
                <a:ext uri="{FF2B5EF4-FFF2-40B4-BE49-F238E27FC236}">
                  <a16:creationId xmlns:a16="http://schemas.microsoft.com/office/drawing/2014/main" id="{C08B0B63-69A7-62BD-20E0-AE567D4E3BFC}"/>
                </a:ext>
              </a:extLst>
            </p:cNvPr>
            <p:cNvSpPr/>
            <p:nvPr/>
          </p:nvSpPr>
          <p:spPr>
            <a:xfrm>
              <a:off x="4242325" y="1580025"/>
              <a:ext cx="167250" cy="90950"/>
            </a:xfrm>
            <a:custGeom>
              <a:avLst/>
              <a:gdLst/>
              <a:ahLst/>
              <a:cxnLst/>
              <a:rect l="l" t="t" r="r" b="b"/>
              <a:pathLst>
                <a:path w="6690" h="3638" extrusionOk="0">
                  <a:moveTo>
                    <a:pt x="25" y="0"/>
                  </a:moveTo>
                  <a:cubicBezTo>
                    <a:pt x="25" y="104"/>
                    <a:pt x="0" y="201"/>
                    <a:pt x="0" y="305"/>
                  </a:cubicBezTo>
                  <a:cubicBezTo>
                    <a:pt x="0" y="2161"/>
                    <a:pt x="1502" y="3638"/>
                    <a:pt x="3357" y="3638"/>
                  </a:cubicBezTo>
                  <a:cubicBezTo>
                    <a:pt x="5213" y="3638"/>
                    <a:pt x="6690" y="2161"/>
                    <a:pt x="6690" y="305"/>
                  </a:cubicBezTo>
                  <a:lnTo>
                    <a:pt x="6690" y="0"/>
                  </a:lnTo>
                  <a:cubicBezTo>
                    <a:pt x="6537" y="1703"/>
                    <a:pt x="5115" y="3027"/>
                    <a:pt x="3357" y="3027"/>
                  </a:cubicBezTo>
                  <a:cubicBezTo>
                    <a:pt x="1606" y="3027"/>
                    <a:pt x="177" y="1703"/>
                    <a:pt x="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2" name="Google Shape;5573;p66">
              <a:extLst>
                <a:ext uri="{FF2B5EF4-FFF2-40B4-BE49-F238E27FC236}">
                  <a16:creationId xmlns:a16="http://schemas.microsoft.com/office/drawing/2014/main" id="{669B91CC-93CE-74AB-F076-C813996B5FFA}"/>
                </a:ext>
              </a:extLst>
            </p:cNvPr>
            <p:cNvSpPr/>
            <p:nvPr/>
          </p:nvSpPr>
          <p:spPr>
            <a:xfrm>
              <a:off x="3985525" y="1580025"/>
              <a:ext cx="167250" cy="90950"/>
            </a:xfrm>
            <a:custGeom>
              <a:avLst/>
              <a:gdLst/>
              <a:ahLst/>
              <a:cxnLst/>
              <a:rect l="l" t="t" r="r" b="b"/>
              <a:pathLst>
                <a:path w="6690" h="3638" extrusionOk="0">
                  <a:moveTo>
                    <a:pt x="25" y="0"/>
                  </a:moveTo>
                  <a:cubicBezTo>
                    <a:pt x="25" y="104"/>
                    <a:pt x="1" y="201"/>
                    <a:pt x="1" y="305"/>
                  </a:cubicBezTo>
                  <a:cubicBezTo>
                    <a:pt x="1" y="2161"/>
                    <a:pt x="1502" y="3638"/>
                    <a:pt x="3357" y="3638"/>
                  </a:cubicBezTo>
                  <a:cubicBezTo>
                    <a:pt x="5188" y="3638"/>
                    <a:pt x="6690" y="2161"/>
                    <a:pt x="6690" y="305"/>
                  </a:cubicBezTo>
                  <a:lnTo>
                    <a:pt x="6690" y="0"/>
                  </a:lnTo>
                  <a:cubicBezTo>
                    <a:pt x="6537" y="1703"/>
                    <a:pt x="5085" y="3027"/>
                    <a:pt x="3357" y="3027"/>
                  </a:cubicBezTo>
                  <a:cubicBezTo>
                    <a:pt x="1600" y="3027"/>
                    <a:pt x="178" y="1703"/>
                    <a:pt x="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3" name="Google Shape;5574;p66">
              <a:extLst>
                <a:ext uri="{FF2B5EF4-FFF2-40B4-BE49-F238E27FC236}">
                  <a16:creationId xmlns:a16="http://schemas.microsoft.com/office/drawing/2014/main" id="{6FFE392B-D5F1-3456-7563-267497AF98DC}"/>
                </a:ext>
              </a:extLst>
            </p:cNvPr>
            <p:cNvSpPr/>
            <p:nvPr/>
          </p:nvSpPr>
          <p:spPr>
            <a:xfrm>
              <a:off x="3979125" y="1497325"/>
              <a:ext cx="179900" cy="179900"/>
            </a:xfrm>
            <a:custGeom>
              <a:avLst/>
              <a:gdLst/>
              <a:ahLst/>
              <a:cxnLst/>
              <a:rect l="l" t="t" r="r" b="b"/>
              <a:pathLst>
                <a:path w="7196" h="7196" extrusionOk="0">
                  <a:moveTo>
                    <a:pt x="3613" y="513"/>
                  </a:moveTo>
                  <a:cubicBezTo>
                    <a:pt x="5316" y="513"/>
                    <a:pt x="6689" y="1910"/>
                    <a:pt x="6689" y="3613"/>
                  </a:cubicBezTo>
                  <a:cubicBezTo>
                    <a:pt x="6689" y="5316"/>
                    <a:pt x="5316" y="6689"/>
                    <a:pt x="3613" y="6689"/>
                  </a:cubicBezTo>
                  <a:cubicBezTo>
                    <a:pt x="1911" y="6689"/>
                    <a:pt x="513" y="5316"/>
                    <a:pt x="513" y="3613"/>
                  </a:cubicBezTo>
                  <a:cubicBezTo>
                    <a:pt x="513" y="1910"/>
                    <a:pt x="1911" y="513"/>
                    <a:pt x="3613" y="513"/>
                  </a:cubicBezTo>
                  <a:close/>
                  <a:moveTo>
                    <a:pt x="3613" y="0"/>
                  </a:moveTo>
                  <a:cubicBezTo>
                    <a:pt x="1630" y="0"/>
                    <a:pt x="0" y="1630"/>
                    <a:pt x="0" y="3613"/>
                  </a:cubicBezTo>
                  <a:cubicBezTo>
                    <a:pt x="0" y="5597"/>
                    <a:pt x="1630" y="7196"/>
                    <a:pt x="3613" y="7196"/>
                  </a:cubicBezTo>
                  <a:cubicBezTo>
                    <a:pt x="5597" y="7196"/>
                    <a:pt x="7196" y="5597"/>
                    <a:pt x="7196" y="3613"/>
                  </a:cubicBezTo>
                  <a:cubicBezTo>
                    <a:pt x="7196" y="1630"/>
                    <a:pt x="5597" y="0"/>
                    <a:pt x="361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4" name="Google Shape;5575;p66">
              <a:extLst>
                <a:ext uri="{FF2B5EF4-FFF2-40B4-BE49-F238E27FC236}">
                  <a16:creationId xmlns:a16="http://schemas.microsoft.com/office/drawing/2014/main" id="{9B93B99B-8763-DF2A-CF36-157CD6D3F819}"/>
                </a:ext>
              </a:extLst>
            </p:cNvPr>
            <p:cNvSpPr/>
            <p:nvPr/>
          </p:nvSpPr>
          <p:spPr>
            <a:xfrm>
              <a:off x="4236075" y="1497325"/>
              <a:ext cx="180525" cy="179900"/>
            </a:xfrm>
            <a:custGeom>
              <a:avLst/>
              <a:gdLst/>
              <a:ahLst/>
              <a:cxnLst/>
              <a:rect l="l" t="t" r="r" b="b"/>
              <a:pathLst>
                <a:path w="7221" h="7196" extrusionOk="0">
                  <a:moveTo>
                    <a:pt x="3607" y="513"/>
                  </a:moveTo>
                  <a:cubicBezTo>
                    <a:pt x="5310" y="513"/>
                    <a:pt x="6683" y="1910"/>
                    <a:pt x="6683" y="3613"/>
                  </a:cubicBezTo>
                  <a:cubicBezTo>
                    <a:pt x="6683" y="5316"/>
                    <a:pt x="5310" y="6689"/>
                    <a:pt x="3607" y="6689"/>
                  </a:cubicBezTo>
                  <a:cubicBezTo>
                    <a:pt x="1904" y="6689"/>
                    <a:pt x="531" y="5316"/>
                    <a:pt x="531" y="3613"/>
                  </a:cubicBezTo>
                  <a:cubicBezTo>
                    <a:pt x="531" y="1910"/>
                    <a:pt x="1904" y="513"/>
                    <a:pt x="3607" y="513"/>
                  </a:cubicBezTo>
                  <a:close/>
                  <a:moveTo>
                    <a:pt x="3607" y="0"/>
                  </a:moveTo>
                  <a:cubicBezTo>
                    <a:pt x="1624" y="0"/>
                    <a:pt x="0" y="1630"/>
                    <a:pt x="0" y="3613"/>
                  </a:cubicBezTo>
                  <a:cubicBezTo>
                    <a:pt x="0" y="5597"/>
                    <a:pt x="1624" y="7196"/>
                    <a:pt x="3607" y="7196"/>
                  </a:cubicBezTo>
                  <a:cubicBezTo>
                    <a:pt x="5591" y="7196"/>
                    <a:pt x="7220" y="5597"/>
                    <a:pt x="7220" y="3613"/>
                  </a:cubicBezTo>
                  <a:cubicBezTo>
                    <a:pt x="7220" y="1630"/>
                    <a:pt x="5591" y="0"/>
                    <a:pt x="36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5" name="Google Shape;5576;p66">
              <a:extLst>
                <a:ext uri="{FF2B5EF4-FFF2-40B4-BE49-F238E27FC236}">
                  <a16:creationId xmlns:a16="http://schemas.microsoft.com/office/drawing/2014/main" id="{24BB465C-F85D-FBD1-5926-C8AC6E1AF26B}"/>
                </a:ext>
              </a:extLst>
            </p:cNvPr>
            <p:cNvSpPr/>
            <p:nvPr/>
          </p:nvSpPr>
          <p:spPr>
            <a:xfrm>
              <a:off x="4054800" y="1378450"/>
              <a:ext cx="278475" cy="215625"/>
            </a:xfrm>
            <a:custGeom>
              <a:avLst/>
              <a:gdLst/>
              <a:ahLst/>
              <a:cxnLst/>
              <a:rect l="l" t="t" r="r" b="b"/>
              <a:pathLst>
                <a:path w="11139" h="8625" extrusionOk="0">
                  <a:moveTo>
                    <a:pt x="891" y="1"/>
                  </a:moveTo>
                  <a:cubicBezTo>
                    <a:pt x="409" y="1"/>
                    <a:pt x="0" y="410"/>
                    <a:pt x="0" y="892"/>
                  </a:cubicBezTo>
                  <a:cubicBezTo>
                    <a:pt x="0" y="1374"/>
                    <a:pt x="409" y="1783"/>
                    <a:pt x="891" y="1783"/>
                  </a:cubicBezTo>
                  <a:lnTo>
                    <a:pt x="1606" y="1783"/>
                  </a:lnTo>
                  <a:cubicBezTo>
                    <a:pt x="1758" y="1783"/>
                    <a:pt x="1856" y="1655"/>
                    <a:pt x="1856" y="1526"/>
                  </a:cubicBezTo>
                  <a:cubicBezTo>
                    <a:pt x="1856" y="1374"/>
                    <a:pt x="1758" y="1270"/>
                    <a:pt x="1606" y="1270"/>
                  </a:cubicBezTo>
                  <a:lnTo>
                    <a:pt x="891" y="1270"/>
                  </a:lnTo>
                  <a:cubicBezTo>
                    <a:pt x="690" y="1270"/>
                    <a:pt x="507" y="1093"/>
                    <a:pt x="507" y="892"/>
                  </a:cubicBezTo>
                  <a:cubicBezTo>
                    <a:pt x="507" y="690"/>
                    <a:pt x="690" y="538"/>
                    <a:pt x="891" y="538"/>
                  </a:cubicBezTo>
                  <a:lnTo>
                    <a:pt x="2521" y="538"/>
                  </a:lnTo>
                  <a:lnTo>
                    <a:pt x="434" y="7910"/>
                  </a:lnTo>
                  <a:cubicBezTo>
                    <a:pt x="409" y="8039"/>
                    <a:pt x="483" y="8191"/>
                    <a:pt x="611" y="8240"/>
                  </a:cubicBezTo>
                  <a:lnTo>
                    <a:pt x="690" y="8240"/>
                  </a:lnTo>
                  <a:cubicBezTo>
                    <a:pt x="812" y="8240"/>
                    <a:pt x="916" y="8167"/>
                    <a:pt x="940" y="8063"/>
                  </a:cubicBezTo>
                  <a:lnTo>
                    <a:pt x="2063" y="4017"/>
                  </a:lnTo>
                  <a:cubicBezTo>
                    <a:pt x="2338" y="4096"/>
                    <a:pt x="2796" y="4249"/>
                    <a:pt x="3308" y="4554"/>
                  </a:cubicBezTo>
                  <a:cubicBezTo>
                    <a:pt x="4322" y="5188"/>
                    <a:pt x="4987" y="6208"/>
                    <a:pt x="5237" y="7428"/>
                  </a:cubicBezTo>
                  <a:cubicBezTo>
                    <a:pt x="5268" y="7556"/>
                    <a:pt x="5365" y="7630"/>
                    <a:pt x="5493" y="7630"/>
                  </a:cubicBezTo>
                  <a:lnTo>
                    <a:pt x="5542" y="7630"/>
                  </a:lnTo>
                  <a:cubicBezTo>
                    <a:pt x="5670" y="7605"/>
                    <a:pt x="5774" y="7453"/>
                    <a:pt x="5725" y="7325"/>
                  </a:cubicBezTo>
                  <a:cubicBezTo>
                    <a:pt x="5365" y="5622"/>
                    <a:pt x="4352" y="4602"/>
                    <a:pt x="3559" y="4120"/>
                  </a:cubicBezTo>
                  <a:cubicBezTo>
                    <a:pt x="3028" y="3791"/>
                    <a:pt x="2521" y="3614"/>
                    <a:pt x="2216" y="3534"/>
                  </a:cubicBezTo>
                  <a:lnTo>
                    <a:pt x="2265" y="3309"/>
                  </a:lnTo>
                  <a:lnTo>
                    <a:pt x="8038" y="3309"/>
                  </a:lnTo>
                  <a:lnTo>
                    <a:pt x="5902" y="7556"/>
                  </a:lnTo>
                  <a:cubicBezTo>
                    <a:pt x="5823" y="7679"/>
                    <a:pt x="5878" y="7831"/>
                    <a:pt x="6000" y="7886"/>
                  </a:cubicBezTo>
                  <a:cubicBezTo>
                    <a:pt x="6055" y="7910"/>
                    <a:pt x="6079" y="7910"/>
                    <a:pt x="6128" y="7910"/>
                  </a:cubicBezTo>
                  <a:cubicBezTo>
                    <a:pt x="6232" y="7910"/>
                    <a:pt x="6305" y="7862"/>
                    <a:pt x="6360" y="7782"/>
                  </a:cubicBezTo>
                  <a:lnTo>
                    <a:pt x="8545" y="3461"/>
                  </a:lnTo>
                  <a:lnTo>
                    <a:pt x="10480" y="8112"/>
                  </a:lnTo>
                  <a:lnTo>
                    <a:pt x="6281" y="8112"/>
                  </a:lnTo>
                  <a:cubicBezTo>
                    <a:pt x="6153" y="8112"/>
                    <a:pt x="6030" y="8216"/>
                    <a:pt x="6030" y="8368"/>
                  </a:cubicBezTo>
                  <a:cubicBezTo>
                    <a:pt x="6030" y="8496"/>
                    <a:pt x="6153" y="8625"/>
                    <a:pt x="6281" y="8625"/>
                  </a:cubicBezTo>
                  <a:lnTo>
                    <a:pt x="10858" y="8625"/>
                  </a:lnTo>
                  <a:cubicBezTo>
                    <a:pt x="10883" y="8625"/>
                    <a:pt x="10913" y="8625"/>
                    <a:pt x="10938" y="8594"/>
                  </a:cubicBezTo>
                  <a:cubicBezTo>
                    <a:pt x="11090" y="8545"/>
                    <a:pt x="11139" y="8393"/>
                    <a:pt x="11090" y="8264"/>
                  </a:cubicBezTo>
                  <a:lnTo>
                    <a:pt x="8850" y="2851"/>
                  </a:lnTo>
                  <a:lnTo>
                    <a:pt x="9943" y="690"/>
                  </a:lnTo>
                  <a:cubicBezTo>
                    <a:pt x="9998" y="562"/>
                    <a:pt x="9943" y="410"/>
                    <a:pt x="9815" y="330"/>
                  </a:cubicBezTo>
                  <a:cubicBezTo>
                    <a:pt x="9783" y="318"/>
                    <a:pt x="9750" y="312"/>
                    <a:pt x="9717" y="312"/>
                  </a:cubicBezTo>
                  <a:cubicBezTo>
                    <a:pt x="9621" y="312"/>
                    <a:pt x="9526" y="363"/>
                    <a:pt x="9485" y="458"/>
                  </a:cubicBezTo>
                  <a:lnTo>
                    <a:pt x="8289" y="2796"/>
                  </a:lnTo>
                  <a:lnTo>
                    <a:pt x="2417" y="2796"/>
                  </a:lnTo>
                  <a:lnTo>
                    <a:pt x="3101" y="330"/>
                  </a:lnTo>
                  <a:cubicBezTo>
                    <a:pt x="3156" y="178"/>
                    <a:pt x="3028" y="1"/>
                    <a:pt x="285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6" name="Google Shape;5577;p66">
              <a:extLst>
                <a:ext uri="{FF2B5EF4-FFF2-40B4-BE49-F238E27FC236}">
                  <a16:creationId xmlns:a16="http://schemas.microsoft.com/office/drawing/2014/main" id="{C849831F-3F06-8E11-4433-6E123E7A1F47}"/>
                </a:ext>
              </a:extLst>
            </p:cNvPr>
            <p:cNvSpPr/>
            <p:nvPr/>
          </p:nvSpPr>
          <p:spPr>
            <a:xfrm>
              <a:off x="4246750" y="1363200"/>
              <a:ext cx="85925" cy="29325"/>
            </a:xfrm>
            <a:custGeom>
              <a:avLst/>
              <a:gdLst/>
              <a:ahLst/>
              <a:cxnLst/>
              <a:rect l="l" t="t" r="r" b="b"/>
              <a:pathLst>
                <a:path w="3437" h="1173" extrusionOk="0">
                  <a:moveTo>
                    <a:pt x="2666" y="0"/>
                  </a:moveTo>
                  <a:cubicBezTo>
                    <a:pt x="2602" y="0"/>
                    <a:pt x="2537" y="8"/>
                    <a:pt x="2472" y="25"/>
                  </a:cubicBezTo>
                  <a:lnTo>
                    <a:pt x="257" y="562"/>
                  </a:lnTo>
                  <a:cubicBezTo>
                    <a:pt x="153" y="586"/>
                    <a:pt x="80" y="635"/>
                    <a:pt x="0" y="714"/>
                  </a:cubicBezTo>
                  <a:cubicBezTo>
                    <a:pt x="0" y="714"/>
                    <a:pt x="0" y="1172"/>
                    <a:pt x="360" y="1172"/>
                  </a:cubicBezTo>
                  <a:lnTo>
                    <a:pt x="2747" y="1172"/>
                  </a:lnTo>
                  <a:cubicBezTo>
                    <a:pt x="3235" y="1172"/>
                    <a:pt x="3437" y="562"/>
                    <a:pt x="3388" y="458"/>
                  </a:cubicBezTo>
                  <a:cubicBezTo>
                    <a:pt x="3261" y="185"/>
                    <a:pt x="2976" y="0"/>
                    <a:pt x="266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7" name="Google Shape;5578;p66">
              <a:extLst>
                <a:ext uri="{FF2B5EF4-FFF2-40B4-BE49-F238E27FC236}">
                  <a16:creationId xmlns:a16="http://schemas.microsoft.com/office/drawing/2014/main" id="{7C809424-268F-F407-C54B-F75DFF02A16D}"/>
                </a:ext>
              </a:extLst>
            </p:cNvPr>
            <p:cNvSpPr/>
            <p:nvPr/>
          </p:nvSpPr>
          <p:spPr>
            <a:xfrm>
              <a:off x="4244300" y="1374650"/>
              <a:ext cx="88975" cy="26100"/>
            </a:xfrm>
            <a:custGeom>
              <a:avLst/>
              <a:gdLst/>
              <a:ahLst/>
              <a:cxnLst/>
              <a:rect l="l" t="t" r="r" b="b"/>
              <a:pathLst>
                <a:path w="3559" h="1044" extrusionOk="0">
                  <a:moveTo>
                    <a:pt x="3486" y="0"/>
                  </a:moveTo>
                  <a:cubicBezTo>
                    <a:pt x="3382" y="256"/>
                    <a:pt x="3126" y="409"/>
                    <a:pt x="2845" y="409"/>
                  </a:cubicBezTo>
                  <a:lnTo>
                    <a:pt x="458" y="409"/>
                  </a:lnTo>
                  <a:cubicBezTo>
                    <a:pt x="330" y="409"/>
                    <a:pt x="202" y="354"/>
                    <a:pt x="98" y="256"/>
                  </a:cubicBezTo>
                  <a:cubicBezTo>
                    <a:pt x="25" y="330"/>
                    <a:pt x="1" y="433"/>
                    <a:pt x="1" y="562"/>
                  </a:cubicBezTo>
                  <a:cubicBezTo>
                    <a:pt x="1" y="812"/>
                    <a:pt x="202" y="1044"/>
                    <a:pt x="458" y="1044"/>
                  </a:cubicBezTo>
                  <a:lnTo>
                    <a:pt x="2845" y="1044"/>
                  </a:lnTo>
                  <a:cubicBezTo>
                    <a:pt x="3229" y="1044"/>
                    <a:pt x="3559" y="714"/>
                    <a:pt x="3559" y="330"/>
                  </a:cubicBezTo>
                  <a:cubicBezTo>
                    <a:pt x="3559" y="201"/>
                    <a:pt x="3535" y="104"/>
                    <a:pt x="348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8" name="Google Shape;5579;p66">
              <a:extLst>
                <a:ext uri="{FF2B5EF4-FFF2-40B4-BE49-F238E27FC236}">
                  <a16:creationId xmlns:a16="http://schemas.microsoft.com/office/drawing/2014/main" id="{096377FE-604E-506E-2E7B-3DE9CC2080E4}"/>
                </a:ext>
              </a:extLst>
            </p:cNvPr>
            <p:cNvSpPr/>
            <p:nvPr/>
          </p:nvSpPr>
          <p:spPr>
            <a:xfrm>
              <a:off x="4171825" y="1559725"/>
              <a:ext cx="54650" cy="48225"/>
            </a:xfrm>
            <a:custGeom>
              <a:avLst/>
              <a:gdLst/>
              <a:ahLst/>
              <a:cxnLst/>
              <a:rect l="l" t="t" r="r" b="b"/>
              <a:pathLst>
                <a:path w="2186" h="1929" extrusionOk="0">
                  <a:moveTo>
                    <a:pt x="1093" y="0"/>
                  </a:moveTo>
                  <a:cubicBezTo>
                    <a:pt x="587" y="0"/>
                    <a:pt x="153" y="330"/>
                    <a:pt x="1" y="812"/>
                  </a:cubicBezTo>
                  <a:cubicBezTo>
                    <a:pt x="1" y="812"/>
                    <a:pt x="1" y="1929"/>
                    <a:pt x="1093" y="1929"/>
                  </a:cubicBezTo>
                  <a:cubicBezTo>
                    <a:pt x="2186" y="1929"/>
                    <a:pt x="2186" y="812"/>
                    <a:pt x="2186" y="812"/>
                  </a:cubicBezTo>
                  <a:cubicBezTo>
                    <a:pt x="2033" y="330"/>
                    <a:pt x="1600" y="0"/>
                    <a:pt x="109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9" name="Google Shape;5580;p66">
              <a:extLst>
                <a:ext uri="{FF2B5EF4-FFF2-40B4-BE49-F238E27FC236}">
                  <a16:creationId xmlns:a16="http://schemas.microsoft.com/office/drawing/2014/main" id="{3FCE51AD-2F76-111E-01B0-80632BA6294B}"/>
                </a:ext>
              </a:extLst>
            </p:cNvPr>
            <p:cNvSpPr/>
            <p:nvPr/>
          </p:nvSpPr>
          <p:spPr>
            <a:xfrm>
              <a:off x="4171225" y="1580025"/>
              <a:ext cx="55875" cy="35575"/>
            </a:xfrm>
            <a:custGeom>
              <a:avLst/>
              <a:gdLst/>
              <a:ahLst/>
              <a:cxnLst/>
              <a:rect l="l" t="t" r="r" b="b"/>
              <a:pathLst>
                <a:path w="2235" h="1423" extrusionOk="0">
                  <a:moveTo>
                    <a:pt x="25" y="0"/>
                  </a:moveTo>
                  <a:cubicBezTo>
                    <a:pt x="0" y="104"/>
                    <a:pt x="0" y="201"/>
                    <a:pt x="0" y="305"/>
                  </a:cubicBezTo>
                  <a:cubicBezTo>
                    <a:pt x="0" y="916"/>
                    <a:pt x="507" y="1422"/>
                    <a:pt x="1117" y="1422"/>
                  </a:cubicBezTo>
                  <a:cubicBezTo>
                    <a:pt x="1752" y="1422"/>
                    <a:pt x="2234" y="916"/>
                    <a:pt x="2234" y="305"/>
                  </a:cubicBezTo>
                  <a:cubicBezTo>
                    <a:pt x="2234" y="201"/>
                    <a:pt x="2234" y="104"/>
                    <a:pt x="2210" y="0"/>
                  </a:cubicBezTo>
                  <a:cubicBezTo>
                    <a:pt x="2057" y="458"/>
                    <a:pt x="1624" y="812"/>
                    <a:pt x="1117" y="812"/>
                  </a:cubicBezTo>
                  <a:cubicBezTo>
                    <a:pt x="611" y="812"/>
                    <a:pt x="177" y="458"/>
                    <a:pt x="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0" name="Google Shape;5581;p66">
              <a:extLst>
                <a:ext uri="{FF2B5EF4-FFF2-40B4-BE49-F238E27FC236}">
                  <a16:creationId xmlns:a16="http://schemas.microsoft.com/office/drawing/2014/main" id="{D062E228-39D6-C565-8EE9-80EFE984436F}"/>
                </a:ext>
              </a:extLst>
            </p:cNvPr>
            <p:cNvSpPr/>
            <p:nvPr/>
          </p:nvSpPr>
          <p:spPr>
            <a:xfrm>
              <a:off x="4176875" y="1581225"/>
              <a:ext cx="45175" cy="67475"/>
            </a:xfrm>
            <a:custGeom>
              <a:avLst/>
              <a:gdLst/>
              <a:ahLst/>
              <a:cxnLst/>
              <a:rect l="l" t="t" r="r" b="b"/>
              <a:pathLst>
                <a:path w="1807" h="2699" extrusionOk="0">
                  <a:moveTo>
                    <a:pt x="891" y="1"/>
                  </a:moveTo>
                  <a:cubicBezTo>
                    <a:pt x="739" y="1"/>
                    <a:pt x="635" y="105"/>
                    <a:pt x="635" y="257"/>
                  </a:cubicBezTo>
                  <a:lnTo>
                    <a:pt x="635" y="2192"/>
                  </a:lnTo>
                  <a:lnTo>
                    <a:pt x="256" y="2192"/>
                  </a:lnTo>
                  <a:cubicBezTo>
                    <a:pt x="104" y="2192"/>
                    <a:pt x="0" y="2314"/>
                    <a:pt x="0" y="2442"/>
                  </a:cubicBezTo>
                  <a:cubicBezTo>
                    <a:pt x="0" y="2595"/>
                    <a:pt x="104" y="2699"/>
                    <a:pt x="256" y="2699"/>
                  </a:cubicBezTo>
                  <a:lnTo>
                    <a:pt x="1526" y="2699"/>
                  </a:lnTo>
                  <a:cubicBezTo>
                    <a:pt x="1678" y="2699"/>
                    <a:pt x="1807" y="2595"/>
                    <a:pt x="1807" y="2442"/>
                  </a:cubicBezTo>
                  <a:cubicBezTo>
                    <a:pt x="1807" y="2314"/>
                    <a:pt x="1678" y="2192"/>
                    <a:pt x="1526" y="2192"/>
                  </a:cubicBezTo>
                  <a:lnTo>
                    <a:pt x="1147" y="2192"/>
                  </a:lnTo>
                  <a:lnTo>
                    <a:pt x="1147" y="257"/>
                  </a:lnTo>
                  <a:cubicBezTo>
                    <a:pt x="1147" y="105"/>
                    <a:pt x="1044" y="1"/>
                    <a:pt x="8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1" name="Google Shape;5582;p66">
              <a:extLst>
                <a:ext uri="{FF2B5EF4-FFF2-40B4-BE49-F238E27FC236}">
                  <a16:creationId xmlns:a16="http://schemas.microsoft.com/office/drawing/2014/main" id="{6781FE13-38F1-CD19-3225-643638267FB8}"/>
                </a:ext>
              </a:extLst>
            </p:cNvPr>
            <p:cNvSpPr/>
            <p:nvPr/>
          </p:nvSpPr>
          <p:spPr>
            <a:xfrm>
              <a:off x="4308550" y="1568575"/>
              <a:ext cx="35575" cy="30525"/>
            </a:xfrm>
            <a:custGeom>
              <a:avLst/>
              <a:gdLst/>
              <a:ahLst/>
              <a:cxnLst/>
              <a:rect l="l" t="t" r="r" b="b"/>
              <a:pathLst>
                <a:path w="1423" h="1221" extrusionOk="0">
                  <a:moveTo>
                    <a:pt x="708" y="0"/>
                  </a:moveTo>
                  <a:cubicBezTo>
                    <a:pt x="403" y="0"/>
                    <a:pt x="122" y="177"/>
                    <a:pt x="0" y="458"/>
                  </a:cubicBezTo>
                  <a:cubicBezTo>
                    <a:pt x="0" y="458"/>
                    <a:pt x="0" y="1221"/>
                    <a:pt x="708" y="1221"/>
                  </a:cubicBezTo>
                  <a:cubicBezTo>
                    <a:pt x="1422" y="1221"/>
                    <a:pt x="1422" y="458"/>
                    <a:pt x="1422" y="458"/>
                  </a:cubicBezTo>
                  <a:cubicBezTo>
                    <a:pt x="1294" y="177"/>
                    <a:pt x="1013" y="0"/>
                    <a:pt x="70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2" name="Google Shape;5583;p66">
              <a:extLst>
                <a:ext uri="{FF2B5EF4-FFF2-40B4-BE49-F238E27FC236}">
                  <a16:creationId xmlns:a16="http://schemas.microsoft.com/office/drawing/2014/main" id="{32CC27E4-48FD-554E-F8DC-5CBAEF529D8E}"/>
                </a:ext>
              </a:extLst>
            </p:cNvPr>
            <p:cNvSpPr/>
            <p:nvPr/>
          </p:nvSpPr>
          <p:spPr>
            <a:xfrm>
              <a:off x="4307175" y="1580025"/>
              <a:ext cx="38175" cy="26725"/>
            </a:xfrm>
            <a:custGeom>
              <a:avLst/>
              <a:gdLst/>
              <a:ahLst/>
              <a:cxnLst/>
              <a:rect l="l" t="t" r="r" b="b"/>
              <a:pathLst>
                <a:path w="1527" h="1069" extrusionOk="0">
                  <a:moveTo>
                    <a:pt x="55" y="0"/>
                  </a:moveTo>
                  <a:cubicBezTo>
                    <a:pt x="25" y="104"/>
                    <a:pt x="0" y="201"/>
                    <a:pt x="0" y="305"/>
                  </a:cubicBezTo>
                  <a:cubicBezTo>
                    <a:pt x="0" y="739"/>
                    <a:pt x="330" y="1068"/>
                    <a:pt x="763" y="1068"/>
                  </a:cubicBezTo>
                  <a:cubicBezTo>
                    <a:pt x="1197" y="1068"/>
                    <a:pt x="1526" y="739"/>
                    <a:pt x="1526" y="305"/>
                  </a:cubicBezTo>
                  <a:cubicBezTo>
                    <a:pt x="1526" y="201"/>
                    <a:pt x="1502" y="104"/>
                    <a:pt x="1477" y="0"/>
                  </a:cubicBezTo>
                  <a:cubicBezTo>
                    <a:pt x="1349" y="256"/>
                    <a:pt x="1068" y="458"/>
                    <a:pt x="763" y="458"/>
                  </a:cubicBezTo>
                  <a:cubicBezTo>
                    <a:pt x="458" y="458"/>
                    <a:pt x="177" y="256"/>
                    <a:pt x="5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3" name="Google Shape;5584;p66">
              <a:extLst>
                <a:ext uri="{FF2B5EF4-FFF2-40B4-BE49-F238E27FC236}">
                  <a16:creationId xmlns:a16="http://schemas.microsoft.com/office/drawing/2014/main" id="{2091464A-976D-AA5C-A4AD-7193CFA0C5FF}"/>
                </a:ext>
              </a:extLst>
            </p:cNvPr>
            <p:cNvSpPr/>
            <p:nvPr/>
          </p:nvSpPr>
          <p:spPr>
            <a:xfrm>
              <a:off x="4051600" y="1568575"/>
              <a:ext cx="35725" cy="30525"/>
            </a:xfrm>
            <a:custGeom>
              <a:avLst/>
              <a:gdLst/>
              <a:ahLst/>
              <a:cxnLst/>
              <a:rect l="l" t="t" r="r" b="b"/>
              <a:pathLst>
                <a:path w="1429" h="1221" extrusionOk="0">
                  <a:moveTo>
                    <a:pt x="714" y="0"/>
                  </a:moveTo>
                  <a:cubicBezTo>
                    <a:pt x="409" y="0"/>
                    <a:pt x="128" y="177"/>
                    <a:pt x="0" y="458"/>
                  </a:cubicBezTo>
                  <a:cubicBezTo>
                    <a:pt x="0" y="458"/>
                    <a:pt x="0" y="1221"/>
                    <a:pt x="714" y="1221"/>
                  </a:cubicBezTo>
                  <a:cubicBezTo>
                    <a:pt x="1428" y="1221"/>
                    <a:pt x="1428" y="458"/>
                    <a:pt x="1428" y="458"/>
                  </a:cubicBezTo>
                  <a:cubicBezTo>
                    <a:pt x="1300" y="177"/>
                    <a:pt x="1019" y="0"/>
                    <a:pt x="71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4" name="Google Shape;5585;p66">
              <a:extLst>
                <a:ext uri="{FF2B5EF4-FFF2-40B4-BE49-F238E27FC236}">
                  <a16:creationId xmlns:a16="http://schemas.microsoft.com/office/drawing/2014/main" id="{62A71A33-E9E4-0F61-1FC9-76C6413DDD52}"/>
                </a:ext>
              </a:extLst>
            </p:cNvPr>
            <p:cNvSpPr/>
            <p:nvPr/>
          </p:nvSpPr>
          <p:spPr>
            <a:xfrm>
              <a:off x="4050375" y="1580025"/>
              <a:ext cx="38175" cy="26725"/>
            </a:xfrm>
            <a:custGeom>
              <a:avLst/>
              <a:gdLst/>
              <a:ahLst/>
              <a:cxnLst/>
              <a:rect l="l" t="t" r="r" b="b"/>
              <a:pathLst>
                <a:path w="1527" h="1069" extrusionOk="0">
                  <a:moveTo>
                    <a:pt x="49" y="0"/>
                  </a:moveTo>
                  <a:cubicBezTo>
                    <a:pt x="25" y="104"/>
                    <a:pt x="0" y="201"/>
                    <a:pt x="0" y="305"/>
                  </a:cubicBezTo>
                  <a:cubicBezTo>
                    <a:pt x="0" y="739"/>
                    <a:pt x="330" y="1068"/>
                    <a:pt x="763" y="1068"/>
                  </a:cubicBezTo>
                  <a:cubicBezTo>
                    <a:pt x="1197" y="1068"/>
                    <a:pt x="1526" y="739"/>
                    <a:pt x="1526" y="305"/>
                  </a:cubicBezTo>
                  <a:cubicBezTo>
                    <a:pt x="1526" y="201"/>
                    <a:pt x="1502" y="104"/>
                    <a:pt x="1477" y="0"/>
                  </a:cubicBezTo>
                  <a:cubicBezTo>
                    <a:pt x="1349" y="256"/>
                    <a:pt x="1068" y="458"/>
                    <a:pt x="763" y="458"/>
                  </a:cubicBezTo>
                  <a:cubicBezTo>
                    <a:pt x="458" y="458"/>
                    <a:pt x="177" y="256"/>
                    <a:pt x="4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45" name="Google Shape;5599;p66">
            <a:extLst>
              <a:ext uri="{FF2B5EF4-FFF2-40B4-BE49-F238E27FC236}">
                <a16:creationId xmlns:a16="http://schemas.microsoft.com/office/drawing/2014/main" id="{232BFEF0-08F0-DCE2-4E6F-48AB9EF90A59}"/>
              </a:ext>
            </a:extLst>
          </p:cNvPr>
          <p:cNvGrpSpPr/>
          <p:nvPr/>
        </p:nvGrpSpPr>
        <p:grpSpPr>
          <a:xfrm>
            <a:off x="3128372" y="-603180"/>
            <a:ext cx="440550" cy="437075"/>
            <a:chOff x="3234050" y="1301650"/>
            <a:chExt cx="440550" cy="437075"/>
          </a:xfrm>
        </p:grpSpPr>
        <p:sp>
          <p:nvSpPr>
            <p:cNvPr id="4646" name="Google Shape;5600;p66">
              <a:extLst>
                <a:ext uri="{FF2B5EF4-FFF2-40B4-BE49-F238E27FC236}">
                  <a16:creationId xmlns:a16="http://schemas.microsoft.com/office/drawing/2014/main" id="{8CA017A6-297D-878F-3C96-DA07735945B1}"/>
                </a:ext>
              </a:extLst>
            </p:cNvPr>
            <p:cNvSpPr/>
            <p:nvPr/>
          </p:nvSpPr>
          <p:spPr>
            <a:xfrm>
              <a:off x="3366350" y="1301650"/>
              <a:ext cx="86375" cy="67350"/>
            </a:xfrm>
            <a:custGeom>
              <a:avLst/>
              <a:gdLst/>
              <a:ahLst/>
              <a:cxnLst/>
              <a:rect l="l" t="t" r="r" b="b"/>
              <a:pathLst>
                <a:path w="3455" h="2694" extrusionOk="0">
                  <a:moveTo>
                    <a:pt x="494" y="1"/>
                  </a:moveTo>
                  <a:cubicBezTo>
                    <a:pt x="225" y="1"/>
                    <a:pt x="49" y="21"/>
                    <a:pt x="49" y="21"/>
                  </a:cubicBezTo>
                  <a:cubicBezTo>
                    <a:pt x="49" y="21"/>
                    <a:pt x="25" y="70"/>
                    <a:pt x="25" y="125"/>
                  </a:cubicBezTo>
                  <a:cubicBezTo>
                    <a:pt x="0" y="479"/>
                    <a:pt x="122" y="1522"/>
                    <a:pt x="916" y="2261"/>
                  </a:cubicBezTo>
                  <a:cubicBezTo>
                    <a:pt x="1289" y="2593"/>
                    <a:pt x="1766" y="2693"/>
                    <a:pt x="2206" y="2693"/>
                  </a:cubicBezTo>
                  <a:cubicBezTo>
                    <a:pt x="2874" y="2693"/>
                    <a:pt x="3455" y="2462"/>
                    <a:pt x="3455" y="2462"/>
                  </a:cubicBezTo>
                  <a:cubicBezTo>
                    <a:pt x="3430" y="1931"/>
                    <a:pt x="3278" y="1168"/>
                    <a:pt x="2716" y="680"/>
                  </a:cubicBezTo>
                  <a:cubicBezTo>
                    <a:pt x="2076" y="94"/>
                    <a:pt x="1071" y="1"/>
                    <a:pt x="49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7" name="Google Shape;5601;p66">
              <a:extLst>
                <a:ext uri="{FF2B5EF4-FFF2-40B4-BE49-F238E27FC236}">
                  <a16:creationId xmlns:a16="http://schemas.microsoft.com/office/drawing/2014/main" id="{C9CFE28F-99D7-F349-031F-CD9B6B439148}"/>
                </a:ext>
              </a:extLst>
            </p:cNvPr>
            <p:cNvSpPr/>
            <p:nvPr/>
          </p:nvSpPr>
          <p:spPr>
            <a:xfrm>
              <a:off x="3452700" y="1301650"/>
              <a:ext cx="86550" cy="67350"/>
            </a:xfrm>
            <a:custGeom>
              <a:avLst/>
              <a:gdLst/>
              <a:ahLst/>
              <a:cxnLst/>
              <a:rect l="l" t="t" r="r" b="b"/>
              <a:pathLst>
                <a:path w="3462" h="2694" extrusionOk="0">
                  <a:moveTo>
                    <a:pt x="2966" y="1"/>
                  </a:moveTo>
                  <a:cubicBezTo>
                    <a:pt x="2388" y="1"/>
                    <a:pt x="1380" y="94"/>
                    <a:pt x="739" y="680"/>
                  </a:cubicBezTo>
                  <a:cubicBezTo>
                    <a:pt x="178" y="1168"/>
                    <a:pt x="25" y="1931"/>
                    <a:pt x="1" y="2462"/>
                  </a:cubicBezTo>
                  <a:cubicBezTo>
                    <a:pt x="1" y="2462"/>
                    <a:pt x="584" y="2693"/>
                    <a:pt x="1254" y="2693"/>
                  </a:cubicBezTo>
                  <a:cubicBezTo>
                    <a:pt x="1695" y="2693"/>
                    <a:pt x="2173" y="2593"/>
                    <a:pt x="2546" y="2261"/>
                  </a:cubicBezTo>
                  <a:cubicBezTo>
                    <a:pt x="3333" y="1522"/>
                    <a:pt x="3461" y="479"/>
                    <a:pt x="3437" y="125"/>
                  </a:cubicBezTo>
                  <a:cubicBezTo>
                    <a:pt x="3413" y="70"/>
                    <a:pt x="3413" y="21"/>
                    <a:pt x="3413" y="21"/>
                  </a:cubicBezTo>
                  <a:cubicBezTo>
                    <a:pt x="3413" y="21"/>
                    <a:pt x="3236" y="1"/>
                    <a:pt x="296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8" name="Google Shape;5602;p66">
              <a:extLst>
                <a:ext uri="{FF2B5EF4-FFF2-40B4-BE49-F238E27FC236}">
                  <a16:creationId xmlns:a16="http://schemas.microsoft.com/office/drawing/2014/main" id="{DA27679C-71FB-FFE3-945B-A1EA54C30857}"/>
                </a:ext>
              </a:extLst>
            </p:cNvPr>
            <p:cNvSpPr/>
            <p:nvPr/>
          </p:nvSpPr>
          <p:spPr>
            <a:xfrm>
              <a:off x="3364975" y="1304750"/>
              <a:ext cx="174875" cy="168475"/>
            </a:xfrm>
            <a:custGeom>
              <a:avLst/>
              <a:gdLst/>
              <a:ahLst/>
              <a:cxnLst/>
              <a:rect l="l" t="t" r="r" b="b"/>
              <a:pathLst>
                <a:path w="6995" h="6739" extrusionOk="0">
                  <a:moveTo>
                    <a:pt x="80" y="1"/>
                  </a:moveTo>
                  <a:cubicBezTo>
                    <a:pt x="55" y="355"/>
                    <a:pt x="0" y="1600"/>
                    <a:pt x="818" y="2338"/>
                  </a:cubicBezTo>
                  <a:cubicBezTo>
                    <a:pt x="1526" y="2973"/>
                    <a:pt x="2747" y="2997"/>
                    <a:pt x="3260" y="2997"/>
                  </a:cubicBezTo>
                  <a:lnTo>
                    <a:pt x="3260" y="6482"/>
                  </a:lnTo>
                  <a:cubicBezTo>
                    <a:pt x="3260" y="6635"/>
                    <a:pt x="3357" y="6739"/>
                    <a:pt x="3510" y="6739"/>
                  </a:cubicBezTo>
                  <a:cubicBezTo>
                    <a:pt x="3662" y="6739"/>
                    <a:pt x="3766" y="6635"/>
                    <a:pt x="3766" y="6482"/>
                  </a:cubicBezTo>
                  <a:lnTo>
                    <a:pt x="3766" y="2997"/>
                  </a:lnTo>
                  <a:cubicBezTo>
                    <a:pt x="4273" y="2997"/>
                    <a:pt x="5493" y="2973"/>
                    <a:pt x="6207" y="2338"/>
                  </a:cubicBezTo>
                  <a:cubicBezTo>
                    <a:pt x="6995" y="1600"/>
                    <a:pt x="6970" y="355"/>
                    <a:pt x="6946" y="1"/>
                  </a:cubicBezTo>
                  <a:lnTo>
                    <a:pt x="6946" y="1"/>
                  </a:lnTo>
                  <a:cubicBezTo>
                    <a:pt x="6891" y="532"/>
                    <a:pt x="6738" y="1221"/>
                    <a:pt x="6207" y="1704"/>
                  </a:cubicBezTo>
                  <a:cubicBezTo>
                    <a:pt x="5573" y="2268"/>
                    <a:pt x="4566" y="2360"/>
                    <a:pt x="3979" y="2360"/>
                  </a:cubicBezTo>
                  <a:cubicBezTo>
                    <a:pt x="3696" y="2360"/>
                    <a:pt x="3510" y="2338"/>
                    <a:pt x="3510" y="2338"/>
                  </a:cubicBezTo>
                  <a:cubicBezTo>
                    <a:pt x="3510" y="2338"/>
                    <a:pt x="3325" y="2360"/>
                    <a:pt x="3042" y="2360"/>
                  </a:cubicBezTo>
                  <a:cubicBezTo>
                    <a:pt x="2457" y="2360"/>
                    <a:pt x="1453" y="2268"/>
                    <a:pt x="818" y="1704"/>
                  </a:cubicBezTo>
                  <a:cubicBezTo>
                    <a:pt x="281" y="1221"/>
                    <a:pt x="129" y="532"/>
                    <a:pt x="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9" name="Google Shape;5603;p66">
              <a:extLst>
                <a:ext uri="{FF2B5EF4-FFF2-40B4-BE49-F238E27FC236}">
                  <a16:creationId xmlns:a16="http://schemas.microsoft.com/office/drawing/2014/main" id="{FFA7C5EB-AC7E-739A-D432-FEB401CF3697}"/>
                </a:ext>
              </a:extLst>
            </p:cNvPr>
            <p:cNvSpPr/>
            <p:nvPr/>
          </p:nvSpPr>
          <p:spPr>
            <a:xfrm>
              <a:off x="3350325" y="1459175"/>
              <a:ext cx="192725" cy="76300"/>
            </a:xfrm>
            <a:custGeom>
              <a:avLst/>
              <a:gdLst/>
              <a:ahLst/>
              <a:cxnLst/>
              <a:rect l="l" t="t" r="r" b="b"/>
              <a:pathLst>
                <a:path w="7709" h="3052" extrusionOk="0">
                  <a:moveTo>
                    <a:pt x="3791" y="0"/>
                  </a:moveTo>
                  <a:cubicBezTo>
                    <a:pt x="2088" y="232"/>
                    <a:pt x="611" y="2063"/>
                    <a:pt x="80" y="2771"/>
                  </a:cubicBezTo>
                  <a:cubicBezTo>
                    <a:pt x="1" y="2899"/>
                    <a:pt x="80" y="3052"/>
                    <a:pt x="232" y="3052"/>
                  </a:cubicBezTo>
                  <a:lnTo>
                    <a:pt x="7660" y="3052"/>
                  </a:lnTo>
                  <a:lnTo>
                    <a:pt x="7709" y="2802"/>
                  </a:lnTo>
                  <a:cubicBezTo>
                    <a:pt x="7709" y="2802"/>
                    <a:pt x="6745" y="788"/>
                    <a:pt x="4273" y="80"/>
                  </a:cubicBezTo>
                  <a:cubicBezTo>
                    <a:pt x="4151" y="25"/>
                    <a:pt x="3894" y="0"/>
                    <a:pt x="379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0" name="Google Shape;5604;p66">
              <a:extLst>
                <a:ext uri="{FF2B5EF4-FFF2-40B4-BE49-F238E27FC236}">
                  <a16:creationId xmlns:a16="http://schemas.microsoft.com/office/drawing/2014/main" id="{252EAC87-0658-8A93-75AF-A1485388D147}"/>
                </a:ext>
              </a:extLst>
            </p:cNvPr>
            <p:cNvSpPr/>
            <p:nvPr/>
          </p:nvSpPr>
          <p:spPr>
            <a:xfrm>
              <a:off x="3445075" y="1458550"/>
              <a:ext cx="110050" cy="76925"/>
            </a:xfrm>
            <a:custGeom>
              <a:avLst/>
              <a:gdLst/>
              <a:ahLst/>
              <a:cxnLst/>
              <a:rect l="l" t="t" r="r" b="b"/>
              <a:pathLst>
                <a:path w="4402" h="3077" extrusionOk="0">
                  <a:moveTo>
                    <a:pt x="306" y="1"/>
                  </a:moveTo>
                  <a:cubicBezTo>
                    <a:pt x="208" y="1"/>
                    <a:pt x="104" y="25"/>
                    <a:pt x="1" y="25"/>
                  </a:cubicBezTo>
                  <a:cubicBezTo>
                    <a:pt x="2088" y="306"/>
                    <a:pt x="3870" y="3077"/>
                    <a:pt x="3870" y="3077"/>
                  </a:cubicBezTo>
                  <a:lnTo>
                    <a:pt x="4175" y="3077"/>
                  </a:lnTo>
                  <a:cubicBezTo>
                    <a:pt x="4328" y="3077"/>
                    <a:pt x="4401" y="2924"/>
                    <a:pt x="4328" y="2796"/>
                  </a:cubicBezTo>
                  <a:cubicBezTo>
                    <a:pt x="3766" y="2064"/>
                    <a:pt x="2137" y="1"/>
                    <a:pt x="30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1" name="Google Shape;5605;p66">
              <a:extLst>
                <a:ext uri="{FF2B5EF4-FFF2-40B4-BE49-F238E27FC236}">
                  <a16:creationId xmlns:a16="http://schemas.microsoft.com/office/drawing/2014/main" id="{DF5FF09C-EAA1-4B18-522B-641BB82D9F63}"/>
                </a:ext>
              </a:extLst>
            </p:cNvPr>
            <p:cNvSpPr/>
            <p:nvPr/>
          </p:nvSpPr>
          <p:spPr>
            <a:xfrm>
              <a:off x="3389225" y="1561575"/>
              <a:ext cx="245375" cy="141150"/>
            </a:xfrm>
            <a:custGeom>
              <a:avLst/>
              <a:gdLst/>
              <a:ahLst/>
              <a:cxnLst/>
              <a:rect l="l" t="t" r="r" b="b"/>
              <a:pathLst>
                <a:path w="9815" h="5646" extrusionOk="0">
                  <a:moveTo>
                    <a:pt x="5446" y="1"/>
                  </a:moveTo>
                  <a:cubicBezTo>
                    <a:pt x="5338" y="1"/>
                    <a:pt x="5230" y="27"/>
                    <a:pt x="5134" y="79"/>
                  </a:cubicBezTo>
                  <a:lnTo>
                    <a:pt x="1624" y="1934"/>
                  </a:lnTo>
                  <a:lnTo>
                    <a:pt x="1" y="4095"/>
                  </a:lnTo>
                  <a:lnTo>
                    <a:pt x="3760" y="5645"/>
                  </a:lnTo>
                  <a:lnTo>
                    <a:pt x="9357" y="2770"/>
                  </a:lnTo>
                  <a:lnTo>
                    <a:pt x="9559" y="2185"/>
                  </a:lnTo>
                  <a:lnTo>
                    <a:pt x="9815" y="1348"/>
                  </a:lnTo>
                  <a:cubicBezTo>
                    <a:pt x="9815" y="1300"/>
                    <a:pt x="9791" y="1269"/>
                    <a:pt x="9766" y="1220"/>
                  </a:cubicBezTo>
                  <a:cubicBezTo>
                    <a:pt x="9647" y="1053"/>
                    <a:pt x="9456" y="964"/>
                    <a:pt x="9252" y="964"/>
                  </a:cubicBezTo>
                  <a:cubicBezTo>
                    <a:pt x="9143" y="964"/>
                    <a:pt x="9030" y="990"/>
                    <a:pt x="8924" y="1043"/>
                  </a:cubicBezTo>
                  <a:lnTo>
                    <a:pt x="7575" y="1757"/>
                  </a:lnTo>
                  <a:lnTo>
                    <a:pt x="7575" y="1757"/>
                  </a:lnTo>
                  <a:lnTo>
                    <a:pt x="7880" y="964"/>
                  </a:lnTo>
                  <a:cubicBezTo>
                    <a:pt x="7880" y="939"/>
                    <a:pt x="7856" y="891"/>
                    <a:pt x="7831" y="842"/>
                  </a:cubicBezTo>
                  <a:cubicBezTo>
                    <a:pt x="7710" y="649"/>
                    <a:pt x="7490" y="540"/>
                    <a:pt x="7266" y="540"/>
                  </a:cubicBezTo>
                  <a:cubicBezTo>
                    <a:pt x="7163" y="540"/>
                    <a:pt x="7060" y="562"/>
                    <a:pt x="6965" y="610"/>
                  </a:cubicBezTo>
                  <a:lnTo>
                    <a:pt x="5768" y="1269"/>
                  </a:lnTo>
                  <a:lnTo>
                    <a:pt x="6049" y="408"/>
                  </a:lnTo>
                  <a:cubicBezTo>
                    <a:pt x="6049" y="354"/>
                    <a:pt x="6025" y="329"/>
                    <a:pt x="5976" y="280"/>
                  </a:cubicBezTo>
                  <a:cubicBezTo>
                    <a:pt x="5860" y="96"/>
                    <a:pt x="5654" y="1"/>
                    <a:pt x="5446" y="1"/>
                  </a:cubicBezTo>
                  <a:close/>
                </a:path>
              </a:pathLst>
            </a:custGeom>
            <a:solidFill>
              <a:srgbClr val="F7B0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2" name="Google Shape;5606;p66">
              <a:extLst>
                <a:ext uri="{FF2B5EF4-FFF2-40B4-BE49-F238E27FC236}">
                  <a16:creationId xmlns:a16="http://schemas.microsoft.com/office/drawing/2014/main" id="{70D6BA60-86AB-0FF5-1C14-658A846EC077}"/>
                </a:ext>
              </a:extLst>
            </p:cNvPr>
            <p:cNvSpPr/>
            <p:nvPr/>
          </p:nvSpPr>
          <p:spPr>
            <a:xfrm>
              <a:off x="3526550" y="1585650"/>
              <a:ext cx="62275" cy="42000"/>
            </a:xfrm>
            <a:custGeom>
              <a:avLst/>
              <a:gdLst/>
              <a:ahLst/>
              <a:cxnLst/>
              <a:rect l="l" t="t" r="r" b="b"/>
              <a:pathLst>
                <a:path w="2491" h="1680" extrusionOk="0">
                  <a:moveTo>
                    <a:pt x="2387" y="1"/>
                  </a:moveTo>
                  <a:lnTo>
                    <a:pt x="202" y="1197"/>
                  </a:lnTo>
                  <a:lnTo>
                    <a:pt x="1" y="1453"/>
                  </a:lnTo>
                  <a:lnTo>
                    <a:pt x="379" y="1679"/>
                  </a:lnTo>
                  <a:lnTo>
                    <a:pt x="2082" y="794"/>
                  </a:lnTo>
                  <a:cubicBezTo>
                    <a:pt x="2363" y="642"/>
                    <a:pt x="2491" y="306"/>
                    <a:pt x="2387" y="1"/>
                  </a:cubicBezTo>
                  <a:close/>
                </a:path>
              </a:pathLst>
            </a:custGeom>
            <a:solidFill>
              <a:srgbClr val="DB99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3" name="Google Shape;5607;p66">
              <a:extLst>
                <a:ext uri="{FF2B5EF4-FFF2-40B4-BE49-F238E27FC236}">
                  <a16:creationId xmlns:a16="http://schemas.microsoft.com/office/drawing/2014/main" id="{426E41E8-82B3-FBD7-C73F-0670A1DB2719}"/>
                </a:ext>
              </a:extLst>
            </p:cNvPr>
            <p:cNvSpPr/>
            <p:nvPr/>
          </p:nvSpPr>
          <p:spPr>
            <a:xfrm>
              <a:off x="3391075" y="1595275"/>
              <a:ext cx="247350" cy="80375"/>
            </a:xfrm>
            <a:custGeom>
              <a:avLst/>
              <a:gdLst/>
              <a:ahLst/>
              <a:cxnLst/>
              <a:rect l="l" t="t" r="r" b="b"/>
              <a:pathLst>
                <a:path w="9894" h="3215" extrusionOk="0">
                  <a:moveTo>
                    <a:pt x="9741" y="0"/>
                  </a:moveTo>
                  <a:lnTo>
                    <a:pt x="5597" y="2240"/>
                  </a:lnTo>
                  <a:lnTo>
                    <a:pt x="4047" y="2161"/>
                  </a:lnTo>
                  <a:lnTo>
                    <a:pt x="2924" y="2057"/>
                  </a:lnTo>
                  <a:lnTo>
                    <a:pt x="0" y="2442"/>
                  </a:lnTo>
                  <a:lnTo>
                    <a:pt x="1270" y="3076"/>
                  </a:lnTo>
                  <a:cubicBezTo>
                    <a:pt x="1899" y="3158"/>
                    <a:pt x="2655" y="3214"/>
                    <a:pt x="3438" y="3214"/>
                  </a:cubicBezTo>
                  <a:cubicBezTo>
                    <a:pt x="4872" y="3214"/>
                    <a:pt x="6397" y="3027"/>
                    <a:pt x="7403" y="2466"/>
                  </a:cubicBezTo>
                  <a:lnTo>
                    <a:pt x="9662" y="1142"/>
                  </a:lnTo>
                  <a:lnTo>
                    <a:pt x="9485" y="837"/>
                  </a:lnTo>
                  <a:cubicBezTo>
                    <a:pt x="9790" y="660"/>
                    <a:pt x="9894" y="306"/>
                    <a:pt x="9741" y="0"/>
                  </a:cubicBezTo>
                  <a:close/>
                </a:path>
              </a:pathLst>
            </a:custGeom>
            <a:solidFill>
              <a:srgbClr val="DB99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4" name="Google Shape;5608;p66">
              <a:extLst>
                <a:ext uri="{FF2B5EF4-FFF2-40B4-BE49-F238E27FC236}">
                  <a16:creationId xmlns:a16="http://schemas.microsoft.com/office/drawing/2014/main" id="{5F329D0C-F6BE-1976-2C0E-8260D5D567BE}"/>
                </a:ext>
              </a:extLst>
            </p:cNvPr>
            <p:cNvSpPr/>
            <p:nvPr/>
          </p:nvSpPr>
          <p:spPr>
            <a:xfrm>
              <a:off x="3471775" y="1571775"/>
              <a:ext cx="72500" cy="45800"/>
            </a:xfrm>
            <a:custGeom>
              <a:avLst/>
              <a:gdLst/>
              <a:ahLst/>
              <a:cxnLst/>
              <a:rect l="l" t="t" r="r" b="b"/>
              <a:pathLst>
                <a:path w="2900" h="1832" extrusionOk="0">
                  <a:moveTo>
                    <a:pt x="2747" y="0"/>
                  </a:moveTo>
                  <a:lnTo>
                    <a:pt x="1" y="1526"/>
                  </a:lnTo>
                  <a:lnTo>
                    <a:pt x="715" y="1831"/>
                  </a:lnTo>
                  <a:lnTo>
                    <a:pt x="1246" y="1526"/>
                  </a:lnTo>
                  <a:lnTo>
                    <a:pt x="2466" y="861"/>
                  </a:lnTo>
                  <a:cubicBezTo>
                    <a:pt x="2772" y="684"/>
                    <a:pt x="2900" y="306"/>
                    <a:pt x="2747" y="0"/>
                  </a:cubicBezTo>
                  <a:close/>
                </a:path>
              </a:pathLst>
            </a:custGeom>
            <a:solidFill>
              <a:srgbClr val="DB99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5" name="Google Shape;5609;p66">
              <a:extLst>
                <a:ext uri="{FF2B5EF4-FFF2-40B4-BE49-F238E27FC236}">
                  <a16:creationId xmlns:a16="http://schemas.microsoft.com/office/drawing/2014/main" id="{83E402AD-9789-EBF1-F4DB-E68D1EEA1DDD}"/>
                </a:ext>
              </a:extLst>
            </p:cNvPr>
            <p:cNvSpPr/>
            <p:nvPr/>
          </p:nvSpPr>
          <p:spPr>
            <a:xfrm>
              <a:off x="3234050" y="1599600"/>
              <a:ext cx="432900" cy="131475"/>
            </a:xfrm>
            <a:custGeom>
              <a:avLst/>
              <a:gdLst/>
              <a:ahLst/>
              <a:cxnLst/>
              <a:rect l="l" t="t" r="r" b="b"/>
              <a:pathLst>
                <a:path w="17316" h="5259" extrusionOk="0">
                  <a:moveTo>
                    <a:pt x="5764" y="1"/>
                  </a:moveTo>
                  <a:cubicBezTo>
                    <a:pt x="5478" y="1"/>
                    <a:pt x="5174" y="25"/>
                    <a:pt x="4859" y="84"/>
                  </a:cubicBezTo>
                  <a:cubicBezTo>
                    <a:pt x="3229" y="389"/>
                    <a:pt x="1936" y="1506"/>
                    <a:pt x="1936" y="1506"/>
                  </a:cubicBezTo>
                  <a:lnTo>
                    <a:pt x="178" y="1506"/>
                  </a:lnTo>
                  <a:cubicBezTo>
                    <a:pt x="74" y="1506"/>
                    <a:pt x="1" y="1579"/>
                    <a:pt x="1" y="1683"/>
                  </a:cubicBezTo>
                  <a:lnTo>
                    <a:pt x="1" y="4301"/>
                  </a:lnTo>
                  <a:lnTo>
                    <a:pt x="483" y="4710"/>
                  </a:lnTo>
                  <a:lnTo>
                    <a:pt x="1936" y="4710"/>
                  </a:lnTo>
                  <a:lnTo>
                    <a:pt x="7911" y="5241"/>
                  </a:lnTo>
                  <a:cubicBezTo>
                    <a:pt x="8043" y="5253"/>
                    <a:pt x="8174" y="5259"/>
                    <a:pt x="8306" y="5259"/>
                  </a:cubicBezTo>
                  <a:cubicBezTo>
                    <a:pt x="10157" y="5259"/>
                    <a:pt x="11994" y="4109"/>
                    <a:pt x="13629" y="3209"/>
                  </a:cubicBezTo>
                  <a:lnTo>
                    <a:pt x="17291" y="1121"/>
                  </a:lnTo>
                  <a:cubicBezTo>
                    <a:pt x="17291" y="1121"/>
                    <a:pt x="17316" y="487"/>
                    <a:pt x="17291" y="462"/>
                  </a:cubicBezTo>
                  <a:cubicBezTo>
                    <a:pt x="17150" y="301"/>
                    <a:pt x="16955" y="212"/>
                    <a:pt x="16754" y="212"/>
                  </a:cubicBezTo>
                  <a:cubicBezTo>
                    <a:pt x="16635" y="212"/>
                    <a:pt x="16514" y="244"/>
                    <a:pt x="16400" y="310"/>
                  </a:cubicBezTo>
                  <a:lnTo>
                    <a:pt x="14014" y="1634"/>
                  </a:lnTo>
                  <a:cubicBezTo>
                    <a:pt x="12750" y="2335"/>
                    <a:pt x="11316" y="2704"/>
                    <a:pt x="9864" y="2704"/>
                  </a:cubicBezTo>
                  <a:cubicBezTo>
                    <a:pt x="9535" y="2704"/>
                    <a:pt x="9204" y="2685"/>
                    <a:pt x="8875" y="2647"/>
                  </a:cubicBezTo>
                  <a:lnTo>
                    <a:pt x="6995" y="2421"/>
                  </a:lnTo>
                  <a:lnTo>
                    <a:pt x="11469" y="1835"/>
                  </a:lnTo>
                  <a:cubicBezTo>
                    <a:pt x="11823" y="1787"/>
                    <a:pt x="12079" y="1481"/>
                    <a:pt x="12079" y="1121"/>
                  </a:cubicBezTo>
                  <a:cubicBezTo>
                    <a:pt x="12079" y="718"/>
                    <a:pt x="11774" y="413"/>
                    <a:pt x="11365" y="413"/>
                  </a:cubicBezTo>
                  <a:lnTo>
                    <a:pt x="7831" y="413"/>
                  </a:lnTo>
                  <a:cubicBezTo>
                    <a:pt x="7831" y="413"/>
                    <a:pt x="6955" y="1"/>
                    <a:pt x="5764" y="1"/>
                  </a:cubicBezTo>
                  <a:close/>
                </a:path>
              </a:pathLst>
            </a:custGeom>
            <a:solidFill>
              <a:srgbClr val="FFC8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6" name="Google Shape;5610;p66">
              <a:extLst>
                <a:ext uri="{FF2B5EF4-FFF2-40B4-BE49-F238E27FC236}">
                  <a16:creationId xmlns:a16="http://schemas.microsoft.com/office/drawing/2014/main" id="{1A08299D-36E8-04DC-A81D-0D4B5C8C3F9D}"/>
                </a:ext>
              </a:extLst>
            </p:cNvPr>
            <p:cNvSpPr/>
            <p:nvPr/>
          </p:nvSpPr>
          <p:spPr>
            <a:xfrm>
              <a:off x="3234050" y="1611150"/>
              <a:ext cx="440550" cy="127575"/>
            </a:xfrm>
            <a:custGeom>
              <a:avLst/>
              <a:gdLst/>
              <a:ahLst/>
              <a:cxnLst/>
              <a:rect l="l" t="t" r="r" b="b"/>
              <a:pathLst>
                <a:path w="17622" h="5103" extrusionOk="0">
                  <a:moveTo>
                    <a:pt x="17291" y="0"/>
                  </a:moveTo>
                  <a:cubicBezTo>
                    <a:pt x="17243" y="177"/>
                    <a:pt x="17114" y="354"/>
                    <a:pt x="16937" y="433"/>
                  </a:cubicBezTo>
                  <a:lnTo>
                    <a:pt x="13452" y="2338"/>
                  </a:lnTo>
                  <a:cubicBezTo>
                    <a:pt x="11814" y="3245"/>
                    <a:pt x="9973" y="4393"/>
                    <a:pt x="8139" y="4393"/>
                  </a:cubicBezTo>
                  <a:cubicBezTo>
                    <a:pt x="8012" y="4393"/>
                    <a:pt x="7885" y="4388"/>
                    <a:pt x="7758" y="4376"/>
                  </a:cubicBezTo>
                  <a:lnTo>
                    <a:pt x="1752" y="3839"/>
                  </a:lnTo>
                  <a:lnTo>
                    <a:pt x="1" y="3839"/>
                  </a:lnTo>
                  <a:lnTo>
                    <a:pt x="1" y="4376"/>
                  </a:lnTo>
                  <a:cubicBezTo>
                    <a:pt x="1" y="4474"/>
                    <a:pt x="74" y="4553"/>
                    <a:pt x="178" y="4553"/>
                  </a:cubicBezTo>
                  <a:lnTo>
                    <a:pt x="1936" y="4553"/>
                  </a:lnTo>
                  <a:lnTo>
                    <a:pt x="7911" y="5084"/>
                  </a:lnTo>
                  <a:cubicBezTo>
                    <a:pt x="8043" y="5096"/>
                    <a:pt x="8174" y="5102"/>
                    <a:pt x="8306" y="5102"/>
                  </a:cubicBezTo>
                  <a:cubicBezTo>
                    <a:pt x="10157" y="5102"/>
                    <a:pt x="11994" y="3952"/>
                    <a:pt x="13629" y="3052"/>
                  </a:cubicBezTo>
                  <a:lnTo>
                    <a:pt x="17090" y="1172"/>
                  </a:lnTo>
                  <a:cubicBezTo>
                    <a:pt x="17499" y="940"/>
                    <a:pt x="17621" y="409"/>
                    <a:pt x="17346" y="49"/>
                  </a:cubicBezTo>
                  <a:cubicBezTo>
                    <a:pt x="17316" y="25"/>
                    <a:pt x="17291" y="25"/>
                    <a:pt x="17291" y="0"/>
                  </a:cubicBezTo>
                  <a:close/>
                </a:path>
              </a:pathLst>
            </a:custGeom>
            <a:solidFill>
              <a:srgbClr val="F7B0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57" name="Google Shape;5611;p66">
            <a:extLst>
              <a:ext uri="{FF2B5EF4-FFF2-40B4-BE49-F238E27FC236}">
                <a16:creationId xmlns:a16="http://schemas.microsoft.com/office/drawing/2014/main" id="{1838D396-87F3-C2D0-3CA5-89420EC209B4}"/>
              </a:ext>
            </a:extLst>
          </p:cNvPr>
          <p:cNvGrpSpPr/>
          <p:nvPr/>
        </p:nvGrpSpPr>
        <p:grpSpPr>
          <a:xfrm>
            <a:off x="2382547" y="-603280"/>
            <a:ext cx="438700" cy="437475"/>
            <a:chOff x="2488225" y="1301550"/>
            <a:chExt cx="438700" cy="437475"/>
          </a:xfrm>
        </p:grpSpPr>
        <p:sp>
          <p:nvSpPr>
            <p:cNvPr id="4658" name="Google Shape;5612;p66">
              <a:extLst>
                <a:ext uri="{FF2B5EF4-FFF2-40B4-BE49-F238E27FC236}">
                  <a16:creationId xmlns:a16="http://schemas.microsoft.com/office/drawing/2014/main" id="{C0147DC4-239D-D91F-0080-B7CA2FA9E49C}"/>
                </a:ext>
              </a:extLst>
            </p:cNvPr>
            <p:cNvSpPr/>
            <p:nvPr/>
          </p:nvSpPr>
          <p:spPr>
            <a:xfrm>
              <a:off x="2488225" y="1301550"/>
              <a:ext cx="438700" cy="437475"/>
            </a:xfrm>
            <a:custGeom>
              <a:avLst/>
              <a:gdLst/>
              <a:ahLst/>
              <a:cxnLst/>
              <a:rect l="l" t="t" r="r" b="b"/>
              <a:pathLst>
                <a:path w="17548" h="17499" extrusionOk="0">
                  <a:moveTo>
                    <a:pt x="6135" y="1"/>
                  </a:moveTo>
                  <a:lnTo>
                    <a:pt x="2015" y="1728"/>
                  </a:lnTo>
                  <a:cubicBezTo>
                    <a:pt x="1960" y="1752"/>
                    <a:pt x="1911" y="1807"/>
                    <a:pt x="1911" y="1856"/>
                  </a:cubicBezTo>
                  <a:lnTo>
                    <a:pt x="56" y="7245"/>
                  </a:lnTo>
                  <a:cubicBezTo>
                    <a:pt x="1" y="7349"/>
                    <a:pt x="80" y="7453"/>
                    <a:pt x="184" y="7477"/>
                  </a:cubicBezTo>
                  <a:lnTo>
                    <a:pt x="2418" y="8087"/>
                  </a:lnTo>
                  <a:lnTo>
                    <a:pt x="2723" y="7855"/>
                  </a:lnTo>
                  <a:lnTo>
                    <a:pt x="3053" y="8240"/>
                  </a:lnTo>
                  <a:lnTo>
                    <a:pt x="3053" y="17316"/>
                  </a:lnTo>
                  <a:cubicBezTo>
                    <a:pt x="3053" y="17419"/>
                    <a:pt x="3132" y="17499"/>
                    <a:pt x="3236" y="17499"/>
                  </a:cubicBezTo>
                  <a:lnTo>
                    <a:pt x="14319" y="17499"/>
                  </a:lnTo>
                  <a:cubicBezTo>
                    <a:pt x="14423" y="17499"/>
                    <a:pt x="14496" y="17419"/>
                    <a:pt x="14496" y="17316"/>
                  </a:cubicBezTo>
                  <a:lnTo>
                    <a:pt x="14496" y="8240"/>
                  </a:lnTo>
                  <a:lnTo>
                    <a:pt x="14832" y="7855"/>
                  </a:lnTo>
                  <a:lnTo>
                    <a:pt x="15137" y="8087"/>
                  </a:lnTo>
                  <a:lnTo>
                    <a:pt x="17395" y="7477"/>
                  </a:lnTo>
                  <a:cubicBezTo>
                    <a:pt x="17475" y="7453"/>
                    <a:pt x="17548" y="7349"/>
                    <a:pt x="17499" y="7245"/>
                  </a:cubicBezTo>
                  <a:lnTo>
                    <a:pt x="15644" y="1856"/>
                  </a:lnTo>
                  <a:cubicBezTo>
                    <a:pt x="15644" y="1807"/>
                    <a:pt x="15595" y="1752"/>
                    <a:pt x="15540" y="1728"/>
                  </a:cubicBezTo>
                  <a:lnTo>
                    <a:pt x="11420" y="1"/>
                  </a:lnTo>
                  <a:lnTo>
                    <a:pt x="8777" y="940"/>
                  </a:lnTo>
                  <a:lnTo>
                    <a:pt x="613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9" name="Google Shape;5613;p66">
              <a:extLst>
                <a:ext uri="{FF2B5EF4-FFF2-40B4-BE49-F238E27FC236}">
                  <a16:creationId xmlns:a16="http://schemas.microsoft.com/office/drawing/2014/main" id="{53715D3E-3266-A6BE-E288-823823A7472A}"/>
                </a:ext>
              </a:extLst>
            </p:cNvPr>
            <p:cNvSpPr/>
            <p:nvPr/>
          </p:nvSpPr>
          <p:spPr>
            <a:xfrm>
              <a:off x="2743800" y="1520175"/>
              <a:ext cx="61075" cy="57275"/>
            </a:xfrm>
            <a:custGeom>
              <a:avLst/>
              <a:gdLst/>
              <a:ahLst/>
              <a:cxnLst/>
              <a:rect l="l" t="t" r="r" b="b"/>
              <a:pathLst>
                <a:path w="2443" h="2291" extrusionOk="0">
                  <a:moveTo>
                    <a:pt x="1201" y="1"/>
                  </a:moveTo>
                  <a:cubicBezTo>
                    <a:pt x="1176" y="1"/>
                    <a:pt x="1149" y="9"/>
                    <a:pt x="1124" y="26"/>
                  </a:cubicBezTo>
                  <a:lnTo>
                    <a:pt x="80" y="636"/>
                  </a:lnTo>
                  <a:cubicBezTo>
                    <a:pt x="31" y="667"/>
                    <a:pt x="1" y="764"/>
                    <a:pt x="31" y="844"/>
                  </a:cubicBezTo>
                  <a:lnTo>
                    <a:pt x="715" y="1961"/>
                  </a:lnTo>
                  <a:lnTo>
                    <a:pt x="1405" y="2290"/>
                  </a:lnTo>
                  <a:lnTo>
                    <a:pt x="2088" y="2290"/>
                  </a:lnTo>
                  <a:lnTo>
                    <a:pt x="2442" y="1961"/>
                  </a:lnTo>
                  <a:lnTo>
                    <a:pt x="1325" y="81"/>
                  </a:lnTo>
                  <a:cubicBezTo>
                    <a:pt x="1294" y="29"/>
                    <a:pt x="1249" y="1"/>
                    <a:pt x="120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0" name="Google Shape;5614;p66">
              <a:extLst>
                <a:ext uri="{FF2B5EF4-FFF2-40B4-BE49-F238E27FC236}">
                  <a16:creationId xmlns:a16="http://schemas.microsoft.com/office/drawing/2014/main" id="{9287388D-0CF7-2751-BA7F-7071D2AF208E}"/>
                </a:ext>
              </a:extLst>
            </p:cNvPr>
            <p:cNvSpPr/>
            <p:nvPr/>
          </p:nvSpPr>
          <p:spPr>
            <a:xfrm>
              <a:off x="2635175" y="1585050"/>
              <a:ext cx="64875" cy="36950"/>
            </a:xfrm>
            <a:custGeom>
              <a:avLst/>
              <a:gdLst/>
              <a:ahLst/>
              <a:cxnLst/>
              <a:rect l="l" t="t" r="r" b="b"/>
              <a:pathLst>
                <a:path w="2595" h="1478" extrusionOk="0">
                  <a:moveTo>
                    <a:pt x="989" y="0"/>
                  </a:moveTo>
                  <a:lnTo>
                    <a:pt x="507" y="281"/>
                  </a:lnTo>
                  <a:lnTo>
                    <a:pt x="0" y="1123"/>
                  </a:lnTo>
                  <a:lnTo>
                    <a:pt x="129" y="1477"/>
                  </a:lnTo>
                  <a:lnTo>
                    <a:pt x="2442" y="1477"/>
                  </a:lnTo>
                  <a:cubicBezTo>
                    <a:pt x="2515" y="1477"/>
                    <a:pt x="2594" y="1429"/>
                    <a:pt x="2594" y="1349"/>
                  </a:cubicBezTo>
                  <a:lnTo>
                    <a:pt x="2594" y="153"/>
                  </a:lnTo>
                  <a:cubicBezTo>
                    <a:pt x="2594" y="80"/>
                    <a:pt x="2515" y="0"/>
                    <a:pt x="244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1" name="Google Shape;5615;p66">
              <a:extLst>
                <a:ext uri="{FF2B5EF4-FFF2-40B4-BE49-F238E27FC236}">
                  <a16:creationId xmlns:a16="http://schemas.microsoft.com/office/drawing/2014/main" id="{37598A5B-8181-4E6A-43E5-FF322CBE9123}"/>
                </a:ext>
              </a:extLst>
            </p:cNvPr>
            <p:cNvSpPr/>
            <p:nvPr/>
          </p:nvSpPr>
          <p:spPr>
            <a:xfrm>
              <a:off x="2647825" y="1454125"/>
              <a:ext cx="51000" cy="70150"/>
            </a:xfrm>
            <a:custGeom>
              <a:avLst/>
              <a:gdLst/>
              <a:ahLst/>
              <a:cxnLst/>
              <a:rect l="l" t="t" r="r" b="b"/>
              <a:pathLst>
                <a:path w="2040" h="2806" extrusionOk="0">
                  <a:moveTo>
                    <a:pt x="1197" y="1"/>
                  </a:moveTo>
                  <a:lnTo>
                    <a:pt x="56" y="2009"/>
                  </a:lnTo>
                  <a:cubicBezTo>
                    <a:pt x="1" y="2058"/>
                    <a:pt x="25" y="2161"/>
                    <a:pt x="105" y="2186"/>
                  </a:cubicBezTo>
                  <a:lnTo>
                    <a:pt x="1148" y="2796"/>
                  </a:lnTo>
                  <a:cubicBezTo>
                    <a:pt x="1161" y="2803"/>
                    <a:pt x="1178" y="2806"/>
                    <a:pt x="1197" y="2806"/>
                  </a:cubicBezTo>
                  <a:cubicBezTo>
                    <a:pt x="1249" y="2806"/>
                    <a:pt x="1314" y="2783"/>
                    <a:pt x="1350" y="2747"/>
                  </a:cubicBezTo>
                  <a:lnTo>
                    <a:pt x="2039" y="1502"/>
                  </a:lnTo>
                  <a:lnTo>
                    <a:pt x="2039" y="1118"/>
                  </a:lnTo>
                  <a:lnTo>
                    <a:pt x="1502" y="202"/>
                  </a:lnTo>
                  <a:lnTo>
                    <a:pt x="119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2" name="Google Shape;5616;p66">
              <a:extLst>
                <a:ext uri="{FF2B5EF4-FFF2-40B4-BE49-F238E27FC236}">
                  <a16:creationId xmlns:a16="http://schemas.microsoft.com/office/drawing/2014/main" id="{706B6332-D4B8-2D0F-9ED3-8AD4F76B7BE7}"/>
                </a:ext>
              </a:extLst>
            </p:cNvPr>
            <p:cNvSpPr/>
            <p:nvPr/>
          </p:nvSpPr>
          <p:spPr>
            <a:xfrm>
              <a:off x="2761675" y="1569175"/>
              <a:ext cx="52800" cy="23525"/>
            </a:xfrm>
            <a:custGeom>
              <a:avLst/>
              <a:gdLst/>
              <a:ahLst/>
              <a:cxnLst/>
              <a:rect l="l" t="t" r="r" b="b"/>
              <a:pathLst>
                <a:path w="2112" h="941" extrusionOk="0">
                  <a:moveTo>
                    <a:pt x="0" y="1"/>
                  </a:moveTo>
                  <a:lnTo>
                    <a:pt x="385" y="635"/>
                  </a:lnTo>
                  <a:lnTo>
                    <a:pt x="1196" y="941"/>
                  </a:lnTo>
                  <a:lnTo>
                    <a:pt x="2112" y="635"/>
                  </a:lnTo>
                  <a:lnTo>
                    <a:pt x="172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3" name="Google Shape;5617;p66">
              <a:extLst>
                <a:ext uri="{FF2B5EF4-FFF2-40B4-BE49-F238E27FC236}">
                  <a16:creationId xmlns:a16="http://schemas.microsoft.com/office/drawing/2014/main" id="{C95B1D41-0FC2-FEE5-9E38-A7A37C027E4A}"/>
                </a:ext>
              </a:extLst>
            </p:cNvPr>
            <p:cNvSpPr/>
            <p:nvPr/>
          </p:nvSpPr>
          <p:spPr>
            <a:xfrm>
              <a:off x="2622500" y="1585050"/>
              <a:ext cx="37425" cy="36950"/>
            </a:xfrm>
            <a:custGeom>
              <a:avLst/>
              <a:gdLst/>
              <a:ahLst/>
              <a:cxnLst/>
              <a:rect l="l" t="t" r="r" b="b"/>
              <a:pathLst>
                <a:path w="1497" h="1478" extrusionOk="0">
                  <a:moveTo>
                    <a:pt x="861" y="0"/>
                  </a:moveTo>
                  <a:lnTo>
                    <a:pt x="98" y="763"/>
                  </a:lnTo>
                  <a:lnTo>
                    <a:pt x="1" y="1477"/>
                  </a:lnTo>
                  <a:lnTo>
                    <a:pt x="636" y="1477"/>
                  </a:lnTo>
                  <a:lnTo>
                    <a:pt x="149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4" name="Google Shape;5618;p66">
              <a:extLst>
                <a:ext uri="{FF2B5EF4-FFF2-40B4-BE49-F238E27FC236}">
                  <a16:creationId xmlns:a16="http://schemas.microsoft.com/office/drawing/2014/main" id="{8BF4B83C-9B41-9B4E-744B-FC05DCE7DFA6}"/>
                </a:ext>
              </a:extLst>
            </p:cNvPr>
            <p:cNvSpPr/>
            <p:nvPr/>
          </p:nvSpPr>
          <p:spPr>
            <a:xfrm>
              <a:off x="2601450" y="1533475"/>
              <a:ext cx="62000" cy="88525"/>
            </a:xfrm>
            <a:custGeom>
              <a:avLst/>
              <a:gdLst/>
              <a:ahLst/>
              <a:cxnLst/>
              <a:rect l="l" t="t" r="r" b="b"/>
              <a:pathLst>
                <a:path w="2480" h="3541" extrusionOk="0">
                  <a:moveTo>
                    <a:pt x="2000" y="0"/>
                  </a:moveTo>
                  <a:cubicBezTo>
                    <a:pt x="1987" y="0"/>
                    <a:pt x="1973" y="2"/>
                    <a:pt x="1960" y="7"/>
                  </a:cubicBezTo>
                  <a:lnTo>
                    <a:pt x="995" y="184"/>
                  </a:lnTo>
                  <a:cubicBezTo>
                    <a:pt x="867" y="208"/>
                    <a:pt x="812" y="385"/>
                    <a:pt x="940" y="464"/>
                  </a:cubicBezTo>
                  <a:lnTo>
                    <a:pt x="25" y="1990"/>
                  </a:lnTo>
                  <a:cubicBezTo>
                    <a:pt x="1" y="2039"/>
                    <a:pt x="1" y="2088"/>
                    <a:pt x="25" y="2143"/>
                  </a:cubicBezTo>
                  <a:lnTo>
                    <a:pt x="843" y="3540"/>
                  </a:lnTo>
                  <a:lnTo>
                    <a:pt x="2240" y="1203"/>
                  </a:lnTo>
                  <a:cubicBezTo>
                    <a:pt x="2263" y="1220"/>
                    <a:pt x="2288" y="1227"/>
                    <a:pt x="2314" y="1227"/>
                  </a:cubicBezTo>
                  <a:cubicBezTo>
                    <a:pt x="2398" y="1227"/>
                    <a:pt x="2479" y="1144"/>
                    <a:pt x="2442" y="1050"/>
                  </a:cubicBezTo>
                  <a:lnTo>
                    <a:pt x="2137" y="80"/>
                  </a:lnTo>
                  <a:cubicBezTo>
                    <a:pt x="2117" y="40"/>
                    <a:pt x="2060" y="0"/>
                    <a:pt x="200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5" name="Google Shape;5619;p66">
              <a:extLst>
                <a:ext uri="{FF2B5EF4-FFF2-40B4-BE49-F238E27FC236}">
                  <a16:creationId xmlns:a16="http://schemas.microsoft.com/office/drawing/2014/main" id="{1282C369-99ED-BF93-9929-CAA24A59D55C}"/>
                </a:ext>
              </a:extLst>
            </p:cNvPr>
            <p:cNvSpPr/>
            <p:nvPr/>
          </p:nvSpPr>
          <p:spPr>
            <a:xfrm>
              <a:off x="2677750" y="1440100"/>
              <a:ext cx="29325" cy="51600"/>
            </a:xfrm>
            <a:custGeom>
              <a:avLst/>
              <a:gdLst/>
              <a:ahLst/>
              <a:cxnLst/>
              <a:rect l="l" t="t" r="r" b="b"/>
              <a:pathLst>
                <a:path w="1173" h="2064" extrusionOk="0">
                  <a:moveTo>
                    <a:pt x="305" y="0"/>
                  </a:moveTo>
                  <a:lnTo>
                    <a:pt x="0" y="562"/>
                  </a:lnTo>
                  <a:lnTo>
                    <a:pt x="842" y="2063"/>
                  </a:lnTo>
                  <a:lnTo>
                    <a:pt x="1172" y="1502"/>
                  </a:lnTo>
                  <a:lnTo>
                    <a:pt x="1068" y="818"/>
                  </a:lnTo>
                  <a:lnTo>
                    <a:pt x="30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6" name="Google Shape;5620;p66">
              <a:extLst>
                <a:ext uri="{FF2B5EF4-FFF2-40B4-BE49-F238E27FC236}">
                  <a16:creationId xmlns:a16="http://schemas.microsoft.com/office/drawing/2014/main" id="{4BA065D2-6C6C-8863-7A58-BEDB26D84A8E}"/>
                </a:ext>
              </a:extLst>
            </p:cNvPr>
            <p:cNvSpPr/>
            <p:nvPr/>
          </p:nvSpPr>
          <p:spPr>
            <a:xfrm>
              <a:off x="2850625" y="1446500"/>
              <a:ext cx="16050" cy="61050"/>
            </a:xfrm>
            <a:custGeom>
              <a:avLst/>
              <a:gdLst/>
              <a:ahLst/>
              <a:cxnLst/>
              <a:rect l="l" t="t" r="r" b="b"/>
              <a:pathLst>
                <a:path w="642" h="2442" extrusionOk="0">
                  <a:moveTo>
                    <a:pt x="0" y="1"/>
                  </a:moveTo>
                  <a:lnTo>
                    <a:pt x="0" y="2442"/>
                  </a:lnTo>
                  <a:lnTo>
                    <a:pt x="641" y="2289"/>
                  </a:lnTo>
                  <a:lnTo>
                    <a:pt x="641" y="635"/>
                  </a:lnTo>
                  <a:cubicBezTo>
                    <a:pt x="641" y="281"/>
                    <a:pt x="360" y="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7" name="Google Shape;5621;p66">
              <a:extLst>
                <a:ext uri="{FF2B5EF4-FFF2-40B4-BE49-F238E27FC236}">
                  <a16:creationId xmlns:a16="http://schemas.microsoft.com/office/drawing/2014/main" id="{193BBBAA-A02B-14D9-6696-BF9D515521BE}"/>
                </a:ext>
              </a:extLst>
            </p:cNvPr>
            <p:cNvSpPr/>
            <p:nvPr/>
          </p:nvSpPr>
          <p:spPr>
            <a:xfrm>
              <a:off x="2548650" y="1446500"/>
              <a:ext cx="15900" cy="61050"/>
            </a:xfrm>
            <a:custGeom>
              <a:avLst/>
              <a:gdLst/>
              <a:ahLst/>
              <a:cxnLst/>
              <a:rect l="l" t="t" r="r" b="b"/>
              <a:pathLst>
                <a:path w="636" h="2442" extrusionOk="0">
                  <a:moveTo>
                    <a:pt x="636" y="1"/>
                  </a:moveTo>
                  <a:cubicBezTo>
                    <a:pt x="282" y="1"/>
                    <a:pt x="1" y="281"/>
                    <a:pt x="1" y="635"/>
                  </a:cubicBezTo>
                  <a:lnTo>
                    <a:pt x="1" y="2289"/>
                  </a:lnTo>
                  <a:lnTo>
                    <a:pt x="636" y="2442"/>
                  </a:lnTo>
                  <a:lnTo>
                    <a:pt x="63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8" name="Google Shape;5622;p66">
              <a:extLst>
                <a:ext uri="{FF2B5EF4-FFF2-40B4-BE49-F238E27FC236}">
                  <a16:creationId xmlns:a16="http://schemas.microsoft.com/office/drawing/2014/main" id="{F8971E9C-3B11-5DBF-846A-75765BD2CB40}"/>
                </a:ext>
              </a:extLst>
            </p:cNvPr>
            <p:cNvSpPr/>
            <p:nvPr/>
          </p:nvSpPr>
          <p:spPr>
            <a:xfrm>
              <a:off x="2644625" y="1301550"/>
              <a:ext cx="125925" cy="50825"/>
            </a:xfrm>
            <a:custGeom>
              <a:avLst/>
              <a:gdLst/>
              <a:ahLst/>
              <a:cxnLst/>
              <a:rect l="l" t="t" r="r" b="b"/>
              <a:pathLst>
                <a:path w="5037" h="2033" extrusionOk="0">
                  <a:moveTo>
                    <a:pt x="1" y="1"/>
                  </a:moveTo>
                  <a:cubicBezTo>
                    <a:pt x="1" y="1"/>
                    <a:pt x="1" y="2033"/>
                    <a:pt x="2521" y="2033"/>
                  </a:cubicBezTo>
                  <a:cubicBezTo>
                    <a:pt x="5036" y="2033"/>
                    <a:pt x="5036" y="1"/>
                    <a:pt x="50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9" name="Google Shape;5623;p66">
              <a:extLst>
                <a:ext uri="{FF2B5EF4-FFF2-40B4-BE49-F238E27FC236}">
                  <a16:creationId xmlns:a16="http://schemas.microsoft.com/office/drawing/2014/main" id="{44805275-849F-4CB0-766E-B592EBDFCAFC}"/>
                </a:ext>
              </a:extLst>
            </p:cNvPr>
            <p:cNvSpPr/>
            <p:nvPr/>
          </p:nvSpPr>
          <p:spPr>
            <a:xfrm>
              <a:off x="2641575" y="1301550"/>
              <a:ext cx="132175" cy="59075"/>
            </a:xfrm>
            <a:custGeom>
              <a:avLst/>
              <a:gdLst/>
              <a:ahLst/>
              <a:cxnLst/>
              <a:rect l="l" t="t" r="r" b="b"/>
              <a:pathLst>
                <a:path w="5287" h="2363" extrusionOk="0">
                  <a:moveTo>
                    <a:pt x="1" y="1"/>
                  </a:moveTo>
                  <a:cubicBezTo>
                    <a:pt x="1" y="1"/>
                    <a:pt x="153" y="2363"/>
                    <a:pt x="2643" y="2363"/>
                  </a:cubicBezTo>
                  <a:cubicBezTo>
                    <a:pt x="5134" y="2363"/>
                    <a:pt x="5286" y="1"/>
                    <a:pt x="5286" y="1"/>
                  </a:cubicBezTo>
                  <a:lnTo>
                    <a:pt x="5158" y="1"/>
                  </a:lnTo>
                  <a:cubicBezTo>
                    <a:pt x="4908" y="715"/>
                    <a:pt x="4273" y="1728"/>
                    <a:pt x="2643" y="1728"/>
                  </a:cubicBezTo>
                  <a:cubicBezTo>
                    <a:pt x="1014" y="1728"/>
                    <a:pt x="379" y="715"/>
                    <a:pt x="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0" name="Google Shape;5624;p66">
              <a:extLst>
                <a:ext uri="{FF2B5EF4-FFF2-40B4-BE49-F238E27FC236}">
                  <a16:creationId xmlns:a16="http://schemas.microsoft.com/office/drawing/2014/main" id="{9456AD61-D0F5-6A29-F49E-D8836461BD09}"/>
                </a:ext>
              </a:extLst>
            </p:cNvPr>
            <p:cNvSpPr/>
            <p:nvPr/>
          </p:nvSpPr>
          <p:spPr>
            <a:xfrm>
              <a:off x="2685375" y="1440100"/>
              <a:ext cx="72825" cy="71425"/>
            </a:xfrm>
            <a:custGeom>
              <a:avLst/>
              <a:gdLst/>
              <a:ahLst/>
              <a:cxnLst/>
              <a:rect l="l" t="t" r="r" b="b"/>
              <a:pathLst>
                <a:path w="2913" h="2857" extrusionOk="0">
                  <a:moveTo>
                    <a:pt x="0" y="0"/>
                  </a:moveTo>
                  <a:lnTo>
                    <a:pt x="1374" y="2368"/>
                  </a:lnTo>
                  <a:cubicBezTo>
                    <a:pt x="1245" y="2442"/>
                    <a:pt x="1270" y="2619"/>
                    <a:pt x="1398" y="2649"/>
                  </a:cubicBezTo>
                  <a:lnTo>
                    <a:pt x="2393" y="2851"/>
                  </a:lnTo>
                  <a:cubicBezTo>
                    <a:pt x="2406" y="2855"/>
                    <a:pt x="2418" y="2857"/>
                    <a:pt x="2430" y="2857"/>
                  </a:cubicBezTo>
                  <a:cubicBezTo>
                    <a:pt x="2484" y="2857"/>
                    <a:pt x="2525" y="2812"/>
                    <a:pt x="2545" y="2747"/>
                  </a:cubicBezTo>
                  <a:lnTo>
                    <a:pt x="2875" y="1807"/>
                  </a:lnTo>
                  <a:cubicBezTo>
                    <a:pt x="2912" y="1709"/>
                    <a:pt x="2832" y="1629"/>
                    <a:pt x="2749" y="1629"/>
                  </a:cubicBezTo>
                  <a:cubicBezTo>
                    <a:pt x="2723" y="1629"/>
                    <a:pt x="2697" y="1637"/>
                    <a:pt x="2674" y="1654"/>
                  </a:cubicBezTo>
                  <a:lnTo>
                    <a:pt x="1783" y="80"/>
                  </a:lnTo>
                  <a:cubicBezTo>
                    <a:pt x="1758" y="55"/>
                    <a:pt x="1703" y="25"/>
                    <a:pt x="1654" y="25"/>
                  </a:cubicBez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1" name="Google Shape;5625;p66">
              <a:extLst>
                <a:ext uri="{FF2B5EF4-FFF2-40B4-BE49-F238E27FC236}">
                  <a16:creationId xmlns:a16="http://schemas.microsoft.com/office/drawing/2014/main" id="{4A54176F-285E-8E42-10F3-997501DAEC95}"/>
                </a:ext>
              </a:extLst>
            </p:cNvPr>
            <p:cNvSpPr/>
            <p:nvPr/>
          </p:nvSpPr>
          <p:spPr>
            <a:xfrm>
              <a:off x="2721675" y="1581650"/>
              <a:ext cx="92800" cy="44225"/>
            </a:xfrm>
            <a:custGeom>
              <a:avLst/>
              <a:gdLst/>
              <a:ahLst/>
              <a:cxnLst/>
              <a:rect l="l" t="t" r="r" b="b"/>
              <a:pathLst>
                <a:path w="3712" h="1769" extrusionOk="0">
                  <a:moveTo>
                    <a:pt x="820" y="0"/>
                  </a:moveTo>
                  <a:cubicBezTo>
                    <a:pt x="783" y="0"/>
                    <a:pt x="743" y="13"/>
                    <a:pt x="709" y="39"/>
                  </a:cubicBezTo>
                  <a:lnTo>
                    <a:pt x="50" y="802"/>
                  </a:lnTo>
                  <a:cubicBezTo>
                    <a:pt x="1" y="851"/>
                    <a:pt x="1" y="924"/>
                    <a:pt x="50" y="979"/>
                  </a:cubicBezTo>
                  <a:lnTo>
                    <a:pt x="709" y="1717"/>
                  </a:lnTo>
                  <a:cubicBezTo>
                    <a:pt x="747" y="1753"/>
                    <a:pt x="791" y="1769"/>
                    <a:pt x="832" y="1769"/>
                  </a:cubicBezTo>
                  <a:cubicBezTo>
                    <a:pt x="903" y="1769"/>
                    <a:pt x="965" y="1719"/>
                    <a:pt x="965" y="1638"/>
                  </a:cubicBezTo>
                  <a:lnTo>
                    <a:pt x="2772" y="1638"/>
                  </a:lnTo>
                  <a:cubicBezTo>
                    <a:pt x="2821" y="1638"/>
                    <a:pt x="2870" y="1613"/>
                    <a:pt x="2900" y="1565"/>
                  </a:cubicBezTo>
                  <a:lnTo>
                    <a:pt x="3712" y="136"/>
                  </a:lnTo>
                  <a:lnTo>
                    <a:pt x="965" y="136"/>
                  </a:lnTo>
                  <a:cubicBezTo>
                    <a:pt x="965" y="51"/>
                    <a:pt x="897" y="0"/>
                    <a:pt x="82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72" name="Google Shape;5668;p66">
            <a:extLst>
              <a:ext uri="{FF2B5EF4-FFF2-40B4-BE49-F238E27FC236}">
                <a16:creationId xmlns:a16="http://schemas.microsoft.com/office/drawing/2014/main" id="{1ECBF1F5-EF17-A006-BD4C-7BA6C64FC56D}"/>
              </a:ext>
            </a:extLst>
          </p:cNvPr>
          <p:cNvGrpSpPr/>
          <p:nvPr/>
        </p:nvGrpSpPr>
        <p:grpSpPr>
          <a:xfrm>
            <a:off x="4719497" y="5241709"/>
            <a:ext cx="312200" cy="436775"/>
            <a:chOff x="4811300" y="5193700"/>
            <a:chExt cx="312200" cy="436775"/>
          </a:xfrm>
        </p:grpSpPr>
        <p:sp>
          <p:nvSpPr>
            <p:cNvPr id="4673" name="Google Shape;5669;p66">
              <a:extLst>
                <a:ext uri="{FF2B5EF4-FFF2-40B4-BE49-F238E27FC236}">
                  <a16:creationId xmlns:a16="http://schemas.microsoft.com/office/drawing/2014/main" id="{810F74FB-B387-A283-B726-8A0F06116AC6}"/>
                </a:ext>
              </a:extLst>
            </p:cNvPr>
            <p:cNvSpPr/>
            <p:nvPr/>
          </p:nvSpPr>
          <p:spPr>
            <a:xfrm>
              <a:off x="4812075" y="5331975"/>
              <a:ext cx="311425" cy="290875"/>
            </a:xfrm>
            <a:custGeom>
              <a:avLst/>
              <a:gdLst/>
              <a:ahLst/>
              <a:cxnLst/>
              <a:rect l="l" t="t" r="r" b="b"/>
              <a:pathLst>
                <a:path w="12457" h="11635" extrusionOk="0">
                  <a:moveTo>
                    <a:pt x="8590" y="1"/>
                  </a:moveTo>
                  <a:cubicBezTo>
                    <a:pt x="7096" y="1"/>
                    <a:pt x="1166" y="2046"/>
                    <a:pt x="1166" y="2046"/>
                  </a:cubicBezTo>
                  <a:cubicBezTo>
                    <a:pt x="482" y="2986"/>
                    <a:pt x="49" y="4158"/>
                    <a:pt x="0" y="5403"/>
                  </a:cubicBezTo>
                  <a:cubicBezTo>
                    <a:pt x="0" y="5403"/>
                    <a:pt x="0" y="11634"/>
                    <a:pt x="6225" y="11634"/>
                  </a:cubicBezTo>
                  <a:cubicBezTo>
                    <a:pt x="12457" y="11634"/>
                    <a:pt x="12457" y="5403"/>
                    <a:pt x="12457" y="5403"/>
                  </a:cubicBezTo>
                  <a:cubicBezTo>
                    <a:pt x="12329" y="3010"/>
                    <a:pt x="10882" y="1002"/>
                    <a:pt x="8850" y="38"/>
                  </a:cubicBezTo>
                  <a:cubicBezTo>
                    <a:pt x="8792" y="13"/>
                    <a:pt x="8704" y="1"/>
                    <a:pt x="859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4" name="Google Shape;5670;p66">
              <a:extLst>
                <a:ext uri="{FF2B5EF4-FFF2-40B4-BE49-F238E27FC236}">
                  <a16:creationId xmlns:a16="http://schemas.microsoft.com/office/drawing/2014/main" id="{EA8D877E-D20F-22E3-6382-27B58FAA6F73}"/>
                </a:ext>
              </a:extLst>
            </p:cNvPr>
            <p:cNvSpPr/>
            <p:nvPr/>
          </p:nvSpPr>
          <p:spPr>
            <a:xfrm>
              <a:off x="4881950" y="5193700"/>
              <a:ext cx="85150" cy="67900"/>
            </a:xfrm>
            <a:custGeom>
              <a:avLst/>
              <a:gdLst/>
              <a:ahLst/>
              <a:cxnLst/>
              <a:rect l="l" t="t" r="r" b="b"/>
              <a:pathLst>
                <a:path w="3406" h="2716" extrusionOk="0">
                  <a:moveTo>
                    <a:pt x="482" y="0"/>
                  </a:moveTo>
                  <a:cubicBezTo>
                    <a:pt x="206" y="0"/>
                    <a:pt x="25" y="21"/>
                    <a:pt x="25" y="21"/>
                  </a:cubicBezTo>
                  <a:cubicBezTo>
                    <a:pt x="25" y="21"/>
                    <a:pt x="0" y="52"/>
                    <a:pt x="0" y="125"/>
                  </a:cubicBezTo>
                  <a:cubicBezTo>
                    <a:pt x="0" y="125"/>
                    <a:pt x="0" y="1803"/>
                    <a:pt x="1044" y="2438"/>
                  </a:cubicBezTo>
                  <a:cubicBezTo>
                    <a:pt x="1374" y="2647"/>
                    <a:pt x="1755" y="2716"/>
                    <a:pt x="2114" y="2716"/>
                  </a:cubicBezTo>
                  <a:cubicBezTo>
                    <a:pt x="2802" y="2716"/>
                    <a:pt x="3406" y="2462"/>
                    <a:pt x="3406" y="2462"/>
                  </a:cubicBezTo>
                  <a:cubicBezTo>
                    <a:pt x="3382" y="1931"/>
                    <a:pt x="3229" y="1169"/>
                    <a:pt x="2698" y="662"/>
                  </a:cubicBezTo>
                  <a:cubicBezTo>
                    <a:pt x="2058" y="92"/>
                    <a:pt x="1061" y="0"/>
                    <a:pt x="48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5" name="Google Shape;5671;p66">
              <a:extLst>
                <a:ext uri="{FF2B5EF4-FFF2-40B4-BE49-F238E27FC236}">
                  <a16:creationId xmlns:a16="http://schemas.microsoft.com/office/drawing/2014/main" id="{0203A891-A8F9-BBC2-742E-D1ECBE8B5A30}"/>
                </a:ext>
              </a:extLst>
            </p:cNvPr>
            <p:cNvSpPr/>
            <p:nvPr/>
          </p:nvSpPr>
          <p:spPr>
            <a:xfrm>
              <a:off x="4967700" y="5193700"/>
              <a:ext cx="85925" cy="67900"/>
            </a:xfrm>
            <a:custGeom>
              <a:avLst/>
              <a:gdLst/>
              <a:ahLst/>
              <a:cxnLst/>
              <a:rect l="l" t="t" r="r" b="b"/>
              <a:pathLst>
                <a:path w="3437" h="2716" extrusionOk="0">
                  <a:moveTo>
                    <a:pt x="2948" y="0"/>
                  </a:moveTo>
                  <a:cubicBezTo>
                    <a:pt x="2363" y="0"/>
                    <a:pt x="1358" y="92"/>
                    <a:pt x="739" y="662"/>
                  </a:cubicBezTo>
                  <a:cubicBezTo>
                    <a:pt x="184" y="1169"/>
                    <a:pt x="31" y="1931"/>
                    <a:pt x="0" y="2462"/>
                  </a:cubicBezTo>
                  <a:cubicBezTo>
                    <a:pt x="0" y="2462"/>
                    <a:pt x="607" y="2716"/>
                    <a:pt x="1304" y="2716"/>
                  </a:cubicBezTo>
                  <a:cubicBezTo>
                    <a:pt x="1667" y="2716"/>
                    <a:pt x="2054" y="2647"/>
                    <a:pt x="2393" y="2438"/>
                  </a:cubicBezTo>
                  <a:cubicBezTo>
                    <a:pt x="3437" y="1803"/>
                    <a:pt x="3412" y="125"/>
                    <a:pt x="3412" y="125"/>
                  </a:cubicBezTo>
                  <a:lnTo>
                    <a:pt x="3412" y="21"/>
                  </a:lnTo>
                  <a:cubicBezTo>
                    <a:pt x="3412" y="21"/>
                    <a:pt x="3228" y="0"/>
                    <a:pt x="29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6" name="Google Shape;5672;p66">
              <a:extLst>
                <a:ext uri="{FF2B5EF4-FFF2-40B4-BE49-F238E27FC236}">
                  <a16:creationId xmlns:a16="http://schemas.microsoft.com/office/drawing/2014/main" id="{5A692025-8F50-316C-0046-C550D604DF02}"/>
                </a:ext>
              </a:extLst>
            </p:cNvPr>
            <p:cNvSpPr/>
            <p:nvPr/>
          </p:nvSpPr>
          <p:spPr>
            <a:xfrm>
              <a:off x="4879975" y="5196800"/>
              <a:ext cx="174875" cy="143775"/>
            </a:xfrm>
            <a:custGeom>
              <a:avLst/>
              <a:gdLst/>
              <a:ahLst/>
              <a:cxnLst/>
              <a:rect l="l" t="t" r="r" b="b"/>
              <a:pathLst>
                <a:path w="6995" h="5751" extrusionOk="0">
                  <a:moveTo>
                    <a:pt x="79" y="1"/>
                  </a:moveTo>
                  <a:lnTo>
                    <a:pt x="79" y="1"/>
                  </a:lnTo>
                  <a:cubicBezTo>
                    <a:pt x="55" y="355"/>
                    <a:pt x="0" y="1606"/>
                    <a:pt x="818" y="2314"/>
                  </a:cubicBezTo>
                  <a:cubicBezTo>
                    <a:pt x="1429" y="2888"/>
                    <a:pt x="2404" y="2985"/>
                    <a:pt x="2989" y="2985"/>
                  </a:cubicBezTo>
                  <a:cubicBezTo>
                    <a:pt x="3082" y="2985"/>
                    <a:pt x="3165" y="2983"/>
                    <a:pt x="3235" y="2979"/>
                  </a:cubicBezTo>
                  <a:lnTo>
                    <a:pt x="3235" y="5494"/>
                  </a:lnTo>
                  <a:cubicBezTo>
                    <a:pt x="3235" y="5646"/>
                    <a:pt x="3357" y="5750"/>
                    <a:pt x="3509" y="5750"/>
                  </a:cubicBezTo>
                  <a:cubicBezTo>
                    <a:pt x="3638" y="5750"/>
                    <a:pt x="3766" y="5646"/>
                    <a:pt x="3766" y="5494"/>
                  </a:cubicBezTo>
                  <a:lnTo>
                    <a:pt x="3766" y="2979"/>
                  </a:lnTo>
                  <a:cubicBezTo>
                    <a:pt x="3835" y="2983"/>
                    <a:pt x="3917" y="2985"/>
                    <a:pt x="4009" y="2985"/>
                  </a:cubicBezTo>
                  <a:cubicBezTo>
                    <a:pt x="4591" y="2985"/>
                    <a:pt x="5570" y="2888"/>
                    <a:pt x="6207" y="2314"/>
                  </a:cubicBezTo>
                  <a:cubicBezTo>
                    <a:pt x="6994" y="1606"/>
                    <a:pt x="6946" y="355"/>
                    <a:pt x="6921" y="1"/>
                  </a:cubicBezTo>
                  <a:lnTo>
                    <a:pt x="6921" y="1"/>
                  </a:lnTo>
                  <a:cubicBezTo>
                    <a:pt x="6866" y="507"/>
                    <a:pt x="6714" y="1221"/>
                    <a:pt x="6207" y="1679"/>
                  </a:cubicBezTo>
                  <a:cubicBezTo>
                    <a:pt x="5577" y="2243"/>
                    <a:pt x="4581" y="2337"/>
                    <a:pt x="3991" y="2337"/>
                  </a:cubicBezTo>
                  <a:cubicBezTo>
                    <a:pt x="3701" y="2337"/>
                    <a:pt x="3509" y="2314"/>
                    <a:pt x="3509" y="2314"/>
                  </a:cubicBezTo>
                  <a:cubicBezTo>
                    <a:pt x="3501" y="2314"/>
                    <a:pt x="3305" y="2337"/>
                    <a:pt x="3013" y="2337"/>
                  </a:cubicBezTo>
                  <a:cubicBezTo>
                    <a:pt x="2420" y="2337"/>
                    <a:pt x="1431" y="2243"/>
                    <a:pt x="818" y="1679"/>
                  </a:cubicBezTo>
                  <a:cubicBezTo>
                    <a:pt x="281" y="1221"/>
                    <a:pt x="128" y="507"/>
                    <a:pt x="7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7" name="Google Shape;5673;p66">
              <a:extLst>
                <a:ext uri="{FF2B5EF4-FFF2-40B4-BE49-F238E27FC236}">
                  <a16:creationId xmlns:a16="http://schemas.microsoft.com/office/drawing/2014/main" id="{819B1D32-D6DF-D5A2-F256-1693A25E1AF8}"/>
                </a:ext>
              </a:extLst>
            </p:cNvPr>
            <p:cNvSpPr/>
            <p:nvPr/>
          </p:nvSpPr>
          <p:spPr>
            <a:xfrm>
              <a:off x="4841200" y="5318875"/>
              <a:ext cx="200375" cy="193125"/>
            </a:xfrm>
            <a:custGeom>
              <a:avLst/>
              <a:gdLst/>
              <a:ahLst/>
              <a:cxnLst/>
              <a:rect l="l" t="t" r="r" b="b"/>
              <a:pathLst>
                <a:path w="8015" h="7725" extrusionOk="0">
                  <a:moveTo>
                    <a:pt x="5060" y="0"/>
                  </a:moveTo>
                  <a:cubicBezTo>
                    <a:pt x="2979" y="0"/>
                    <a:pt x="1148" y="1020"/>
                    <a:pt x="1" y="2570"/>
                  </a:cubicBezTo>
                  <a:cubicBezTo>
                    <a:pt x="233" y="3077"/>
                    <a:pt x="538" y="3589"/>
                    <a:pt x="941" y="4016"/>
                  </a:cubicBezTo>
                  <a:cubicBezTo>
                    <a:pt x="1832" y="4907"/>
                    <a:pt x="1606" y="6915"/>
                    <a:pt x="1887" y="7349"/>
                  </a:cubicBezTo>
                  <a:cubicBezTo>
                    <a:pt x="2055" y="7607"/>
                    <a:pt x="2292" y="7725"/>
                    <a:pt x="2536" y="7725"/>
                  </a:cubicBezTo>
                  <a:cubicBezTo>
                    <a:pt x="2989" y="7725"/>
                    <a:pt x="3466" y="7316"/>
                    <a:pt x="3565" y="6641"/>
                  </a:cubicBezTo>
                  <a:cubicBezTo>
                    <a:pt x="3742" y="5597"/>
                    <a:pt x="4529" y="5188"/>
                    <a:pt x="5268" y="4224"/>
                  </a:cubicBezTo>
                  <a:cubicBezTo>
                    <a:pt x="5976" y="3253"/>
                    <a:pt x="4554" y="2723"/>
                    <a:pt x="5060" y="2442"/>
                  </a:cubicBezTo>
                  <a:cubicBezTo>
                    <a:pt x="5105" y="2417"/>
                    <a:pt x="5160" y="2406"/>
                    <a:pt x="5222" y="2406"/>
                  </a:cubicBezTo>
                  <a:cubicBezTo>
                    <a:pt x="5749" y="2406"/>
                    <a:pt x="6845" y="3186"/>
                    <a:pt x="7396" y="3186"/>
                  </a:cubicBezTo>
                  <a:cubicBezTo>
                    <a:pt x="7529" y="3186"/>
                    <a:pt x="7631" y="3140"/>
                    <a:pt x="7685" y="3028"/>
                  </a:cubicBezTo>
                  <a:cubicBezTo>
                    <a:pt x="8014" y="2240"/>
                    <a:pt x="5549" y="1630"/>
                    <a:pt x="5573" y="1197"/>
                  </a:cubicBezTo>
                  <a:cubicBezTo>
                    <a:pt x="5598" y="739"/>
                    <a:pt x="7630" y="562"/>
                    <a:pt x="7685" y="562"/>
                  </a:cubicBezTo>
                  <a:cubicBezTo>
                    <a:pt x="6867" y="202"/>
                    <a:pt x="5976" y="0"/>
                    <a:pt x="506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8" name="Google Shape;5674;p66">
              <a:extLst>
                <a:ext uri="{FF2B5EF4-FFF2-40B4-BE49-F238E27FC236}">
                  <a16:creationId xmlns:a16="http://schemas.microsoft.com/office/drawing/2014/main" id="{59E3415C-E177-80CF-AB99-866F39D81F08}"/>
                </a:ext>
              </a:extLst>
            </p:cNvPr>
            <p:cNvSpPr/>
            <p:nvPr/>
          </p:nvSpPr>
          <p:spPr>
            <a:xfrm>
              <a:off x="4811300" y="5467025"/>
              <a:ext cx="50375" cy="115075"/>
            </a:xfrm>
            <a:custGeom>
              <a:avLst/>
              <a:gdLst/>
              <a:ahLst/>
              <a:cxnLst/>
              <a:rect l="l" t="t" r="r" b="b"/>
              <a:pathLst>
                <a:path w="2015" h="4603" extrusionOk="0">
                  <a:moveTo>
                    <a:pt x="31" y="1"/>
                  </a:moveTo>
                  <a:cubicBezTo>
                    <a:pt x="1" y="104"/>
                    <a:pt x="1" y="202"/>
                    <a:pt x="1" y="306"/>
                  </a:cubicBezTo>
                  <a:cubicBezTo>
                    <a:pt x="1" y="1984"/>
                    <a:pt x="666" y="3486"/>
                    <a:pt x="1734" y="4603"/>
                  </a:cubicBezTo>
                  <a:lnTo>
                    <a:pt x="2015" y="4578"/>
                  </a:lnTo>
                  <a:lnTo>
                    <a:pt x="2015" y="4249"/>
                  </a:lnTo>
                  <a:cubicBezTo>
                    <a:pt x="843" y="3181"/>
                    <a:pt x="104" y="1679"/>
                    <a:pt x="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9" name="Google Shape;5675;p66">
              <a:extLst>
                <a:ext uri="{FF2B5EF4-FFF2-40B4-BE49-F238E27FC236}">
                  <a16:creationId xmlns:a16="http://schemas.microsoft.com/office/drawing/2014/main" id="{A16BA4FB-78F7-1BE7-2F7A-FE8AD86644F4}"/>
                </a:ext>
              </a:extLst>
            </p:cNvPr>
            <p:cNvSpPr/>
            <p:nvPr/>
          </p:nvSpPr>
          <p:spPr>
            <a:xfrm>
              <a:off x="5118450" y="5467025"/>
              <a:ext cx="5050" cy="34350"/>
            </a:xfrm>
            <a:custGeom>
              <a:avLst/>
              <a:gdLst/>
              <a:ahLst/>
              <a:cxnLst/>
              <a:rect l="l" t="t" r="r" b="b"/>
              <a:pathLst>
                <a:path w="202" h="1374" extrusionOk="0">
                  <a:moveTo>
                    <a:pt x="202" y="1"/>
                  </a:moveTo>
                  <a:cubicBezTo>
                    <a:pt x="177" y="410"/>
                    <a:pt x="104" y="812"/>
                    <a:pt x="0" y="1221"/>
                  </a:cubicBezTo>
                  <a:lnTo>
                    <a:pt x="49" y="1374"/>
                  </a:lnTo>
                  <a:lnTo>
                    <a:pt x="129" y="1350"/>
                  </a:lnTo>
                  <a:cubicBezTo>
                    <a:pt x="177" y="1020"/>
                    <a:pt x="202" y="660"/>
                    <a:pt x="202" y="306"/>
                  </a:cubicBezTo>
                  <a:lnTo>
                    <a:pt x="2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0" name="Google Shape;5676;p66">
              <a:extLst>
                <a:ext uri="{FF2B5EF4-FFF2-40B4-BE49-F238E27FC236}">
                  <a16:creationId xmlns:a16="http://schemas.microsoft.com/office/drawing/2014/main" id="{8E075D4A-6065-715C-583A-7326EA08F421}"/>
                </a:ext>
              </a:extLst>
            </p:cNvPr>
            <p:cNvSpPr/>
            <p:nvPr/>
          </p:nvSpPr>
          <p:spPr>
            <a:xfrm>
              <a:off x="4935950" y="5608175"/>
              <a:ext cx="93575" cy="22300"/>
            </a:xfrm>
            <a:custGeom>
              <a:avLst/>
              <a:gdLst/>
              <a:ahLst/>
              <a:cxnLst/>
              <a:rect l="l" t="t" r="r" b="b"/>
              <a:pathLst>
                <a:path w="3743" h="892" extrusionOk="0">
                  <a:moveTo>
                    <a:pt x="3053" y="0"/>
                  </a:moveTo>
                  <a:cubicBezTo>
                    <a:pt x="2467" y="177"/>
                    <a:pt x="1881" y="257"/>
                    <a:pt x="1270" y="257"/>
                  </a:cubicBezTo>
                  <a:cubicBezTo>
                    <a:pt x="965" y="257"/>
                    <a:pt x="660" y="257"/>
                    <a:pt x="355" y="202"/>
                  </a:cubicBezTo>
                  <a:lnTo>
                    <a:pt x="1" y="507"/>
                  </a:lnTo>
                  <a:lnTo>
                    <a:pt x="385" y="836"/>
                  </a:lnTo>
                  <a:cubicBezTo>
                    <a:pt x="691" y="891"/>
                    <a:pt x="965" y="891"/>
                    <a:pt x="1270" y="891"/>
                  </a:cubicBezTo>
                  <a:cubicBezTo>
                    <a:pt x="2137" y="891"/>
                    <a:pt x="2979" y="714"/>
                    <a:pt x="3712" y="409"/>
                  </a:cubicBezTo>
                  <a:lnTo>
                    <a:pt x="3742" y="49"/>
                  </a:lnTo>
                  <a:lnTo>
                    <a:pt x="30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1" name="Google Shape;5677;p66">
              <a:extLst>
                <a:ext uri="{FF2B5EF4-FFF2-40B4-BE49-F238E27FC236}">
                  <a16:creationId xmlns:a16="http://schemas.microsoft.com/office/drawing/2014/main" id="{0384789C-82F3-F0A5-7E45-8056E8198EA5}"/>
                </a:ext>
              </a:extLst>
            </p:cNvPr>
            <p:cNvSpPr/>
            <p:nvPr/>
          </p:nvSpPr>
          <p:spPr>
            <a:xfrm>
              <a:off x="4861650" y="5549225"/>
              <a:ext cx="83175" cy="69350"/>
            </a:xfrm>
            <a:custGeom>
              <a:avLst/>
              <a:gdLst/>
              <a:ahLst/>
              <a:cxnLst/>
              <a:rect l="l" t="t" r="r" b="b"/>
              <a:pathLst>
                <a:path w="3327" h="2774" extrusionOk="0">
                  <a:moveTo>
                    <a:pt x="1809" y="1"/>
                  </a:moveTo>
                  <a:cubicBezTo>
                    <a:pt x="1365" y="1"/>
                    <a:pt x="882" y="445"/>
                    <a:pt x="275" y="753"/>
                  </a:cubicBezTo>
                  <a:cubicBezTo>
                    <a:pt x="178" y="808"/>
                    <a:pt x="74" y="881"/>
                    <a:pt x="1" y="961"/>
                  </a:cubicBezTo>
                  <a:cubicBezTo>
                    <a:pt x="1" y="961"/>
                    <a:pt x="178" y="1516"/>
                    <a:pt x="275" y="1595"/>
                  </a:cubicBezTo>
                  <a:cubicBezTo>
                    <a:pt x="941" y="2126"/>
                    <a:pt x="1703" y="2511"/>
                    <a:pt x="2540" y="2767"/>
                  </a:cubicBezTo>
                  <a:cubicBezTo>
                    <a:pt x="2562" y="2771"/>
                    <a:pt x="2586" y="2773"/>
                    <a:pt x="2612" y="2773"/>
                  </a:cubicBezTo>
                  <a:cubicBezTo>
                    <a:pt x="2884" y="2773"/>
                    <a:pt x="3327" y="2560"/>
                    <a:pt x="3327" y="2560"/>
                  </a:cubicBezTo>
                  <a:cubicBezTo>
                    <a:pt x="3205" y="2254"/>
                    <a:pt x="2900" y="1974"/>
                    <a:pt x="2643" y="1797"/>
                  </a:cubicBezTo>
                  <a:cubicBezTo>
                    <a:pt x="2033" y="1363"/>
                    <a:pt x="2796" y="576"/>
                    <a:pt x="2210" y="143"/>
                  </a:cubicBezTo>
                  <a:cubicBezTo>
                    <a:pt x="2078" y="42"/>
                    <a:pt x="1945" y="1"/>
                    <a:pt x="180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2" name="Google Shape;5678;p66">
              <a:extLst>
                <a:ext uri="{FF2B5EF4-FFF2-40B4-BE49-F238E27FC236}">
                  <a16:creationId xmlns:a16="http://schemas.microsoft.com/office/drawing/2014/main" id="{A40B1D37-C964-6FCD-2F5F-9C79B1650EF3}"/>
                </a:ext>
              </a:extLst>
            </p:cNvPr>
            <p:cNvSpPr/>
            <p:nvPr/>
          </p:nvSpPr>
          <p:spPr>
            <a:xfrm>
              <a:off x="4982800" y="5484850"/>
              <a:ext cx="135675" cy="124325"/>
            </a:xfrm>
            <a:custGeom>
              <a:avLst/>
              <a:gdLst/>
              <a:ahLst/>
              <a:cxnLst/>
              <a:rect l="l" t="t" r="r" b="b"/>
              <a:pathLst>
                <a:path w="5427" h="4973" extrusionOk="0">
                  <a:moveTo>
                    <a:pt x="4277" y="0"/>
                  </a:moveTo>
                  <a:cubicBezTo>
                    <a:pt x="4181" y="0"/>
                    <a:pt x="4080" y="8"/>
                    <a:pt x="3974" y="26"/>
                  </a:cubicBezTo>
                  <a:cubicBezTo>
                    <a:pt x="3052" y="200"/>
                    <a:pt x="2399" y="869"/>
                    <a:pt x="1876" y="869"/>
                  </a:cubicBezTo>
                  <a:cubicBezTo>
                    <a:pt x="1793" y="869"/>
                    <a:pt x="1713" y="852"/>
                    <a:pt x="1636" y="814"/>
                  </a:cubicBezTo>
                  <a:cubicBezTo>
                    <a:pt x="1447" y="731"/>
                    <a:pt x="1207" y="677"/>
                    <a:pt x="971" y="677"/>
                  </a:cubicBezTo>
                  <a:cubicBezTo>
                    <a:pt x="477" y="677"/>
                    <a:pt x="0" y="911"/>
                    <a:pt x="37" y="1601"/>
                  </a:cubicBezTo>
                  <a:cubicBezTo>
                    <a:pt x="110" y="2596"/>
                    <a:pt x="1636" y="2822"/>
                    <a:pt x="1130" y="3584"/>
                  </a:cubicBezTo>
                  <a:cubicBezTo>
                    <a:pt x="825" y="4042"/>
                    <a:pt x="898" y="4579"/>
                    <a:pt x="1179" y="4933"/>
                  </a:cubicBezTo>
                  <a:cubicBezTo>
                    <a:pt x="1179" y="4933"/>
                    <a:pt x="1451" y="4973"/>
                    <a:pt x="1726" y="4973"/>
                  </a:cubicBezTo>
                  <a:cubicBezTo>
                    <a:pt x="1896" y="4973"/>
                    <a:pt x="2066" y="4958"/>
                    <a:pt x="2173" y="4909"/>
                  </a:cubicBezTo>
                  <a:cubicBezTo>
                    <a:pt x="3595" y="4219"/>
                    <a:pt x="4712" y="2773"/>
                    <a:pt x="5323" y="1296"/>
                  </a:cubicBezTo>
                  <a:cubicBezTo>
                    <a:pt x="5426" y="1039"/>
                    <a:pt x="5426" y="508"/>
                    <a:pt x="5426" y="508"/>
                  </a:cubicBezTo>
                  <a:cubicBezTo>
                    <a:pt x="5274" y="309"/>
                    <a:pt x="4873" y="0"/>
                    <a:pt x="427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3" name="Google Shape;5679;p66">
              <a:extLst>
                <a:ext uri="{FF2B5EF4-FFF2-40B4-BE49-F238E27FC236}">
                  <a16:creationId xmlns:a16="http://schemas.microsoft.com/office/drawing/2014/main" id="{BB82AC87-55FC-559B-FA9C-251B5697B786}"/>
                </a:ext>
              </a:extLst>
            </p:cNvPr>
            <p:cNvSpPr/>
            <p:nvPr/>
          </p:nvSpPr>
          <p:spPr>
            <a:xfrm>
              <a:off x="4854625" y="5573225"/>
              <a:ext cx="93425" cy="55875"/>
            </a:xfrm>
            <a:custGeom>
              <a:avLst/>
              <a:gdLst/>
              <a:ahLst/>
              <a:cxnLst/>
              <a:rect l="l" t="t" r="r" b="b"/>
              <a:pathLst>
                <a:path w="3737" h="2235" extrusionOk="0">
                  <a:moveTo>
                    <a:pt x="282" y="1"/>
                  </a:moveTo>
                  <a:cubicBezTo>
                    <a:pt x="178" y="98"/>
                    <a:pt x="74" y="226"/>
                    <a:pt x="1" y="355"/>
                  </a:cubicBezTo>
                  <a:cubicBezTo>
                    <a:pt x="941" y="1349"/>
                    <a:pt x="2210" y="2033"/>
                    <a:pt x="3638" y="2234"/>
                  </a:cubicBezTo>
                  <a:cubicBezTo>
                    <a:pt x="3736" y="2033"/>
                    <a:pt x="3712" y="1807"/>
                    <a:pt x="3608" y="1600"/>
                  </a:cubicBezTo>
                  <a:cubicBezTo>
                    <a:pt x="2338" y="1423"/>
                    <a:pt x="1197" y="837"/>
                    <a:pt x="28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4" name="Google Shape;5680;p66">
              <a:extLst>
                <a:ext uri="{FF2B5EF4-FFF2-40B4-BE49-F238E27FC236}">
                  <a16:creationId xmlns:a16="http://schemas.microsoft.com/office/drawing/2014/main" id="{C6BFE27C-469D-D94E-7934-41E8B0FFB1BC}"/>
                </a:ext>
              </a:extLst>
            </p:cNvPr>
            <p:cNvSpPr/>
            <p:nvPr/>
          </p:nvSpPr>
          <p:spPr>
            <a:xfrm>
              <a:off x="5012250" y="5497550"/>
              <a:ext cx="109425" cy="120875"/>
            </a:xfrm>
            <a:custGeom>
              <a:avLst/>
              <a:gdLst/>
              <a:ahLst/>
              <a:cxnLst/>
              <a:rect l="l" t="t" r="r" b="b"/>
              <a:pathLst>
                <a:path w="4377" h="4835" extrusionOk="0">
                  <a:moveTo>
                    <a:pt x="4248" y="0"/>
                  </a:moveTo>
                  <a:cubicBezTo>
                    <a:pt x="3711" y="2112"/>
                    <a:pt x="2088" y="3815"/>
                    <a:pt x="1" y="4425"/>
                  </a:cubicBezTo>
                  <a:cubicBezTo>
                    <a:pt x="153" y="4651"/>
                    <a:pt x="409" y="4804"/>
                    <a:pt x="660" y="4834"/>
                  </a:cubicBezTo>
                  <a:cubicBezTo>
                    <a:pt x="2594" y="3992"/>
                    <a:pt x="4017" y="2240"/>
                    <a:pt x="4377" y="129"/>
                  </a:cubicBezTo>
                  <a:cubicBezTo>
                    <a:pt x="4352" y="129"/>
                    <a:pt x="4322" y="74"/>
                    <a:pt x="424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935"/>
        <p:cNvGrpSpPr/>
        <p:nvPr/>
      </p:nvGrpSpPr>
      <p:grpSpPr>
        <a:xfrm>
          <a:off x="0" y="0"/>
          <a:ext cx="0" cy="0"/>
          <a:chOff x="0" y="0"/>
          <a:chExt cx="0" cy="0"/>
        </a:xfrm>
      </p:grpSpPr>
      <p:grpSp>
        <p:nvGrpSpPr>
          <p:cNvPr id="4937" name="Google Shape;4937;p66"/>
          <p:cNvGrpSpPr/>
          <p:nvPr/>
        </p:nvGrpSpPr>
        <p:grpSpPr>
          <a:xfrm>
            <a:off x="979516" y="1663086"/>
            <a:ext cx="436875" cy="208450"/>
            <a:chOff x="1029850" y="2384275"/>
            <a:chExt cx="436875" cy="208450"/>
          </a:xfrm>
        </p:grpSpPr>
        <p:sp>
          <p:nvSpPr>
            <p:cNvPr id="4938" name="Google Shape;4938;p66"/>
            <p:cNvSpPr/>
            <p:nvPr/>
          </p:nvSpPr>
          <p:spPr>
            <a:xfrm>
              <a:off x="1029850" y="2384275"/>
              <a:ext cx="99825" cy="208450"/>
            </a:xfrm>
            <a:custGeom>
              <a:avLst/>
              <a:gdLst/>
              <a:ahLst/>
              <a:cxnLst/>
              <a:rect l="l" t="t" r="r" b="b"/>
              <a:pathLst>
                <a:path w="3993" h="8338" extrusionOk="0">
                  <a:moveTo>
                    <a:pt x="788" y="0"/>
                  </a:moveTo>
                  <a:cubicBezTo>
                    <a:pt x="355" y="0"/>
                    <a:pt x="1" y="354"/>
                    <a:pt x="1" y="788"/>
                  </a:cubicBezTo>
                  <a:lnTo>
                    <a:pt x="1" y="7550"/>
                  </a:lnTo>
                  <a:cubicBezTo>
                    <a:pt x="1" y="7983"/>
                    <a:pt x="355" y="8337"/>
                    <a:pt x="788" y="8337"/>
                  </a:cubicBezTo>
                  <a:lnTo>
                    <a:pt x="3205" y="8337"/>
                  </a:lnTo>
                  <a:cubicBezTo>
                    <a:pt x="3638" y="8337"/>
                    <a:pt x="3992" y="7983"/>
                    <a:pt x="3992" y="7550"/>
                  </a:cubicBezTo>
                  <a:cubicBezTo>
                    <a:pt x="3992" y="7117"/>
                    <a:pt x="3638" y="6763"/>
                    <a:pt x="3205" y="6763"/>
                  </a:cubicBezTo>
                  <a:lnTo>
                    <a:pt x="1575" y="6763"/>
                  </a:lnTo>
                  <a:lnTo>
                    <a:pt x="1270" y="5847"/>
                  </a:lnTo>
                  <a:lnTo>
                    <a:pt x="1575" y="4956"/>
                  </a:lnTo>
                  <a:lnTo>
                    <a:pt x="3205" y="4956"/>
                  </a:lnTo>
                  <a:cubicBezTo>
                    <a:pt x="3638" y="4956"/>
                    <a:pt x="3992" y="4602"/>
                    <a:pt x="3992" y="4169"/>
                  </a:cubicBezTo>
                  <a:cubicBezTo>
                    <a:pt x="3992" y="3736"/>
                    <a:pt x="3638" y="3382"/>
                    <a:pt x="3205" y="3382"/>
                  </a:cubicBezTo>
                  <a:lnTo>
                    <a:pt x="1575" y="3382"/>
                  </a:lnTo>
                  <a:lnTo>
                    <a:pt x="1270" y="2490"/>
                  </a:lnTo>
                  <a:lnTo>
                    <a:pt x="1575" y="1575"/>
                  </a:lnTo>
                  <a:lnTo>
                    <a:pt x="3205" y="1575"/>
                  </a:lnTo>
                  <a:cubicBezTo>
                    <a:pt x="3638" y="1575"/>
                    <a:pt x="3992" y="1221"/>
                    <a:pt x="3992" y="788"/>
                  </a:cubicBezTo>
                  <a:cubicBezTo>
                    <a:pt x="3992" y="354"/>
                    <a:pt x="3638" y="0"/>
                    <a:pt x="320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9" name="Google Shape;4939;p66"/>
            <p:cNvSpPr/>
            <p:nvPr/>
          </p:nvSpPr>
          <p:spPr>
            <a:xfrm>
              <a:off x="1053350" y="2423650"/>
              <a:ext cx="15900" cy="45175"/>
            </a:xfrm>
            <a:custGeom>
              <a:avLst/>
              <a:gdLst/>
              <a:ahLst/>
              <a:cxnLst/>
              <a:rect l="l" t="t" r="r" b="b"/>
              <a:pathLst>
                <a:path w="636" h="1807" extrusionOk="0">
                  <a:moveTo>
                    <a:pt x="178" y="0"/>
                  </a:moveTo>
                  <a:cubicBezTo>
                    <a:pt x="80" y="0"/>
                    <a:pt x="1" y="79"/>
                    <a:pt x="1" y="177"/>
                  </a:cubicBezTo>
                  <a:lnTo>
                    <a:pt x="1" y="1630"/>
                  </a:lnTo>
                  <a:cubicBezTo>
                    <a:pt x="1" y="1727"/>
                    <a:pt x="80" y="1807"/>
                    <a:pt x="178" y="1807"/>
                  </a:cubicBezTo>
                  <a:lnTo>
                    <a:pt x="635" y="1807"/>
                  </a:lnTo>
                  <a:lnTo>
                    <a:pt x="63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0" name="Google Shape;4940;p66"/>
            <p:cNvSpPr/>
            <p:nvPr/>
          </p:nvSpPr>
          <p:spPr>
            <a:xfrm>
              <a:off x="1101725" y="2384275"/>
              <a:ext cx="35575" cy="39375"/>
            </a:xfrm>
            <a:custGeom>
              <a:avLst/>
              <a:gdLst/>
              <a:ahLst/>
              <a:cxnLst/>
              <a:rect l="l" t="t" r="r" b="b"/>
              <a:pathLst>
                <a:path w="1423" h="1575" extrusionOk="0">
                  <a:moveTo>
                    <a:pt x="0" y="0"/>
                  </a:moveTo>
                  <a:cubicBezTo>
                    <a:pt x="434" y="0"/>
                    <a:pt x="788" y="354"/>
                    <a:pt x="788" y="788"/>
                  </a:cubicBezTo>
                  <a:cubicBezTo>
                    <a:pt x="788" y="1221"/>
                    <a:pt x="434" y="1575"/>
                    <a:pt x="0" y="1575"/>
                  </a:cubicBezTo>
                  <a:lnTo>
                    <a:pt x="635" y="1575"/>
                  </a:lnTo>
                  <a:cubicBezTo>
                    <a:pt x="1068" y="1575"/>
                    <a:pt x="1422" y="1221"/>
                    <a:pt x="1422" y="788"/>
                  </a:cubicBezTo>
                  <a:cubicBezTo>
                    <a:pt x="1422" y="354"/>
                    <a:pt x="1068" y="0"/>
                    <a:pt x="63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1" name="Google Shape;4941;p66"/>
            <p:cNvSpPr/>
            <p:nvPr/>
          </p:nvSpPr>
          <p:spPr>
            <a:xfrm>
              <a:off x="1101725" y="2553325"/>
              <a:ext cx="35575" cy="39400"/>
            </a:xfrm>
            <a:custGeom>
              <a:avLst/>
              <a:gdLst/>
              <a:ahLst/>
              <a:cxnLst/>
              <a:rect l="l" t="t" r="r" b="b"/>
              <a:pathLst>
                <a:path w="1423" h="1576" extrusionOk="0">
                  <a:moveTo>
                    <a:pt x="0" y="1"/>
                  </a:moveTo>
                  <a:cubicBezTo>
                    <a:pt x="434" y="1"/>
                    <a:pt x="788" y="355"/>
                    <a:pt x="788" y="788"/>
                  </a:cubicBezTo>
                  <a:cubicBezTo>
                    <a:pt x="788" y="1221"/>
                    <a:pt x="434" y="1575"/>
                    <a:pt x="0" y="1575"/>
                  </a:cubicBezTo>
                  <a:lnTo>
                    <a:pt x="635" y="1575"/>
                  </a:lnTo>
                  <a:cubicBezTo>
                    <a:pt x="1068" y="1575"/>
                    <a:pt x="1422" y="1221"/>
                    <a:pt x="1422" y="788"/>
                  </a:cubicBezTo>
                  <a:cubicBezTo>
                    <a:pt x="1422" y="355"/>
                    <a:pt x="1068" y="1"/>
                    <a:pt x="6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2" name="Google Shape;4942;p66"/>
            <p:cNvSpPr/>
            <p:nvPr/>
          </p:nvSpPr>
          <p:spPr>
            <a:xfrm>
              <a:off x="1053350" y="2508175"/>
              <a:ext cx="15900" cy="45175"/>
            </a:xfrm>
            <a:custGeom>
              <a:avLst/>
              <a:gdLst/>
              <a:ahLst/>
              <a:cxnLst/>
              <a:rect l="l" t="t" r="r" b="b"/>
              <a:pathLst>
                <a:path w="636" h="1807" extrusionOk="0">
                  <a:moveTo>
                    <a:pt x="178" y="0"/>
                  </a:moveTo>
                  <a:cubicBezTo>
                    <a:pt x="80" y="0"/>
                    <a:pt x="1" y="80"/>
                    <a:pt x="1" y="177"/>
                  </a:cubicBezTo>
                  <a:lnTo>
                    <a:pt x="1" y="1630"/>
                  </a:lnTo>
                  <a:cubicBezTo>
                    <a:pt x="1" y="1734"/>
                    <a:pt x="80" y="1807"/>
                    <a:pt x="178" y="1807"/>
                  </a:cubicBezTo>
                  <a:lnTo>
                    <a:pt x="635" y="1807"/>
                  </a:lnTo>
                  <a:lnTo>
                    <a:pt x="63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3" name="Google Shape;4943;p66"/>
            <p:cNvSpPr/>
            <p:nvPr/>
          </p:nvSpPr>
          <p:spPr>
            <a:xfrm>
              <a:off x="1101725" y="2468800"/>
              <a:ext cx="35575" cy="39400"/>
            </a:xfrm>
            <a:custGeom>
              <a:avLst/>
              <a:gdLst/>
              <a:ahLst/>
              <a:cxnLst/>
              <a:rect l="l" t="t" r="r" b="b"/>
              <a:pathLst>
                <a:path w="1423" h="1576" extrusionOk="0">
                  <a:moveTo>
                    <a:pt x="0" y="1"/>
                  </a:moveTo>
                  <a:cubicBezTo>
                    <a:pt x="434" y="1"/>
                    <a:pt x="788" y="355"/>
                    <a:pt x="788" y="788"/>
                  </a:cubicBezTo>
                  <a:cubicBezTo>
                    <a:pt x="788" y="1221"/>
                    <a:pt x="434" y="1575"/>
                    <a:pt x="0" y="1575"/>
                  </a:cubicBezTo>
                  <a:lnTo>
                    <a:pt x="635" y="1575"/>
                  </a:lnTo>
                  <a:cubicBezTo>
                    <a:pt x="1068" y="1575"/>
                    <a:pt x="1422" y="1221"/>
                    <a:pt x="1422" y="788"/>
                  </a:cubicBezTo>
                  <a:cubicBezTo>
                    <a:pt x="1422" y="355"/>
                    <a:pt x="1068" y="1"/>
                    <a:pt x="6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4" name="Google Shape;4944;p66"/>
            <p:cNvSpPr/>
            <p:nvPr/>
          </p:nvSpPr>
          <p:spPr>
            <a:xfrm>
              <a:off x="1137275" y="2384275"/>
              <a:ext cx="126525" cy="208100"/>
            </a:xfrm>
            <a:custGeom>
              <a:avLst/>
              <a:gdLst/>
              <a:ahLst/>
              <a:cxnLst/>
              <a:rect l="l" t="t" r="r" b="b"/>
              <a:pathLst>
                <a:path w="5061" h="8324" extrusionOk="0">
                  <a:moveTo>
                    <a:pt x="2314" y="0"/>
                  </a:moveTo>
                  <a:cubicBezTo>
                    <a:pt x="1020" y="177"/>
                    <a:pt x="0" y="1270"/>
                    <a:pt x="0" y="2619"/>
                  </a:cubicBezTo>
                  <a:lnTo>
                    <a:pt x="0" y="5719"/>
                  </a:lnTo>
                  <a:cubicBezTo>
                    <a:pt x="0" y="7044"/>
                    <a:pt x="1020" y="8160"/>
                    <a:pt x="2314" y="8313"/>
                  </a:cubicBezTo>
                  <a:cubicBezTo>
                    <a:pt x="2348" y="8321"/>
                    <a:pt x="2394" y="8324"/>
                    <a:pt x="2442" y="8324"/>
                  </a:cubicBezTo>
                  <a:cubicBezTo>
                    <a:pt x="2538" y="8324"/>
                    <a:pt x="2645" y="8313"/>
                    <a:pt x="2698" y="8313"/>
                  </a:cubicBezTo>
                  <a:cubicBezTo>
                    <a:pt x="3412" y="8185"/>
                    <a:pt x="4633" y="7452"/>
                    <a:pt x="4907" y="6201"/>
                  </a:cubicBezTo>
                  <a:cubicBezTo>
                    <a:pt x="5060" y="5542"/>
                    <a:pt x="4120" y="5341"/>
                    <a:pt x="4120" y="5341"/>
                  </a:cubicBezTo>
                  <a:cubicBezTo>
                    <a:pt x="3894" y="5438"/>
                    <a:pt x="3717" y="5646"/>
                    <a:pt x="3662" y="5927"/>
                  </a:cubicBezTo>
                  <a:cubicBezTo>
                    <a:pt x="3565" y="6409"/>
                    <a:pt x="3131" y="6763"/>
                    <a:pt x="2619" y="6763"/>
                  </a:cubicBezTo>
                  <a:cubicBezTo>
                    <a:pt x="2521" y="6763"/>
                    <a:pt x="2417" y="6738"/>
                    <a:pt x="2314" y="6714"/>
                  </a:cubicBezTo>
                  <a:cubicBezTo>
                    <a:pt x="1886" y="6561"/>
                    <a:pt x="1276" y="6177"/>
                    <a:pt x="1276" y="5719"/>
                  </a:cubicBezTo>
                  <a:lnTo>
                    <a:pt x="1276" y="2619"/>
                  </a:lnTo>
                  <a:cubicBezTo>
                    <a:pt x="1276" y="2161"/>
                    <a:pt x="1911" y="1752"/>
                    <a:pt x="2314" y="1624"/>
                  </a:cubicBezTo>
                  <a:cubicBezTo>
                    <a:pt x="2417" y="1599"/>
                    <a:pt x="2521" y="1575"/>
                    <a:pt x="2619" y="1575"/>
                  </a:cubicBezTo>
                  <a:cubicBezTo>
                    <a:pt x="3131" y="1575"/>
                    <a:pt x="3565" y="1929"/>
                    <a:pt x="3662" y="2417"/>
                  </a:cubicBezTo>
                  <a:cubicBezTo>
                    <a:pt x="3717" y="2692"/>
                    <a:pt x="3894" y="2899"/>
                    <a:pt x="4120" y="2997"/>
                  </a:cubicBezTo>
                  <a:cubicBezTo>
                    <a:pt x="4120" y="2997"/>
                    <a:pt x="4248" y="2997"/>
                    <a:pt x="4401" y="2948"/>
                  </a:cubicBezTo>
                  <a:cubicBezTo>
                    <a:pt x="4834" y="2875"/>
                    <a:pt x="4938" y="2490"/>
                    <a:pt x="4859" y="2057"/>
                  </a:cubicBezTo>
                  <a:cubicBezTo>
                    <a:pt x="4633" y="812"/>
                    <a:pt x="3510" y="202"/>
                    <a:pt x="2674" y="25"/>
                  </a:cubicBezTo>
                  <a:cubicBezTo>
                    <a:pt x="2570" y="0"/>
                    <a:pt x="2314" y="0"/>
                    <a:pt x="231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5" name="Google Shape;4945;p66"/>
            <p:cNvSpPr/>
            <p:nvPr/>
          </p:nvSpPr>
          <p:spPr>
            <a:xfrm>
              <a:off x="1195100" y="2384275"/>
              <a:ext cx="74475" cy="76550"/>
            </a:xfrm>
            <a:custGeom>
              <a:avLst/>
              <a:gdLst/>
              <a:ahLst/>
              <a:cxnLst/>
              <a:rect l="l" t="t" r="r" b="b"/>
              <a:pathLst>
                <a:path w="2979" h="3062" extrusionOk="0">
                  <a:moveTo>
                    <a:pt x="1" y="0"/>
                  </a:moveTo>
                  <a:cubicBezTo>
                    <a:pt x="1124" y="153"/>
                    <a:pt x="2039" y="989"/>
                    <a:pt x="2265" y="2112"/>
                  </a:cubicBezTo>
                  <a:cubicBezTo>
                    <a:pt x="2344" y="2490"/>
                    <a:pt x="2137" y="2844"/>
                    <a:pt x="1807" y="2997"/>
                  </a:cubicBezTo>
                  <a:cubicBezTo>
                    <a:pt x="1920" y="3038"/>
                    <a:pt x="2032" y="3061"/>
                    <a:pt x="2144" y="3061"/>
                  </a:cubicBezTo>
                  <a:cubicBezTo>
                    <a:pt x="2185" y="3061"/>
                    <a:pt x="2225" y="3058"/>
                    <a:pt x="2265" y="3052"/>
                  </a:cubicBezTo>
                  <a:cubicBezTo>
                    <a:pt x="2698" y="2973"/>
                    <a:pt x="2979" y="2539"/>
                    <a:pt x="2900" y="2112"/>
                  </a:cubicBezTo>
                  <a:cubicBezTo>
                    <a:pt x="2674" y="891"/>
                    <a:pt x="1581" y="0"/>
                    <a:pt x="3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6" name="Google Shape;4946;p66"/>
            <p:cNvSpPr/>
            <p:nvPr/>
          </p:nvSpPr>
          <p:spPr>
            <a:xfrm>
              <a:off x="1160775" y="2423650"/>
              <a:ext cx="34350" cy="129700"/>
            </a:xfrm>
            <a:custGeom>
              <a:avLst/>
              <a:gdLst/>
              <a:ahLst/>
              <a:cxnLst/>
              <a:rect l="l" t="t" r="r" b="b"/>
              <a:pathLst>
                <a:path w="1374" h="5188" extrusionOk="0">
                  <a:moveTo>
                    <a:pt x="1068" y="0"/>
                  </a:moveTo>
                  <a:cubicBezTo>
                    <a:pt x="489" y="0"/>
                    <a:pt x="0" y="458"/>
                    <a:pt x="0" y="1044"/>
                  </a:cubicBezTo>
                  <a:lnTo>
                    <a:pt x="0" y="4144"/>
                  </a:lnTo>
                  <a:cubicBezTo>
                    <a:pt x="0" y="4706"/>
                    <a:pt x="489" y="5188"/>
                    <a:pt x="1068" y="5188"/>
                  </a:cubicBezTo>
                  <a:cubicBezTo>
                    <a:pt x="1172" y="5188"/>
                    <a:pt x="1276" y="5163"/>
                    <a:pt x="1374" y="5139"/>
                  </a:cubicBezTo>
                  <a:cubicBezTo>
                    <a:pt x="946" y="4986"/>
                    <a:pt x="641" y="4602"/>
                    <a:pt x="641" y="4144"/>
                  </a:cubicBezTo>
                  <a:lnTo>
                    <a:pt x="641" y="1044"/>
                  </a:lnTo>
                  <a:cubicBezTo>
                    <a:pt x="641" y="586"/>
                    <a:pt x="946" y="177"/>
                    <a:pt x="1374" y="49"/>
                  </a:cubicBezTo>
                  <a:cubicBezTo>
                    <a:pt x="1276" y="24"/>
                    <a:pt x="1172" y="0"/>
                    <a:pt x="106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7" name="Google Shape;4947;p66"/>
            <p:cNvSpPr/>
            <p:nvPr/>
          </p:nvSpPr>
          <p:spPr>
            <a:xfrm>
              <a:off x="1195100" y="2516050"/>
              <a:ext cx="74475" cy="76675"/>
            </a:xfrm>
            <a:custGeom>
              <a:avLst/>
              <a:gdLst/>
              <a:ahLst/>
              <a:cxnLst/>
              <a:rect l="l" t="t" r="r" b="b"/>
              <a:pathLst>
                <a:path w="2979" h="3067" extrusionOk="0">
                  <a:moveTo>
                    <a:pt x="2102" y="0"/>
                  </a:moveTo>
                  <a:cubicBezTo>
                    <a:pt x="2003" y="0"/>
                    <a:pt x="1905" y="19"/>
                    <a:pt x="1807" y="70"/>
                  </a:cubicBezTo>
                  <a:cubicBezTo>
                    <a:pt x="2137" y="222"/>
                    <a:pt x="2344" y="576"/>
                    <a:pt x="2265" y="930"/>
                  </a:cubicBezTo>
                  <a:cubicBezTo>
                    <a:pt x="2039" y="2078"/>
                    <a:pt x="1124" y="2914"/>
                    <a:pt x="1" y="3042"/>
                  </a:cubicBezTo>
                  <a:cubicBezTo>
                    <a:pt x="104" y="3066"/>
                    <a:pt x="208" y="3066"/>
                    <a:pt x="306" y="3066"/>
                  </a:cubicBezTo>
                  <a:cubicBezTo>
                    <a:pt x="1581" y="3066"/>
                    <a:pt x="2674" y="2181"/>
                    <a:pt x="2900" y="930"/>
                  </a:cubicBezTo>
                  <a:cubicBezTo>
                    <a:pt x="2979" y="527"/>
                    <a:pt x="2698" y="94"/>
                    <a:pt x="2265" y="15"/>
                  </a:cubicBezTo>
                  <a:cubicBezTo>
                    <a:pt x="2210" y="6"/>
                    <a:pt x="2156" y="0"/>
                    <a:pt x="210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8" name="Google Shape;4948;p66"/>
            <p:cNvSpPr/>
            <p:nvPr/>
          </p:nvSpPr>
          <p:spPr>
            <a:xfrm>
              <a:off x="1258725" y="2394525"/>
              <a:ext cx="200375" cy="198200"/>
            </a:xfrm>
            <a:custGeom>
              <a:avLst/>
              <a:gdLst/>
              <a:ahLst/>
              <a:cxnLst/>
              <a:rect l="l" t="t" r="r" b="b"/>
              <a:pathLst>
                <a:path w="8015" h="7928" extrusionOk="0">
                  <a:moveTo>
                    <a:pt x="5468" y="0"/>
                  </a:moveTo>
                  <a:cubicBezTo>
                    <a:pt x="4555" y="0"/>
                    <a:pt x="788" y="1342"/>
                    <a:pt x="788" y="1342"/>
                  </a:cubicBezTo>
                  <a:cubicBezTo>
                    <a:pt x="306" y="2007"/>
                    <a:pt x="1" y="2868"/>
                    <a:pt x="1" y="3783"/>
                  </a:cubicBezTo>
                  <a:cubicBezTo>
                    <a:pt x="1" y="4876"/>
                    <a:pt x="434" y="5895"/>
                    <a:pt x="1148" y="6634"/>
                  </a:cubicBezTo>
                  <a:lnTo>
                    <a:pt x="3589" y="7903"/>
                  </a:lnTo>
                  <a:cubicBezTo>
                    <a:pt x="3663" y="7903"/>
                    <a:pt x="3766" y="7903"/>
                    <a:pt x="3840" y="7927"/>
                  </a:cubicBezTo>
                  <a:cubicBezTo>
                    <a:pt x="3943" y="7927"/>
                    <a:pt x="4169" y="7903"/>
                    <a:pt x="4169" y="7903"/>
                  </a:cubicBezTo>
                  <a:cubicBezTo>
                    <a:pt x="5927" y="7854"/>
                    <a:pt x="8014" y="6072"/>
                    <a:pt x="8014" y="3783"/>
                  </a:cubicBezTo>
                  <a:cubicBezTo>
                    <a:pt x="8014" y="2105"/>
                    <a:pt x="6867" y="683"/>
                    <a:pt x="5622" y="24"/>
                  </a:cubicBezTo>
                  <a:cubicBezTo>
                    <a:pt x="5588" y="8"/>
                    <a:pt x="5536" y="0"/>
                    <a:pt x="54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9" name="Google Shape;4949;p66"/>
            <p:cNvSpPr/>
            <p:nvPr/>
          </p:nvSpPr>
          <p:spPr>
            <a:xfrm>
              <a:off x="1287425" y="2538400"/>
              <a:ext cx="64850" cy="53700"/>
            </a:xfrm>
            <a:custGeom>
              <a:avLst/>
              <a:gdLst/>
              <a:ahLst/>
              <a:cxnLst/>
              <a:rect l="l" t="t" r="r" b="b"/>
              <a:pathLst>
                <a:path w="2594" h="2148" extrusionOk="0">
                  <a:moveTo>
                    <a:pt x="1414" y="0"/>
                  </a:moveTo>
                  <a:cubicBezTo>
                    <a:pt x="1113" y="0"/>
                    <a:pt x="793" y="308"/>
                    <a:pt x="378" y="525"/>
                  </a:cubicBezTo>
                  <a:cubicBezTo>
                    <a:pt x="226" y="598"/>
                    <a:pt x="98" y="726"/>
                    <a:pt x="0" y="879"/>
                  </a:cubicBezTo>
                  <a:cubicBezTo>
                    <a:pt x="635" y="1538"/>
                    <a:pt x="1471" y="1995"/>
                    <a:pt x="2441" y="2148"/>
                  </a:cubicBezTo>
                  <a:cubicBezTo>
                    <a:pt x="2594" y="1794"/>
                    <a:pt x="2258" y="1410"/>
                    <a:pt x="1953" y="1208"/>
                  </a:cubicBezTo>
                  <a:cubicBezTo>
                    <a:pt x="1550" y="927"/>
                    <a:pt x="2057" y="396"/>
                    <a:pt x="1678" y="91"/>
                  </a:cubicBezTo>
                  <a:cubicBezTo>
                    <a:pt x="1591" y="27"/>
                    <a:pt x="1503" y="0"/>
                    <a:pt x="141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0" name="Google Shape;4950;p66"/>
            <p:cNvSpPr/>
            <p:nvPr/>
          </p:nvSpPr>
          <p:spPr>
            <a:xfrm>
              <a:off x="1278400" y="2384875"/>
              <a:ext cx="134150" cy="128925"/>
            </a:xfrm>
            <a:custGeom>
              <a:avLst/>
              <a:gdLst/>
              <a:ahLst/>
              <a:cxnLst/>
              <a:rect l="l" t="t" r="r" b="b"/>
              <a:pathLst>
                <a:path w="5366" h="5157" extrusionOk="0">
                  <a:moveTo>
                    <a:pt x="3053" y="1"/>
                  </a:moveTo>
                  <a:cubicBezTo>
                    <a:pt x="1807" y="105"/>
                    <a:pt x="715" y="764"/>
                    <a:pt x="1" y="1728"/>
                  </a:cubicBezTo>
                  <a:cubicBezTo>
                    <a:pt x="154" y="2058"/>
                    <a:pt x="361" y="2393"/>
                    <a:pt x="636" y="2668"/>
                  </a:cubicBezTo>
                  <a:cubicBezTo>
                    <a:pt x="1222" y="3278"/>
                    <a:pt x="1069" y="4627"/>
                    <a:pt x="1277" y="4908"/>
                  </a:cubicBezTo>
                  <a:cubicBezTo>
                    <a:pt x="1384" y="5077"/>
                    <a:pt x="1538" y="5156"/>
                    <a:pt x="1699" y="5156"/>
                  </a:cubicBezTo>
                  <a:cubicBezTo>
                    <a:pt x="1994" y="5156"/>
                    <a:pt x="2310" y="4888"/>
                    <a:pt x="2393" y="4426"/>
                  </a:cubicBezTo>
                  <a:cubicBezTo>
                    <a:pt x="2497" y="3736"/>
                    <a:pt x="3028" y="3461"/>
                    <a:pt x="3510" y="2820"/>
                  </a:cubicBezTo>
                  <a:cubicBezTo>
                    <a:pt x="3992" y="2186"/>
                    <a:pt x="3028" y="1832"/>
                    <a:pt x="3382" y="1630"/>
                  </a:cubicBezTo>
                  <a:cubicBezTo>
                    <a:pt x="3411" y="1615"/>
                    <a:pt x="3446" y="1608"/>
                    <a:pt x="3487" y="1608"/>
                  </a:cubicBezTo>
                  <a:cubicBezTo>
                    <a:pt x="3834" y="1608"/>
                    <a:pt x="4566" y="2119"/>
                    <a:pt x="4927" y="2119"/>
                  </a:cubicBezTo>
                  <a:cubicBezTo>
                    <a:pt x="5017" y="2119"/>
                    <a:pt x="5083" y="2088"/>
                    <a:pt x="5115" y="2009"/>
                  </a:cubicBezTo>
                  <a:cubicBezTo>
                    <a:pt x="5366" y="1502"/>
                    <a:pt x="3687" y="1093"/>
                    <a:pt x="3718" y="788"/>
                  </a:cubicBezTo>
                  <a:cubicBezTo>
                    <a:pt x="3742" y="611"/>
                    <a:pt x="4224" y="507"/>
                    <a:pt x="4603" y="459"/>
                  </a:cubicBezTo>
                  <a:lnTo>
                    <a:pt x="4682" y="306"/>
                  </a:lnTo>
                  <a:cubicBezTo>
                    <a:pt x="4145" y="50"/>
                    <a:pt x="3053" y="1"/>
                    <a:pt x="30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1" name="Google Shape;4951;p66"/>
            <p:cNvSpPr/>
            <p:nvPr/>
          </p:nvSpPr>
          <p:spPr>
            <a:xfrm>
              <a:off x="1354700" y="2580650"/>
              <a:ext cx="49000" cy="12075"/>
            </a:xfrm>
            <a:custGeom>
              <a:avLst/>
              <a:gdLst/>
              <a:ahLst/>
              <a:cxnLst/>
              <a:rect l="l" t="t" r="r" b="b"/>
              <a:pathLst>
                <a:path w="1960" h="483" extrusionOk="0">
                  <a:moveTo>
                    <a:pt x="1630" y="0"/>
                  </a:moveTo>
                  <a:cubicBezTo>
                    <a:pt x="1124" y="281"/>
                    <a:pt x="586" y="434"/>
                    <a:pt x="1" y="482"/>
                  </a:cubicBezTo>
                  <a:lnTo>
                    <a:pt x="330" y="482"/>
                  </a:lnTo>
                  <a:cubicBezTo>
                    <a:pt x="892" y="482"/>
                    <a:pt x="1453" y="360"/>
                    <a:pt x="1960" y="153"/>
                  </a:cubicBezTo>
                  <a:lnTo>
                    <a:pt x="188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2" name="Google Shape;4952;p66"/>
            <p:cNvSpPr/>
            <p:nvPr/>
          </p:nvSpPr>
          <p:spPr>
            <a:xfrm>
              <a:off x="1393450" y="2393725"/>
              <a:ext cx="73275" cy="113250"/>
            </a:xfrm>
            <a:custGeom>
              <a:avLst/>
              <a:gdLst/>
              <a:ahLst/>
              <a:cxnLst/>
              <a:rect l="l" t="t" r="r" b="b"/>
              <a:pathLst>
                <a:path w="2931" h="4530" extrusionOk="0">
                  <a:moveTo>
                    <a:pt x="184" y="1"/>
                  </a:moveTo>
                  <a:lnTo>
                    <a:pt x="1" y="105"/>
                  </a:lnTo>
                  <a:cubicBezTo>
                    <a:pt x="1374" y="788"/>
                    <a:pt x="2290" y="2192"/>
                    <a:pt x="2290" y="3815"/>
                  </a:cubicBezTo>
                  <a:lnTo>
                    <a:pt x="2290" y="4096"/>
                  </a:lnTo>
                  <a:lnTo>
                    <a:pt x="2497" y="4529"/>
                  </a:lnTo>
                  <a:lnTo>
                    <a:pt x="2875" y="4505"/>
                  </a:lnTo>
                  <a:cubicBezTo>
                    <a:pt x="2900" y="4273"/>
                    <a:pt x="2930" y="4047"/>
                    <a:pt x="2930" y="3815"/>
                  </a:cubicBezTo>
                  <a:cubicBezTo>
                    <a:pt x="2930" y="2137"/>
                    <a:pt x="1936" y="690"/>
                    <a:pt x="513" y="25"/>
                  </a:cubicBezTo>
                  <a:lnTo>
                    <a:pt x="18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3" name="Google Shape;4953;p66"/>
            <p:cNvSpPr/>
            <p:nvPr/>
          </p:nvSpPr>
          <p:spPr>
            <a:xfrm>
              <a:off x="1354700" y="2384875"/>
              <a:ext cx="51600" cy="11475"/>
            </a:xfrm>
            <a:custGeom>
              <a:avLst/>
              <a:gdLst/>
              <a:ahLst/>
              <a:cxnLst/>
              <a:rect l="l" t="t" r="r" b="b"/>
              <a:pathLst>
                <a:path w="2064" h="459" extrusionOk="0">
                  <a:moveTo>
                    <a:pt x="330" y="1"/>
                  </a:moveTo>
                  <a:cubicBezTo>
                    <a:pt x="208" y="1"/>
                    <a:pt x="104" y="1"/>
                    <a:pt x="1" y="25"/>
                  </a:cubicBezTo>
                  <a:cubicBezTo>
                    <a:pt x="562" y="50"/>
                    <a:pt x="1093" y="202"/>
                    <a:pt x="1551" y="459"/>
                  </a:cubicBezTo>
                  <a:cubicBezTo>
                    <a:pt x="1832" y="410"/>
                    <a:pt x="2063" y="379"/>
                    <a:pt x="2063" y="379"/>
                  </a:cubicBezTo>
                  <a:cubicBezTo>
                    <a:pt x="1526" y="129"/>
                    <a:pt x="940" y="1"/>
                    <a:pt x="33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4" name="Google Shape;4954;p66"/>
            <p:cNvSpPr/>
            <p:nvPr/>
          </p:nvSpPr>
          <p:spPr>
            <a:xfrm>
              <a:off x="1372975" y="2495650"/>
              <a:ext cx="80325" cy="85025"/>
            </a:xfrm>
            <a:custGeom>
              <a:avLst/>
              <a:gdLst/>
              <a:ahLst/>
              <a:cxnLst/>
              <a:rect l="l" t="t" r="r" b="b"/>
              <a:pathLst>
                <a:path w="3213" h="3401" extrusionOk="0">
                  <a:moveTo>
                    <a:pt x="2880" y="1"/>
                  </a:moveTo>
                  <a:cubicBezTo>
                    <a:pt x="2803" y="1"/>
                    <a:pt x="2727" y="7"/>
                    <a:pt x="2651" y="19"/>
                  </a:cubicBezTo>
                  <a:cubicBezTo>
                    <a:pt x="2034" y="131"/>
                    <a:pt x="1589" y="589"/>
                    <a:pt x="1231" y="589"/>
                  </a:cubicBezTo>
                  <a:cubicBezTo>
                    <a:pt x="1177" y="589"/>
                    <a:pt x="1126" y="579"/>
                    <a:pt x="1076" y="556"/>
                  </a:cubicBezTo>
                  <a:cubicBezTo>
                    <a:pt x="947" y="494"/>
                    <a:pt x="780" y="453"/>
                    <a:pt x="617" y="453"/>
                  </a:cubicBezTo>
                  <a:cubicBezTo>
                    <a:pt x="300" y="453"/>
                    <a:pt x="0" y="608"/>
                    <a:pt x="32" y="1063"/>
                  </a:cubicBezTo>
                  <a:cubicBezTo>
                    <a:pt x="57" y="1722"/>
                    <a:pt x="1076" y="1874"/>
                    <a:pt x="747" y="2387"/>
                  </a:cubicBezTo>
                  <a:cubicBezTo>
                    <a:pt x="515" y="2766"/>
                    <a:pt x="618" y="3199"/>
                    <a:pt x="899" y="3400"/>
                  </a:cubicBezTo>
                  <a:cubicBezTo>
                    <a:pt x="899" y="3400"/>
                    <a:pt x="2425" y="2845"/>
                    <a:pt x="2803" y="2259"/>
                  </a:cubicBezTo>
                  <a:cubicBezTo>
                    <a:pt x="3212" y="1673"/>
                    <a:pt x="3109" y="19"/>
                    <a:pt x="3109" y="19"/>
                  </a:cubicBezTo>
                  <a:cubicBezTo>
                    <a:pt x="3032" y="7"/>
                    <a:pt x="2956" y="1"/>
                    <a:pt x="28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5" name="Google Shape;4955;p66"/>
            <p:cNvSpPr/>
            <p:nvPr/>
          </p:nvSpPr>
          <p:spPr>
            <a:xfrm>
              <a:off x="1395450" y="2496125"/>
              <a:ext cx="69900" cy="88350"/>
            </a:xfrm>
            <a:custGeom>
              <a:avLst/>
              <a:gdLst/>
              <a:ahLst/>
              <a:cxnLst/>
              <a:rect l="l" t="t" r="r" b="b"/>
              <a:pathLst>
                <a:path w="2796" h="3534" extrusionOk="0">
                  <a:moveTo>
                    <a:pt x="2210" y="0"/>
                  </a:moveTo>
                  <a:cubicBezTo>
                    <a:pt x="2112" y="1477"/>
                    <a:pt x="1221" y="2747"/>
                    <a:pt x="0" y="3381"/>
                  </a:cubicBezTo>
                  <a:cubicBezTo>
                    <a:pt x="73" y="3485"/>
                    <a:pt x="202" y="3534"/>
                    <a:pt x="330" y="3534"/>
                  </a:cubicBezTo>
                  <a:cubicBezTo>
                    <a:pt x="1599" y="2978"/>
                    <a:pt x="2570" y="1807"/>
                    <a:pt x="2795" y="409"/>
                  </a:cubicBezTo>
                  <a:cubicBezTo>
                    <a:pt x="2795" y="385"/>
                    <a:pt x="2594" y="104"/>
                    <a:pt x="22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68" name="Google Shape;4968;p66"/>
          <p:cNvGrpSpPr/>
          <p:nvPr/>
        </p:nvGrpSpPr>
        <p:grpSpPr>
          <a:xfrm>
            <a:off x="3946641" y="3558061"/>
            <a:ext cx="440525" cy="436825"/>
            <a:chOff x="3996975" y="5193650"/>
            <a:chExt cx="440525" cy="436825"/>
          </a:xfrm>
        </p:grpSpPr>
        <p:sp>
          <p:nvSpPr>
            <p:cNvPr id="4969" name="Google Shape;4969;p66"/>
            <p:cNvSpPr/>
            <p:nvPr/>
          </p:nvSpPr>
          <p:spPr>
            <a:xfrm>
              <a:off x="4211200" y="5250200"/>
              <a:ext cx="12675" cy="75725"/>
            </a:xfrm>
            <a:custGeom>
              <a:avLst/>
              <a:gdLst/>
              <a:ahLst/>
              <a:cxnLst/>
              <a:rect l="l" t="t" r="r" b="b"/>
              <a:pathLst>
                <a:path w="507" h="3029" extrusionOk="0">
                  <a:moveTo>
                    <a:pt x="257" y="1"/>
                  </a:moveTo>
                  <a:cubicBezTo>
                    <a:pt x="104" y="1"/>
                    <a:pt x="0" y="129"/>
                    <a:pt x="0" y="282"/>
                  </a:cubicBezTo>
                  <a:lnTo>
                    <a:pt x="0" y="2772"/>
                  </a:lnTo>
                  <a:cubicBezTo>
                    <a:pt x="0" y="2900"/>
                    <a:pt x="104" y="3028"/>
                    <a:pt x="257" y="3028"/>
                  </a:cubicBezTo>
                  <a:cubicBezTo>
                    <a:pt x="409" y="3028"/>
                    <a:pt x="507" y="2900"/>
                    <a:pt x="507" y="2772"/>
                  </a:cubicBezTo>
                  <a:lnTo>
                    <a:pt x="507" y="282"/>
                  </a:lnTo>
                  <a:cubicBezTo>
                    <a:pt x="507" y="129"/>
                    <a:pt x="409" y="1"/>
                    <a:pt x="25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0" name="Google Shape;4970;p66"/>
            <p:cNvSpPr/>
            <p:nvPr/>
          </p:nvSpPr>
          <p:spPr>
            <a:xfrm>
              <a:off x="4134900" y="5193650"/>
              <a:ext cx="83025" cy="64375"/>
            </a:xfrm>
            <a:custGeom>
              <a:avLst/>
              <a:gdLst/>
              <a:ahLst/>
              <a:cxnLst/>
              <a:rect l="l" t="t" r="r" b="b"/>
              <a:pathLst>
                <a:path w="3321" h="2575" extrusionOk="0">
                  <a:moveTo>
                    <a:pt x="554" y="1"/>
                  </a:moveTo>
                  <a:cubicBezTo>
                    <a:pt x="283" y="1"/>
                    <a:pt x="104" y="23"/>
                    <a:pt x="104" y="23"/>
                  </a:cubicBezTo>
                  <a:cubicBezTo>
                    <a:pt x="104" y="23"/>
                    <a:pt x="104" y="54"/>
                    <a:pt x="80" y="102"/>
                  </a:cubicBezTo>
                  <a:cubicBezTo>
                    <a:pt x="80" y="102"/>
                    <a:pt x="1" y="1299"/>
                    <a:pt x="764" y="1982"/>
                  </a:cubicBezTo>
                  <a:cubicBezTo>
                    <a:pt x="1233" y="2413"/>
                    <a:pt x="1922" y="2575"/>
                    <a:pt x="2464" y="2575"/>
                  </a:cubicBezTo>
                  <a:cubicBezTo>
                    <a:pt x="2951" y="2575"/>
                    <a:pt x="3320" y="2445"/>
                    <a:pt x="3309" y="2263"/>
                  </a:cubicBezTo>
                  <a:cubicBezTo>
                    <a:pt x="3254" y="1781"/>
                    <a:pt x="3132" y="1091"/>
                    <a:pt x="2619" y="633"/>
                  </a:cubicBezTo>
                  <a:cubicBezTo>
                    <a:pt x="2023" y="91"/>
                    <a:pt x="1101" y="1"/>
                    <a:pt x="55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1" name="Google Shape;4971;p66"/>
            <p:cNvSpPr/>
            <p:nvPr/>
          </p:nvSpPr>
          <p:spPr>
            <a:xfrm>
              <a:off x="4217325" y="5193650"/>
              <a:ext cx="82850" cy="64375"/>
            </a:xfrm>
            <a:custGeom>
              <a:avLst/>
              <a:gdLst/>
              <a:ahLst/>
              <a:cxnLst/>
              <a:rect l="l" t="t" r="r" b="b"/>
              <a:pathLst>
                <a:path w="3314" h="2575" extrusionOk="0">
                  <a:moveTo>
                    <a:pt x="2765" y="1"/>
                  </a:moveTo>
                  <a:cubicBezTo>
                    <a:pt x="2216" y="1"/>
                    <a:pt x="1291" y="91"/>
                    <a:pt x="695" y="633"/>
                  </a:cubicBezTo>
                  <a:cubicBezTo>
                    <a:pt x="189" y="1091"/>
                    <a:pt x="60" y="1781"/>
                    <a:pt x="12" y="2263"/>
                  </a:cubicBezTo>
                  <a:cubicBezTo>
                    <a:pt x="0" y="2445"/>
                    <a:pt x="369" y="2575"/>
                    <a:pt x="855" y="2575"/>
                  </a:cubicBezTo>
                  <a:cubicBezTo>
                    <a:pt x="1397" y="2575"/>
                    <a:pt x="2084" y="2413"/>
                    <a:pt x="2551" y="1982"/>
                  </a:cubicBezTo>
                  <a:cubicBezTo>
                    <a:pt x="3314" y="1299"/>
                    <a:pt x="3240" y="102"/>
                    <a:pt x="3240" y="102"/>
                  </a:cubicBezTo>
                  <a:cubicBezTo>
                    <a:pt x="3216" y="54"/>
                    <a:pt x="3216" y="23"/>
                    <a:pt x="3216" y="23"/>
                  </a:cubicBezTo>
                  <a:cubicBezTo>
                    <a:pt x="3216" y="23"/>
                    <a:pt x="3037" y="1"/>
                    <a:pt x="276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2" name="Google Shape;4972;p66"/>
            <p:cNvSpPr/>
            <p:nvPr/>
          </p:nvSpPr>
          <p:spPr>
            <a:xfrm>
              <a:off x="4134900" y="5196200"/>
              <a:ext cx="83350" cy="70500"/>
            </a:xfrm>
            <a:custGeom>
              <a:avLst/>
              <a:gdLst/>
              <a:ahLst/>
              <a:cxnLst/>
              <a:rect l="l" t="t" r="r" b="b"/>
              <a:pathLst>
                <a:path w="3334" h="2820" extrusionOk="0">
                  <a:moveTo>
                    <a:pt x="80" y="0"/>
                  </a:moveTo>
                  <a:lnTo>
                    <a:pt x="80" y="0"/>
                  </a:lnTo>
                  <a:cubicBezTo>
                    <a:pt x="49" y="306"/>
                    <a:pt x="1" y="1502"/>
                    <a:pt x="764" y="2185"/>
                  </a:cubicBezTo>
                  <a:cubicBezTo>
                    <a:pt x="1355" y="2728"/>
                    <a:pt x="2271" y="2819"/>
                    <a:pt x="2821" y="2819"/>
                  </a:cubicBezTo>
                  <a:cubicBezTo>
                    <a:pt x="3100" y="2819"/>
                    <a:pt x="3284" y="2796"/>
                    <a:pt x="3284" y="2796"/>
                  </a:cubicBezTo>
                  <a:cubicBezTo>
                    <a:pt x="3284" y="2796"/>
                    <a:pt x="3333" y="2545"/>
                    <a:pt x="3309" y="2161"/>
                  </a:cubicBezTo>
                  <a:lnTo>
                    <a:pt x="3309" y="2161"/>
                  </a:lnTo>
                  <a:cubicBezTo>
                    <a:pt x="3309" y="2161"/>
                    <a:pt x="3127" y="2183"/>
                    <a:pt x="2851" y="2183"/>
                  </a:cubicBezTo>
                  <a:cubicBezTo>
                    <a:pt x="2295" y="2183"/>
                    <a:pt x="1359" y="2093"/>
                    <a:pt x="764" y="1551"/>
                  </a:cubicBezTo>
                  <a:cubicBezTo>
                    <a:pt x="281" y="1117"/>
                    <a:pt x="129" y="483"/>
                    <a:pt x="8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3" name="Google Shape;4973;p66"/>
            <p:cNvSpPr/>
            <p:nvPr/>
          </p:nvSpPr>
          <p:spPr>
            <a:xfrm>
              <a:off x="4217000" y="5196200"/>
              <a:ext cx="83175" cy="70500"/>
            </a:xfrm>
            <a:custGeom>
              <a:avLst/>
              <a:gdLst/>
              <a:ahLst/>
              <a:cxnLst/>
              <a:rect l="l" t="t" r="r" b="b"/>
              <a:pathLst>
                <a:path w="3327" h="2820" extrusionOk="0">
                  <a:moveTo>
                    <a:pt x="3253" y="0"/>
                  </a:moveTo>
                  <a:cubicBezTo>
                    <a:pt x="3204" y="483"/>
                    <a:pt x="3052" y="1117"/>
                    <a:pt x="2564" y="1551"/>
                  </a:cubicBezTo>
                  <a:cubicBezTo>
                    <a:pt x="1972" y="2093"/>
                    <a:pt x="1037" y="2183"/>
                    <a:pt x="482" y="2183"/>
                  </a:cubicBezTo>
                  <a:cubicBezTo>
                    <a:pt x="207" y="2183"/>
                    <a:pt x="25" y="2161"/>
                    <a:pt x="25" y="2161"/>
                  </a:cubicBezTo>
                  <a:lnTo>
                    <a:pt x="25" y="2161"/>
                  </a:lnTo>
                  <a:cubicBezTo>
                    <a:pt x="0" y="2545"/>
                    <a:pt x="49" y="2796"/>
                    <a:pt x="49" y="2796"/>
                  </a:cubicBezTo>
                  <a:cubicBezTo>
                    <a:pt x="49" y="2796"/>
                    <a:pt x="234" y="2819"/>
                    <a:pt x="512" y="2819"/>
                  </a:cubicBezTo>
                  <a:cubicBezTo>
                    <a:pt x="1062" y="2819"/>
                    <a:pt x="1977" y="2728"/>
                    <a:pt x="2564" y="2185"/>
                  </a:cubicBezTo>
                  <a:cubicBezTo>
                    <a:pt x="3327" y="1502"/>
                    <a:pt x="3278" y="306"/>
                    <a:pt x="325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4" name="Google Shape;4974;p66"/>
            <p:cNvSpPr/>
            <p:nvPr/>
          </p:nvSpPr>
          <p:spPr>
            <a:xfrm>
              <a:off x="4302125" y="5364425"/>
              <a:ext cx="104250" cy="154050"/>
            </a:xfrm>
            <a:custGeom>
              <a:avLst/>
              <a:gdLst/>
              <a:ahLst/>
              <a:cxnLst/>
              <a:rect l="l" t="t" r="r" b="b"/>
              <a:pathLst>
                <a:path w="4170" h="6162" extrusionOk="0">
                  <a:moveTo>
                    <a:pt x="3727" y="0"/>
                  </a:moveTo>
                  <a:cubicBezTo>
                    <a:pt x="3528" y="0"/>
                    <a:pt x="3348" y="139"/>
                    <a:pt x="3278" y="315"/>
                  </a:cubicBezTo>
                  <a:lnTo>
                    <a:pt x="2949" y="1358"/>
                  </a:lnTo>
                  <a:lnTo>
                    <a:pt x="2668" y="797"/>
                  </a:lnTo>
                  <a:cubicBezTo>
                    <a:pt x="2668" y="797"/>
                    <a:pt x="2644" y="772"/>
                    <a:pt x="2619" y="772"/>
                  </a:cubicBezTo>
                  <a:cubicBezTo>
                    <a:pt x="2587" y="765"/>
                    <a:pt x="2555" y="762"/>
                    <a:pt x="2523" y="762"/>
                  </a:cubicBezTo>
                  <a:cubicBezTo>
                    <a:pt x="2330" y="762"/>
                    <a:pt x="2151" y="884"/>
                    <a:pt x="2088" y="1078"/>
                  </a:cubicBezTo>
                  <a:lnTo>
                    <a:pt x="1783" y="2017"/>
                  </a:lnTo>
                  <a:lnTo>
                    <a:pt x="1478" y="1431"/>
                  </a:lnTo>
                  <a:cubicBezTo>
                    <a:pt x="1447" y="1407"/>
                    <a:pt x="1423" y="1407"/>
                    <a:pt x="1399" y="1407"/>
                  </a:cubicBezTo>
                  <a:cubicBezTo>
                    <a:pt x="1380" y="1405"/>
                    <a:pt x="1362" y="1404"/>
                    <a:pt x="1343" y="1404"/>
                  </a:cubicBezTo>
                  <a:cubicBezTo>
                    <a:pt x="1136" y="1404"/>
                    <a:pt x="935" y="1529"/>
                    <a:pt x="868" y="1737"/>
                  </a:cubicBezTo>
                  <a:lnTo>
                    <a:pt x="1" y="4410"/>
                  </a:lnTo>
                  <a:lnTo>
                    <a:pt x="562" y="6162"/>
                  </a:lnTo>
                  <a:lnTo>
                    <a:pt x="3028" y="4257"/>
                  </a:lnTo>
                  <a:lnTo>
                    <a:pt x="4072" y="1969"/>
                  </a:lnTo>
                  <a:lnTo>
                    <a:pt x="4169" y="595"/>
                  </a:lnTo>
                  <a:lnTo>
                    <a:pt x="3919" y="34"/>
                  </a:lnTo>
                  <a:cubicBezTo>
                    <a:pt x="3889" y="34"/>
                    <a:pt x="3840" y="9"/>
                    <a:pt x="3815" y="9"/>
                  </a:cubicBezTo>
                  <a:cubicBezTo>
                    <a:pt x="3786" y="3"/>
                    <a:pt x="3756" y="0"/>
                    <a:pt x="3727" y="0"/>
                  </a:cubicBezTo>
                  <a:close/>
                </a:path>
              </a:pathLst>
            </a:custGeom>
            <a:solidFill>
              <a:srgbClr val="F4B1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5" name="Google Shape;4975;p66"/>
            <p:cNvSpPr/>
            <p:nvPr/>
          </p:nvSpPr>
          <p:spPr>
            <a:xfrm>
              <a:off x="4355550" y="5384325"/>
              <a:ext cx="22300" cy="46425"/>
            </a:xfrm>
            <a:custGeom>
              <a:avLst/>
              <a:gdLst/>
              <a:ahLst/>
              <a:cxnLst/>
              <a:rect l="l" t="t" r="r" b="b"/>
              <a:pathLst>
                <a:path w="892" h="1857" extrusionOk="0">
                  <a:moveTo>
                    <a:pt x="531" y="1"/>
                  </a:moveTo>
                  <a:lnTo>
                    <a:pt x="0" y="1704"/>
                  </a:lnTo>
                  <a:lnTo>
                    <a:pt x="409" y="1856"/>
                  </a:lnTo>
                  <a:lnTo>
                    <a:pt x="812" y="562"/>
                  </a:lnTo>
                  <a:cubicBezTo>
                    <a:pt x="891" y="330"/>
                    <a:pt x="763" y="80"/>
                    <a:pt x="531" y="1"/>
                  </a:cubicBezTo>
                  <a:close/>
                </a:path>
              </a:pathLst>
            </a:custGeom>
            <a:solidFill>
              <a:srgbClr val="EAA6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6" name="Google Shape;4976;p66"/>
            <p:cNvSpPr/>
            <p:nvPr/>
          </p:nvSpPr>
          <p:spPr>
            <a:xfrm>
              <a:off x="4321825" y="5400200"/>
              <a:ext cx="26725" cy="55400"/>
            </a:xfrm>
            <a:custGeom>
              <a:avLst/>
              <a:gdLst/>
              <a:ahLst/>
              <a:cxnLst/>
              <a:rect l="l" t="t" r="r" b="b"/>
              <a:pathLst>
                <a:path w="1069" h="2216" extrusionOk="0">
                  <a:moveTo>
                    <a:pt x="690" y="0"/>
                  </a:moveTo>
                  <a:lnTo>
                    <a:pt x="0" y="2216"/>
                  </a:lnTo>
                  <a:lnTo>
                    <a:pt x="409" y="2112"/>
                  </a:lnTo>
                  <a:lnTo>
                    <a:pt x="714" y="1526"/>
                  </a:lnTo>
                  <a:lnTo>
                    <a:pt x="995" y="586"/>
                  </a:lnTo>
                  <a:cubicBezTo>
                    <a:pt x="1068" y="336"/>
                    <a:pt x="940" y="80"/>
                    <a:pt x="690" y="0"/>
                  </a:cubicBezTo>
                  <a:close/>
                </a:path>
              </a:pathLst>
            </a:custGeom>
            <a:solidFill>
              <a:srgbClr val="EAA6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7" name="Google Shape;4977;p66"/>
            <p:cNvSpPr/>
            <p:nvPr/>
          </p:nvSpPr>
          <p:spPr>
            <a:xfrm>
              <a:off x="4368800" y="5365250"/>
              <a:ext cx="38950" cy="100575"/>
            </a:xfrm>
            <a:custGeom>
              <a:avLst/>
              <a:gdLst/>
              <a:ahLst/>
              <a:cxnLst/>
              <a:rect l="l" t="t" r="r" b="b"/>
              <a:pathLst>
                <a:path w="1558" h="4023" extrusionOk="0">
                  <a:moveTo>
                    <a:pt x="1252" y="1"/>
                  </a:moveTo>
                  <a:lnTo>
                    <a:pt x="1" y="4023"/>
                  </a:lnTo>
                  <a:lnTo>
                    <a:pt x="1069" y="2875"/>
                  </a:lnTo>
                  <a:lnTo>
                    <a:pt x="1502" y="562"/>
                  </a:lnTo>
                  <a:cubicBezTo>
                    <a:pt x="1557" y="330"/>
                    <a:pt x="1454" y="105"/>
                    <a:pt x="1252" y="1"/>
                  </a:cubicBezTo>
                  <a:close/>
                </a:path>
              </a:pathLst>
            </a:custGeom>
            <a:solidFill>
              <a:srgbClr val="EAA6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8" name="Google Shape;4978;p66"/>
            <p:cNvSpPr/>
            <p:nvPr/>
          </p:nvSpPr>
          <p:spPr>
            <a:xfrm>
              <a:off x="4240500" y="5358250"/>
              <a:ext cx="189375" cy="272225"/>
            </a:xfrm>
            <a:custGeom>
              <a:avLst/>
              <a:gdLst/>
              <a:ahLst/>
              <a:cxnLst/>
              <a:rect l="l" t="t" r="r" b="b"/>
              <a:pathLst>
                <a:path w="7575" h="10889" extrusionOk="0">
                  <a:moveTo>
                    <a:pt x="7196" y="0"/>
                  </a:moveTo>
                  <a:cubicBezTo>
                    <a:pt x="7019" y="31"/>
                    <a:pt x="6842" y="153"/>
                    <a:pt x="6787" y="360"/>
                  </a:cubicBezTo>
                  <a:lnTo>
                    <a:pt x="6232" y="2216"/>
                  </a:lnTo>
                  <a:cubicBezTo>
                    <a:pt x="5871" y="3436"/>
                    <a:pt x="5133" y="4504"/>
                    <a:pt x="4120" y="5267"/>
                  </a:cubicBezTo>
                  <a:lnTo>
                    <a:pt x="3027" y="6103"/>
                  </a:lnTo>
                  <a:lnTo>
                    <a:pt x="5035" y="3589"/>
                  </a:lnTo>
                  <a:cubicBezTo>
                    <a:pt x="5188" y="3387"/>
                    <a:pt x="5188" y="3107"/>
                    <a:pt x="5011" y="2899"/>
                  </a:cubicBezTo>
                  <a:cubicBezTo>
                    <a:pt x="4907" y="2798"/>
                    <a:pt x="4773" y="2748"/>
                    <a:pt x="4639" y="2748"/>
                  </a:cubicBezTo>
                  <a:cubicBezTo>
                    <a:pt x="4506" y="2748"/>
                    <a:pt x="4373" y="2798"/>
                    <a:pt x="4272" y="2899"/>
                  </a:cubicBezTo>
                  <a:lnTo>
                    <a:pt x="2466" y="4657"/>
                  </a:lnTo>
                  <a:cubicBezTo>
                    <a:pt x="2466" y="4657"/>
                    <a:pt x="1471" y="5011"/>
                    <a:pt x="787" y="5981"/>
                  </a:cubicBezTo>
                  <a:cubicBezTo>
                    <a:pt x="128" y="6946"/>
                    <a:pt x="0" y="8166"/>
                    <a:pt x="0" y="8166"/>
                  </a:cubicBezTo>
                  <a:lnTo>
                    <a:pt x="0" y="10711"/>
                  </a:lnTo>
                  <a:cubicBezTo>
                    <a:pt x="0" y="10809"/>
                    <a:pt x="73" y="10888"/>
                    <a:pt x="177" y="10888"/>
                  </a:cubicBezTo>
                  <a:lnTo>
                    <a:pt x="2387" y="10888"/>
                  </a:lnTo>
                  <a:lnTo>
                    <a:pt x="2722" y="10711"/>
                  </a:lnTo>
                  <a:lnTo>
                    <a:pt x="2722" y="8880"/>
                  </a:lnTo>
                  <a:lnTo>
                    <a:pt x="5060" y="6921"/>
                  </a:lnTo>
                  <a:cubicBezTo>
                    <a:pt x="6152" y="6030"/>
                    <a:pt x="7574" y="232"/>
                    <a:pt x="7574" y="232"/>
                  </a:cubicBezTo>
                  <a:lnTo>
                    <a:pt x="7196" y="0"/>
                  </a:lnTo>
                  <a:close/>
                </a:path>
              </a:pathLst>
            </a:custGeom>
            <a:solidFill>
              <a:srgbClr val="FFC8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9" name="Google Shape;4979;p66"/>
            <p:cNvSpPr/>
            <p:nvPr/>
          </p:nvSpPr>
          <p:spPr>
            <a:xfrm>
              <a:off x="4300150" y="5357775"/>
              <a:ext cx="137350" cy="272700"/>
            </a:xfrm>
            <a:custGeom>
              <a:avLst/>
              <a:gdLst/>
              <a:ahLst/>
              <a:cxnLst/>
              <a:rect l="l" t="t" r="r" b="b"/>
              <a:pathLst>
                <a:path w="5494" h="10908" extrusionOk="0">
                  <a:moveTo>
                    <a:pt x="4936" y="1"/>
                  </a:moveTo>
                  <a:cubicBezTo>
                    <a:pt x="4891" y="1"/>
                    <a:pt x="4847" y="7"/>
                    <a:pt x="4810" y="19"/>
                  </a:cubicBezTo>
                  <a:cubicBezTo>
                    <a:pt x="4883" y="147"/>
                    <a:pt x="4938" y="300"/>
                    <a:pt x="4883" y="477"/>
                  </a:cubicBezTo>
                  <a:lnTo>
                    <a:pt x="4047" y="3174"/>
                  </a:lnTo>
                  <a:cubicBezTo>
                    <a:pt x="3614" y="4523"/>
                    <a:pt x="3235" y="6025"/>
                    <a:pt x="2137" y="6916"/>
                  </a:cubicBezTo>
                  <a:lnTo>
                    <a:pt x="80" y="8539"/>
                  </a:lnTo>
                  <a:cubicBezTo>
                    <a:pt x="31" y="8564"/>
                    <a:pt x="1" y="8619"/>
                    <a:pt x="1" y="8667"/>
                  </a:cubicBezTo>
                  <a:lnTo>
                    <a:pt x="1" y="10907"/>
                  </a:lnTo>
                  <a:lnTo>
                    <a:pt x="458" y="10907"/>
                  </a:lnTo>
                  <a:cubicBezTo>
                    <a:pt x="562" y="10907"/>
                    <a:pt x="641" y="10828"/>
                    <a:pt x="641" y="10730"/>
                  </a:cubicBezTo>
                  <a:lnTo>
                    <a:pt x="641" y="8899"/>
                  </a:lnTo>
                  <a:lnTo>
                    <a:pt x="2674" y="7245"/>
                  </a:lnTo>
                  <a:cubicBezTo>
                    <a:pt x="3766" y="6354"/>
                    <a:pt x="4175" y="4725"/>
                    <a:pt x="4578" y="3376"/>
                  </a:cubicBezTo>
                  <a:lnTo>
                    <a:pt x="5420" y="709"/>
                  </a:lnTo>
                  <a:cubicBezTo>
                    <a:pt x="5493" y="428"/>
                    <a:pt x="5341" y="123"/>
                    <a:pt x="5066" y="19"/>
                  </a:cubicBezTo>
                  <a:cubicBezTo>
                    <a:pt x="5027" y="7"/>
                    <a:pt x="4981" y="1"/>
                    <a:pt x="4936" y="1"/>
                  </a:cubicBezTo>
                  <a:close/>
                </a:path>
              </a:pathLst>
            </a:custGeom>
            <a:solidFill>
              <a:srgbClr val="F7BC9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0" name="Google Shape;4980;p66"/>
            <p:cNvSpPr/>
            <p:nvPr/>
          </p:nvSpPr>
          <p:spPr>
            <a:xfrm>
              <a:off x="4026875" y="5364650"/>
              <a:ext cx="106225" cy="156425"/>
            </a:xfrm>
            <a:custGeom>
              <a:avLst/>
              <a:gdLst/>
              <a:ahLst/>
              <a:cxnLst/>
              <a:rect l="l" t="t" r="r" b="b"/>
              <a:pathLst>
                <a:path w="4249" h="6257" extrusionOk="0">
                  <a:moveTo>
                    <a:pt x="403" y="0"/>
                  </a:moveTo>
                  <a:cubicBezTo>
                    <a:pt x="153" y="80"/>
                    <a:pt x="1" y="330"/>
                    <a:pt x="74" y="586"/>
                  </a:cubicBezTo>
                  <a:lnTo>
                    <a:pt x="281" y="1911"/>
                  </a:lnTo>
                  <a:cubicBezTo>
                    <a:pt x="635" y="3131"/>
                    <a:pt x="1270" y="4248"/>
                    <a:pt x="2289" y="5011"/>
                  </a:cubicBezTo>
                  <a:lnTo>
                    <a:pt x="3760" y="6256"/>
                  </a:lnTo>
                  <a:lnTo>
                    <a:pt x="4248" y="4401"/>
                  </a:lnTo>
                  <a:lnTo>
                    <a:pt x="2796" y="1398"/>
                  </a:lnTo>
                  <a:cubicBezTo>
                    <a:pt x="2539" y="1477"/>
                    <a:pt x="2387" y="1758"/>
                    <a:pt x="2466" y="2008"/>
                  </a:cubicBezTo>
                  <a:lnTo>
                    <a:pt x="1624" y="763"/>
                  </a:lnTo>
                  <a:cubicBezTo>
                    <a:pt x="1374" y="843"/>
                    <a:pt x="1221" y="1093"/>
                    <a:pt x="1294" y="1349"/>
                  </a:cubicBezTo>
                  <a:lnTo>
                    <a:pt x="403" y="0"/>
                  </a:lnTo>
                  <a:close/>
                </a:path>
              </a:pathLst>
            </a:custGeom>
            <a:solidFill>
              <a:srgbClr val="F4B1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1" name="Google Shape;4981;p66"/>
            <p:cNvSpPr/>
            <p:nvPr/>
          </p:nvSpPr>
          <p:spPr>
            <a:xfrm>
              <a:off x="4096750" y="5399525"/>
              <a:ext cx="36350" cy="75150"/>
            </a:xfrm>
            <a:custGeom>
              <a:avLst/>
              <a:gdLst/>
              <a:ahLst/>
              <a:cxnLst/>
              <a:rect l="l" t="t" r="r" b="b"/>
              <a:pathLst>
                <a:path w="1454" h="3006" extrusionOk="0">
                  <a:moveTo>
                    <a:pt x="106" y="0"/>
                  </a:moveTo>
                  <a:cubicBezTo>
                    <a:pt x="87" y="0"/>
                    <a:pt x="68" y="1"/>
                    <a:pt x="50" y="3"/>
                  </a:cubicBezTo>
                  <a:lnTo>
                    <a:pt x="1" y="3"/>
                  </a:lnTo>
                  <a:lnTo>
                    <a:pt x="587" y="2164"/>
                  </a:lnTo>
                  <a:lnTo>
                    <a:pt x="715" y="2597"/>
                  </a:lnTo>
                  <a:lnTo>
                    <a:pt x="1453" y="3006"/>
                  </a:lnTo>
                  <a:lnTo>
                    <a:pt x="587" y="333"/>
                  </a:lnTo>
                  <a:cubicBezTo>
                    <a:pt x="514" y="125"/>
                    <a:pt x="317" y="0"/>
                    <a:pt x="106" y="0"/>
                  </a:cubicBezTo>
                  <a:close/>
                </a:path>
              </a:pathLst>
            </a:custGeom>
            <a:solidFill>
              <a:srgbClr val="EAA6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2" name="Google Shape;4982;p66"/>
            <p:cNvSpPr/>
            <p:nvPr/>
          </p:nvSpPr>
          <p:spPr>
            <a:xfrm>
              <a:off x="4067450" y="5383475"/>
              <a:ext cx="28100" cy="54900"/>
            </a:xfrm>
            <a:custGeom>
              <a:avLst/>
              <a:gdLst/>
              <a:ahLst/>
              <a:cxnLst/>
              <a:rect l="l" t="t" r="r" b="b"/>
              <a:pathLst>
                <a:path w="1124" h="2196" extrusionOk="0">
                  <a:moveTo>
                    <a:pt x="101" y="0"/>
                  </a:moveTo>
                  <a:cubicBezTo>
                    <a:pt x="68" y="0"/>
                    <a:pt x="34" y="3"/>
                    <a:pt x="1" y="10"/>
                  </a:cubicBezTo>
                  <a:lnTo>
                    <a:pt x="514" y="1738"/>
                  </a:lnTo>
                  <a:lnTo>
                    <a:pt x="611" y="2195"/>
                  </a:lnTo>
                  <a:lnTo>
                    <a:pt x="1124" y="2195"/>
                  </a:lnTo>
                  <a:lnTo>
                    <a:pt x="538" y="316"/>
                  </a:lnTo>
                  <a:cubicBezTo>
                    <a:pt x="496" y="122"/>
                    <a:pt x="302" y="0"/>
                    <a:pt x="101" y="0"/>
                  </a:cubicBezTo>
                  <a:close/>
                </a:path>
              </a:pathLst>
            </a:custGeom>
            <a:solidFill>
              <a:srgbClr val="EAA6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3" name="Google Shape;4983;p66"/>
            <p:cNvSpPr/>
            <p:nvPr/>
          </p:nvSpPr>
          <p:spPr>
            <a:xfrm>
              <a:off x="4036950" y="5364425"/>
              <a:ext cx="82100" cy="146425"/>
            </a:xfrm>
            <a:custGeom>
              <a:avLst/>
              <a:gdLst/>
              <a:ahLst/>
              <a:cxnLst/>
              <a:rect l="l" t="t" r="r" b="b"/>
              <a:pathLst>
                <a:path w="3284" h="5857" extrusionOk="0">
                  <a:moveTo>
                    <a:pt x="117" y="0"/>
                  </a:moveTo>
                  <a:cubicBezTo>
                    <a:pt x="88" y="0"/>
                    <a:pt x="60" y="3"/>
                    <a:pt x="31" y="9"/>
                  </a:cubicBezTo>
                  <a:lnTo>
                    <a:pt x="0" y="9"/>
                  </a:lnTo>
                  <a:lnTo>
                    <a:pt x="1172" y="4025"/>
                  </a:lnTo>
                  <a:lnTo>
                    <a:pt x="1886" y="5325"/>
                  </a:lnTo>
                  <a:lnTo>
                    <a:pt x="3284" y="5856"/>
                  </a:lnTo>
                  <a:lnTo>
                    <a:pt x="1325" y="2652"/>
                  </a:lnTo>
                  <a:lnTo>
                    <a:pt x="562" y="315"/>
                  </a:lnTo>
                  <a:cubicBezTo>
                    <a:pt x="498" y="139"/>
                    <a:pt x="313" y="0"/>
                    <a:pt x="117" y="0"/>
                  </a:cubicBezTo>
                  <a:close/>
                </a:path>
              </a:pathLst>
            </a:custGeom>
            <a:solidFill>
              <a:srgbClr val="EAA6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4" name="Google Shape;4984;p66"/>
            <p:cNvSpPr/>
            <p:nvPr/>
          </p:nvSpPr>
          <p:spPr>
            <a:xfrm>
              <a:off x="3996975" y="5357575"/>
              <a:ext cx="190125" cy="272900"/>
            </a:xfrm>
            <a:custGeom>
              <a:avLst/>
              <a:gdLst/>
              <a:ahLst/>
              <a:cxnLst/>
              <a:rect l="l" t="t" r="r" b="b"/>
              <a:pathLst>
                <a:path w="7605" h="10916" extrusionOk="0">
                  <a:moveTo>
                    <a:pt x="585" y="0"/>
                  </a:moveTo>
                  <a:cubicBezTo>
                    <a:pt x="567" y="0"/>
                    <a:pt x="549" y="1"/>
                    <a:pt x="531" y="3"/>
                  </a:cubicBezTo>
                  <a:cubicBezTo>
                    <a:pt x="202" y="58"/>
                    <a:pt x="0" y="387"/>
                    <a:pt x="104" y="692"/>
                  </a:cubicBezTo>
                  <a:lnTo>
                    <a:pt x="940" y="3384"/>
                  </a:lnTo>
                  <a:cubicBezTo>
                    <a:pt x="1349" y="4733"/>
                    <a:pt x="1752" y="6362"/>
                    <a:pt x="2851" y="7253"/>
                  </a:cubicBezTo>
                  <a:lnTo>
                    <a:pt x="4883" y="8907"/>
                  </a:lnTo>
                  <a:lnTo>
                    <a:pt x="4883" y="10738"/>
                  </a:lnTo>
                  <a:cubicBezTo>
                    <a:pt x="4883" y="10836"/>
                    <a:pt x="4956" y="10915"/>
                    <a:pt x="5060" y="10915"/>
                  </a:cubicBezTo>
                  <a:lnTo>
                    <a:pt x="7300" y="10915"/>
                  </a:lnTo>
                  <a:lnTo>
                    <a:pt x="7605" y="10738"/>
                  </a:lnTo>
                  <a:lnTo>
                    <a:pt x="7605" y="8193"/>
                  </a:lnTo>
                  <a:cubicBezTo>
                    <a:pt x="7605" y="8193"/>
                    <a:pt x="7477" y="6973"/>
                    <a:pt x="6818" y="6008"/>
                  </a:cubicBezTo>
                  <a:cubicBezTo>
                    <a:pt x="6128" y="5038"/>
                    <a:pt x="4834" y="4684"/>
                    <a:pt x="4834" y="4684"/>
                  </a:cubicBezTo>
                  <a:lnTo>
                    <a:pt x="3204" y="3134"/>
                  </a:lnTo>
                  <a:cubicBezTo>
                    <a:pt x="3204" y="3134"/>
                    <a:pt x="2796" y="3079"/>
                    <a:pt x="2820" y="3079"/>
                  </a:cubicBezTo>
                  <a:lnTo>
                    <a:pt x="2796" y="3079"/>
                  </a:lnTo>
                  <a:cubicBezTo>
                    <a:pt x="2747" y="3262"/>
                    <a:pt x="2747" y="3463"/>
                    <a:pt x="2875" y="3616"/>
                  </a:cubicBezTo>
                  <a:lnTo>
                    <a:pt x="4883" y="6130"/>
                  </a:lnTo>
                  <a:lnTo>
                    <a:pt x="3790" y="5294"/>
                  </a:lnTo>
                  <a:cubicBezTo>
                    <a:pt x="2771" y="4531"/>
                    <a:pt x="2033" y="3463"/>
                    <a:pt x="1679" y="2243"/>
                  </a:cubicBezTo>
                  <a:lnTo>
                    <a:pt x="1117" y="387"/>
                  </a:lnTo>
                  <a:cubicBezTo>
                    <a:pt x="1049" y="149"/>
                    <a:pt x="823" y="0"/>
                    <a:pt x="585" y="0"/>
                  </a:cubicBezTo>
                  <a:close/>
                </a:path>
              </a:pathLst>
            </a:custGeom>
            <a:solidFill>
              <a:srgbClr val="FFC8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5" name="Google Shape;4985;p66"/>
            <p:cNvSpPr/>
            <p:nvPr/>
          </p:nvSpPr>
          <p:spPr>
            <a:xfrm>
              <a:off x="4067450" y="5426950"/>
              <a:ext cx="127300" cy="203525"/>
            </a:xfrm>
            <a:custGeom>
              <a:avLst/>
              <a:gdLst/>
              <a:ahLst/>
              <a:cxnLst/>
              <a:rect l="l" t="t" r="r" b="b"/>
              <a:pathLst>
                <a:path w="5092" h="8141" extrusionOk="0">
                  <a:moveTo>
                    <a:pt x="450" y="0"/>
                  </a:moveTo>
                  <a:cubicBezTo>
                    <a:pt x="320" y="0"/>
                    <a:pt x="193" y="50"/>
                    <a:pt x="105" y="151"/>
                  </a:cubicBezTo>
                  <a:cubicBezTo>
                    <a:pt x="56" y="206"/>
                    <a:pt x="1" y="255"/>
                    <a:pt x="1" y="304"/>
                  </a:cubicBezTo>
                  <a:cubicBezTo>
                    <a:pt x="56" y="334"/>
                    <a:pt x="129" y="383"/>
                    <a:pt x="209" y="432"/>
                  </a:cubicBezTo>
                  <a:lnTo>
                    <a:pt x="1985" y="2190"/>
                  </a:lnTo>
                  <a:cubicBezTo>
                    <a:pt x="1985" y="2190"/>
                    <a:pt x="3004" y="2568"/>
                    <a:pt x="3663" y="3508"/>
                  </a:cubicBezTo>
                  <a:cubicBezTo>
                    <a:pt x="4353" y="4478"/>
                    <a:pt x="4481" y="5699"/>
                    <a:pt x="4481" y="5699"/>
                  </a:cubicBezTo>
                  <a:lnTo>
                    <a:pt x="4481" y="8140"/>
                  </a:lnTo>
                  <a:lnTo>
                    <a:pt x="4914" y="8140"/>
                  </a:lnTo>
                  <a:cubicBezTo>
                    <a:pt x="5012" y="8140"/>
                    <a:pt x="5091" y="8061"/>
                    <a:pt x="5091" y="7963"/>
                  </a:cubicBezTo>
                  <a:lnTo>
                    <a:pt x="5091" y="5418"/>
                  </a:lnTo>
                  <a:cubicBezTo>
                    <a:pt x="5091" y="5418"/>
                    <a:pt x="4963" y="4198"/>
                    <a:pt x="4304" y="3233"/>
                  </a:cubicBezTo>
                  <a:cubicBezTo>
                    <a:pt x="3614" y="2263"/>
                    <a:pt x="2625" y="1909"/>
                    <a:pt x="2625" y="1909"/>
                  </a:cubicBezTo>
                  <a:lnTo>
                    <a:pt x="819" y="151"/>
                  </a:lnTo>
                  <a:cubicBezTo>
                    <a:pt x="715" y="50"/>
                    <a:pt x="581" y="0"/>
                    <a:pt x="450" y="0"/>
                  </a:cubicBezTo>
                  <a:close/>
                </a:path>
              </a:pathLst>
            </a:custGeom>
            <a:solidFill>
              <a:srgbClr val="F7BC9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6" name="Google Shape;4986;p66"/>
            <p:cNvSpPr/>
            <p:nvPr/>
          </p:nvSpPr>
          <p:spPr>
            <a:xfrm>
              <a:off x="4121625" y="5312475"/>
              <a:ext cx="181750" cy="71275"/>
            </a:xfrm>
            <a:custGeom>
              <a:avLst/>
              <a:gdLst/>
              <a:ahLst/>
              <a:cxnLst/>
              <a:rect l="l" t="t" r="r" b="b"/>
              <a:pathLst>
                <a:path w="7270" h="2851" extrusionOk="0">
                  <a:moveTo>
                    <a:pt x="3357" y="0"/>
                  </a:moveTo>
                  <a:cubicBezTo>
                    <a:pt x="1856" y="305"/>
                    <a:pt x="556" y="1910"/>
                    <a:pt x="74" y="2570"/>
                  </a:cubicBezTo>
                  <a:cubicBezTo>
                    <a:pt x="1" y="2673"/>
                    <a:pt x="74" y="2850"/>
                    <a:pt x="226" y="2850"/>
                  </a:cubicBezTo>
                  <a:lnTo>
                    <a:pt x="6836" y="2850"/>
                  </a:lnTo>
                  <a:lnTo>
                    <a:pt x="7270" y="2570"/>
                  </a:lnTo>
                  <a:cubicBezTo>
                    <a:pt x="6763" y="1831"/>
                    <a:pt x="5060" y="305"/>
                    <a:pt x="3968" y="79"/>
                  </a:cubicBezTo>
                  <a:cubicBezTo>
                    <a:pt x="3785" y="31"/>
                    <a:pt x="3357" y="0"/>
                    <a:pt x="335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7" name="Google Shape;4987;p66"/>
            <p:cNvSpPr/>
            <p:nvPr/>
          </p:nvSpPr>
          <p:spPr>
            <a:xfrm>
              <a:off x="4205550" y="5311250"/>
              <a:ext cx="108050" cy="72500"/>
            </a:xfrm>
            <a:custGeom>
              <a:avLst/>
              <a:gdLst/>
              <a:ahLst/>
              <a:cxnLst/>
              <a:rect l="l" t="t" r="r" b="b"/>
              <a:pathLst>
                <a:path w="4322" h="2900" extrusionOk="0">
                  <a:moveTo>
                    <a:pt x="483" y="0"/>
                  </a:moveTo>
                  <a:cubicBezTo>
                    <a:pt x="330" y="0"/>
                    <a:pt x="153" y="25"/>
                    <a:pt x="0" y="49"/>
                  </a:cubicBezTo>
                  <a:cubicBezTo>
                    <a:pt x="1905" y="434"/>
                    <a:pt x="3479" y="2899"/>
                    <a:pt x="3479" y="2899"/>
                  </a:cubicBezTo>
                  <a:lnTo>
                    <a:pt x="4090" y="2899"/>
                  </a:lnTo>
                  <a:cubicBezTo>
                    <a:pt x="4242" y="2899"/>
                    <a:pt x="4322" y="2722"/>
                    <a:pt x="4242" y="2619"/>
                  </a:cubicBezTo>
                  <a:cubicBezTo>
                    <a:pt x="3711" y="1880"/>
                    <a:pt x="2185" y="0"/>
                    <a:pt x="48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11" name="Google Shape;5011;p66"/>
          <p:cNvGrpSpPr/>
          <p:nvPr/>
        </p:nvGrpSpPr>
        <p:grpSpPr>
          <a:xfrm>
            <a:off x="6948691" y="3629886"/>
            <a:ext cx="437475" cy="293125"/>
            <a:chOff x="6999025" y="5265475"/>
            <a:chExt cx="437475" cy="293125"/>
          </a:xfrm>
        </p:grpSpPr>
        <p:sp>
          <p:nvSpPr>
            <p:cNvPr id="5012" name="Google Shape;5012;p66"/>
            <p:cNvSpPr/>
            <p:nvPr/>
          </p:nvSpPr>
          <p:spPr>
            <a:xfrm>
              <a:off x="7004675" y="5306825"/>
              <a:ext cx="426025" cy="244150"/>
            </a:xfrm>
            <a:custGeom>
              <a:avLst/>
              <a:gdLst/>
              <a:ahLst/>
              <a:cxnLst/>
              <a:rect l="l" t="t" r="r" b="b"/>
              <a:pathLst>
                <a:path w="17041" h="9766" extrusionOk="0">
                  <a:moveTo>
                    <a:pt x="8521" y="0"/>
                  </a:moveTo>
                  <a:cubicBezTo>
                    <a:pt x="4401" y="0"/>
                    <a:pt x="971" y="3613"/>
                    <a:pt x="0" y="4730"/>
                  </a:cubicBezTo>
                  <a:lnTo>
                    <a:pt x="129" y="5164"/>
                  </a:lnTo>
                  <a:cubicBezTo>
                    <a:pt x="129" y="5164"/>
                    <a:pt x="4096" y="9766"/>
                    <a:pt x="8521" y="9766"/>
                  </a:cubicBezTo>
                  <a:cubicBezTo>
                    <a:pt x="12945" y="9766"/>
                    <a:pt x="16278" y="5902"/>
                    <a:pt x="16913" y="5164"/>
                  </a:cubicBezTo>
                  <a:lnTo>
                    <a:pt x="17041" y="4730"/>
                  </a:lnTo>
                  <a:cubicBezTo>
                    <a:pt x="16076" y="3613"/>
                    <a:pt x="12616" y="0"/>
                    <a:pt x="852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3" name="Google Shape;5013;p66"/>
            <p:cNvSpPr/>
            <p:nvPr/>
          </p:nvSpPr>
          <p:spPr>
            <a:xfrm>
              <a:off x="6999025" y="5425075"/>
              <a:ext cx="437475" cy="133525"/>
            </a:xfrm>
            <a:custGeom>
              <a:avLst/>
              <a:gdLst/>
              <a:ahLst/>
              <a:cxnLst/>
              <a:rect l="l" t="t" r="r" b="b"/>
              <a:pathLst>
                <a:path w="17499" h="5341" extrusionOk="0">
                  <a:moveTo>
                    <a:pt x="226" y="0"/>
                  </a:moveTo>
                  <a:cubicBezTo>
                    <a:pt x="153" y="74"/>
                    <a:pt x="74" y="153"/>
                    <a:pt x="49" y="202"/>
                  </a:cubicBezTo>
                  <a:cubicBezTo>
                    <a:pt x="1" y="281"/>
                    <a:pt x="1" y="354"/>
                    <a:pt x="49" y="434"/>
                  </a:cubicBezTo>
                  <a:cubicBezTo>
                    <a:pt x="660" y="1172"/>
                    <a:pt x="4322" y="5341"/>
                    <a:pt x="8747" y="5341"/>
                  </a:cubicBezTo>
                  <a:cubicBezTo>
                    <a:pt x="13171" y="5341"/>
                    <a:pt x="16809" y="1172"/>
                    <a:pt x="17444" y="434"/>
                  </a:cubicBezTo>
                  <a:cubicBezTo>
                    <a:pt x="17499" y="354"/>
                    <a:pt x="17499" y="281"/>
                    <a:pt x="17444" y="202"/>
                  </a:cubicBezTo>
                  <a:cubicBezTo>
                    <a:pt x="17395" y="153"/>
                    <a:pt x="17346" y="74"/>
                    <a:pt x="17267" y="0"/>
                  </a:cubicBezTo>
                  <a:cubicBezTo>
                    <a:pt x="16302" y="1093"/>
                    <a:pt x="12842" y="4706"/>
                    <a:pt x="8747" y="4706"/>
                  </a:cubicBezTo>
                  <a:cubicBezTo>
                    <a:pt x="4627" y="4706"/>
                    <a:pt x="1197" y="1093"/>
                    <a:pt x="22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4" name="Google Shape;5014;p66"/>
            <p:cNvSpPr/>
            <p:nvPr/>
          </p:nvSpPr>
          <p:spPr>
            <a:xfrm>
              <a:off x="7091800" y="5314450"/>
              <a:ext cx="251775" cy="236525"/>
            </a:xfrm>
            <a:custGeom>
              <a:avLst/>
              <a:gdLst/>
              <a:ahLst/>
              <a:cxnLst/>
              <a:rect l="l" t="t" r="r" b="b"/>
              <a:pathLst>
                <a:path w="10071" h="9461" extrusionOk="0">
                  <a:moveTo>
                    <a:pt x="5621" y="0"/>
                  </a:moveTo>
                  <a:lnTo>
                    <a:pt x="971" y="1783"/>
                  </a:lnTo>
                  <a:cubicBezTo>
                    <a:pt x="404" y="2544"/>
                    <a:pt x="49" y="3471"/>
                    <a:pt x="4" y="4475"/>
                  </a:cubicBezTo>
                  <a:lnTo>
                    <a:pt x="4" y="4475"/>
                  </a:lnTo>
                  <a:cubicBezTo>
                    <a:pt x="3" y="4458"/>
                    <a:pt x="1" y="4442"/>
                    <a:pt x="0" y="4425"/>
                  </a:cubicBezTo>
                  <a:lnTo>
                    <a:pt x="0" y="4578"/>
                  </a:lnTo>
                  <a:cubicBezTo>
                    <a:pt x="1" y="4544"/>
                    <a:pt x="2" y="4509"/>
                    <a:pt x="4" y="4475"/>
                  </a:cubicBezTo>
                  <a:lnTo>
                    <a:pt x="4" y="4475"/>
                  </a:lnTo>
                  <a:cubicBezTo>
                    <a:pt x="195" y="7074"/>
                    <a:pt x="1573" y="9461"/>
                    <a:pt x="5036" y="9461"/>
                  </a:cubicBezTo>
                  <a:cubicBezTo>
                    <a:pt x="8472" y="9461"/>
                    <a:pt x="9894" y="7044"/>
                    <a:pt x="10046" y="4425"/>
                  </a:cubicBezTo>
                  <a:cubicBezTo>
                    <a:pt x="10046" y="4474"/>
                    <a:pt x="10046" y="4529"/>
                    <a:pt x="10071" y="4578"/>
                  </a:cubicBezTo>
                  <a:cubicBezTo>
                    <a:pt x="9998" y="2619"/>
                    <a:pt x="8826" y="940"/>
                    <a:pt x="7147" y="177"/>
                  </a:cubicBezTo>
                  <a:lnTo>
                    <a:pt x="562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5" name="Google Shape;5015;p66"/>
            <p:cNvSpPr/>
            <p:nvPr/>
          </p:nvSpPr>
          <p:spPr>
            <a:xfrm>
              <a:off x="7343550" y="5428875"/>
              <a:ext cx="25" cy="3850"/>
            </a:xfrm>
            <a:custGeom>
              <a:avLst/>
              <a:gdLst/>
              <a:ahLst/>
              <a:cxnLst/>
              <a:rect l="l" t="t" r="r" b="b"/>
              <a:pathLst>
                <a:path w="1" h="154" extrusionOk="0">
                  <a:moveTo>
                    <a:pt x="1" y="1"/>
                  </a:moveTo>
                  <a:lnTo>
                    <a:pt x="1" y="153"/>
                  </a:lnTo>
                  <a:close/>
                  <a:moveTo>
                    <a:pt x="1" y="1"/>
                  </a:move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6" name="Google Shape;5016;p66"/>
            <p:cNvSpPr/>
            <p:nvPr/>
          </p:nvSpPr>
          <p:spPr>
            <a:xfrm>
              <a:off x="7091800" y="5428875"/>
              <a:ext cx="25" cy="3850"/>
            </a:xfrm>
            <a:custGeom>
              <a:avLst/>
              <a:gdLst/>
              <a:ahLst/>
              <a:cxnLst/>
              <a:rect l="l" t="t" r="r" b="b"/>
              <a:pathLst>
                <a:path w="1" h="154" extrusionOk="0">
                  <a:moveTo>
                    <a:pt x="0" y="153"/>
                  </a:moveTo>
                  <a:lnTo>
                    <a:pt x="0" y="1"/>
                  </a:lnTo>
                  <a:close/>
                  <a:moveTo>
                    <a:pt x="0" y="153"/>
                  </a:moveTo>
                  <a:lnTo>
                    <a:pt x="0" y="153"/>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7" name="Google Shape;5017;p66"/>
            <p:cNvSpPr/>
            <p:nvPr/>
          </p:nvSpPr>
          <p:spPr>
            <a:xfrm>
              <a:off x="7116050" y="5306825"/>
              <a:ext cx="161475" cy="156325"/>
            </a:xfrm>
            <a:custGeom>
              <a:avLst/>
              <a:gdLst/>
              <a:ahLst/>
              <a:cxnLst/>
              <a:rect l="l" t="t" r="r" b="b"/>
              <a:pathLst>
                <a:path w="6459" h="6253" extrusionOk="0">
                  <a:moveTo>
                    <a:pt x="4066" y="0"/>
                  </a:moveTo>
                  <a:cubicBezTo>
                    <a:pt x="2387" y="0"/>
                    <a:pt x="916" y="836"/>
                    <a:pt x="1" y="2088"/>
                  </a:cubicBezTo>
                  <a:cubicBezTo>
                    <a:pt x="178" y="2490"/>
                    <a:pt x="404" y="2924"/>
                    <a:pt x="733" y="3253"/>
                  </a:cubicBezTo>
                  <a:cubicBezTo>
                    <a:pt x="1472" y="3967"/>
                    <a:pt x="1270" y="5597"/>
                    <a:pt x="1496" y="5951"/>
                  </a:cubicBezTo>
                  <a:cubicBezTo>
                    <a:pt x="1640" y="6157"/>
                    <a:pt x="1833" y="6253"/>
                    <a:pt x="2031" y="6253"/>
                  </a:cubicBezTo>
                  <a:cubicBezTo>
                    <a:pt x="2394" y="6253"/>
                    <a:pt x="2770" y="5927"/>
                    <a:pt x="2869" y="5365"/>
                  </a:cubicBezTo>
                  <a:cubicBezTo>
                    <a:pt x="2997" y="4529"/>
                    <a:pt x="3632" y="4193"/>
                    <a:pt x="4218" y="3430"/>
                  </a:cubicBezTo>
                  <a:cubicBezTo>
                    <a:pt x="4804" y="2643"/>
                    <a:pt x="3663" y="2210"/>
                    <a:pt x="4066" y="1984"/>
                  </a:cubicBezTo>
                  <a:cubicBezTo>
                    <a:pt x="4104" y="1963"/>
                    <a:pt x="4150" y="1954"/>
                    <a:pt x="4203" y="1954"/>
                  </a:cubicBezTo>
                  <a:cubicBezTo>
                    <a:pt x="4638" y="1954"/>
                    <a:pt x="5510" y="2577"/>
                    <a:pt x="5946" y="2577"/>
                  </a:cubicBezTo>
                  <a:cubicBezTo>
                    <a:pt x="6055" y="2577"/>
                    <a:pt x="6136" y="2538"/>
                    <a:pt x="6177" y="2442"/>
                  </a:cubicBezTo>
                  <a:cubicBezTo>
                    <a:pt x="6458" y="1807"/>
                    <a:pt x="4450" y="1325"/>
                    <a:pt x="4474" y="965"/>
                  </a:cubicBezTo>
                  <a:cubicBezTo>
                    <a:pt x="4499" y="611"/>
                    <a:pt x="6153" y="482"/>
                    <a:pt x="6177" y="482"/>
                  </a:cubicBezTo>
                  <a:cubicBezTo>
                    <a:pt x="5543" y="177"/>
                    <a:pt x="4804" y="0"/>
                    <a:pt x="406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8" name="Google Shape;5018;p66"/>
            <p:cNvSpPr/>
            <p:nvPr/>
          </p:nvSpPr>
          <p:spPr>
            <a:xfrm>
              <a:off x="7339125" y="5425075"/>
              <a:ext cx="4450" cy="28550"/>
            </a:xfrm>
            <a:custGeom>
              <a:avLst/>
              <a:gdLst/>
              <a:ahLst/>
              <a:cxnLst/>
              <a:rect l="l" t="t" r="r" b="b"/>
              <a:pathLst>
                <a:path w="178" h="1142" extrusionOk="0">
                  <a:moveTo>
                    <a:pt x="153" y="0"/>
                  </a:moveTo>
                  <a:cubicBezTo>
                    <a:pt x="129" y="354"/>
                    <a:pt x="80" y="684"/>
                    <a:pt x="1" y="1020"/>
                  </a:cubicBezTo>
                  <a:lnTo>
                    <a:pt x="25" y="1142"/>
                  </a:lnTo>
                  <a:lnTo>
                    <a:pt x="105" y="1142"/>
                  </a:lnTo>
                  <a:cubicBezTo>
                    <a:pt x="153" y="891"/>
                    <a:pt x="178" y="611"/>
                    <a:pt x="178" y="305"/>
                  </a:cubicBezTo>
                  <a:cubicBezTo>
                    <a:pt x="178" y="202"/>
                    <a:pt x="178" y="104"/>
                    <a:pt x="1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9" name="Google Shape;5019;p66"/>
            <p:cNvSpPr/>
            <p:nvPr/>
          </p:nvSpPr>
          <p:spPr>
            <a:xfrm>
              <a:off x="7091800" y="5425075"/>
              <a:ext cx="41975" cy="94775"/>
            </a:xfrm>
            <a:custGeom>
              <a:avLst/>
              <a:gdLst/>
              <a:ahLst/>
              <a:cxnLst/>
              <a:rect l="l" t="t" r="r" b="b"/>
              <a:pathLst>
                <a:path w="1679" h="3791" extrusionOk="0">
                  <a:moveTo>
                    <a:pt x="0" y="0"/>
                  </a:moveTo>
                  <a:lnTo>
                    <a:pt x="0" y="305"/>
                  </a:lnTo>
                  <a:cubicBezTo>
                    <a:pt x="0" y="1654"/>
                    <a:pt x="537" y="2875"/>
                    <a:pt x="1374" y="3790"/>
                  </a:cubicBezTo>
                  <a:lnTo>
                    <a:pt x="1605" y="3711"/>
                  </a:lnTo>
                  <a:lnTo>
                    <a:pt x="1679" y="3430"/>
                  </a:lnTo>
                  <a:cubicBezTo>
                    <a:pt x="714" y="2570"/>
                    <a:pt x="104" y="1374"/>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0" name="Google Shape;5020;p66"/>
            <p:cNvSpPr/>
            <p:nvPr/>
          </p:nvSpPr>
          <p:spPr>
            <a:xfrm>
              <a:off x="7193575" y="5538275"/>
              <a:ext cx="73725" cy="20325"/>
            </a:xfrm>
            <a:custGeom>
              <a:avLst/>
              <a:gdLst/>
              <a:ahLst/>
              <a:cxnLst/>
              <a:rect l="l" t="t" r="r" b="b"/>
              <a:pathLst>
                <a:path w="2949" h="813" extrusionOk="0">
                  <a:moveTo>
                    <a:pt x="2313" y="1"/>
                  </a:moveTo>
                  <a:cubicBezTo>
                    <a:pt x="1880" y="123"/>
                    <a:pt x="1422" y="178"/>
                    <a:pt x="965" y="178"/>
                  </a:cubicBezTo>
                  <a:cubicBezTo>
                    <a:pt x="684" y="178"/>
                    <a:pt x="409" y="154"/>
                    <a:pt x="153" y="123"/>
                  </a:cubicBezTo>
                  <a:lnTo>
                    <a:pt x="0" y="459"/>
                  </a:lnTo>
                  <a:lnTo>
                    <a:pt x="257" y="764"/>
                  </a:lnTo>
                  <a:cubicBezTo>
                    <a:pt x="482" y="813"/>
                    <a:pt x="714" y="813"/>
                    <a:pt x="965" y="813"/>
                  </a:cubicBezTo>
                  <a:cubicBezTo>
                    <a:pt x="1654" y="813"/>
                    <a:pt x="2338" y="685"/>
                    <a:pt x="2948" y="404"/>
                  </a:cubicBezTo>
                  <a:lnTo>
                    <a:pt x="2850" y="74"/>
                  </a:lnTo>
                  <a:lnTo>
                    <a:pt x="231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1" name="Google Shape;5021;p66"/>
            <p:cNvSpPr/>
            <p:nvPr/>
          </p:nvSpPr>
          <p:spPr>
            <a:xfrm>
              <a:off x="7133750" y="5492900"/>
              <a:ext cx="63650" cy="48475"/>
            </a:xfrm>
            <a:custGeom>
              <a:avLst/>
              <a:gdLst/>
              <a:ahLst/>
              <a:cxnLst/>
              <a:rect l="l" t="t" r="r" b="b"/>
              <a:pathLst>
                <a:path w="2546" h="1939" extrusionOk="0">
                  <a:moveTo>
                    <a:pt x="1404" y="1"/>
                  </a:moveTo>
                  <a:cubicBezTo>
                    <a:pt x="1029" y="1"/>
                    <a:pt x="644" y="365"/>
                    <a:pt x="153" y="620"/>
                  </a:cubicBezTo>
                  <a:cubicBezTo>
                    <a:pt x="104" y="644"/>
                    <a:pt x="56" y="693"/>
                    <a:pt x="1" y="717"/>
                  </a:cubicBezTo>
                  <a:lnTo>
                    <a:pt x="941" y="1840"/>
                  </a:lnTo>
                  <a:lnTo>
                    <a:pt x="2546" y="1938"/>
                  </a:lnTo>
                  <a:cubicBezTo>
                    <a:pt x="2418" y="1737"/>
                    <a:pt x="2241" y="1584"/>
                    <a:pt x="2064" y="1456"/>
                  </a:cubicBezTo>
                  <a:cubicBezTo>
                    <a:pt x="1581" y="1126"/>
                    <a:pt x="2192" y="467"/>
                    <a:pt x="1734" y="107"/>
                  </a:cubicBezTo>
                  <a:cubicBezTo>
                    <a:pt x="1623" y="32"/>
                    <a:pt x="1514" y="1"/>
                    <a:pt x="140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2" name="Google Shape;5022;p66"/>
            <p:cNvSpPr/>
            <p:nvPr/>
          </p:nvSpPr>
          <p:spPr>
            <a:xfrm>
              <a:off x="7126125" y="5510825"/>
              <a:ext cx="76325" cy="46550"/>
            </a:xfrm>
            <a:custGeom>
              <a:avLst/>
              <a:gdLst/>
              <a:ahLst/>
              <a:cxnLst/>
              <a:rect l="l" t="t" r="r" b="b"/>
              <a:pathLst>
                <a:path w="3053" h="1862" extrusionOk="0">
                  <a:moveTo>
                    <a:pt x="306" y="0"/>
                  </a:moveTo>
                  <a:cubicBezTo>
                    <a:pt x="178" y="104"/>
                    <a:pt x="80" y="232"/>
                    <a:pt x="1" y="360"/>
                  </a:cubicBezTo>
                  <a:cubicBezTo>
                    <a:pt x="763" y="1148"/>
                    <a:pt x="1807" y="1709"/>
                    <a:pt x="2955" y="1862"/>
                  </a:cubicBezTo>
                  <a:cubicBezTo>
                    <a:pt x="3052" y="1654"/>
                    <a:pt x="2979" y="1429"/>
                    <a:pt x="2851" y="1221"/>
                  </a:cubicBezTo>
                  <a:cubicBezTo>
                    <a:pt x="1886" y="1044"/>
                    <a:pt x="1020" y="641"/>
                    <a:pt x="3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3" name="Google Shape;5023;p66"/>
            <p:cNvSpPr/>
            <p:nvPr/>
          </p:nvSpPr>
          <p:spPr>
            <a:xfrm>
              <a:off x="7229550" y="5441050"/>
              <a:ext cx="109600" cy="97275"/>
            </a:xfrm>
            <a:custGeom>
              <a:avLst/>
              <a:gdLst/>
              <a:ahLst/>
              <a:cxnLst/>
              <a:rect l="l" t="t" r="r" b="b"/>
              <a:pathLst>
                <a:path w="4384" h="3891" extrusionOk="0">
                  <a:moveTo>
                    <a:pt x="3462" y="0"/>
                  </a:moveTo>
                  <a:cubicBezTo>
                    <a:pt x="3383" y="0"/>
                    <a:pt x="3300" y="6"/>
                    <a:pt x="3212" y="20"/>
                  </a:cubicBezTo>
                  <a:cubicBezTo>
                    <a:pt x="2470" y="152"/>
                    <a:pt x="1950" y="701"/>
                    <a:pt x="1528" y="701"/>
                  </a:cubicBezTo>
                  <a:cubicBezTo>
                    <a:pt x="1460" y="701"/>
                    <a:pt x="1395" y="687"/>
                    <a:pt x="1332" y="655"/>
                  </a:cubicBezTo>
                  <a:cubicBezTo>
                    <a:pt x="1186" y="591"/>
                    <a:pt x="997" y="550"/>
                    <a:pt x="807" y="550"/>
                  </a:cubicBezTo>
                  <a:cubicBezTo>
                    <a:pt x="403" y="550"/>
                    <a:pt x="1" y="739"/>
                    <a:pt x="38" y="1296"/>
                  </a:cubicBezTo>
                  <a:cubicBezTo>
                    <a:pt x="87" y="2108"/>
                    <a:pt x="1332" y="2285"/>
                    <a:pt x="923" y="2895"/>
                  </a:cubicBezTo>
                  <a:cubicBezTo>
                    <a:pt x="722" y="3225"/>
                    <a:pt x="746" y="3609"/>
                    <a:pt x="874" y="3890"/>
                  </a:cubicBezTo>
                  <a:cubicBezTo>
                    <a:pt x="874" y="3890"/>
                    <a:pt x="889" y="3891"/>
                    <a:pt x="916" y="3891"/>
                  </a:cubicBezTo>
                  <a:cubicBezTo>
                    <a:pt x="1124" y="3891"/>
                    <a:pt x="2084" y="3834"/>
                    <a:pt x="3163" y="2846"/>
                  </a:cubicBezTo>
                  <a:cubicBezTo>
                    <a:pt x="4359" y="1778"/>
                    <a:pt x="4384" y="381"/>
                    <a:pt x="4384" y="381"/>
                  </a:cubicBezTo>
                  <a:cubicBezTo>
                    <a:pt x="4232" y="224"/>
                    <a:pt x="3929" y="0"/>
                    <a:pt x="346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4" name="Google Shape;5024;p66"/>
            <p:cNvSpPr/>
            <p:nvPr/>
          </p:nvSpPr>
          <p:spPr>
            <a:xfrm>
              <a:off x="7251400" y="5450550"/>
              <a:ext cx="90350" cy="97825"/>
            </a:xfrm>
            <a:custGeom>
              <a:avLst/>
              <a:gdLst/>
              <a:ahLst/>
              <a:cxnLst/>
              <a:rect l="l" t="t" r="r" b="b"/>
              <a:pathLst>
                <a:path w="3614" h="3913" extrusionOk="0">
                  <a:moveTo>
                    <a:pt x="3510" y="1"/>
                  </a:moveTo>
                  <a:cubicBezTo>
                    <a:pt x="3028" y="1703"/>
                    <a:pt x="1703" y="3022"/>
                    <a:pt x="0" y="3510"/>
                  </a:cubicBezTo>
                  <a:cubicBezTo>
                    <a:pt x="153" y="3736"/>
                    <a:pt x="385" y="3913"/>
                    <a:pt x="635" y="3913"/>
                  </a:cubicBezTo>
                  <a:cubicBezTo>
                    <a:pt x="2185" y="3254"/>
                    <a:pt x="3333" y="1856"/>
                    <a:pt x="3614" y="123"/>
                  </a:cubicBezTo>
                  <a:cubicBezTo>
                    <a:pt x="3614" y="123"/>
                    <a:pt x="3559" y="74"/>
                    <a:pt x="35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5" name="Google Shape;5025;p66"/>
            <p:cNvSpPr/>
            <p:nvPr/>
          </p:nvSpPr>
          <p:spPr>
            <a:xfrm>
              <a:off x="6999025" y="5265475"/>
              <a:ext cx="437475" cy="115800"/>
            </a:xfrm>
            <a:custGeom>
              <a:avLst/>
              <a:gdLst/>
              <a:ahLst/>
              <a:cxnLst/>
              <a:rect l="l" t="t" r="r" b="b"/>
              <a:pathLst>
                <a:path w="17499" h="4632" extrusionOk="0">
                  <a:moveTo>
                    <a:pt x="8747" y="0"/>
                  </a:moveTo>
                  <a:cubicBezTo>
                    <a:pt x="7123" y="0"/>
                    <a:pt x="5414" y="482"/>
                    <a:pt x="3687" y="1477"/>
                  </a:cubicBezTo>
                  <a:cubicBezTo>
                    <a:pt x="2466" y="2161"/>
                    <a:pt x="1246" y="3076"/>
                    <a:pt x="104" y="4199"/>
                  </a:cubicBezTo>
                  <a:cubicBezTo>
                    <a:pt x="1" y="4297"/>
                    <a:pt x="1" y="4450"/>
                    <a:pt x="104" y="4553"/>
                  </a:cubicBezTo>
                  <a:cubicBezTo>
                    <a:pt x="153" y="4602"/>
                    <a:pt x="202" y="4627"/>
                    <a:pt x="281" y="4627"/>
                  </a:cubicBezTo>
                  <a:cubicBezTo>
                    <a:pt x="330" y="4627"/>
                    <a:pt x="409" y="4602"/>
                    <a:pt x="458" y="4553"/>
                  </a:cubicBezTo>
                  <a:cubicBezTo>
                    <a:pt x="1551" y="3485"/>
                    <a:pt x="2771" y="2570"/>
                    <a:pt x="3943" y="1911"/>
                  </a:cubicBezTo>
                  <a:cubicBezTo>
                    <a:pt x="5597" y="995"/>
                    <a:pt x="7196" y="507"/>
                    <a:pt x="8747" y="507"/>
                  </a:cubicBezTo>
                  <a:cubicBezTo>
                    <a:pt x="10297" y="507"/>
                    <a:pt x="11902" y="995"/>
                    <a:pt x="13532" y="1911"/>
                  </a:cubicBezTo>
                  <a:cubicBezTo>
                    <a:pt x="14722" y="2570"/>
                    <a:pt x="15894" y="3461"/>
                    <a:pt x="17041" y="4553"/>
                  </a:cubicBezTo>
                  <a:cubicBezTo>
                    <a:pt x="17090" y="4605"/>
                    <a:pt x="17152" y="4631"/>
                    <a:pt x="17216" y="4631"/>
                  </a:cubicBezTo>
                  <a:cubicBezTo>
                    <a:pt x="17279" y="4631"/>
                    <a:pt x="17343" y="4605"/>
                    <a:pt x="17395" y="4553"/>
                  </a:cubicBezTo>
                  <a:cubicBezTo>
                    <a:pt x="17499" y="4450"/>
                    <a:pt x="17499" y="4297"/>
                    <a:pt x="17395" y="4199"/>
                  </a:cubicBezTo>
                  <a:cubicBezTo>
                    <a:pt x="16223" y="3076"/>
                    <a:pt x="15027" y="2161"/>
                    <a:pt x="13782" y="1477"/>
                  </a:cubicBezTo>
                  <a:cubicBezTo>
                    <a:pt x="12079" y="482"/>
                    <a:pt x="10376" y="0"/>
                    <a:pt x="874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26" name="Google Shape;5026;p66"/>
          <p:cNvGrpSpPr/>
          <p:nvPr/>
        </p:nvGrpSpPr>
        <p:grpSpPr>
          <a:xfrm>
            <a:off x="7654391" y="2258811"/>
            <a:ext cx="439925" cy="436850"/>
            <a:chOff x="7704725" y="3284800"/>
            <a:chExt cx="439925" cy="436850"/>
          </a:xfrm>
        </p:grpSpPr>
        <p:sp>
          <p:nvSpPr>
            <p:cNvPr id="5027" name="Google Shape;5027;p66"/>
            <p:cNvSpPr/>
            <p:nvPr/>
          </p:nvSpPr>
          <p:spPr>
            <a:xfrm>
              <a:off x="7829375" y="3284800"/>
              <a:ext cx="187550" cy="238675"/>
            </a:xfrm>
            <a:custGeom>
              <a:avLst/>
              <a:gdLst/>
              <a:ahLst/>
              <a:cxnLst/>
              <a:rect l="l" t="t" r="r" b="b"/>
              <a:pathLst>
                <a:path w="7502" h="9547" extrusionOk="0">
                  <a:moveTo>
                    <a:pt x="3760" y="1"/>
                  </a:moveTo>
                  <a:cubicBezTo>
                    <a:pt x="3718" y="1"/>
                    <a:pt x="3672" y="13"/>
                    <a:pt x="3632" y="37"/>
                  </a:cubicBezTo>
                  <a:cubicBezTo>
                    <a:pt x="2363" y="1209"/>
                    <a:pt x="202" y="3474"/>
                    <a:pt x="1" y="5762"/>
                  </a:cubicBezTo>
                  <a:cubicBezTo>
                    <a:pt x="1" y="5762"/>
                    <a:pt x="25" y="6013"/>
                    <a:pt x="25" y="6067"/>
                  </a:cubicBezTo>
                  <a:cubicBezTo>
                    <a:pt x="226" y="7770"/>
                    <a:pt x="1423" y="9546"/>
                    <a:pt x="3760" y="9546"/>
                  </a:cubicBezTo>
                  <a:cubicBezTo>
                    <a:pt x="6073" y="9546"/>
                    <a:pt x="7270" y="7795"/>
                    <a:pt x="7502" y="6092"/>
                  </a:cubicBezTo>
                  <a:lnTo>
                    <a:pt x="7502" y="5762"/>
                  </a:lnTo>
                  <a:cubicBezTo>
                    <a:pt x="7294" y="3474"/>
                    <a:pt x="5158" y="1209"/>
                    <a:pt x="3864" y="37"/>
                  </a:cubicBezTo>
                  <a:cubicBezTo>
                    <a:pt x="3840" y="13"/>
                    <a:pt x="3801" y="1"/>
                    <a:pt x="376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8" name="Google Shape;5028;p66"/>
            <p:cNvSpPr/>
            <p:nvPr/>
          </p:nvSpPr>
          <p:spPr>
            <a:xfrm>
              <a:off x="7829375" y="3428850"/>
              <a:ext cx="188150" cy="103025"/>
            </a:xfrm>
            <a:custGeom>
              <a:avLst/>
              <a:gdLst/>
              <a:ahLst/>
              <a:cxnLst/>
              <a:rect l="l" t="t" r="r" b="b"/>
              <a:pathLst>
                <a:path w="7526" h="4121" extrusionOk="0">
                  <a:moveTo>
                    <a:pt x="1" y="0"/>
                  </a:moveTo>
                  <a:cubicBezTo>
                    <a:pt x="1" y="251"/>
                    <a:pt x="1" y="507"/>
                    <a:pt x="25" y="788"/>
                  </a:cubicBezTo>
                  <a:cubicBezTo>
                    <a:pt x="251" y="2490"/>
                    <a:pt x="1423" y="4120"/>
                    <a:pt x="3760" y="4120"/>
                  </a:cubicBezTo>
                  <a:cubicBezTo>
                    <a:pt x="6073" y="4120"/>
                    <a:pt x="7270" y="2490"/>
                    <a:pt x="7477" y="788"/>
                  </a:cubicBezTo>
                  <a:cubicBezTo>
                    <a:pt x="7526" y="507"/>
                    <a:pt x="7526" y="251"/>
                    <a:pt x="7502" y="0"/>
                  </a:cubicBezTo>
                  <a:lnTo>
                    <a:pt x="7502" y="0"/>
                  </a:lnTo>
                  <a:cubicBezTo>
                    <a:pt x="7502" y="49"/>
                    <a:pt x="7477" y="98"/>
                    <a:pt x="7477" y="153"/>
                  </a:cubicBezTo>
                  <a:cubicBezTo>
                    <a:pt x="7270" y="1831"/>
                    <a:pt x="6073" y="3479"/>
                    <a:pt x="3760" y="3479"/>
                  </a:cubicBezTo>
                  <a:cubicBezTo>
                    <a:pt x="1423" y="3479"/>
                    <a:pt x="251" y="1831"/>
                    <a:pt x="25" y="153"/>
                  </a:cubicBezTo>
                  <a:cubicBezTo>
                    <a:pt x="25" y="98"/>
                    <a:pt x="25" y="49"/>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9" name="Google Shape;5029;p66"/>
            <p:cNvSpPr/>
            <p:nvPr/>
          </p:nvSpPr>
          <p:spPr>
            <a:xfrm>
              <a:off x="7859900" y="3544425"/>
              <a:ext cx="245375" cy="141250"/>
            </a:xfrm>
            <a:custGeom>
              <a:avLst/>
              <a:gdLst/>
              <a:ahLst/>
              <a:cxnLst/>
              <a:rect l="l" t="t" r="r" b="b"/>
              <a:pathLst>
                <a:path w="9815" h="5650" extrusionOk="0">
                  <a:moveTo>
                    <a:pt x="5433" y="0"/>
                  </a:moveTo>
                  <a:cubicBezTo>
                    <a:pt x="5330" y="0"/>
                    <a:pt x="5228" y="25"/>
                    <a:pt x="5133" y="77"/>
                  </a:cubicBezTo>
                  <a:lnTo>
                    <a:pt x="1624" y="1908"/>
                  </a:lnTo>
                  <a:lnTo>
                    <a:pt x="0" y="4099"/>
                  </a:lnTo>
                  <a:lnTo>
                    <a:pt x="3736" y="5649"/>
                  </a:lnTo>
                  <a:lnTo>
                    <a:pt x="9357" y="2750"/>
                  </a:lnTo>
                  <a:lnTo>
                    <a:pt x="9534" y="2164"/>
                  </a:lnTo>
                  <a:lnTo>
                    <a:pt x="9814" y="1328"/>
                  </a:lnTo>
                  <a:cubicBezTo>
                    <a:pt x="9790" y="1297"/>
                    <a:pt x="9790" y="1249"/>
                    <a:pt x="9766" y="1224"/>
                  </a:cubicBezTo>
                  <a:cubicBezTo>
                    <a:pt x="9625" y="1051"/>
                    <a:pt x="9418" y="950"/>
                    <a:pt x="9212" y="950"/>
                  </a:cubicBezTo>
                  <a:cubicBezTo>
                    <a:pt x="9113" y="950"/>
                    <a:pt x="9014" y="973"/>
                    <a:pt x="8923" y="1023"/>
                  </a:cubicBezTo>
                  <a:lnTo>
                    <a:pt x="7574" y="1755"/>
                  </a:lnTo>
                  <a:lnTo>
                    <a:pt x="7880" y="968"/>
                  </a:lnTo>
                  <a:cubicBezTo>
                    <a:pt x="7855" y="919"/>
                    <a:pt x="7831" y="895"/>
                    <a:pt x="7806" y="840"/>
                  </a:cubicBezTo>
                  <a:cubicBezTo>
                    <a:pt x="7705" y="637"/>
                    <a:pt x="7502" y="526"/>
                    <a:pt x="7287" y="526"/>
                  </a:cubicBezTo>
                  <a:cubicBezTo>
                    <a:pt x="7178" y="526"/>
                    <a:pt x="7067" y="554"/>
                    <a:pt x="6964" y="614"/>
                  </a:cubicBezTo>
                  <a:lnTo>
                    <a:pt x="5744" y="1273"/>
                  </a:lnTo>
                  <a:lnTo>
                    <a:pt x="5744" y="1273"/>
                  </a:lnTo>
                  <a:lnTo>
                    <a:pt x="6049" y="413"/>
                  </a:lnTo>
                  <a:cubicBezTo>
                    <a:pt x="6024" y="358"/>
                    <a:pt x="6000" y="309"/>
                    <a:pt x="5975" y="284"/>
                  </a:cubicBezTo>
                  <a:cubicBezTo>
                    <a:pt x="5838" y="98"/>
                    <a:pt x="5636" y="0"/>
                    <a:pt x="5433" y="0"/>
                  </a:cubicBezTo>
                  <a:close/>
                </a:path>
              </a:pathLst>
            </a:custGeom>
            <a:solidFill>
              <a:srgbClr val="F7B0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0" name="Google Shape;5030;p66"/>
            <p:cNvSpPr/>
            <p:nvPr/>
          </p:nvSpPr>
          <p:spPr>
            <a:xfrm>
              <a:off x="7996450" y="3568600"/>
              <a:ext cx="63050" cy="42000"/>
            </a:xfrm>
            <a:custGeom>
              <a:avLst/>
              <a:gdLst/>
              <a:ahLst/>
              <a:cxnLst/>
              <a:rect l="l" t="t" r="r" b="b"/>
              <a:pathLst>
                <a:path w="2522" h="1680" extrusionOk="0">
                  <a:moveTo>
                    <a:pt x="2418" y="1"/>
                  </a:moveTo>
                  <a:lnTo>
                    <a:pt x="208" y="1173"/>
                  </a:lnTo>
                  <a:lnTo>
                    <a:pt x="1" y="1429"/>
                  </a:lnTo>
                  <a:lnTo>
                    <a:pt x="410" y="1679"/>
                  </a:lnTo>
                  <a:lnTo>
                    <a:pt x="2112" y="788"/>
                  </a:lnTo>
                  <a:cubicBezTo>
                    <a:pt x="2393" y="636"/>
                    <a:pt x="2521" y="306"/>
                    <a:pt x="2418" y="1"/>
                  </a:cubicBezTo>
                  <a:close/>
                </a:path>
              </a:pathLst>
            </a:custGeom>
            <a:solidFill>
              <a:srgbClr val="DB99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1" name="Google Shape;5031;p66"/>
            <p:cNvSpPr/>
            <p:nvPr/>
          </p:nvSpPr>
          <p:spPr>
            <a:xfrm>
              <a:off x="7861125" y="3577600"/>
              <a:ext cx="247950" cy="80625"/>
            </a:xfrm>
            <a:custGeom>
              <a:avLst/>
              <a:gdLst/>
              <a:ahLst/>
              <a:cxnLst/>
              <a:rect l="l" t="t" r="r" b="b"/>
              <a:pathLst>
                <a:path w="9918" h="3225" extrusionOk="0">
                  <a:moveTo>
                    <a:pt x="9765" y="1"/>
                  </a:moveTo>
                  <a:lnTo>
                    <a:pt x="5621" y="2235"/>
                  </a:lnTo>
                  <a:lnTo>
                    <a:pt x="4071" y="2186"/>
                  </a:lnTo>
                  <a:lnTo>
                    <a:pt x="2948" y="2082"/>
                  </a:lnTo>
                  <a:lnTo>
                    <a:pt x="0" y="2467"/>
                  </a:lnTo>
                  <a:lnTo>
                    <a:pt x="1294" y="3101"/>
                  </a:lnTo>
                  <a:cubicBezTo>
                    <a:pt x="1920" y="3172"/>
                    <a:pt x="2667" y="3225"/>
                    <a:pt x="3442" y="3225"/>
                  </a:cubicBezTo>
                  <a:cubicBezTo>
                    <a:pt x="4875" y="3225"/>
                    <a:pt x="6402" y="3045"/>
                    <a:pt x="7428" y="2467"/>
                  </a:cubicBezTo>
                  <a:lnTo>
                    <a:pt x="9662" y="1167"/>
                  </a:lnTo>
                  <a:lnTo>
                    <a:pt x="9485" y="837"/>
                  </a:lnTo>
                  <a:cubicBezTo>
                    <a:pt x="9790" y="685"/>
                    <a:pt x="9918" y="306"/>
                    <a:pt x="9765" y="1"/>
                  </a:cubicBezTo>
                  <a:close/>
                </a:path>
              </a:pathLst>
            </a:custGeom>
            <a:solidFill>
              <a:srgbClr val="DB99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2" name="Google Shape;5032;p66"/>
            <p:cNvSpPr/>
            <p:nvPr/>
          </p:nvSpPr>
          <p:spPr>
            <a:xfrm>
              <a:off x="7942450" y="3554725"/>
              <a:ext cx="71875" cy="45025"/>
            </a:xfrm>
            <a:custGeom>
              <a:avLst/>
              <a:gdLst/>
              <a:ahLst/>
              <a:cxnLst/>
              <a:rect l="l" t="t" r="r" b="b"/>
              <a:pathLst>
                <a:path w="2875" h="1801" extrusionOk="0">
                  <a:moveTo>
                    <a:pt x="2747" y="1"/>
                  </a:moveTo>
                  <a:lnTo>
                    <a:pt x="0" y="1496"/>
                  </a:lnTo>
                  <a:lnTo>
                    <a:pt x="714" y="1801"/>
                  </a:lnTo>
                  <a:lnTo>
                    <a:pt x="1245" y="1496"/>
                  </a:lnTo>
                  <a:lnTo>
                    <a:pt x="2442" y="861"/>
                  </a:lnTo>
                  <a:cubicBezTo>
                    <a:pt x="2771" y="684"/>
                    <a:pt x="2875" y="306"/>
                    <a:pt x="2747" y="1"/>
                  </a:cubicBezTo>
                  <a:close/>
                </a:path>
              </a:pathLst>
            </a:custGeom>
            <a:solidFill>
              <a:srgbClr val="DB99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3" name="Google Shape;5033;p66"/>
            <p:cNvSpPr/>
            <p:nvPr/>
          </p:nvSpPr>
          <p:spPr>
            <a:xfrm>
              <a:off x="7704725" y="3582350"/>
              <a:ext cx="432275" cy="131650"/>
            </a:xfrm>
            <a:custGeom>
              <a:avLst/>
              <a:gdLst/>
              <a:ahLst/>
              <a:cxnLst/>
              <a:rect l="l" t="t" r="r" b="b"/>
              <a:pathLst>
                <a:path w="17291" h="5266" extrusionOk="0">
                  <a:moveTo>
                    <a:pt x="5782" y="0"/>
                  </a:moveTo>
                  <a:cubicBezTo>
                    <a:pt x="5489" y="0"/>
                    <a:pt x="5178" y="25"/>
                    <a:pt x="4858" y="86"/>
                  </a:cubicBezTo>
                  <a:cubicBezTo>
                    <a:pt x="3229" y="391"/>
                    <a:pt x="1904" y="1514"/>
                    <a:pt x="1904" y="1514"/>
                  </a:cubicBezTo>
                  <a:lnTo>
                    <a:pt x="177" y="1514"/>
                  </a:lnTo>
                  <a:cubicBezTo>
                    <a:pt x="73" y="1514"/>
                    <a:pt x="0" y="1587"/>
                    <a:pt x="0" y="1691"/>
                  </a:cubicBezTo>
                  <a:lnTo>
                    <a:pt x="0" y="4285"/>
                  </a:lnTo>
                  <a:lnTo>
                    <a:pt x="482" y="4718"/>
                  </a:lnTo>
                  <a:lnTo>
                    <a:pt x="1904" y="4718"/>
                  </a:lnTo>
                  <a:lnTo>
                    <a:pt x="7910" y="5249"/>
                  </a:lnTo>
                  <a:cubicBezTo>
                    <a:pt x="8039" y="5260"/>
                    <a:pt x="8167" y="5266"/>
                    <a:pt x="8295" y="5266"/>
                  </a:cubicBezTo>
                  <a:cubicBezTo>
                    <a:pt x="10149" y="5266"/>
                    <a:pt x="11989" y="4118"/>
                    <a:pt x="13604" y="3217"/>
                  </a:cubicBezTo>
                  <a:lnTo>
                    <a:pt x="17291" y="1129"/>
                  </a:lnTo>
                  <a:cubicBezTo>
                    <a:pt x="17291" y="1129"/>
                    <a:pt x="17291" y="470"/>
                    <a:pt x="17266" y="470"/>
                  </a:cubicBezTo>
                  <a:cubicBezTo>
                    <a:pt x="17135" y="303"/>
                    <a:pt x="16927" y="214"/>
                    <a:pt x="16713" y="214"/>
                  </a:cubicBezTo>
                  <a:cubicBezTo>
                    <a:pt x="16598" y="214"/>
                    <a:pt x="16482" y="240"/>
                    <a:pt x="16375" y="293"/>
                  </a:cubicBezTo>
                  <a:lnTo>
                    <a:pt x="14013" y="1642"/>
                  </a:lnTo>
                  <a:cubicBezTo>
                    <a:pt x="12747" y="2331"/>
                    <a:pt x="11356" y="2700"/>
                    <a:pt x="9936" y="2700"/>
                  </a:cubicBezTo>
                  <a:cubicBezTo>
                    <a:pt x="9583" y="2700"/>
                    <a:pt x="9229" y="2677"/>
                    <a:pt x="8874" y="2631"/>
                  </a:cubicBezTo>
                  <a:lnTo>
                    <a:pt x="6970" y="2405"/>
                  </a:lnTo>
                  <a:lnTo>
                    <a:pt x="11444" y="1843"/>
                  </a:lnTo>
                  <a:cubicBezTo>
                    <a:pt x="11798" y="1795"/>
                    <a:pt x="12079" y="1489"/>
                    <a:pt x="12079" y="1129"/>
                  </a:cubicBezTo>
                  <a:cubicBezTo>
                    <a:pt x="12079" y="726"/>
                    <a:pt x="11749" y="391"/>
                    <a:pt x="11365" y="391"/>
                  </a:cubicBezTo>
                  <a:lnTo>
                    <a:pt x="7831" y="391"/>
                  </a:lnTo>
                  <a:cubicBezTo>
                    <a:pt x="7831" y="391"/>
                    <a:pt x="6952" y="0"/>
                    <a:pt x="5782" y="0"/>
                  </a:cubicBezTo>
                  <a:close/>
                </a:path>
              </a:pathLst>
            </a:custGeom>
            <a:solidFill>
              <a:srgbClr val="FFC8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4" name="Google Shape;5034;p66"/>
            <p:cNvSpPr/>
            <p:nvPr/>
          </p:nvSpPr>
          <p:spPr>
            <a:xfrm>
              <a:off x="7704725" y="3594100"/>
              <a:ext cx="439925" cy="127550"/>
            </a:xfrm>
            <a:custGeom>
              <a:avLst/>
              <a:gdLst/>
              <a:ahLst/>
              <a:cxnLst/>
              <a:rect l="l" t="t" r="r" b="b"/>
              <a:pathLst>
                <a:path w="17597" h="5102" extrusionOk="0">
                  <a:moveTo>
                    <a:pt x="17266" y="0"/>
                  </a:moveTo>
                  <a:cubicBezTo>
                    <a:pt x="17218" y="177"/>
                    <a:pt x="17114" y="330"/>
                    <a:pt x="16912" y="433"/>
                  </a:cubicBezTo>
                  <a:lnTo>
                    <a:pt x="13452" y="2338"/>
                  </a:lnTo>
                  <a:cubicBezTo>
                    <a:pt x="11811" y="3218"/>
                    <a:pt x="9967" y="4393"/>
                    <a:pt x="8110" y="4393"/>
                  </a:cubicBezTo>
                  <a:cubicBezTo>
                    <a:pt x="7985" y="4393"/>
                    <a:pt x="7859" y="4387"/>
                    <a:pt x="7733" y="4376"/>
                  </a:cubicBezTo>
                  <a:lnTo>
                    <a:pt x="1752" y="3815"/>
                  </a:lnTo>
                  <a:lnTo>
                    <a:pt x="0" y="3815"/>
                  </a:lnTo>
                  <a:lnTo>
                    <a:pt x="0" y="4376"/>
                  </a:lnTo>
                  <a:cubicBezTo>
                    <a:pt x="0" y="4474"/>
                    <a:pt x="73" y="4553"/>
                    <a:pt x="177" y="4553"/>
                  </a:cubicBezTo>
                  <a:lnTo>
                    <a:pt x="1904" y="4553"/>
                  </a:lnTo>
                  <a:lnTo>
                    <a:pt x="7910" y="5084"/>
                  </a:lnTo>
                  <a:cubicBezTo>
                    <a:pt x="8039" y="5096"/>
                    <a:pt x="8167" y="5101"/>
                    <a:pt x="8295" y="5101"/>
                  </a:cubicBezTo>
                  <a:cubicBezTo>
                    <a:pt x="10149" y="5101"/>
                    <a:pt x="11989" y="3954"/>
                    <a:pt x="13604" y="3052"/>
                  </a:cubicBezTo>
                  <a:lnTo>
                    <a:pt x="17089" y="1141"/>
                  </a:lnTo>
                  <a:cubicBezTo>
                    <a:pt x="17498" y="940"/>
                    <a:pt x="17596" y="409"/>
                    <a:pt x="17315" y="49"/>
                  </a:cubicBezTo>
                  <a:cubicBezTo>
                    <a:pt x="17315" y="25"/>
                    <a:pt x="17291" y="0"/>
                    <a:pt x="17266" y="0"/>
                  </a:cubicBezTo>
                  <a:close/>
                </a:path>
              </a:pathLst>
            </a:custGeom>
            <a:solidFill>
              <a:srgbClr val="F7B0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35" name="Google Shape;5035;p66"/>
          <p:cNvGrpSpPr/>
          <p:nvPr/>
        </p:nvGrpSpPr>
        <p:grpSpPr>
          <a:xfrm>
            <a:off x="6909316" y="2307686"/>
            <a:ext cx="436725" cy="338575"/>
            <a:chOff x="6959650" y="3333675"/>
            <a:chExt cx="436725" cy="338575"/>
          </a:xfrm>
        </p:grpSpPr>
        <p:sp>
          <p:nvSpPr>
            <p:cNvPr id="5036" name="Google Shape;5036;p66"/>
            <p:cNvSpPr/>
            <p:nvPr/>
          </p:nvSpPr>
          <p:spPr>
            <a:xfrm>
              <a:off x="6959650" y="3516575"/>
              <a:ext cx="436725" cy="103625"/>
            </a:xfrm>
            <a:custGeom>
              <a:avLst/>
              <a:gdLst/>
              <a:ahLst/>
              <a:cxnLst/>
              <a:rect l="l" t="t" r="r" b="b"/>
              <a:pathLst>
                <a:path w="17469" h="4145" extrusionOk="0">
                  <a:moveTo>
                    <a:pt x="5366" y="1"/>
                  </a:moveTo>
                  <a:lnTo>
                    <a:pt x="4169" y="306"/>
                  </a:lnTo>
                  <a:lnTo>
                    <a:pt x="1881" y="916"/>
                  </a:lnTo>
                  <a:lnTo>
                    <a:pt x="1" y="2314"/>
                  </a:lnTo>
                  <a:lnTo>
                    <a:pt x="1" y="2466"/>
                  </a:lnTo>
                  <a:lnTo>
                    <a:pt x="1" y="3840"/>
                  </a:lnTo>
                  <a:lnTo>
                    <a:pt x="178" y="4145"/>
                  </a:lnTo>
                  <a:lnTo>
                    <a:pt x="17292" y="4145"/>
                  </a:lnTo>
                  <a:lnTo>
                    <a:pt x="17469" y="3840"/>
                  </a:lnTo>
                  <a:lnTo>
                    <a:pt x="17469" y="1984"/>
                  </a:lnTo>
                  <a:lnTo>
                    <a:pt x="16144" y="306"/>
                  </a:lnTo>
                  <a:lnTo>
                    <a:pt x="15180" y="306"/>
                  </a:lnTo>
                  <a:lnTo>
                    <a:pt x="1411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7" name="Google Shape;5037;p66"/>
            <p:cNvSpPr/>
            <p:nvPr/>
          </p:nvSpPr>
          <p:spPr>
            <a:xfrm>
              <a:off x="7131325" y="3333675"/>
              <a:ext cx="82850" cy="65025"/>
            </a:xfrm>
            <a:custGeom>
              <a:avLst/>
              <a:gdLst/>
              <a:ahLst/>
              <a:cxnLst/>
              <a:rect l="l" t="t" r="r" b="b"/>
              <a:pathLst>
                <a:path w="3314" h="2601" extrusionOk="0">
                  <a:moveTo>
                    <a:pt x="478" y="0"/>
                  </a:moveTo>
                  <a:cubicBezTo>
                    <a:pt x="232" y="0"/>
                    <a:pt x="73" y="17"/>
                    <a:pt x="73" y="17"/>
                  </a:cubicBezTo>
                  <a:cubicBezTo>
                    <a:pt x="73" y="17"/>
                    <a:pt x="0" y="1287"/>
                    <a:pt x="732" y="2001"/>
                  </a:cubicBezTo>
                  <a:cubicBezTo>
                    <a:pt x="1190" y="2442"/>
                    <a:pt x="1886" y="2601"/>
                    <a:pt x="2439" y="2601"/>
                  </a:cubicBezTo>
                  <a:cubicBezTo>
                    <a:pt x="2934" y="2601"/>
                    <a:pt x="3313" y="2473"/>
                    <a:pt x="3302" y="2306"/>
                  </a:cubicBezTo>
                  <a:cubicBezTo>
                    <a:pt x="3253" y="1793"/>
                    <a:pt x="3125" y="1110"/>
                    <a:pt x="2594" y="628"/>
                  </a:cubicBezTo>
                  <a:cubicBezTo>
                    <a:pt x="1996" y="84"/>
                    <a:pt x="1024" y="0"/>
                    <a:pt x="47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8" name="Google Shape;5038;p66"/>
            <p:cNvSpPr/>
            <p:nvPr/>
          </p:nvSpPr>
          <p:spPr>
            <a:xfrm>
              <a:off x="7213575" y="3333675"/>
              <a:ext cx="83000" cy="65025"/>
            </a:xfrm>
            <a:custGeom>
              <a:avLst/>
              <a:gdLst/>
              <a:ahLst/>
              <a:cxnLst/>
              <a:rect l="l" t="t" r="r" b="b"/>
              <a:pathLst>
                <a:path w="3320" h="2601" extrusionOk="0">
                  <a:moveTo>
                    <a:pt x="2837" y="0"/>
                  </a:moveTo>
                  <a:cubicBezTo>
                    <a:pt x="2291" y="0"/>
                    <a:pt x="1316" y="84"/>
                    <a:pt x="702" y="628"/>
                  </a:cubicBezTo>
                  <a:cubicBezTo>
                    <a:pt x="189" y="1110"/>
                    <a:pt x="36" y="1793"/>
                    <a:pt x="12" y="2306"/>
                  </a:cubicBezTo>
                  <a:cubicBezTo>
                    <a:pt x="0" y="2473"/>
                    <a:pt x="380" y="2601"/>
                    <a:pt x="875" y="2601"/>
                  </a:cubicBezTo>
                  <a:cubicBezTo>
                    <a:pt x="1428" y="2601"/>
                    <a:pt x="2124" y="2442"/>
                    <a:pt x="2581" y="2001"/>
                  </a:cubicBezTo>
                  <a:cubicBezTo>
                    <a:pt x="3320" y="1287"/>
                    <a:pt x="3241" y="17"/>
                    <a:pt x="3241" y="17"/>
                  </a:cubicBezTo>
                  <a:cubicBezTo>
                    <a:pt x="3241" y="17"/>
                    <a:pt x="3082" y="0"/>
                    <a:pt x="283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9" name="Google Shape;5039;p66"/>
            <p:cNvSpPr/>
            <p:nvPr/>
          </p:nvSpPr>
          <p:spPr>
            <a:xfrm>
              <a:off x="7130550" y="3335925"/>
              <a:ext cx="166650" cy="136725"/>
            </a:xfrm>
            <a:custGeom>
              <a:avLst/>
              <a:gdLst/>
              <a:ahLst/>
              <a:cxnLst/>
              <a:rect l="l" t="t" r="r" b="b"/>
              <a:pathLst>
                <a:path w="6666" h="5469" extrusionOk="0">
                  <a:moveTo>
                    <a:pt x="6562" y="0"/>
                  </a:moveTo>
                  <a:cubicBezTo>
                    <a:pt x="6537" y="513"/>
                    <a:pt x="6385" y="1148"/>
                    <a:pt x="5902" y="1606"/>
                  </a:cubicBezTo>
                  <a:cubicBezTo>
                    <a:pt x="5288" y="2149"/>
                    <a:pt x="4298" y="2233"/>
                    <a:pt x="3744" y="2233"/>
                  </a:cubicBezTo>
                  <a:cubicBezTo>
                    <a:pt x="3494" y="2233"/>
                    <a:pt x="3333" y="2216"/>
                    <a:pt x="3333" y="2216"/>
                  </a:cubicBezTo>
                  <a:cubicBezTo>
                    <a:pt x="3333" y="2216"/>
                    <a:pt x="3172" y="2233"/>
                    <a:pt x="2922" y="2233"/>
                  </a:cubicBezTo>
                  <a:cubicBezTo>
                    <a:pt x="2368" y="2233"/>
                    <a:pt x="1378" y="2149"/>
                    <a:pt x="763" y="1606"/>
                  </a:cubicBezTo>
                  <a:cubicBezTo>
                    <a:pt x="281" y="1148"/>
                    <a:pt x="129" y="513"/>
                    <a:pt x="104" y="0"/>
                  </a:cubicBezTo>
                  <a:lnTo>
                    <a:pt x="104" y="0"/>
                  </a:lnTo>
                  <a:cubicBezTo>
                    <a:pt x="80" y="330"/>
                    <a:pt x="1" y="1526"/>
                    <a:pt x="763" y="2240"/>
                  </a:cubicBezTo>
                  <a:cubicBezTo>
                    <a:pt x="1356" y="2765"/>
                    <a:pt x="2264" y="2857"/>
                    <a:pt x="2833" y="2857"/>
                  </a:cubicBezTo>
                  <a:cubicBezTo>
                    <a:pt x="2926" y="2857"/>
                    <a:pt x="3011" y="2854"/>
                    <a:pt x="3083" y="2851"/>
                  </a:cubicBezTo>
                  <a:lnTo>
                    <a:pt x="3083" y="5188"/>
                  </a:lnTo>
                  <a:cubicBezTo>
                    <a:pt x="3083" y="5341"/>
                    <a:pt x="3180" y="5469"/>
                    <a:pt x="3333" y="5469"/>
                  </a:cubicBezTo>
                  <a:cubicBezTo>
                    <a:pt x="3486" y="5469"/>
                    <a:pt x="3589" y="5341"/>
                    <a:pt x="3589" y="5188"/>
                  </a:cubicBezTo>
                  <a:lnTo>
                    <a:pt x="3589" y="2851"/>
                  </a:lnTo>
                  <a:cubicBezTo>
                    <a:pt x="3661" y="2854"/>
                    <a:pt x="3744" y="2857"/>
                    <a:pt x="3837" y="2857"/>
                  </a:cubicBezTo>
                  <a:cubicBezTo>
                    <a:pt x="4404" y="2857"/>
                    <a:pt x="5315" y="2765"/>
                    <a:pt x="5902" y="2240"/>
                  </a:cubicBezTo>
                  <a:cubicBezTo>
                    <a:pt x="6665" y="1526"/>
                    <a:pt x="6592" y="330"/>
                    <a:pt x="656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0" name="Google Shape;5040;p66"/>
            <p:cNvSpPr/>
            <p:nvPr/>
          </p:nvSpPr>
          <p:spPr>
            <a:xfrm>
              <a:off x="6959650" y="3612550"/>
              <a:ext cx="436725" cy="15275"/>
            </a:xfrm>
            <a:custGeom>
              <a:avLst/>
              <a:gdLst/>
              <a:ahLst/>
              <a:cxnLst/>
              <a:rect l="l" t="t" r="r" b="b"/>
              <a:pathLst>
                <a:path w="17469" h="611" extrusionOk="0">
                  <a:moveTo>
                    <a:pt x="1" y="1"/>
                  </a:moveTo>
                  <a:lnTo>
                    <a:pt x="1" y="458"/>
                  </a:lnTo>
                  <a:cubicBezTo>
                    <a:pt x="1" y="532"/>
                    <a:pt x="74" y="611"/>
                    <a:pt x="178" y="611"/>
                  </a:cubicBezTo>
                  <a:lnTo>
                    <a:pt x="17292" y="611"/>
                  </a:lnTo>
                  <a:cubicBezTo>
                    <a:pt x="17395" y="611"/>
                    <a:pt x="17469" y="532"/>
                    <a:pt x="17469" y="458"/>
                  </a:cubicBezTo>
                  <a:lnTo>
                    <a:pt x="1746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1" name="Google Shape;5041;p66"/>
            <p:cNvSpPr/>
            <p:nvPr/>
          </p:nvSpPr>
          <p:spPr>
            <a:xfrm>
              <a:off x="7080350" y="3452350"/>
              <a:ext cx="249950" cy="64250"/>
            </a:xfrm>
            <a:custGeom>
              <a:avLst/>
              <a:gdLst/>
              <a:ahLst/>
              <a:cxnLst/>
              <a:rect l="l" t="t" r="r" b="b"/>
              <a:pathLst>
                <a:path w="9998" h="2570" extrusionOk="0">
                  <a:moveTo>
                    <a:pt x="3156" y="0"/>
                  </a:moveTo>
                  <a:cubicBezTo>
                    <a:pt x="2619" y="0"/>
                    <a:pt x="2137" y="202"/>
                    <a:pt x="1758" y="556"/>
                  </a:cubicBezTo>
                  <a:lnTo>
                    <a:pt x="1" y="2234"/>
                  </a:lnTo>
                  <a:lnTo>
                    <a:pt x="538" y="2570"/>
                  </a:lnTo>
                  <a:lnTo>
                    <a:pt x="9284" y="2570"/>
                  </a:lnTo>
                  <a:lnTo>
                    <a:pt x="9998" y="2234"/>
                  </a:lnTo>
                  <a:lnTo>
                    <a:pt x="9284" y="989"/>
                  </a:lnTo>
                  <a:cubicBezTo>
                    <a:pt x="8930" y="379"/>
                    <a:pt x="8264" y="0"/>
                    <a:pt x="7532" y="0"/>
                  </a:cubicBezTo>
                  <a:lnTo>
                    <a:pt x="5597" y="0"/>
                  </a:lnTo>
                  <a:lnTo>
                    <a:pt x="5341" y="305"/>
                  </a:lnTo>
                  <a:lnTo>
                    <a:pt x="509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2" name="Google Shape;5042;p66"/>
            <p:cNvSpPr/>
            <p:nvPr/>
          </p:nvSpPr>
          <p:spPr>
            <a:xfrm>
              <a:off x="7063875" y="3508200"/>
              <a:ext cx="275275" cy="16025"/>
            </a:xfrm>
            <a:custGeom>
              <a:avLst/>
              <a:gdLst/>
              <a:ahLst/>
              <a:cxnLst/>
              <a:rect l="l" t="t" r="r" b="b"/>
              <a:pathLst>
                <a:path w="11011" h="641" extrusionOk="0">
                  <a:moveTo>
                    <a:pt x="660" y="0"/>
                  </a:moveTo>
                  <a:lnTo>
                    <a:pt x="0" y="641"/>
                  </a:lnTo>
                  <a:lnTo>
                    <a:pt x="11011" y="641"/>
                  </a:lnTo>
                  <a:lnTo>
                    <a:pt x="1065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3" name="Google Shape;5043;p66"/>
            <p:cNvSpPr/>
            <p:nvPr/>
          </p:nvSpPr>
          <p:spPr>
            <a:xfrm>
              <a:off x="7002225" y="3583875"/>
              <a:ext cx="87150" cy="80125"/>
            </a:xfrm>
            <a:custGeom>
              <a:avLst/>
              <a:gdLst/>
              <a:ahLst/>
              <a:cxnLst/>
              <a:rect l="l" t="t" r="r" b="b"/>
              <a:pathLst>
                <a:path w="3486" h="3205" extrusionOk="0">
                  <a:moveTo>
                    <a:pt x="1752" y="0"/>
                  </a:moveTo>
                  <a:cubicBezTo>
                    <a:pt x="861" y="0"/>
                    <a:pt x="153" y="611"/>
                    <a:pt x="1" y="1453"/>
                  </a:cubicBezTo>
                  <a:cubicBezTo>
                    <a:pt x="1" y="2289"/>
                    <a:pt x="861" y="3204"/>
                    <a:pt x="1752" y="3204"/>
                  </a:cubicBezTo>
                  <a:cubicBezTo>
                    <a:pt x="2619" y="3204"/>
                    <a:pt x="3486" y="2265"/>
                    <a:pt x="3486" y="1453"/>
                  </a:cubicBezTo>
                  <a:cubicBezTo>
                    <a:pt x="3333" y="611"/>
                    <a:pt x="2619" y="0"/>
                    <a:pt x="175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4" name="Google Shape;5044;p66"/>
            <p:cNvSpPr/>
            <p:nvPr/>
          </p:nvSpPr>
          <p:spPr>
            <a:xfrm>
              <a:off x="7264825" y="3583875"/>
              <a:ext cx="87000" cy="80125"/>
            </a:xfrm>
            <a:custGeom>
              <a:avLst/>
              <a:gdLst/>
              <a:ahLst/>
              <a:cxnLst/>
              <a:rect l="l" t="t" r="r" b="b"/>
              <a:pathLst>
                <a:path w="3480" h="3205" extrusionOk="0">
                  <a:moveTo>
                    <a:pt x="1728" y="0"/>
                  </a:moveTo>
                  <a:cubicBezTo>
                    <a:pt x="861" y="0"/>
                    <a:pt x="153" y="611"/>
                    <a:pt x="0" y="1453"/>
                  </a:cubicBezTo>
                  <a:cubicBezTo>
                    <a:pt x="0" y="2289"/>
                    <a:pt x="861" y="3204"/>
                    <a:pt x="1728" y="3204"/>
                  </a:cubicBezTo>
                  <a:cubicBezTo>
                    <a:pt x="2619" y="3204"/>
                    <a:pt x="3479" y="2265"/>
                    <a:pt x="3479" y="1453"/>
                  </a:cubicBezTo>
                  <a:cubicBezTo>
                    <a:pt x="3327" y="611"/>
                    <a:pt x="2619" y="0"/>
                    <a:pt x="172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5" name="Google Shape;5045;p66"/>
            <p:cNvSpPr/>
            <p:nvPr/>
          </p:nvSpPr>
          <p:spPr>
            <a:xfrm>
              <a:off x="7001625" y="3620175"/>
              <a:ext cx="88375" cy="52075"/>
            </a:xfrm>
            <a:custGeom>
              <a:avLst/>
              <a:gdLst/>
              <a:ahLst/>
              <a:cxnLst/>
              <a:rect l="l" t="t" r="r" b="b"/>
              <a:pathLst>
                <a:path w="3535" h="2083" extrusionOk="0">
                  <a:moveTo>
                    <a:pt x="25" y="1"/>
                  </a:moveTo>
                  <a:cubicBezTo>
                    <a:pt x="0" y="98"/>
                    <a:pt x="0" y="202"/>
                    <a:pt x="0" y="306"/>
                  </a:cubicBezTo>
                  <a:cubicBezTo>
                    <a:pt x="0" y="1295"/>
                    <a:pt x="788" y="2082"/>
                    <a:pt x="1776" y="2082"/>
                  </a:cubicBezTo>
                  <a:cubicBezTo>
                    <a:pt x="2747" y="2082"/>
                    <a:pt x="3534" y="1295"/>
                    <a:pt x="3534" y="306"/>
                  </a:cubicBezTo>
                  <a:cubicBezTo>
                    <a:pt x="3534" y="202"/>
                    <a:pt x="3534" y="98"/>
                    <a:pt x="3510" y="1"/>
                  </a:cubicBezTo>
                  <a:cubicBezTo>
                    <a:pt x="3357" y="837"/>
                    <a:pt x="2643" y="1447"/>
                    <a:pt x="1776" y="1447"/>
                  </a:cubicBezTo>
                  <a:cubicBezTo>
                    <a:pt x="885" y="1447"/>
                    <a:pt x="177" y="837"/>
                    <a:pt x="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6" name="Google Shape;5046;p66"/>
            <p:cNvSpPr/>
            <p:nvPr/>
          </p:nvSpPr>
          <p:spPr>
            <a:xfrm>
              <a:off x="7264050" y="3620175"/>
              <a:ext cx="88525" cy="52075"/>
            </a:xfrm>
            <a:custGeom>
              <a:avLst/>
              <a:gdLst/>
              <a:ahLst/>
              <a:cxnLst/>
              <a:rect l="l" t="t" r="r" b="b"/>
              <a:pathLst>
                <a:path w="3541" h="2083" extrusionOk="0">
                  <a:moveTo>
                    <a:pt x="31" y="1"/>
                  </a:moveTo>
                  <a:cubicBezTo>
                    <a:pt x="1" y="98"/>
                    <a:pt x="1" y="202"/>
                    <a:pt x="1" y="306"/>
                  </a:cubicBezTo>
                  <a:cubicBezTo>
                    <a:pt x="1" y="1295"/>
                    <a:pt x="794" y="2082"/>
                    <a:pt x="1759" y="2082"/>
                  </a:cubicBezTo>
                  <a:cubicBezTo>
                    <a:pt x="2747" y="2082"/>
                    <a:pt x="3541" y="1295"/>
                    <a:pt x="3541" y="306"/>
                  </a:cubicBezTo>
                  <a:cubicBezTo>
                    <a:pt x="3541" y="202"/>
                    <a:pt x="3541" y="98"/>
                    <a:pt x="3510" y="1"/>
                  </a:cubicBezTo>
                  <a:cubicBezTo>
                    <a:pt x="3358" y="837"/>
                    <a:pt x="2650" y="1447"/>
                    <a:pt x="1759" y="1447"/>
                  </a:cubicBezTo>
                  <a:cubicBezTo>
                    <a:pt x="892" y="1447"/>
                    <a:pt x="184" y="837"/>
                    <a:pt x="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7" name="Google Shape;5047;p66"/>
            <p:cNvSpPr/>
            <p:nvPr/>
          </p:nvSpPr>
          <p:spPr>
            <a:xfrm>
              <a:off x="7028325" y="3612650"/>
              <a:ext cx="34950" cy="30900"/>
            </a:xfrm>
            <a:custGeom>
              <a:avLst/>
              <a:gdLst/>
              <a:ahLst/>
              <a:cxnLst/>
              <a:rect l="l" t="t" r="r" b="b"/>
              <a:pathLst>
                <a:path w="1398" h="1236" extrusionOk="0">
                  <a:moveTo>
                    <a:pt x="716" y="0"/>
                  </a:moveTo>
                  <a:cubicBezTo>
                    <a:pt x="475" y="0"/>
                    <a:pt x="239" y="149"/>
                    <a:pt x="122" y="399"/>
                  </a:cubicBezTo>
                  <a:cubicBezTo>
                    <a:pt x="0" y="705"/>
                    <a:pt x="153" y="1065"/>
                    <a:pt x="483" y="1193"/>
                  </a:cubicBezTo>
                  <a:cubicBezTo>
                    <a:pt x="554" y="1221"/>
                    <a:pt x="628" y="1235"/>
                    <a:pt x="702" y="1235"/>
                  </a:cubicBezTo>
                  <a:cubicBezTo>
                    <a:pt x="941" y="1235"/>
                    <a:pt x="1172" y="1091"/>
                    <a:pt x="1270" y="857"/>
                  </a:cubicBezTo>
                  <a:cubicBezTo>
                    <a:pt x="1398" y="528"/>
                    <a:pt x="1245" y="174"/>
                    <a:pt x="940" y="45"/>
                  </a:cubicBezTo>
                  <a:cubicBezTo>
                    <a:pt x="867" y="15"/>
                    <a:pt x="791" y="0"/>
                    <a:pt x="71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8" name="Google Shape;5048;p66"/>
            <p:cNvSpPr/>
            <p:nvPr/>
          </p:nvSpPr>
          <p:spPr>
            <a:xfrm>
              <a:off x="7291525" y="3612750"/>
              <a:ext cx="33600" cy="30725"/>
            </a:xfrm>
            <a:custGeom>
              <a:avLst/>
              <a:gdLst/>
              <a:ahLst/>
              <a:cxnLst/>
              <a:rect l="l" t="t" r="r" b="b"/>
              <a:pathLst>
                <a:path w="1344" h="1229" extrusionOk="0">
                  <a:moveTo>
                    <a:pt x="670" y="0"/>
                  </a:moveTo>
                  <a:cubicBezTo>
                    <a:pt x="393" y="0"/>
                    <a:pt x="142" y="193"/>
                    <a:pt x="74" y="475"/>
                  </a:cubicBezTo>
                  <a:cubicBezTo>
                    <a:pt x="1" y="804"/>
                    <a:pt x="202" y="1134"/>
                    <a:pt x="532" y="1213"/>
                  </a:cubicBezTo>
                  <a:cubicBezTo>
                    <a:pt x="577" y="1223"/>
                    <a:pt x="623" y="1228"/>
                    <a:pt x="668" y="1228"/>
                  </a:cubicBezTo>
                  <a:cubicBezTo>
                    <a:pt x="948" y="1228"/>
                    <a:pt x="1202" y="1039"/>
                    <a:pt x="1270" y="756"/>
                  </a:cubicBezTo>
                  <a:cubicBezTo>
                    <a:pt x="1343" y="426"/>
                    <a:pt x="1142" y="90"/>
                    <a:pt x="812" y="17"/>
                  </a:cubicBezTo>
                  <a:cubicBezTo>
                    <a:pt x="765" y="6"/>
                    <a:pt x="717" y="0"/>
                    <a:pt x="67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9" name="Google Shape;5049;p66"/>
            <p:cNvSpPr/>
            <p:nvPr/>
          </p:nvSpPr>
          <p:spPr>
            <a:xfrm>
              <a:off x="7138175" y="3552750"/>
              <a:ext cx="45200" cy="13450"/>
            </a:xfrm>
            <a:custGeom>
              <a:avLst/>
              <a:gdLst/>
              <a:ahLst/>
              <a:cxnLst/>
              <a:rect l="l" t="t" r="r" b="b"/>
              <a:pathLst>
                <a:path w="1808" h="538" extrusionOk="0">
                  <a:moveTo>
                    <a:pt x="281" y="0"/>
                  </a:moveTo>
                  <a:cubicBezTo>
                    <a:pt x="129" y="0"/>
                    <a:pt x="1" y="128"/>
                    <a:pt x="1" y="281"/>
                  </a:cubicBezTo>
                  <a:cubicBezTo>
                    <a:pt x="1" y="409"/>
                    <a:pt x="129" y="537"/>
                    <a:pt x="281" y="537"/>
                  </a:cubicBezTo>
                  <a:lnTo>
                    <a:pt x="1527" y="537"/>
                  </a:lnTo>
                  <a:cubicBezTo>
                    <a:pt x="1679" y="537"/>
                    <a:pt x="1807" y="409"/>
                    <a:pt x="1807" y="281"/>
                  </a:cubicBezTo>
                  <a:cubicBezTo>
                    <a:pt x="1807" y="128"/>
                    <a:pt x="1679" y="0"/>
                    <a:pt x="152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0" name="Google Shape;5050;p66"/>
            <p:cNvSpPr/>
            <p:nvPr/>
          </p:nvSpPr>
          <p:spPr>
            <a:xfrm>
              <a:off x="7207600" y="3452350"/>
              <a:ext cx="12700" cy="80725"/>
            </a:xfrm>
            <a:custGeom>
              <a:avLst/>
              <a:gdLst/>
              <a:ahLst/>
              <a:cxnLst/>
              <a:rect l="l" t="t" r="r" b="b"/>
              <a:pathLst>
                <a:path w="508" h="3229" extrusionOk="0">
                  <a:moveTo>
                    <a:pt x="1" y="0"/>
                  </a:moveTo>
                  <a:lnTo>
                    <a:pt x="1" y="3229"/>
                  </a:lnTo>
                  <a:lnTo>
                    <a:pt x="507" y="3229"/>
                  </a:lnTo>
                  <a:lnTo>
                    <a:pt x="50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1" name="Google Shape;5051;p66"/>
            <p:cNvSpPr/>
            <p:nvPr/>
          </p:nvSpPr>
          <p:spPr>
            <a:xfrm>
              <a:off x="6965925" y="3539475"/>
              <a:ext cx="40750" cy="24125"/>
            </a:xfrm>
            <a:custGeom>
              <a:avLst/>
              <a:gdLst/>
              <a:ahLst/>
              <a:cxnLst/>
              <a:rect l="l" t="t" r="r" b="b"/>
              <a:pathLst>
                <a:path w="1630" h="965" extrusionOk="0">
                  <a:moveTo>
                    <a:pt x="1630" y="0"/>
                  </a:moveTo>
                  <a:lnTo>
                    <a:pt x="763" y="226"/>
                  </a:lnTo>
                  <a:cubicBezTo>
                    <a:pt x="458" y="305"/>
                    <a:pt x="177" y="507"/>
                    <a:pt x="0" y="763"/>
                  </a:cubicBezTo>
                  <a:lnTo>
                    <a:pt x="55" y="964"/>
                  </a:lnTo>
                  <a:lnTo>
                    <a:pt x="1093" y="964"/>
                  </a:lnTo>
                  <a:lnTo>
                    <a:pt x="1605" y="531"/>
                  </a:lnTo>
                  <a:cubicBezTo>
                    <a:pt x="1605" y="531"/>
                    <a:pt x="1630" y="202"/>
                    <a:pt x="1630" y="98"/>
                  </a:cubicBezTo>
                  <a:lnTo>
                    <a:pt x="163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2" name="Google Shape;5052;p66"/>
            <p:cNvSpPr/>
            <p:nvPr/>
          </p:nvSpPr>
          <p:spPr>
            <a:xfrm>
              <a:off x="6959650" y="3541900"/>
              <a:ext cx="47025" cy="32525"/>
            </a:xfrm>
            <a:custGeom>
              <a:avLst/>
              <a:gdLst/>
              <a:ahLst/>
              <a:cxnLst/>
              <a:rect l="l" t="t" r="r" b="b"/>
              <a:pathLst>
                <a:path w="1881" h="1301" extrusionOk="0">
                  <a:moveTo>
                    <a:pt x="1881" y="1"/>
                  </a:moveTo>
                  <a:cubicBezTo>
                    <a:pt x="1881" y="361"/>
                    <a:pt x="1576" y="666"/>
                    <a:pt x="1222" y="666"/>
                  </a:cubicBezTo>
                  <a:lnTo>
                    <a:pt x="251" y="666"/>
                  </a:lnTo>
                  <a:cubicBezTo>
                    <a:pt x="123" y="843"/>
                    <a:pt x="25" y="1069"/>
                    <a:pt x="1" y="1301"/>
                  </a:cubicBezTo>
                  <a:lnTo>
                    <a:pt x="1222" y="1301"/>
                  </a:lnTo>
                  <a:cubicBezTo>
                    <a:pt x="1576" y="1301"/>
                    <a:pt x="1881" y="996"/>
                    <a:pt x="1881" y="636"/>
                  </a:cubicBezTo>
                  <a:lnTo>
                    <a:pt x="188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3" name="Google Shape;5053;p66"/>
            <p:cNvSpPr/>
            <p:nvPr/>
          </p:nvSpPr>
          <p:spPr>
            <a:xfrm>
              <a:off x="7363250" y="3524200"/>
              <a:ext cx="33125" cy="33600"/>
            </a:xfrm>
            <a:custGeom>
              <a:avLst/>
              <a:gdLst/>
              <a:ahLst/>
              <a:cxnLst/>
              <a:rect l="l" t="t" r="r" b="b"/>
              <a:pathLst>
                <a:path w="1325" h="1344" extrusionOk="0">
                  <a:moveTo>
                    <a:pt x="0" y="1"/>
                  </a:moveTo>
                  <a:lnTo>
                    <a:pt x="0" y="428"/>
                  </a:lnTo>
                  <a:cubicBezTo>
                    <a:pt x="0" y="764"/>
                    <a:pt x="128" y="1344"/>
                    <a:pt x="610" y="1344"/>
                  </a:cubicBezTo>
                  <a:lnTo>
                    <a:pt x="1148" y="1344"/>
                  </a:lnTo>
                  <a:lnTo>
                    <a:pt x="1325" y="1038"/>
                  </a:lnTo>
                  <a:cubicBezTo>
                    <a:pt x="1325" y="459"/>
                    <a:pt x="867" y="1"/>
                    <a:pt x="28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4" name="Google Shape;5054;p66"/>
            <p:cNvSpPr/>
            <p:nvPr/>
          </p:nvSpPr>
          <p:spPr>
            <a:xfrm>
              <a:off x="7363250" y="3534900"/>
              <a:ext cx="33125" cy="31300"/>
            </a:xfrm>
            <a:custGeom>
              <a:avLst/>
              <a:gdLst/>
              <a:ahLst/>
              <a:cxnLst/>
              <a:rect l="l" t="t" r="r" b="b"/>
              <a:pathLst>
                <a:path w="1325" h="1252" extrusionOk="0">
                  <a:moveTo>
                    <a:pt x="0" y="0"/>
                  </a:moveTo>
                  <a:lnTo>
                    <a:pt x="0" y="641"/>
                  </a:lnTo>
                  <a:cubicBezTo>
                    <a:pt x="0" y="970"/>
                    <a:pt x="281" y="1251"/>
                    <a:pt x="610" y="1251"/>
                  </a:cubicBezTo>
                  <a:lnTo>
                    <a:pt x="1325" y="1251"/>
                  </a:lnTo>
                  <a:lnTo>
                    <a:pt x="1325" y="641"/>
                  </a:lnTo>
                  <a:lnTo>
                    <a:pt x="1325" y="610"/>
                  </a:lnTo>
                  <a:lnTo>
                    <a:pt x="610" y="610"/>
                  </a:lnTo>
                  <a:cubicBezTo>
                    <a:pt x="281" y="610"/>
                    <a:pt x="0" y="336"/>
                    <a:pt x="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39" name="Google Shape;5139;p66"/>
          <p:cNvGrpSpPr/>
          <p:nvPr/>
        </p:nvGrpSpPr>
        <p:grpSpPr>
          <a:xfrm>
            <a:off x="7846341" y="3558011"/>
            <a:ext cx="141775" cy="436875"/>
            <a:chOff x="7896675" y="5193600"/>
            <a:chExt cx="141775" cy="436875"/>
          </a:xfrm>
        </p:grpSpPr>
        <p:sp>
          <p:nvSpPr>
            <p:cNvPr id="5140" name="Google Shape;5140;p66"/>
            <p:cNvSpPr/>
            <p:nvPr/>
          </p:nvSpPr>
          <p:spPr>
            <a:xfrm>
              <a:off x="7896675" y="5217100"/>
              <a:ext cx="134900" cy="413375"/>
            </a:xfrm>
            <a:custGeom>
              <a:avLst/>
              <a:gdLst/>
              <a:ahLst/>
              <a:cxnLst/>
              <a:rect l="l" t="t" r="r" b="b"/>
              <a:pathLst>
                <a:path w="5396" h="16535" extrusionOk="0">
                  <a:moveTo>
                    <a:pt x="1605" y="1"/>
                  </a:moveTo>
                  <a:lnTo>
                    <a:pt x="1605" y="2497"/>
                  </a:lnTo>
                  <a:cubicBezTo>
                    <a:pt x="1605" y="3284"/>
                    <a:pt x="1300" y="4071"/>
                    <a:pt x="788" y="4657"/>
                  </a:cubicBezTo>
                  <a:cubicBezTo>
                    <a:pt x="281" y="5243"/>
                    <a:pt x="0" y="5982"/>
                    <a:pt x="0" y="6745"/>
                  </a:cubicBezTo>
                  <a:lnTo>
                    <a:pt x="0" y="7148"/>
                  </a:lnTo>
                  <a:lnTo>
                    <a:pt x="305" y="10224"/>
                  </a:lnTo>
                  <a:lnTo>
                    <a:pt x="0" y="13330"/>
                  </a:lnTo>
                  <a:lnTo>
                    <a:pt x="0" y="15314"/>
                  </a:lnTo>
                  <a:cubicBezTo>
                    <a:pt x="0" y="15997"/>
                    <a:pt x="562" y="16534"/>
                    <a:pt x="1221" y="16534"/>
                  </a:cubicBezTo>
                  <a:lnTo>
                    <a:pt x="3815" y="16534"/>
                  </a:lnTo>
                  <a:cubicBezTo>
                    <a:pt x="4480" y="16534"/>
                    <a:pt x="5396" y="16229"/>
                    <a:pt x="5365" y="15314"/>
                  </a:cubicBezTo>
                  <a:lnTo>
                    <a:pt x="5365" y="6745"/>
                  </a:lnTo>
                  <a:cubicBezTo>
                    <a:pt x="5365" y="5982"/>
                    <a:pt x="5090" y="5243"/>
                    <a:pt x="4578" y="4657"/>
                  </a:cubicBezTo>
                  <a:cubicBezTo>
                    <a:pt x="4047" y="4071"/>
                    <a:pt x="3766" y="3284"/>
                    <a:pt x="3766" y="2497"/>
                  </a:cubicBezTo>
                  <a:lnTo>
                    <a:pt x="3766" y="306"/>
                  </a:lnTo>
                  <a:lnTo>
                    <a:pt x="343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1" name="Google Shape;5141;p66"/>
            <p:cNvSpPr/>
            <p:nvPr/>
          </p:nvSpPr>
          <p:spPr>
            <a:xfrm>
              <a:off x="7982575" y="5217100"/>
              <a:ext cx="55875" cy="413375"/>
            </a:xfrm>
            <a:custGeom>
              <a:avLst/>
              <a:gdLst/>
              <a:ahLst/>
              <a:cxnLst/>
              <a:rect l="l" t="t" r="r" b="b"/>
              <a:pathLst>
                <a:path w="2235" h="16535" extrusionOk="0">
                  <a:moveTo>
                    <a:pt x="0" y="1"/>
                  </a:moveTo>
                  <a:lnTo>
                    <a:pt x="0" y="2497"/>
                  </a:lnTo>
                  <a:cubicBezTo>
                    <a:pt x="0" y="3284"/>
                    <a:pt x="306" y="4071"/>
                    <a:pt x="812" y="4657"/>
                  </a:cubicBezTo>
                  <a:cubicBezTo>
                    <a:pt x="1319" y="5243"/>
                    <a:pt x="1599" y="5982"/>
                    <a:pt x="1599" y="6745"/>
                  </a:cubicBezTo>
                  <a:lnTo>
                    <a:pt x="1599" y="15314"/>
                  </a:lnTo>
                  <a:cubicBezTo>
                    <a:pt x="1599" y="15997"/>
                    <a:pt x="1044" y="16534"/>
                    <a:pt x="379" y="16534"/>
                  </a:cubicBezTo>
                  <a:lnTo>
                    <a:pt x="1013" y="16534"/>
                  </a:lnTo>
                  <a:cubicBezTo>
                    <a:pt x="1679" y="16534"/>
                    <a:pt x="2234" y="15997"/>
                    <a:pt x="2234" y="15314"/>
                  </a:cubicBezTo>
                  <a:lnTo>
                    <a:pt x="2234" y="13330"/>
                  </a:lnTo>
                  <a:lnTo>
                    <a:pt x="1929" y="10224"/>
                  </a:lnTo>
                  <a:lnTo>
                    <a:pt x="2234" y="7148"/>
                  </a:lnTo>
                  <a:lnTo>
                    <a:pt x="2234" y="6745"/>
                  </a:lnTo>
                  <a:cubicBezTo>
                    <a:pt x="2234" y="5982"/>
                    <a:pt x="1960" y="5243"/>
                    <a:pt x="1447" y="4657"/>
                  </a:cubicBezTo>
                  <a:cubicBezTo>
                    <a:pt x="940" y="4071"/>
                    <a:pt x="635" y="3284"/>
                    <a:pt x="635" y="2497"/>
                  </a:cubicBezTo>
                  <a:lnTo>
                    <a:pt x="63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2" name="Google Shape;5142;p66"/>
            <p:cNvSpPr/>
            <p:nvPr/>
          </p:nvSpPr>
          <p:spPr>
            <a:xfrm>
              <a:off x="7896675" y="5395775"/>
              <a:ext cx="134125" cy="154600"/>
            </a:xfrm>
            <a:custGeom>
              <a:avLst/>
              <a:gdLst/>
              <a:ahLst/>
              <a:cxnLst/>
              <a:rect l="l" t="t" r="r" b="b"/>
              <a:pathLst>
                <a:path w="5365" h="6184" extrusionOk="0">
                  <a:moveTo>
                    <a:pt x="0" y="1"/>
                  </a:moveTo>
                  <a:lnTo>
                    <a:pt x="0" y="6183"/>
                  </a:lnTo>
                  <a:lnTo>
                    <a:pt x="5035" y="6183"/>
                  </a:lnTo>
                  <a:lnTo>
                    <a:pt x="5365" y="5878"/>
                  </a:lnTo>
                  <a:lnTo>
                    <a:pt x="5365" y="306"/>
                  </a:lnTo>
                  <a:lnTo>
                    <a:pt x="50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3" name="Google Shape;5143;p66"/>
            <p:cNvSpPr/>
            <p:nvPr/>
          </p:nvSpPr>
          <p:spPr>
            <a:xfrm>
              <a:off x="8022550" y="5395775"/>
              <a:ext cx="15900" cy="154600"/>
            </a:xfrm>
            <a:custGeom>
              <a:avLst/>
              <a:gdLst/>
              <a:ahLst/>
              <a:cxnLst/>
              <a:rect l="l" t="t" r="r" b="b"/>
              <a:pathLst>
                <a:path w="636" h="6184" extrusionOk="0">
                  <a:moveTo>
                    <a:pt x="0" y="1"/>
                  </a:moveTo>
                  <a:lnTo>
                    <a:pt x="0" y="6183"/>
                  </a:lnTo>
                  <a:lnTo>
                    <a:pt x="635" y="6183"/>
                  </a:lnTo>
                  <a:lnTo>
                    <a:pt x="63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4" name="Google Shape;5144;p66"/>
            <p:cNvSpPr/>
            <p:nvPr/>
          </p:nvSpPr>
          <p:spPr>
            <a:xfrm>
              <a:off x="7966700" y="5466100"/>
              <a:ext cx="50225" cy="48425"/>
            </a:xfrm>
            <a:custGeom>
              <a:avLst/>
              <a:gdLst/>
              <a:ahLst/>
              <a:cxnLst/>
              <a:rect l="l" t="t" r="r" b="b"/>
              <a:pathLst>
                <a:path w="2009" h="1937" extrusionOk="0">
                  <a:moveTo>
                    <a:pt x="1097" y="1"/>
                  </a:moveTo>
                  <a:cubicBezTo>
                    <a:pt x="1052" y="1"/>
                    <a:pt x="1006" y="12"/>
                    <a:pt x="965" y="38"/>
                  </a:cubicBezTo>
                  <a:cubicBezTo>
                    <a:pt x="837" y="111"/>
                    <a:pt x="812" y="294"/>
                    <a:pt x="886" y="416"/>
                  </a:cubicBezTo>
                  <a:lnTo>
                    <a:pt x="1270" y="1057"/>
                  </a:lnTo>
                  <a:lnTo>
                    <a:pt x="355" y="1057"/>
                  </a:lnTo>
                  <a:cubicBezTo>
                    <a:pt x="178" y="1057"/>
                    <a:pt x="1" y="1283"/>
                    <a:pt x="178" y="1484"/>
                  </a:cubicBezTo>
                  <a:lnTo>
                    <a:pt x="483" y="1844"/>
                  </a:lnTo>
                  <a:cubicBezTo>
                    <a:pt x="543" y="1889"/>
                    <a:pt x="605" y="1937"/>
                    <a:pt x="685" y="1937"/>
                  </a:cubicBezTo>
                  <a:cubicBezTo>
                    <a:pt x="736" y="1937"/>
                    <a:pt x="793" y="1918"/>
                    <a:pt x="861" y="1869"/>
                  </a:cubicBezTo>
                  <a:cubicBezTo>
                    <a:pt x="941" y="1789"/>
                    <a:pt x="965" y="1667"/>
                    <a:pt x="941" y="1588"/>
                  </a:cubicBezTo>
                  <a:lnTo>
                    <a:pt x="1728" y="1588"/>
                  </a:lnTo>
                  <a:cubicBezTo>
                    <a:pt x="1832" y="1588"/>
                    <a:pt x="1905" y="1539"/>
                    <a:pt x="1954" y="1435"/>
                  </a:cubicBezTo>
                  <a:cubicBezTo>
                    <a:pt x="2009" y="1362"/>
                    <a:pt x="2009" y="1258"/>
                    <a:pt x="1954" y="1179"/>
                  </a:cubicBezTo>
                  <a:lnTo>
                    <a:pt x="1343" y="141"/>
                  </a:lnTo>
                  <a:cubicBezTo>
                    <a:pt x="1293" y="54"/>
                    <a:pt x="1195" y="1"/>
                    <a:pt x="10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5" name="Google Shape;5145;p66"/>
            <p:cNvSpPr/>
            <p:nvPr/>
          </p:nvSpPr>
          <p:spPr>
            <a:xfrm>
              <a:off x="7918325" y="5463050"/>
              <a:ext cx="43825" cy="42750"/>
            </a:xfrm>
            <a:custGeom>
              <a:avLst/>
              <a:gdLst/>
              <a:ahLst/>
              <a:cxnLst/>
              <a:rect l="l" t="t" r="r" b="b"/>
              <a:pathLst>
                <a:path w="1753" h="1710" extrusionOk="0">
                  <a:moveTo>
                    <a:pt x="973" y="1"/>
                  </a:moveTo>
                  <a:cubicBezTo>
                    <a:pt x="955" y="1"/>
                    <a:pt x="936" y="3"/>
                    <a:pt x="916" y="7"/>
                  </a:cubicBezTo>
                  <a:lnTo>
                    <a:pt x="434" y="111"/>
                  </a:lnTo>
                  <a:cubicBezTo>
                    <a:pt x="306" y="135"/>
                    <a:pt x="202" y="288"/>
                    <a:pt x="257" y="416"/>
                  </a:cubicBezTo>
                  <a:cubicBezTo>
                    <a:pt x="257" y="514"/>
                    <a:pt x="355" y="593"/>
                    <a:pt x="459" y="617"/>
                  </a:cubicBezTo>
                  <a:lnTo>
                    <a:pt x="50" y="1301"/>
                  </a:lnTo>
                  <a:cubicBezTo>
                    <a:pt x="1" y="1380"/>
                    <a:pt x="1" y="1484"/>
                    <a:pt x="50" y="1557"/>
                  </a:cubicBezTo>
                  <a:cubicBezTo>
                    <a:pt x="105" y="1661"/>
                    <a:pt x="178" y="1710"/>
                    <a:pt x="282" y="1710"/>
                  </a:cubicBezTo>
                  <a:lnTo>
                    <a:pt x="1502" y="1686"/>
                  </a:lnTo>
                  <a:cubicBezTo>
                    <a:pt x="1630" y="1686"/>
                    <a:pt x="1753" y="1582"/>
                    <a:pt x="1753" y="1429"/>
                  </a:cubicBezTo>
                  <a:cubicBezTo>
                    <a:pt x="1753" y="1277"/>
                    <a:pt x="1630" y="1179"/>
                    <a:pt x="1502" y="1179"/>
                  </a:cubicBezTo>
                  <a:lnTo>
                    <a:pt x="739" y="1179"/>
                  </a:lnTo>
                  <a:lnTo>
                    <a:pt x="1197" y="386"/>
                  </a:lnTo>
                  <a:cubicBezTo>
                    <a:pt x="1286" y="224"/>
                    <a:pt x="1167" y="1"/>
                    <a:pt x="97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6" name="Google Shape;5146;p66"/>
            <p:cNvSpPr/>
            <p:nvPr/>
          </p:nvSpPr>
          <p:spPr>
            <a:xfrm>
              <a:off x="7945025" y="5420650"/>
              <a:ext cx="50225" cy="43125"/>
            </a:xfrm>
            <a:custGeom>
              <a:avLst/>
              <a:gdLst/>
              <a:ahLst/>
              <a:cxnLst/>
              <a:rect l="l" t="t" r="r" b="b"/>
              <a:pathLst>
                <a:path w="2009" h="1725" extrusionOk="0">
                  <a:moveTo>
                    <a:pt x="892" y="0"/>
                  </a:moveTo>
                  <a:cubicBezTo>
                    <a:pt x="813" y="0"/>
                    <a:pt x="715" y="49"/>
                    <a:pt x="660" y="153"/>
                  </a:cubicBezTo>
                  <a:lnTo>
                    <a:pt x="74" y="1197"/>
                  </a:lnTo>
                  <a:cubicBezTo>
                    <a:pt x="1" y="1319"/>
                    <a:pt x="50" y="1471"/>
                    <a:pt x="178" y="1551"/>
                  </a:cubicBezTo>
                  <a:cubicBezTo>
                    <a:pt x="219" y="1574"/>
                    <a:pt x="262" y="1585"/>
                    <a:pt x="304" y="1585"/>
                  </a:cubicBezTo>
                  <a:cubicBezTo>
                    <a:pt x="395" y="1585"/>
                    <a:pt x="482" y="1534"/>
                    <a:pt x="532" y="1447"/>
                  </a:cubicBezTo>
                  <a:lnTo>
                    <a:pt x="892" y="812"/>
                  </a:lnTo>
                  <a:lnTo>
                    <a:pt x="1350" y="1599"/>
                  </a:lnTo>
                  <a:cubicBezTo>
                    <a:pt x="1394" y="1680"/>
                    <a:pt x="1477" y="1724"/>
                    <a:pt x="1564" y="1724"/>
                  </a:cubicBezTo>
                  <a:cubicBezTo>
                    <a:pt x="1667" y="1724"/>
                    <a:pt x="1776" y="1662"/>
                    <a:pt x="1832" y="1526"/>
                  </a:cubicBezTo>
                  <a:lnTo>
                    <a:pt x="1985" y="1068"/>
                  </a:lnTo>
                  <a:cubicBezTo>
                    <a:pt x="2009" y="940"/>
                    <a:pt x="1936" y="788"/>
                    <a:pt x="1808" y="739"/>
                  </a:cubicBezTo>
                  <a:cubicBezTo>
                    <a:pt x="1782" y="731"/>
                    <a:pt x="1755" y="727"/>
                    <a:pt x="1728" y="727"/>
                  </a:cubicBezTo>
                  <a:cubicBezTo>
                    <a:pt x="1645" y="727"/>
                    <a:pt x="1564" y="763"/>
                    <a:pt x="1527" y="836"/>
                  </a:cubicBezTo>
                  <a:lnTo>
                    <a:pt x="1118" y="153"/>
                  </a:lnTo>
                  <a:cubicBezTo>
                    <a:pt x="1069" y="49"/>
                    <a:pt x="990" y="0"/>
                    <a:pt x="8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7" name="Google Shape;5147;p66"/>
            <p:cNvSpPr/>
            <p:nvPr/>
          </p:nvSpPr>
          <p:spPr>
            <a:xfrm>
              <a:off x="7928550" y="5193600"/>
              <a:ext cx="69925" cy="31150"/>
            </a:xfrm>
            <a:custGeom>
              <a:avLst/>
              <a:gdLst/>
              <a:ahLst/>
              <a:cxnLst/>
              <a:rect l="l" t="t" r="r" b="b"/>
              <a:pathLst>
                <a:path w="2797" h="1246" extrusionOk="0">
                  <a:moveTo>
                    <a:pt x="709" y="1"/>
                  </a:moveTo>
                  <a:cubicBezTo>
                    <a:pt x="330" y="1"/>
                    <a:pt x="1" y="306"/>
                    <a:pt x="1" y="715"/>
                  </a:cubicBezTo>
                  <a:lnTo>
                    <a:pt x="1" y="1069"/>
                  </a:lnTo>
                  <a:cubicBezTo>
                    <a:pt x="1" y="1173"/>
                    <a:pt x="98" y="1246"/>
                    <a:pt x="178" y="1246"/>
                  </a:cubicBezTo>
                  <a:lnTo>
                    <a:pt x="2491" y="1246"/>
                  </a:lnTo>
                  <a:lnTo>
                    <a:pt x="2796" y="1069"/>
                  </a:lnTo>
                  <a:lnTo>
                    <a:pt x="2796" y="715"/>
                  </a:lnTo>
                  <a:cubicBezTo>
                    <a:pt x="2796" y="129"/>
                    <a:pt x="2161" y="1"/>
                    <a:pt x="177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8" name="Google Shape;5148;p66"/>
            <p:cNvSpPr/>
            <p:nvPr/>
          </p:nvSpPr>
          <p:spPr>
            <a:xfrm>
              <a:off x="7972950" y="5193600"/>
              <a:ext cx="33150" cy="31150"/>
            </a:xfrm>
            <a:custGeom>
              <a:avLst/>
              <a:gdLst/>
              <a:ahLst/>
              <a:cxnLst/>
              <a:rect l="l" t="t" r="r" b="b"/>
              <a:pathLst>
                <a:path w="1326" h="1246" extrusionOk="0">
                  <a:moveTo>
                    <a:pt x="1" y="1"/>
                  </a:moveTo>
                  <a:cubicBezTo>
                    <a:pt x="385" y="1"/>
                    <a:pt x="715" y="306"/>
                    <a:pt x="715" y="715"/>
                  </a:cubicBezTo>
                  <a:lnTo>
                    <a:pt x="715" y="1246"/>
                  </a:lnTo>
                  <a:lnTo>
                    <a:pt x="1173" y="1246"/>
                  </a:lnTo>
                  <a:cubicBezTo>
                    <a:pt x="1246" y="1246"/>
                    <a:pt x="1325" y="1173"/>
                    <a:pt x="1325" y="1069"/>
                  </a:cubicBezTo>
                  <a:lnTo>
                    <a:pt x="1325" y="715"/>
                  </a:lnTo>
                  <a:cubicBezTo>
                    <a:pt x="1325" y="306"/>
                    <a:pt x="1020" y="1"/>
                    <a:pt x="63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56" name="Google Shape;5156;p66"/>
          <p:cNvGrpSpPr/>
          <p:nvPr/>
        </p:nvGrpSpPr>
        <p:grpSpPr>
          <a:xfrm>
            <a:off x="2502741" y="3558011"/>
            <a:ext cx="328075" cy="436875"/>
            <a:chOff x="2553075" y="5193600"/>
            <a:chExt cx="328075" cy="436875"/>
          </a:xfrm>
        </p:grpSpPr>
        <p:sp>
          <p:nvSpPr>
            <p:cNvPr id="5157" name="Google Shape;5157;p66"/>
            <p:cNvSpPr/>
            <p:nvPr/>
          </p:nvSpPr>
          <p:spPr>
            <a:xfrm>
              <a:off x="2553075" y="5240950"/>
              <a:ext cx="58625" cy="57650"/>
            </a:xfrm>
            <a:custGeom>
              <a:avLst/>
              <a:gdLst/>
              <a:ahLst/>
              <a:cxnLst/>
              <a:rect l="l" t="t" r="r" b="b"/>
              <a:pathLst>
                <a:path w="2345" h="2306" extrusionOk="0">
                  <a:moveTo>
                    <a:pt x="1521" y="0"/>
                  </a:moveTo>
                  <a:cubicBezTo>
                    <a:pt x="1429" y="0"/>
                    <a:pt x="1340" y="38"/>
                    <a:pt x="1276" y="115"/>
                  </a:cubicBezTo>
                  <a:lnTo>
                    <a:pt x="153" y="1238"/>
                  </a:lnTo>
                  <a:cubicBezTo>
                    <a:pt x="1" y="1366"/>
                    <a:pt x="1" y="1592"/>
                    <a:pt x="153" y="1744"/>
                  </a:cubicBezTo>
                  <a:lnTo>
                    <a:pt x="715" y="2306"/>
                  </a:lnTo>
                  <a:lnTo>
                    <a:pt x="1221" y="2178"/>
                  </a:lnTo>
                  <a:lnTo>
                    <a:pt x="2265" y="1085"/>
                  </a:lnTo>
                  <a:lnTo>
                    <a:pt x="2344" y="676"/>
                  </a:lnTo>
                  <a:lnTo>
                    <a:pt x="1783" y="115"/>
                  </a:lnTo>
                  <a:cubicBezTo>
                    <a:pt x="1707" y="38"/>
                    <a:pt x="1612" y="0"/>
                    <a:pt x="152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8" name="Google Shape;5158;p66"/>
            <p:cNvSpPr/>
            <p:nvPr/>
          </p:nvSpPr>
          <p:spPr>
            <a:xfrm>
              <a:off x="2570925" y="5257850"/>
              <a:ext cx="54650" cy="54650"/>
            </a:xfrm>
            <a:custGeom>
              <a:avLst/>
              <a:gdLst/>
              <a:ahLst/>
              <a:cxnLst/>
              <a:rect l="l" t="t" r="r" b="b"/>
              <a:pathLst>
                <a:path w="2186" h="2186" extrusionOk="0">
                  <a:moveTo>
                    <a:pt x="1630" y="0"/>
                  </a:moveTo>
                  <a:lnTo>
                    <a:pt x="1" y="1630"/>
                  </a:lnTo>
                  <a:lnTo>
                    <a:pt x="562" y="2185"/>
                  </a:lnTo>
                  <a:lnTo>
                    <a:pt x="2186" y="562"/>
                  </a:lnTo>
                  <a:lnTo>
                    <a:pt x="163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9" name="Google Shape;5159;p66"/>
            <p:cNvSpPr/>
            <p:nvPr/>
          </p:nvSpPr>
          <p:spPr>
            <a:xfrm>
              <a:off x="2572925" y="5260275"/>
              <a:ext cx="67300" cy="66875"/>
            </a:xfrm>
            <a:custGeom>
              <a:avLst/>
              <a:gdLst/>
              <a:ahLst/>
              <a:cxnLst/>
              <a:rect l="l" t="t" r="r" b="b"/>
              <a:pathLst>
                <a:path w="2692" h="2675" extrusionOk="0">
                  <a:moveTo>
                    <a:pt x="2159" y="1"/>
                  </a:moveTo>
                  <a:cubicBezTo>
                    <a:pt x="2114" y="1"/>
                    <a:pt x="2069" y="19"/>
                    <a:pt x="2033" y="56"/>
                  </a:cubicBezTo>
                  <a:lnTo>
                    <a:pt x="73" y="2015"/>
                  </a:lnTo>
                  <a:cubicBezTo>
                    <a:pt x="0" y="2088"/>
                    <a:pt x="0" y="2216"/>
                    <a:pt x="73" y="2271"/>
                  </a:cubicBezTo>
                  <a:lnTo>
                    <a:pt x="482" y="2674"/>
                  </a:lnTo>
                  <a:lnTo>
                    <a:pt x="965" y="2546"/>
                  </a:lnTo>
                  <a:lnTo>
                    <a:pt x="2564" y="922"/>
                  </a:lnTo>
                  <a:lnTo>
                    <a:pt x="2692" y="465"/>
                  </a:lnTo>
                  <a:lnTo>
                    <a:pt x="2289" y="56"/>
                  </a:lnTo>
                  <a:cubicBezTo>
                    <a:pt x="2249" y="19"/>
                    <a:pt x="2204" y="1"/>
                    <a:pt x="215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0" name="Google Shape;5160;p66"/>
            <p:cNvSpPr/>
            <p:nvPr/>
          </p:nvSpPr>
          <p:spPr>
            <a:xfrm>
              <a:off x="2584975" y="5271875"/>
              <a:ext cx="68075" cy="69300"/>
            </a:xfrm>
            <a:custGeom>
              <a:avLst/>
              <a:gdLst/>
              <a:ahLst/>
              <a:cxnLst/>
              <a:rect l="l" t="t" r="r" b="b"/>
              <a:pathLst>
                <a:path w="2723" h="2772" extrusionOk="0">
                  <a:moveTo>
                    <a:pt x="2210" y="1"/>
                  </a:moveTo>
                  <a:lnTo>
                    <a:pt x="0" y="2210"/>
                  </a:lnTo>
                  <a:lnTo>
                    <a:pt x="531" y="2772"/>
                  </a:lnTo>
                  <a:lnTo>
                    <a:pt x="2722" y="532"/>
                  </a:lnTo>
                  <a:lnTo>
                    <a:pt x="221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1" name="Google Shape;5161;p66"/>
            <p:cNvSpPr/>
            <p:nvPr/>
          </p:nvSpPr>
          <p:spPr>
            <a:xfrm>
              <a:off x="2581775" y="5193600"/>
              <a:ext cx="299375" cy="429250"/>
            </a:xfrm>
            <a:custGeom>
              <a:avLst/>
              <a:gdLst/>
              <a:ahLst/>
              <a:cxnLst/>
              <a:rect l="l" t="t" r="r" b="b"/>
              <a:pathLst>
                <a:path w="11975" h="17170" extrusionOk="0">
                  <a:moveTo>
                    <a:pt x="10174" y="1429"/>
                  </a:moveTo>
                  <a:cubicBezTo>
                    <a:pt x="10272" y="1429"/>
                    <a:pt x="10351" y="1502"/>
                    <a:pt x="10351" y="1606"/>
                  </a:cubicBezTo>
                  <a:lnTo>
                    <a:pt x="10351" y="2851"/>
                  </a:lnTo>
                  <a:cubicBezTo>
                    <a:pt x="10351" y="2924"/>
                    <a:pt x="10272" y="3028"/>
                    <a:pt x="10174" y="3028"/>
                  </a:cubicBezTo>
                  <a:lnTo>
                    <a:pt x="7245" y="3028"/>
                  </a:lnTo>
                  <a:cubicBezTo>
                    <a:pt x="7123" y="3028"/>
                    <a:pt x="7043" y="2875"/>
                    <a:pt x="7092" y="2747"/>
                  </a:cubicBezTo>
                  <a:lnTo>
                    <a:pt x="7782" y="1526"/>
                  </a:lnTo>
                  <a:cubicBezTo>
                    <a:pt x="7831" y="1478"/>
                    <a:pt x="7886" y="1429"/>
                    <a:pt x="7935" y="1429"/>
                  </a:cubicBezTo>
                  <a:close/>
                  <a:moveTo>
                    <a:pt x="7397" y="1"/>
                  </a:moveTo>
                  <a:cubicBezTo>
                    <a:pt x="7019" y="1"/>
                    <a:pt x="6665" y="208"/>
                    <a:pt x="6482" y="538"/>
                  </a:cubicBezTo>
                  <a:lnTo>
                    <a:pt x="5292" y="2497"/>
                  </a:lnTo>
                  <a:cubicBezTo>
                    <a:pt x="5109" y="2826"/>
                    <a:pt x="4755" y="3028"/>
                    <a:pt x="4376" y="3028"/>
                  </a:cubicBezTo>
                  <a:lnTo>
                    <a:pt x="3156" y="3028"/>
                  </a:lnTo>
                  <a:cubicBezTo>
                    <a:pt x="3101" y="3028"/>
                    <a:pt x="3052" y="3028"/>
                    <a:pt x="3027" y="3077"/>
                  </a:cubicBezTo>
                  <a:lnTo>
                    <a:pt x="49" y="6055"/>
                  </a:lnTo>
                  <a:cubicBezTo>
                    <a:pt x="25" y="6080"/>
                    <a:pt x="0" y="6128"/>
                    <a:pt x="0" y="6159"/>
                  </a:cubicBezTo>
                  <a:lnTo>
                    <a:pt x="0" y="15772"/>
                  </a:lnTo>
                  <a:cubicBezTo>
                    <a:pt x="0" y="16351"/>
                    <a:pt x="153" y="17169"/>
                    <a:pt x="1068" y="17169"/>
                  </a:cubicBezTo>
                  <a:lnTo>
                    <a:pt x="10882" y="17169"/>
                  </a:lnTo>
                  <a:cubicBezTo>
                    <a:pt x="11853" y="17169"/>
                    <a:pt x="11975" y="16351"/>
                    <a:pt x="11975" y="15772"/>
                  </a:cubicBezTo>
                  <a:lnTo>
                    <a:pt x="11975" y="1069"/>
                  </a:lnTo>
                  <a:cubicBezTo>
                    <a:pt x="11975" y="483"/>
                    <a:pt x="11493" y="1"/>
                    <a:pt x="1088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2" name="Google Shape;5162;p66"/>
            <p:cNvSpPr/>
            <p:nvPr/>
          </p:nvSpPr>
          <p:spPr>
            <a:xfrm>
              <a:off x="2581775" y="5587875"/>
              <a:ext cx="299375" cy="42600"/>
            </a:xfrm>
            <a:custGeom>
              <a:avLst/>
              <a:gdLst/>
              <a:ahLst/>
              <a:cxnLst/>
              <a:rect l="l" t="t" r="r" b="b"/>
              <a:pathLst>
                <a:path w="11975" h="1704" extrusionOk="0">
                  <a:moveTo>
                    <a:pt x="0" y="1"/>
                  </a:moveTo>
                  <a:lnTo>
                    <a:pt x="0" y="635"/>
                  </a:lnTo>
                  <a:cubicBezTo>
                    <a:pt x="0" y="1221"/>
                    <a:pt x="482" y="1703"/>
                    <a:pt x="1068" y="1703"/>
                  </a:cubicBezTo>
                  <a:lnTo>
                    <a:pt x="10882" y="1703"/>
                  </a:lnTo>
                  <a:cubicBezTo>
                    <a:pt x="11493" y="1703"/>
                    <a:pt x="11975" y="1221"/>
                    <a:pt x="11975" y="635"/>
                  </a:cubicBezTo>
                  <a:lnTo>
                    <a:pt x="11975" y="1"/>
                  </a:lnTo>
                  <a:cubicBezTo>
                    <a:pt x="11975" y="580"/>
                    <a:pt x="11493" y="1069"/>
                    <a:pt x="10882" y="1069"/>
                  </a:cubicBezTo>
                  <a:lnTo>
                    <a:pt x="1068" y="1069"/>
                  </a:lnTo>
                  <a:cubicBezTo>
                    <a:pt x="482" y="1069"/>
                    <a:pt x="0" y="580"/>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3" name="Google Shape;5163;p66"/>
            <p:cNvSpPr/>
            <p:nvPr/>
          </p:nvSpPr>
          <p:spPr>
            <a:xfrm>
              <a:off x="2646000" y="5372275"/>
              <a:ext cx="170300" cy="162225"/>
            </a:xfrm>
            <a:custGeom>
              <a:avLst/>
              <a:gdLst/>
              <a:ahLst/>
              <a:cxnLst/>
              <a:rect l="l" t="t" r="r" b="b"/>
              <a:pathLst>
                <a:path w="6812" h="6489" extrusionOk="0">
                  <a:moveTo>
                    <a:pt x="3406" y="1"/>
                  </a:moveTo>
                  <a:cubicBezTo>
                    <a:pt x="1624" y="1"/>
                    <a:pt x="178" y="1349"/>
                    <a:pt x="1" y="3101"/>
                  </a:cubicBezTo>
                  <a:cubicBezTo>
                    <a:pt x="1" y="3101"/>
                    <a:pt x="1" y="6488"/>
                    <a:pt x="3406" y="6488"/>
                  </a:cubicBezTo>
                  <a:cubicBezTo>
                    <a:pt x="6812" y="6488"/>
                    <a:pt x="6812" y="3101"/>
                    <a:pt x="6812" y="3101"/>
                  </a:cubicBezTo>
                  <a:cubicBezTo>
                    <a:pt x="6635" y="1349"/>
                    <a:pt x="5189" y="1"/>
                    <a:pt x="340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4" name="Google Shape;5164;p66"/>
            <p:cNvSpPr/>
            <p:nvPr/>
          </p:nvSpPr>
          <p:spPr>
            <a:xfrm>
              <a:off x="2672700" y="5429300"/>
              <a:ext cx="57850" cy="41125"/>
            </a:xfrm>
            <a:custGeom>
              <a:avLst/>
              <a:gdLst/>
              <a:ahLst/>
              <a:cxnLst/>
              <a:rect l="l" t="t" r="r" b="b"/>
              <a:pathLst>
                <a:path w="2314" h="1645" extrusionOk="0">
                  <a:moveTo>
                    <a:pt x="355" y="0"/>
                  </a:moveTo>
                  <a:cubicBezTo>
                    <a:pt x="207" y="0"/>
                    <a:pt x="103" y="8"/>
                    <a:pt x="74" y="8"/>
                  </a:cubicBezTo>
                  <a:cubicBezTo>
                    <a:pt x="74" y="8"/>
                    <a:pt x="1" y="820"/>
                    <a:pt x="636" y="1382"/>
                  </a:cubicBezTo>
                  <a:cubicBezTo>
                    <a:pt x="852" y="1580"/>
                    <a:pt x="1125" y="1644"/>
                    <a:pt x="1388" y="1644"/>
                  </a:cubicBezTo>
                  <a:cubicBezTo>
                    <a:pt x="1868" y="1644"/>
                    <a:pt x="2314" y="1430"/>
                    <a:pt x="2314" y="1430"/>
                  </a:cubicBezTo>
                  <a:cubicBezTo>
                    <a:pt x="2265" y="1101"/>
                    <a:pt x="2137" y="722"/>
                    <a:pt x="1856" y="442"/>
                  </a:cubicBezTo>
                  <a:cubicBezTo>
                    <a:pt x="1416" y="54"/>
                    <a:pt x="738" y="0"/>
                    <a:pt x="35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5" name="Google Shape;5165;p66"/>
            <p:cNvSpPr/>
            <p:nvPr/>
          </p:nvSpPr>
          <p:spPr>
            <a:xfrm>
              <a:off x="2731750" y="5429300"/>
              <a:ext cx="57250" cy="41125"/>
            </a:xfrm>
            <a:custGeom>
              <a:avLst/>
              <a:gdLst/>
              <a:ahLst/>
              <a:cxnLst/>
              <a:rect l="l" t="t" r="r" b="b"/>
              <a:pathLst>
                <a:path w="2290" h="1645" extrusionOk="0">
                  <a:moveTo>
                    <a:pt x="1956" y="0"/>
                  </a:moveTo>
                  <a:cubicBezTo>
                    <a:pt x="1567" y="0"/>
                    <a:pt x="881" y="54"/>
                    <a:pt x="459" y="442"/>
                  </a:cubicBezTo>
                  <a:cubicBezTo>
                    <a:pt x="153" y="722"/>
                    <a:pt x="56" y="1101"/>
                    <a:pt x="1" y="1430"/>
                  </a:cubicBezTo>
                  <a:cubicBezTo>
                    <a:pt x="1" y="1430"/>
                    <a:pt x="437" y="1644"/>
                    <a:pt x="916" y="1644"/>
                  </a:cubicBezTo>
                  <a:cubicBezTo>
                    <a:pt x="1179" y="1644"/>
                    <a:pt x="1455" y="1580"/>
                    <a:pt x="1679" y="1382"/>
                  </a:cubicBezTo>
                  <a:cubicBezTo>
                    <a:pt x="2290" y="820"/>
                    <a:pt x="2241" y="8"/>
                    <a:pt x="2241" y="8"/>
                  </a:cubicBezTo>
                  <a:cubicBezTo>
                    <a:pt x="2212" y="8"/>
                    <a:pt x="2106" y="0"/>
                    <a:pt x="19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6" name="Google Shape;5166;p66"/>
            <p:cNvSpPr/>
            <p:nvPr/>
          </p:nvSpPr>
          <p:spPr>
            <a:xfrm>
              <a:off x="2670725" y="5429500"/>
              <a:ext cx="120875" cy="89750"/>
            </a:xfrm>
            <a:custGeom>
              <a:avLst/>
              <a:gdLst/>
              <a:ahLst/>
              <a:cxnLst/>
              <a:rect l="l" t="t" r="r" b="b"/>
              <a:pathLst>
                <a:path w="4835" h="3590" extrusionOk="0">
                  <a:moveTo>
                    <a:pt x="153" y="0"/>
                  </a:moveTo>
                  <a:cubicBezTo>
                    <a:pt x="153" y="1"/>
                    <a:pt x="1" y="1044"/>
                    <a:pt x="611" y="1630"/>
                  </a:cubicBezTo>
                  <a:cubicBezTo>
                    <a:pt x="1069" y="2008"/>
                    <a:pt x="1783" y="2063"/>
                    <a:pt x="2161" y="2063"/>
                  </a:cubicBezTo>
                  <a:lnTo>
                    <a:pt x="2137" y="3333"/>
                  </a:lnTo>
                  <a:cubicBezTo>
                    <a:pt x="2137" y="3461"/>
                    <a:pt x="2265" y="3589"/>
                    <a:pt x="2417" y="3589"/>
                  </a:cubicBezTo>
                  <a:cubicBezTo>
                    <a:pt x="2570" y="3589"/>
                    <a:pt x="2674" y="3461"/>
                    <a:pt x="2674" y="3333"/>
                  </a:cubicBezTo>
                  <a:lnTo>
                    <a:pt x="2674" y="2063"/>
                  </a:lnTo>
                  <a:cubicBezTo>
                    <a:pt x="3052" y="2063"/>
                    <a:pt x="3766" y="2008"/>
                    <a:pt x="4224" y="1630"/>
                  </a:cubicBezTo>
                  <a:cubicBezTo>
                    <a:pt x="4834" y="1044"/>
                    <a:pt x="4682" y="1"/>
                    <a:pt x="4682" y="0"/>
                  </a:cubicBezTo>
                  <a:lnTo>
                    <a:pt x="4682" y="0"/>
                  </a:lnTo>
                  <a:cubicBezTo>
                    <a:pt x="4633" y="330"/>
                    <a:pt x="4505" y="714"/>
                    <a:pt x="4224" y="995"/>
                  </a:cubicBezTo>
                  <a:cubicBezTo>
                    <a:pt x="3785" y="1377"/>
                    <a:pt x="3097" y="1431"/>
                    <a:pt x="2706" y="1431"/>
                  </a:cubicBezTo>
                  <a:cubicBezTo>
                    <a:pt x="2554" y="1431"/>
                    <a:pt x="2447" y="1422"/>
                    <a:pt x="2417" y="1422"/>
                  </a:cubicBezTo>
                  <a:cubicBezTo>
                    <a:pt x="2388" y="1422"/>
                    <a:pt x="2279" y="1431"/>
                    <a:pt x="2124" y="1431"/>
                  </a:cubicBezTo>
                  <a:cubicBezTo>
                    <a:pt x="1728" y="1431"/>
                    <a:pt x="1032" y="1377"/>
                    <a:pt x="611" y="995"/>
                  </a:cubicBezTo>
                  <a:cubicBezTo>
                    <a:pt x="306" y="714"/>
                    <a:pt x="208" y="330"/>
                    <a:pt x="15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7" name="Google Shape;5167;p66"/>
            <p:cNvSpPr/>
            <p:nvPr/>
          </p:nvSpPr>
          <p:spPr>
            <a:xfrm>
              <a:off x="2646000" y="5449800"/>
              <a:ext cx="170300" cy="92925"/>
            </a:xfrm>
            <a:custGeom>
              <a:avLst/>
              <a:gdLst/>
              <a:ahLst/>
              <a:cxnLst/>
              <a:rect l="l" t="t" r="r" b="b"/>
              <a:pathLst>
                <a:path w="6812" h="3717" extrusionOk="0">
                  <a:moveTo>
                    <a:pt x="1" y="0"/>
                  </a:moveTo>
                  <a:lnTo>
                    <a:pt x="1" y="305"/>
                  </a:lnTo>
                  <a:cubicBezTo>
                    <a:pt x="1" y="2191"/>
                    <a:pt x="1527" y="3717"/>
                    <a:pt x="3406" y="3717"/>
                  </a:cubicBezTo>
                  <a:cubicBezTo>
                    <a:pt x="5286" y="3717"/>
                    <a:pt x="6812" y="2191"/>
                    <a:pt x="6812" y="305"/>
                  </a:cubicBezTo>
                  <a:lnTo>
                    <a:pt x="6812" y="0"/>
                  </a:lnTo>
                  <a:cubicBezTo>
                    <a:pt x="6635" y="1733"/>
                    <a:pt x="5189" y="3082"/>
                    <a:pt x="3406" y="3082"/>
                  </a:cubicBezTo>
                  <a:cubicBezTo>
                    <a:pt x="1624" y="3082"/>
                    <a:pt x="178" y="1733"/>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78" name="Google Shape;5178;p66"/>
          <p:cNvGrpSpPr/>
          <p:nvPr/>
        </p:nvGrpSpPr>
        <p:grpSpPr>
          <a:xfrm>
            <a:off x="1692241" y="2258811"/>
            <a:ext cx="439900" cy="436425"/>
            <a:chOff x="1742575" y="3284800"/>
            <a:chExt cx="439900" cy="436425"/>
          </a:xfrm>
        </p:grpSpPr>
        <p:sp>
          <p:nvSpPr>
            <p:cNvPr id="5179" name="Google Shape;5179;p66"/>
            <p:cNvSpPr/>
            <p:nvPr/>
          </p:nvSpPr>
          <p:spPr>
            <a:xfrm>
              <a:off x="2047125" y="3455275"/>
              <a:ext cx="104225" cy="154100"/>
            </a:xfrm>
            <a:custGeom>
              <a:avLst/>
              <a:gdLst/>
              <a:ahLst/>
              <a:cxnLst/>
              <a:rect l="l" t="t" r="r" b="b"/>
              <a:pathLst>
                <a:path w="4169" h="6164" extrusionOk="0">
                  <a:moveTo>
                    <a:pt x="3719" y="0"/>
                  </a:moveTo>
                  <a:cubicBezTo>
                    <a:pt x="3523" y="0"/>
                    <a:pt x="3346" y="138"/>
                    <a:pt x="3278" y="317"/>
                  </a:cubicBezTo>
                  <a:lnTo>
                    <a:pt x="2948" y="1354"/>
                  </a:lnTo>
                  <a:lnTo>
                    <a:pt x="2667" y="799"/>
                  </a:lnTo>
                  <a:cubicBezTo>
                    <a:pt x="2667" y="799"/>
                    <a:pt x="2643" y="799"/>
                    <a:pt x="2643" y="774"/>
                  </a:cubicBezTo>
                  <a:cubicBezTo>
                    <a:pt x="2603" y="766"/>
                    <a:pt x="2564" y="762"/>
                    <a:pt x="2526" y="762"/>
                  </a:cubicBezTo>
                  <a:cubicBezTo>
                    <a:pt x="2320" y="762"/>
                    <a:pt x="2149" y="884"/>
                    <a:pt x="2082" y="1079"/>
                  </a:cubicBezTo>
                  <a:lnTo>
                    <a:pt x="1776" y="2019"/>
                  </a:lnTo>
                  <a:lnTo>
                    <a:pt x="1471" y="1433"/>
                  </a:lnTo>
                  <a:cubicBezTo>
                    <a:pt x="1447" y="1433"/>
                    <a:pt x="1422" y="1409"/>
                    <a:pt x="1422" y="1409"/>
                  </a:cubicBezTo>
                  <a:cubicBezTo>
                    <a:pt x="1401" y="1407"/>
                    <a:pt x="1379" y="1406"/>
                    <a:pt x="1358" y="1406"/>
                  </a:cubicBezTo>
                  <a:cubicBezTo>
                    <a:pt x="1129" y="1406"/>
                    <a:pt x="936" y="1526"/>
                    <a:pt x="891" y="1739"/>
                  </a:cubicBezTo>
                  <a:lnTo>
                    <a:pt x="0" y="4406"/>
                  </a:lnTo>
                  <a:lnTo>
                    <a:pt x="556" y="6163"/>
                  </a:lnTo>
                  <a:lnTo>
                    <a:pt x="3028" y="4253"/>
                  </a:lnTo>
                  <a:lnTo>
                    <a:pt x="4065" y="1964"/>
                  </a:lnTo>
                  <a:lnTo>
                    <a:pt x="4169" y="591"/>
                  </a:lnTo>
                  <a:lnTo>
                    <a:pt x="3943" y="60"/>
                  </a:lnTo>
                  <a:cubicBezTo>
                    <a:pt x="3888" y="36"/>
                    <a:pt x="3864" y="11"/>
                    <a:pt x="3815" y="11"/>
                  </a:cubicBezTo>
                  <a:cubicBezTo>
                    <a:pt x="3783" y="4"/>
                    <a:pt x="3750" y="0"/>
                    <a:pt x="3719" y="0"/>
                  </a:cubicBezTo>
                  <a:close/>
                </a:path>
              </a:pathLst>
            </a:custGeom>
            <a:solidFill>
              <a:srgbClr val="F4B1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0" name="Google Shape;5180;p66"/>
            <p:cNvSpPr/>
            <p:nvPr/>
          </p:nvSpPr>
          <p:spPr>
            <a:xfrm>
              <a:off x="2100525" y="3475225"/>
              <a:ext cx="22300" cy="46425"/>
            </a:xfrm>
            <a:custGeom>
              <a:avLst/>
              <a:gdLst/>
              <a:ahLst/>
              <a:cxnLst/>
              <a:rect l="l" t="t" r="r" b="b"/>
              <a:pathLst>
                <a:path w="892" h="1857" extrusionOk="0">
                  <a:moveTo>
                    <a:pt x="531" y="1"/>
                  </a:moveTo>
                  <a:lnTo>
                    <a:pt x="0" y="1704"/>
                  </a:lnTo>
                  <a:lnTo>
                    <a:pt x="403" y="1856"/>
                  </a:lnTo>
                  <a:lnTo>
                    <a:pt x="812" y="556"/>
                  </a:lnTo>
                  <a:cubicBezTo>
                    <a:pt x="892" y="330"/>
                    <a:pt x="763" y="74"/>
                    <a:pt x="531" y="1"/>
                  </a:cubicBezTo>
                  <a:close/>
                </a:path>
              </a:pathLst>
            </a:custGeom>
            <a:solidFill>
              <a:srgbClr val="EAA6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1" name="Google Shape;5181;p66"/>
            <p:cNvSpPr/>
            <p:nvPr/>
          </p:nvSpPr>
          <p:spPr>
            <a:xfrm>
              <a:off x="2066800" y="3491100"/>
              <a:ext cx="27350" cy="55250"/>
            </a:xfrm>
            <a:custGeom>
              <a:avLst/>
              <a:gdLst/>
              <a:ahLst/>
              <a:cxnLst/>
              <a:rect l="l" t="t" r="r" b="b"/>
              <a:pathLst>
                <a:path w="1094" h="2210" extrusionOk="0">
                  <a:moveTo>
                    <a:pt x="684" y="0"/>
                  </a:moveTo>
                  <a:lnTo>
                    <a:pt x="1" y="2210"/>
                  </a:lnTo>
                  <a:lnTo>
                    <a:pt x="434" y="2112"/>
                  </a:lnTo>
                  <a:lnTo>
                    <a:pt x="715" y="1526"/>
                  </a:lnTo>
                  <a:lnTo>
                    <a:pt x="989" y="586"/>
                  </a:lnTo>
                  <a:cubicBezTo>
                    <a:pt x="1093" y="330"/>
                    <a:pt x="941" y="74"/>
                    <a:pt x="684" y="0"/>
                  </a:cubicBezTo>
                  <a:close/>
                </a:path>
              </a:pathLst>
            </a:custGeom>
            <a:solidFill>
              <a:srgbClr val="EAA6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2" name="Google Shape;5182;p66"/>
            <p:cNvSpPr/>
            <p:nvPr/>
          </p:nvSpPr>
          <p:spPr>
            <a:xfrm>
              <a:off x="2113800" y="3456150"/>
              <a:ext cx="39550" cy="100425"/>
            </a:xfrm>
            <a:custGeom>
              <a:avLst/>
              <a:gdLst/>
              <a:ahLst/>
              <a:cxnLst/>
              <a:rect l="l" t="t" r="r" b="b"/>
              <a:pathLst>
                <a:path w="1582" h="4017" extrusionOk="0">
                  <a:moveTo>
                    <a:pt x="1246" y="1"/>
                  </a:moveTo>
                  <a:lnTo>
                    <a:pt x="0" y="4017"/>
                  </a:lnTo>
                  <a:lnTo>
                    <a:pt x="0" y="4017"/>
                  </a:lnTo>
                  <a:lnTo>
                    <a:pt x="1069" y="2875"/>
                  </a:lnTo>
                  <a:lnTo>
                    <a:pt x="1502" y="556"/>
                  </a:lnTo>
                  <a:cubicBezTo>
                    <a:pt x="1581" y="330"/>
                    <a:pt x="1453" y="98"/>
                    <a:pt x="1246" y="1"/>
                  </a:cubicBezTo>
                  <a:close/>
                </a:path>
              </a:pathLst>
            </a:custGeom>
            <a:solidFill>
              <a:srgbClr val="EAA6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3" name="Google Shape;5183;p66"/>
            <p:cNvSpPr/>
            <p:nvPr/>
          </p:nvSpPr>
          <p:spPr>
            <a:xfrm>
              <a:off x="1985475" y="3449150"/>
              <a:ext cx="189375" cy="272075"/>
            </a:xfrm>
            <a:custGeom>
              <a:avLst/>
              <a:gdLst/>
              <a:ahLst/>
              <a:cxnLst/>
              <a:rect l="l" t="t" r="r" b="b"/>
              <a:pathLst>
                <a:path w="7575" h="10883" extrusionOk="0">
                  <a:moveTo>
                    <a:pt x="7196" y="0"/>
                  </a:moveTo>
                  <a:cubicBezTo>
                    <a:pt x="7019" y="24"/>
                    <a:pt x="6836" y="153"/>
                    <a:pt x="6787" y="354"/>
                  </a:cubicBezTo>
                  <a:lnTo>
                    <a:pt x="6226" y="2209"/>
                  </a:lnTo>
                  <a:cubicBezTo>
                    <a:pt x="5872" y="3430"/>
                    <a:pt x="5133" y="4498"/>
                    <a:pt x="4120" y="5261"/>
                  </a:cubicBezTo>
                  <a:lnTo>
                    <a:pt x="3022" y="6103"/>
                  </a:lnTo>
                  <a:lnTo>
                    <a:pt x="5036" y="3583"/>
                  </a:lnTo>
                  <a:cubicBezTo>
                    <a:pt x="5188" y="3381"/>
                    <a:pt x="5188" y="3101"/>
                    <a:pt x="5005" y="2899"/>
                  </a:cubicBezTo>
                  <a:cubicBezTo>
                    <a:pt x="4905" y="2798"/>
                    <a:pt x="4772" y="2748"/>
                    <a:pt x="4639" y="2748"/>
                  </a:cubicBezTo>
                  <a:cubicBezTo>
                    <a:pt x="4506" y="2748"/>
                    <a:pt x="4374" y="2798"/>
                    <a:pt x="4273" y="2899"/>
                  </a:cubicBezTo>
                  <a:lnTo>
                    <a:pt x="2466" y="4651"/>
                  </a:lnTo>
                  <a:cubicBezTo>
                    <a:pt x="2466" y="4651"/>
                    <a:pt x="1471" y="5035"/>
                    <a:pt x="788" y="5975"/>
                  </a:cubicBezTo>
                  <a:cubicBezTo>
                    <a:pt x="123" y="6939"/>
                    <a:pt x="1" y="8160"/>
                    <a:pt x="1" y="8160"/>
                  </a:cubicBezTo>
                  <a:lnTo>
                    <a:pt x="1" y="10730"/>
                  </a:lnTo>
                  <a:cubicBezTo>
                    <a:pt x="1" y="10809"/>
                    <a:pt x="74" y="10882"/>
                    <a:pt x="178" y="10882"/>
                  </a:cubicBezTo>
                  <a:lnTo>
                    <a:pt x="2387" y="10882"/>
                  </a:lnTo>
                  <a:lnTo>
                    <a:pt x="2717" y="10730"/>
                  </a:lnTo>
                  <a:lnTo>
                    <a:pt x="2717" y="8899"/>
                  </a:lnTo>
                  <a:lnTo>
                    <a:pt x="5060" y="6915"/>
                  </a:lnTo>
                  <a:cubicBezTo>
                    <a:pt x="6153" y="6024"/>
                    <a:pt x="7575" y="256"/>
                    <a:pt x="7575" y="256"/>
                  </a:cubicBezTo>
                  <a:lnTo>
                    <a:pt x="7196" y="0"/>
                  </a:lnTo>
                  <a:close/>
                </a:path>
              </a:pathLst>
            </a:custGeom>
            <a:solidFill>
              <a:srgbClr val="FFC8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4" name="Google Shape;5184;p66"/>
            <p:cNvSpPr/>
            <p:nvPr/>
          </p:nvSpPr>
          <p:spPr>
            <a:xfrm>
              <a:off x="2045125" y="3448675"/>
              <a:ext cx="137350" cy="272550"/>
            </a:xfrm>
            <a:custGeom>
              <a:avLst/>
              <a:gdLst/>
              <a:ahLst/>
              <a:cxnLst/>
              <a:rect l="l" t="t" r="r" b="b"/>
              <a:pathLst>
                <a:path w="5494" h="10902" extrusionOk="0">
                  <a:moveTo>
                    <a:pt x="4939" y="1"/>
                  </a:moveTo>
                  <a:cubicBezTo>
                    <a:pt x="4891" y="1"/>
                    <a:pt x="4847" y="7"/>
                    <a:pt x="4810" y="19"/>
                  </a:cubicBezTo>
                  <a:cubicBezTo>
                    <a:pt x="4884" y="147"/>
                    <a:pt x="4939" y="300"/>
                    <a:pt x="4884" y="477"/>
                  </a:cubicBezTo>
                  <a:lnTo>
                    <a:pt x="4047" y="3174"/>
                  </a:lnTo>
                  <a:cubicBezTo>
                    <a:pt x="3639" y="4517"/>
                    <a:pt x="3230" y="6019"/>
                    <a:pt x="2137" y="6910"/>
                  </a:cubicBezTo>
                  <a:lnTo>
                    <a:pt x="80" y="8539"/>
                  </a:lnTo>
                  <a:cubicBezTo>
                    <a:pt x="25" y="8564"/>
                    <a:pt x="1" y="8612"/>
                    <a:pt x="1" y="8667"/>
                  </a:cubicBezTo>
                  <a:lnTo>
                    <a:pt x="1" y="10901"/>
                  </a:lnTo>
                  <a:lnTo>
                    <a:pt x="459" y="10901"/>
                  </a:lnTo>
                  <a:cubicBezTo>
                    <a:pt x="562" y="10901"/>
                    <a:pt x="636" y="10828"/>
                    <a:pt x="636" y="10749"/>
                  </a:cubicBezTo>
                  <a:lnTo>
                    <a:pt x="636" y="8893"/>
                  </a:lnTo>
                  <a:lnTo>
                    <a:pt x="2674" y="7239"/>
                  </a:lnTo>
                  <a:cubicBezTo>
                    <a:pt x="3767" y="6348"/>
                    <a:pt x="4176" y="4725"/>
                    <a:pt x="4578" y="3376"/>
                  </a:cubicBezTo>
                  <a:lnTo>
                    <a:pt x="5421" y="703"/>
                  </a:lnTo>
                  <a:cubicBezTo>
                    <a:pt x="5494" y="428"/>
                    <a:pt x="5341" y="123"/>
                    <a:pt x="5091" y="19"/>
                  </a:cubicBezTo>
                  <a:cubicBezTo>
                    <a:pt x="5039" y="7"/>
                    <a:pt x="4987" y="1"/>
                    <a:pt x="4939" y="1"/>
                  </a:cubicBezTo>
                  <a:close/>
                </a:path>
              </a:pathLst>
            </a:custGeom>
            <a:solidFill>
              <a:srgbClr val="F7BC9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5" name="Google Shape;5185;p66"/>
            <p:cNvSpPr/>
            <p:nvPr/>
          </p:nvSpPr>
          <p:spPr>
            <a:xfrm>
              <a:off x="1771850" y="3455550"/>
              <a:ext cx="106075" cy="156425"/>
            </a:xfrm>
            <a:custGeom>
              <a:avLst/>
              <a:gdLst/>
              <a:ahLst/>
              <a:cxnLst/>
              <a:rect l="l" t="t" r="r" b="b"/>
              <a:pathLst>
                <a:path w="4243" h="6257" extrusionOk="0">
                  <a:moveTo>
                    <a:pt x="404" y="0"/>
                  </a:moveTo>
                  <a:cubicBezTo>
                    <a:pt x="154" y="74"/>
                    <a:pt x="1" y="330"/>
                    <a:pt x="74" y="580"/>
                  </a:cubicBezTo>
                  <a:lnTo>
                    <a:pt x="276" y="1905"/>
                  </a:lnTo>
                  <a:cubicBezTo>
                    <a:pt x="660" y="3125"/>
                    <a:pt x="1295" y="4242"/>
                    <a:pt x="2290" y="5005"/>
                  </a:cubicBezTo>
                  <a:lnTo>
                    <a:pt x="3761" y="6256"/>
                  </a:lnTo>
                  <a:lnTo>
                    <a:pt x="4243" y="4395"/>
                  </a:lnTo>
                  <a:lnTo>
                    <a:pt x="2796" y="1398"/>
                  </a:lnTo>
                  <a:cubicBezTo>
                    <a:pt x="2540" y="1471"/>
                    <a:pt x="2387" y="1752"/>
                    <a:pt x="2467" y="2008"/>
                  </a:cubicBezTo>
                  <a:lnTo>
                    <a:pt x="1624" y="763"/>
                  </a:lnTo>
                  <a:cubicBezTo>
                    <a:pt x="1374" y="837"/>
                    <a:pt x="1222" y="1093"/>
                    <a:pt x="1295" y="1343"/>
                  </a:cubicBezTo>
                  <a:lnTo>
                    <a:pt x="404" y="0"/>
                  </a:lnTo>
                  <a:close/>
                </a:path>
              </a:pathLst>
            </a:custGeom>
            <a:solidFill>
              <a:srgbClr val="F4B1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6" name="Google Shape;5186;p66"/>
            <p:cNvSpPr/>
            <p:nvPr/>
          </p:nvSpPr>
          <p:spPr>
            <a:xfrm>
              <a:off x="1841750" y="3490400"/>
              <a:ext cx="36175" cy="75025"/>
            </a:xfrm>
            <a:custGeom>
              <a:avLst/>
              <a:gdLst/>
              <a:ahLst/>
              <a:cxnLst/>
              <a:rect l="l" t="t" r="r" b="b"/>
              <a:pathLst>
                <a:path w="1447" h="3001" extrusionOk="0">
                  <a:moveTo>
                    <a:pt x="107" y="1"/>
                  </a:moveTo>
                  <a:cubicBezTo>
                    <a:pt x="88" y="1"/>
                    <a:pt x="69" y="2"/>
                    <a:pt x="49" y="4"/>
                  </a:cubicBezTo>
                  <a:lnTo>
                    <a:pt x="0" y="4"/>
                  </a:lnTo>
                  <a:lnTo>
                    <a:pt x="586" y="2165"/>
                  </a:lnTo>
                  <a:lnTo>
                    <a:pt x="714" y="2598"/>
                  </a:lnTo>
                  <a:lnTo>
                    <a:pt x="1447" y="3001"/>
                  </a:lnTo>
                  <a:lnTo>
                    <a:pt x="586" y="334"/>
                  </a:lnTo>
                  <a:cubicBezTo>
                    <a:pt x="514" y="121"/>
                    <a:pt x="318" y="1"/>
                    <a:pt x="107" y="1"/>
                  </a:cubicBezTo>
                  <a:close/>
                </a:path>
              </a:pathLst>
            </a:custGeom>
            <a:solidFill>
              <a:srgbClr val="EAA6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7" name="Google Shape;5187;p66"/>
            <p:cNvSpPr/>
            <p:nvPr/>
          </p:nvSpPr>
          <p:spPr>
            <a:xfrm>
              <a:off x="1812450" y="3474300"/>
              <a:ext cx="28100" cy="54975"/>
            </a:xfrm>
            <a:custGeom>
              <a:avLst/>
              <a:gdLst/>
              <a:ahLst/>
              <a:cxnLst/>
              <a:rect l="l" t="t" r="r" b="b"/>
              <a:pathLst>
                <a:path w="1124" h="2199" extrusionOk="0">
                  <a:moveTo>
                    <a:pt x="109" y="1"/>
                  </a:moveTo>
                  <a:cubicBezTo>
                    <a:pt x="73" y="1"/>
                    <a:pt x="36" y="5"/>
                    <a:pt x="0" y="13"/>
                  </a:cubicBezTo>
                  <a:lnTo>
                    <a:pt x="513" y="1741"/>
                  </a:lnTo>
                  <a:lnTo>
                    <a:pt x="635" y="2198"/>
                  </a:lnTo>
                  <a:lnTo>
                    <a:pt x="1123" y="2198"/>
                  </a:lnTo>
                  <a:lnTo>
                    <a:pt x="538" y="318"/>
                  </a:lnTo>
                  <a:cubicBezTo>
                    <a:pt x="491" y="123"/>
                    <a:pt x="305" y="1"/>
                    <a:pt x="109" y="1"/>
                  </a:cubicBezTo>
                  <a:close/>
                </a:path>
              </a:pathLst>
            </a:custGeom>
            <a:solidFill>
              <a:srgbClr val="EAA6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8" name="Google Shape;5188;p66"/>
            <p:cNvSpPr/>
            <p:nvPr/>
          </p:nvSpPr>
          <p:spPr>
            <a:xfrm>
              <a:off x="1781925" y="3455275"/>
              <a:ext cx="82125" cy="146475"/>
            </a:xfrm>
            <a:custGeom>
              <a:avLst/>
              <a:gdLst/>
              <a:ahLst/>
              <a:cxnLst/>
              <a:rect l="l" t="t" r="r" b="b"/>
              <a:pathLst>
                <a:path w="3285" h="5859" extrusionOk="0">
                  <a:moveTo>
                    <a:pt x="122" y="0"/>
                  </a:moveTo>
                  <a:cubicBezTo>
                    <a:pt x="90" y="0"/>
                    <a:pt x="58" y="4"/>
                    <a:pt x="25" y="11"/>
                  </a:cubicBezTo>
                  <a:lnTo>
                    <a:pt x="1" y="11"/>
                  </a:lnTo>
                  <a:lnTo>
                    <a:pt x="1173" y="4027"/>
                  </a:lnTo>
                  <a:lnTo>
                    <a:pt x="1887" y="5321"/>
                  </a:lnTo>
                  <a:lnTo>
                    <a:pt x="3284" y="5858"/>
                  </a:lnTo>
                  <a:lnTo>
                    <a:pt x="3284" y="5858"/>
                  </a:lnTo>
                  <a:lnTo>
                    <a:pt x="1325" y="2654"/>
                  </a:lnTo>
                  <a:lnTo>
                    <a:pt x="562" y="317"/>
                  </a:lnTo>
                  <a:cubicBezTo>
                    <a:pt x="494" y="138"/>
                    <a:pt x="317" y="0"/>
                    <a:pt x="122" y="0"/>
                  </a:cubicBezTo>
                  <a:close/>
                </a:path>
              </a:pathLst>
            </a:custGeom>
            <a:solidFill>
              <a:srgbClr val="EAA6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9" name="Google Shape;5189;p66"/>
            <p:cNvSpPr/>
            <p:nvPr/>
          </p:nvSpPr>
          <p:spPr>
            <a:xfrm>
              <a:off x="1742575" y="3448475"/>
              <a:ext cx="189525" cy="272750"/>
            </a:xfrm>
            <a:custGeom>
              <a:avLst/>
              <a:gdLst/>
              <a:ahLst/>
              <a:cxnLst/>
              <a:rect l="l" t="t" r="r" b="b"/>
              <a:pathLst>
                <a:path w="7581" h="10910" extrusionOk="0">
                  <a:moveTo>
                    <a:pt x="561" y="0"/>
                  </a:moveTo>
                  <a:cubicBezTo>
                    <a:pt x="543" y="0"/>
                    <a:pt x="525" y="1"/>
                    <a:pt x="507" y="3"/>
                  </a:cubicBezTo>
                  <a:cubicBezTo>
                    <a:pt x="202" y="51"/>
                    <a:pt x="0" y="381"/>
                    <a:pt x="73" y="686"/>
                  </a:cubicBezTo>
                  <a:lnTo>
                    <a:pt x="916" y="3384"/>
                  </a:lnTo>
                  <a:cubicBezTo>
                    <a:pt x="1325" y="4733"/>
                    <a:pt x="1727" y="6356"/>
                    <a:pt x="2820" y="7247"/>
                  </a:cubicBezTo>
                  <a:lnTo>
                    <a:pt x="4858" y="8901"/>
                  </a:lnTo>
                  <a:lnTo>
                    <a:pt x="4858" y="10757"/>
                  </a:lnTo>
                  <a:cubicBezTo>
                    <a:pt x="4858" y="10836"/>
                    <a:pt x="4932" y="10909"/>
                    <a:pt x="5035" y="10909"/>
                  </a:cubicBezTo>
                  <a:lnTo>
                    <a:pt x="7275" y="10909"/>
                  </a:lnTo>
                  <a:lnTo>
                    <a:pt x="7580" y="10757"/>
                  </a:lnTo>
                  <a:lnTo>
                    <a:pt x="7580" y="8187"/>
                  </a:lnTo>
                  <a:cubicBezTo>
                    <a:pt x="7580" y="8187"/>
                    <a:pt x="7477" y="6966"/>
                    <a:pt x="6787" y="6002"/>
                  </a:cubicBezTo>
                  <a:cubicBezTo>
                    <a:pt x="6103" y="5062"/>
                    <a:pt x="4803" y="4678"/>
                    <a:pt x="4803" y="4678"/>
                  </a:cubicBezTo>
                  <a:lnTo>
                    <a:pt x="3180" y="3128"/>
                  </a:lnTo>
                  <a:lnTo>
                    <a:pt x="2795" y="3079"/>
                  </a:lnTo>
                  <a:lnTo>
                    <a:pt x="2795" y="3079"/>
                  </a:lnTo>
                  <a:cubicBezTo>
                    <a:pt x="2722" y="3256"/>
                    <a:pt x="2747" y="3457"/>
                    <a:pt x="2850" y="3610"/>
                  </a:cubicBezTo>
                  <a:lnTo>
                    <a:pt x="4858" y="6130"/>
                  </a:lnTo>
                  <a:lnTo>
                    <a:pt x="4858" y="6130"/>
                  </a:lnTo>
                  <a:lnTo>
                    <a:pt x="3766" y="5288"/>
                  </a:lnTo>
                  <a:cubicBezTo>
                    <a:pt x="2771" y="4525"/>
                    <a:pt x="2008" y="3457"/>
                    <a:pt x="1654" y="2236"/>
                  </a:cubicBezTo>
                  <a:lnTo>
                    <a:pt x="1093" y="381"/>
                  </a:lnTo>
                  <a:cubicBezTo>
                    <a:pt x="1025" y="148"/>
                    <a:pt x="798" y="0"/>
                    <a:pt x="561" y="0"/>
                  </a:cubicBezTo>
                  <a:close/>
                </a:path>
              </a:pathLst>
            </a:custGeom>
            <a:solidFill>
              <a:srgbClr val="FFC8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0" name="Google Shape;5190;p66"/>
            <p:cNvSpPr/>
            <p:nvPr/>
          </p:nvSpPr>
          <p:spPr>
            <a:xfrm>
              <a:off x="1812450" y="3517850"/>
              <a:ext cx="127275" cy="203375"/>
            </a:xfrm>
            <a:custGeom>
              <a:avLst/>
              <a:gdLst/>
              <a:ahLst/>
              <a:cxnLst/>
              <a:rect l="l" t="t" r="r" b="b"/>
              <a:pathLst>
                <a:path w="5091" h="8135" extrusionOk="0">
                  <a:moveTo>
                    <a:pt x="450" y="0"/>
                  </a:moveTo>
                  <a:cubicBezTo>
                    <a:pt x="319" y="0"/>
                    <a:pt x="193" y="50"/>
                    <a:pt x="104" y="151"/>
                  </a:cubicBezTo>
                  <a:cubicBezTo>
                    <a:pt x="55" y="200"/>
                    <a:pt x="25" y="255"/>
                    <a:pt x="0" y="304"/>
                  </a:cubicBezTo>
                  <a:cubicBezTo>
                    <a:pt x="80" y="328"/>
                    <a:pt x="129" y="377"/>
                    <a:pt x="208" y="432"/>
                  </a:cubicBezTo>
                  <a:lnTo>
                    <a:pt x="2008" y="2183"/>
                  </a:lnTo>
                  <a:cubicBezTo>
                    <a:pt x="2008" y="2183"/>
                    <a:pt x="3003" y="2568"/>
                    <a:pt x="3662" y="3508"/>
                  </a:cubicBezTo>
                  <a:cubicBezTo>
                    <a:pt x="4352" y="4472"/>
                    <a:pt x="4480" y="5693"/>
                    <a:pt x="4480" y="5693"/>
                  </a:cubicBezTo>
                  <a:lnTo>
                    <a:pt x="4480" y="8134"/>
                  </a:lnTo>
                  <a:lnTo>
                    <a:pt x="4907" y="8134"/>
                  </a:lnTo>
                  <a:cubicBezTo>
                    <a:pt x="5011" y="8134"/>
                    <a:pt x="5091" y="8061"/>
                    <a:pt x="5091" y="7982"/>
                  </a:cubicBezTo>
                  <a:lnTo>
                    <a:pt x="5091" y="5412"/>
                  </a:lnTo>
                  <a:cubicBezTo>
                    <a:pt x="5091" y="5412"/>
                    <a:pt x="4987" y="4191"/>
                    <a:pt x="4297" y="3227"/>
                  </a:cubicBezTo>
                  <a:cubicBezTo>
                    <a:pt x="3614" y="2287"/>
                    <a:pt x="2619" y="1903"/>
                    <a:pt x="2619" y="1903"/>
                  </a:cubicBezTo>
                  <a:lnTo>
                    <a:pt x="818" y="151"/>
                  </a:lnTo>
                  <a:cubicBezTo>
                    <a:pt x="715" y="50"/>
                    <a:pt x="580" y="0"/>
                    <a:pt x="450" y="0"/>
                  </a:cubicBezTo>
                  <a:close/>
                </a:path>
              </a:pathLst>
            </a:custGeom>
            <a:solidFill>
              <a:srgbClr val="F7BC9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1" name="Google Shape;5191;p66"/>
            <p:cNvSpPr/>
            <p:nvPr/>
          </p:nvSpPr>
          <p:spPr>
            <a:xfrm>
              <a:off x="1872250" y="3284800"/>
              <a:ext cx="181150" cy="229825"/>
            </a:xfrm>
            <a:custGeom>
              <a:avLst/>
              <a:gdLst/>
              <a:ahLst/>
              <a:cxnLst/>
              <a:rect l="l" t="t" r="r" b="b"/>
              <a:pathLst>
                <a:path w="7246" h="9193" extrusionOk="0">
                  <a:moveTo>
                    <a:pt x="3614" y="1"/>
                  </a:moveTo>
                  <a:cubicBezTo>
                    <a:pt x="3573" y="1"/>
                    <a:pt x="3535" y="13"/>
                    <a:pt x="3510" y="37"/>
                  </a:cubicBezTo>
                  <a:cubicBezTo>
                    <a:pt x="2265" y="1154"/>
                    <a:pt x="202" y="3321"/>
                    <a:pt x="1" y="5530"/>
                  </a:cubicBezTo>
                  <a:cubicBezTo>
                    <a:pt x="1" y="5579"/>
                    <a:pt x="1" y="9192"/>
                    <a:pt x="3614" y="9192"/>
                  </a:cubicBezTo>
                  <a:cubicBezTo>
                    <a:pt x="7246" y="9192"/>
                    <a:pt x="7221" y="5579"/>
                    <a:pt x="7221" y="5530"/>
                  </a:cubicBezTo>
                  <a:cubicBezTo>
                    <a:pt x="7044" y="3321"/>
                    <a:pt x="4957" y="1154"/>
                    <a:pt x="3736" y="37"/>
                  </a:cubicBezTo>
                  <a:cubicBezTo>
                    <a:pt x="3700" y="13"/>
                    <a:pt x="3655" y="1"/>
                    <a:pt x="361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2" name="Google Shape;5192;p66"/>
            <p:cNvSpPr/>
            <p:nvPr/>
          </p:nvSpPr>
          <p:spPr>
            <a:xfrm>
              <a:off x="1871650" y="3423050"/>
              <a:ext cx="181750" cy="99800"/>
            </a:xfrm>
            <a:custGeom>
              <a:avLst/>
              <a:gdLst/>
              <a:ahLst/>
              <a:cxnLst/>
              <a:rect l="l" t="t" r="r" b="b"/>
              <a:pathLst>
                <a:path w="7270" h="3992" extrusionOk="0">
                  <a:moveTo>
                    <a:pt x="7245" y="0"/>
                  </a:moveTo>
                  <a:lnTo>
                    <a:pt x="7245" y="129"/>
                  </a:lnTo>
                  <a:cubicBezTo>
                    <a:pt x="7019" y="1783"/>
                    <a:pt x="5872" y="3357"/>
                    <a:pt x="3638" y="3357"/>
                  </a:cubicBezTo>
                  <a:cubicBezTo>
                    <a:pt x="1398" y="3357"/>
                    <a:pt x="251" y="1783"/>
                    <a:pt x="49" y="129"/>
                  </a:cubicBezTo>
                  <a:cubicBezTo>
                    <a:pt x="49" y="80"/>
                    <a:pt x="25" y="49"/>
                    <a:pt x="25" y="0"/>
                  </a:cubicBezTo>
                  <a:lnTo>
                    <a:pt x="25" y="0"/>
                  </a:lnTo>
                  <a:cubicBezTo>
                    <a:pt x="1" y="257"/>
                    <a:pt x="25" y="507"/>
                    <a:pt x="49" y="763"/>
                  </a:cubicBezTo>
                  <a:cubicBezTo>
                    <a:pt x="251" y="2417"/>
                    <a:pt x="1398" y="3992"/>
                    <a:pt x="3638" y="3992"/>
                  </a:cubicBezTo>
                  <a:cubicBezTo>
                    <a:pt x="5872" y="3992"/>
                    <a:pt x="7019" y="2417"/>
                    <a:pt x="7245" y="763"/>
                  </a:cubicBezTo>
                  <a:cubicBezTo>
                    <a:pt x="7270" y="507"/>
                    <a:pt x="7270" y="257"/>
                    <a:pt x="72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10" name="Google Shape;5210;p66"/>
          <p:cNvGrpSpPr/>
          <p:nvPr/>
        </p:nvGrpSpPr>
        <p:grpSpPr>
          <a:xfrm>
            <a:off x="6254441" y="3558011"/>
            <a:ext cx="325475" cy="436875"/>
            <a:chOff x="6304775" y="5193600"/>
            <a:chExt cx="325475" cy="436875"/>
          </a:xfrm>
        </p:grpSpPr>
        <p:sp>
          <p:nvSpPr>
            <p:cNvPr id="5211" name="Google Shape;5211;p66"/>
            <p:cNvSpPr/>
            <p:nvPr/>
          </p:nvSpPr>
          <p:spPr>
            <a:xfrm>
              <a:off x="6435700" y="5193600"/>
              <a:ext cx="134125" cy="112625"/>
            </a:xfrm>
            <a:custGeom>
              <a:avLst/>
              <a:gdLst/>
              <a:ahLst/>
              <a:cxnLst/>
              <a:rect l="l" t="t" r="r" b="b"/>
              <a:pathLst>
                <a:path w="5365" h="4505" extrusionOk="0">
                  <a:moveTo>
                    <a:pt x="2673" y="1"/>
                  </a:moveTo>
                  <a:cubicBezTo>
                    <a:pt x="1196" y="1"/>
                    <a:pt x="0" y="1197"/>
                    <a:pt x="0" y="2698"/>
                  </a:cubicBezTo>
                  <a:lnTo>
                    <a:pt x="0" y="4224"/>
                  </a:lnTo>
                  <a:cubicBezTo>
                    <a:pt x="0" y="4377"/>
                    <a:pt x="128" y="4505"/>
                    <a:pt x="257" y="4505"/>
                  </a:cubicBezTo>
                  <a:cubicBezTo>
                    <a:pt x="409" y="4505"/>
                    <a:pt x="513" y="4377"/>
                    <a:pt x="513" y="4224"/>
                  </a:cubicBezTo>
                  <a:lnTo>
                    <a:pt x="513" y="2698"/>
                  </a:lnTo>
                  <a:cubicBezTo>
                    <a:pt x="513" y="1502"/>
                    <a:pt x="1502" y="538"/>
                    <a:pt x="2673" y="538"/>
                  </a:cubicBezTo>
                  <a:cubicBezTo>
                    <a:pt x="3870" y="538"/>
                    <a:pt x="4834" y="1502"/>
                    <a:pt x="4834" y="2698"/>
                  </a:cubicBezTo>
                  <a:lnTo>
                    <a:pt x="4834" y="4224"/>
                  </a:lnTo>
                  <a:cubicBezTo>
                    <a:pt x="4834" y="4377"/>
                    <a:pt x="4962" y="4505"/>
                    <a:pt x="5115" y="4505"/>
                  </a:cubicBezTo>
                  <a:cubicBezTo>
                    <a:pt x="5243" y="4505"/>
                    <a:pt x="5365" y="4377"/>
                    <a:pt x="5365" y="4224"/>
                  </a:cubicBezTo>
                  <a:lnTo>
                    <a:pt x="5365" y="2698"/>
                  </a:lnTo>
                  <a:cubicBezTo>
                    <a:pt x="5365" y="1197"/>
                    <a:pt x="4175" y="1"/>
                    <a:pt x="267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2" name="Google Shape;5212;p66"/>
            <p:cNvSpPr/>
            <p:nvPr/>
          </p:nvSpPr>
          <p:spPr>
            <a:xfrm>
              <a:off x="6554550" y="5283925"/>
              <a:ext cx="68075" cy="346550"/>
            </a:xfrm>
            <a:custGeom>
              <a:avLst/>
              <a:gdLst/>
              <a:ahLst/>
              <a:cxnLst/>
              <a:rect l="l" t="t" r="r" b="b"/>
              <a:pathLst>
                <a:path w="2723" h="13862" extrusionOk="0">
                  <a:moveTo>
                    <a:pt x="715" y="1"/>
                  </a:moveTo>
                  <a:lnTo>
                    <a:pt x="715" y="13172"/>
                  </a:lnTo>
                  <a:cubicBezTo>
                    <a:pt x="715" y="13556"/>
                    <a:pt x="385" y="13861"/>
                    <a:pt x="1" y="13861"/>
                  </a:cubicBezTo>
                  <a:lnTo>
                    <a:pt x="2039" y="13861"/>
                  </a:lnTo>
                  <a:cubicBezTo>
                    <a:pt x="2418" y="13861"/>
                    <a:pt x="2723" y="13556"/>
                    <a:pt x="2723" y="13172"/>
                  </a:cubicBezTo>
                  <a:lnTo>
                    <a:pt x="2723" y="178"/>
                  </a:lnTo>
                  <a:lnTo>
                    <a:pt x="241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3" name="Google Shape;5213;p66"/>
            <p:cNvSpPr/>
            <p:nvPr/>
          </p:nvSpPr>
          <p:spPr>
            <a:xfrm>
              <a:off x="6597275" y="5283925"/>
              <a:ext cx="32975" cy="346550"/>
            </a:xfrm>
            <a:custGeom>
              <a:avLst/>
              <a:gdLst/>
              <a:ahLst/>
              <a:cxnLst/>
              <a:rect l="l" t="t" r="r" b="b"/>
              <a:pathLst>
                <a:path w="1319" h="13862" extrusionOk="0">
                  <a:moveTo>
                    <a:pt x="709" y="1"/>
                  </a:moveTo>
                  <a:lnTo>
                    <a:pt x="709" y="13172"/>
                  </a:lnTo>
                  <a:cubicBezTo>
                    <a:pt x="709" y="13556"/>
                    <a:pt x="379" y="13861"/>
                    <a:pt x="1" y="13861"/>
                  </a:cubicBezTo>
                  <a:lnTo>
                    <a:pt x="635" y="13861"/>
                  </a:lnTo>
                  <a:cubicBezTo>
                    <a:pt x="1014" y="13861"/>
                    <a:pt x="1319" y="13556"/>
                    <a:pt x="1319" y="13172"/>
                  </a:cubicBezTo>
                  <a:lnTo>
                    <a:pt x="1319" y="178"/>
                  </a:lnTo>
                  <a:cubicBezTo>
                    <a:pt x="1319" y="74"/>
                    <a:pt x="1246" y="1"/>
                    <a:pt x="114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4" name="Google Shape;5214;p66"/>
            <p:cNvSpPr/>
            <p:nvPr/>
          </p:nvSpPr>
          <p:spPr>
            <a:xfrm>
              <a:off x="6304775" y="5283925"/>
              <a:ext cx="267650" cy="346550"/>
            </a:xfrm>
            <a:custGeom>
              <a:avLst/>
              <a:gdLst/>
              <a:ahLst/>
              <a:cxnLst/>
              <a:rect l="l" t="t" r="r" b="b"/>
              <a:pathLst>
                <a:path w="10706" h="13862" extrusionOk="0">
                  <a:moveTo>
                    <a:pt x="178" y="1"/>
                  </a:moveTo>
                  <a:cubicBezTo>
                    <a:pt x="74" y="1"/>
                    <a:pt x="1" y="74"/>
                    <a:pt x="1" y="178"/>
                  </a:cubicBezTo>
                  <a:lnTo>
                    <a:pt x="1" y="13172"/>
                  </a:lnTo>
                  <a:cubicBezTo>
                    <a:pt x="1" y="13556"/>
                    <a:pt x="306" y="13861"/>
                    <a:pt x="684" y="13861"/>
                  </a:cubicBezTo>
                  <a:lnTo>
                    <a:pt x="9992" y="13861"/>
                  </a:lnTo>
                  <a:cubicBezTo>
                    <a:pt x="10376" y="13861"/>
                    <a:pt x="10706" y="13556"/>
                    <a:pt x="10706" y="13172"/>
                  </a:cubicBezTo>
                  <a:lnTo>
                    <a:pt x="10706" y="306"/>
                  </a:lnTo>
                  <a:lnTo>
                    <a:pt x="1037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5" name="Google Shape;5215;p66"/>
            <p:cNvSpPr/>
            <p:nvPr/>
          </p:nvSpPr>
          <p:spPr>
            <a:xfrm>
              <a:off x="6546925" y="5283925"/>
              <a:ext cx="33125" cy="346550"/>
            </a:xfrm>
            <a:custGeom>
              <a:avLst/>
              <a:gdLst/>
              <a:ahLst/>
              <a:cxnLst/>
              <a:rect l="l" t="t" r="r" b="b"/>
              <a:pathLst>
                <a:path w="1325" h="13862" extrusionOk="0">
                  <a:moveTo>
                    <a:pt x="690" y="1"/>
                  </a:moveTo>
                  <a:lnTo>
                    <a:pt x="690" y="13172"/>
                  </a:lnTo>
                  <a:cubicBezTo>
                    <a:pt x="690" y="13556"/>
                    <a:pt x="385" y="13861"/>
                    <a:pt x="0" y="13861"/>
                  </a:cubicBezTo>
                  <a:lnTo>
                    <a:pt x="611" y="13861"/>
                  </a:lnTo>
                  <a:cubicBezTo>
                    <a:pt x="995" y="13861"/>
                    <a:pt x="1325" y="13556"/>
                    <a:pt x="1325" y="13172"/>
                  </a:cubicBezTo>
                  <a:lnTo>
                    <a:pt x="132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6" name="Google Shape;5216;p66"/>
            <p:cNvSpPr/>
            <p:nvPr/>
          </p:nvSpPr>
          <p:spPr>
            <a:xfrm>
              <a:off x="6477650" y="5450925"/>
              <a:ext cx="60450" cy="56875"/>
            </a:xfrm>
            <a:custGeom>
              <a:avLst/>
              <a:gdLst/>
              <a:ahLst/>
              <a:cxnLst/>
              <a:rect l="l" t="t" r="r" b="b"/>
              <a:pathLst>
                <a:path w="2418" h="2275" extrusionOk="0">
                  <a:moveTo>
                    <a:pt x="1172" y="0"/>
                  </a:moveTo>
                  <a:cubicBezTo>
                    <a:pt x="1154" y="0"/>
                    <a:pt x="1137" y="3"/>
                    <a:pt x="1124" y="10"/>
                  </a:cubicBezTo>
                  <a:lnTo>
                    <a:pt x="104" y="620"/>
                  </a:lnTo>
                  <a:cubicBezTo>
                    <a:pt x="25" y="669"/>
                    <a:pt x="1" y="748"/>
                    <a:pt x="56" y="822"/>
                  </a:cubicBezTo>
                  <a:lnTo>
                    <a:pt x="715" y="1939"/>
                  </a:lnTo>
                  <a:lnTo>
                    <a:pt x="1374" y="2274"/>
                  </a:lnTo>
                  <a:lnTo>
                    <a:pt x="2161" y="2274"/>
                  </a:lnTo>
                  <a:lnTo>
                    <a:pt x="2417" y="1939"/>
                  </a:lnTo>
                  <a:lnTo>
                    <a:pt x="1301" y="59"/>
                  </a:lnTo>
                  <a:cubicBezTo>
                    <a:pt x="1283" y="23"/>
                    <a:pt x="1222" y="0"/>
                    <a:pt x="117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7" name="Google Shape;5217;p66"/>
            <p:cNvSpPr/>
            <p:nvPr/>
          </p:nvSpPr>
          <p:spPr>
            <a:xfrm>
              <a:off x="6495500" y="5499375"/>
              <a:ext cx="52200" cy="23675"/>
            </a:xfrm>
            <a:custGeom>
              <a:avLst/>
              <a:gdLst/>
              <a:ahLst/>
              <a:cxnLst/>
              <a:rect l="l" t="t" r="r" b="b"/>
              <a:pathLst>
                <a:path w="2088" h="947" extrusionOk="0">
                  <a:moveTo>
                    <a:pt x="1" y="1"/>
                  </a:moveTo>
                  <a:lnTo>
                    <a:pt x="355" y="641"/>
                  </a:lnTo>
                  <a:lnTo>
                    <a:pt x="1221" y="947"/>
                  </a:lnTo>
                  <a:lnTo>
                    <a:pt x="2088" y="641"/>
                  </a:lnTo>
                  <a:lnTo>
                    <a:pt x="170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8" name="Google Shape;5218;p66"/>
            <p:cNvSpPr/>
            <p:nvPr/>
          </p:nvSpPr>
          <p:spPr>
            <a:xfrm>
              <a:off x="6371450" y="5515400"/>
              <a:ext cx="63050" cy="36800"/>
            </a:xfrm>
            <a:custGeom>
              <a:avLst/>
              <a:gdLst/>
              <a:ahLst/>
              <a:cxnLst/>
              <a:rect l="l" t="t" r="r" b="b"/>
              <a:pathLst>
                <a:path w="2522" h="1472" extrusionOk="0">
                  <a:moveTo>
                    <a:pt x="971" y="0"/>
                  </a:moveTo>
                  <a:lnTo>
                    <a:pt x="458" y="306"/>
                  </a:lnTo>
                  <a:lnTo>
                    <a:pt x="1" y="1069"/>
                  </a:lnTo>
                  <a:lnTo>
                    <a:pt x="80" y="1471"/>
                  </a:lnTo>
                  <a:lnTo>
                    <a:pt x="2369" y="1471"/>
                  </a:lnTo>
                  <a:cubicBezTo>
                    <a:pt x="2473" y="1471"/>
                    <a:pt x="2521" y="1398"/>
                    <a:pt x="2521" y="1319"/>
                  </a:cubicBezTo>
                  <a:lnTo>
                    <a:pt x="2521" y="123"/>
                  </a:lnTo>
                  <a:cubicBezTo>
                    <a:pt x="2521" y="49"/>
                    <a:pt x="2473" y="0"/>
                    <a:pt x="236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9" name="Google Shape;5219;p66"/>
            <p:cNvSpPr/>
            <p:nvPr/>
          </p:nvSpPr>
          <p:spPr>
            <a:xfrm>
              <a:off x="6358175" y="5515400"/>
              <a:ext cx="37575" cy="36800"/>
            </a:xfrm>
            <a:custGeom>
              <a:avLst/>
              <a:gdLst/>
              <a:ahLst/>
              <a:cxnLst/>
              <a:rect l="l" t="t" r="r" b="b"/>
              <a:pathLst>
                <a:path w="1503" h="1472" extrusionOk="0">
                  <a:moveTo>
                    <a:pt x="867" y="0"/>
                  </a:moveTo>
                  <a:lnTo>
                    <a:pt x="129" y="733"/>
                  </a:lnTo>
                  <a:lnTo>
                    <a:pt x="1" y="1471"/>
                  </a:lnTo>
                  <a:lnTo>
                    <a:pt x="611" y="1471"/>
                  </a:lnTo>
                  <a:lnTo>
                    <a:pt x="150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0" name="Google Shape;5220;p66"/>
            <p:cNvSpPr/>
            <p:nvPr/>
          </p:nvSpPr>
          <p:spPr>
            <a:xfrm>
              <a:off x="6383650" y="5384950"/>
              <a:ext cx="50225" cy="70075"/>
            </a:xfrm>
            <a:custGeom>
              <a:avLst/>
              <a:gdLst/>
              <a:ahLst/>
              <a:cxnLst/>
              <a:rect l="l" t="t" r="r" b="b"/>
              <a:pathLst>
                <a:path w="2009" h="2803" extrusionOk="0">
                  <a:moveTo>
                    <a:pt x="1167" y="0"/>
                  </a:moveTo>
                  <a:lnTo>
                    <a:pt x="25" y="1984"/>
                  </a:lnTo>
                  <a:cubicBezTo>
                    <a:pt x="1" y="2063"/>
                    <a:pt x="25" y="2136"/>
                    <a:pt x="74" y="2191"/>
                  </a:cubicBezTo>
                  <a:lnTo>
                    <a:pt x="1118" y="2777"/>
                  </a:lnTo>
                  <a:cubicBezTo>
                    <a:pt x="1135" y="2794"/>
                    <a:pt x="1159" y="2802"/>
                    <a:pt x="1183" y="2802"/>
                  </a:cubicBezTo>
                  <a:cubicBezTo>
                    <a:pt x="1229" y="2802"/>
                    <a:pt x="1279" y="2774"/>
                    <a:pt x="1295" y="2722"/>
                  </a:cubicBezTo>
                  <a:lnTo>
                    <a:pt x="2009" y="1502"/>
                  </a:lnTo>
                  <a:lnTo>
                    <a:pt x="1985" y="891"/>
                  </a:lnTo>
                  <a:lnTo>
                    <a:pt x="1472" y="55"/>
                  </a:lnTo>
                  <a:lnTo>
                    <a:pt x="11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1" name="Google Shape;5221;p66"/>
            <p:cNvSpPr/>
            <p:nvPr/>
          </p:nvSpPr>
          <p:spPr>
            <a:xfrm>
              <a:off x="6456150" y="5511600"/>
              <a:ext cx="90800" cy="43875"/>
            </a:xfrm>
            <a:custGeom>
              <a:avLst/>
              <a:gdLst/>
              <a:ahLst/>
              <a:cxnLst/>
              <a:rect l="l" t="t" r="r" b="b"/>
              <a:pathLst>
                <a:path w="3632" h="1755" extrusionOk="0">
                  <a:moveTo>
                    <a:pt x="800" y="1"/>
                  </a:moveTo>
                  <a:cubicBezTo>
                    <a:pt x="767" y="1"/>
                    <a:pt x="733" y="15"/>
                    <a:pt x="708" y="49"/>
                  </a:cubicBezTo>
                  <a:lnTo>
                    <a:pt x="49" y="787"/>
                  </a:lnTo>
                  <a:cubicBezTo>
                    <a:pt x="0" y="836"/>
                    <a:pt x="0" y="915"/>
                    <a:pt x="49" y="964"/>
                  </a:cubicBezTo>
                  <a:lnTo>
                    <a:pt x="684" y="1703"/>
                  </a:lnTo>
                  <a:cubicBezTo>
                    <a:pt x="721" y="1738"/>
                    <a:pt x="766" y="1754"/>
                    <a:pt x="806" y="1754"/>
                  </a:cubicBezTo>
                  <a:cubicBezTo>
                    <a:pt x="878" y="1754"/>
                    <a:pt x="940" y="1705"/>
                    <a:pt x="940" y="1623"/>
                  </a:cubicBezTo>
                  <a:lnTo>
                    <a:pt x="2716" y="1623"/>
                  </a:lnTo>
                  <a:cubicBezTo>
                    <a:pt x="2771" y="1623"/>
                    <a:pt x="2820" y="1599"/>
                    <a:pt x="2844" y="1550"/>
                  </a:cubicBezTo>
                  <a:lnTo>
                    <a:pt x="3631" y="152"/>
                  </a:lnTo>
                  <a:lnTo>
                    <a:pt x="940" y="152"/>
                  </a:lnTo>
                  <a:cubicBezTo>
                    <a:pt x="940" y="65"/>
                    <a:pt x="870" y="1"/>
                    <a:pt x="8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2" name="Google Shape;5222;p66"/>
            <p:cNvSpPr/>
            <p:nvPr/>
          </p:nvSpPr>
          <p:spPr>
            <a:xfrm>
              <a:off x="6337875" y="5463675"/>
              <a:ext cx="60750" cy="88525"/>
            </a:xfrm>
            <a:custGeom>
              <a:avLst/>
              <a:gdLst/>
              <a:ahLst/>
              <a:cxnLst/>
              <a:rect l="l" t="t" r="r" b="b"/>
              <a:pathLst>
                <a:path w="2430" h="3541" extrusionOk="0">
                  <a:moveTo>
                    <a:pt x="1970" y="0"/>
                  </a:moveTo>
                  <a:cubicBezTo>
                    <a:pt x="1957" y="0"/>
                    <a:pt x="1944" y="2"/>
                    <a:pt x="1930" y="7"/>
                  </a:cubicBezTo>
                  <a:lnTo>
                    <a:pt x="965" y="184"/>
                  </a:lnTo>
                  <a:cubicBezTo>
                    <a:pt x="837" y="208"/>
                    <a:pt x="813" y="391"/>
                    <a:pt x="916" y="464"/>
                  </a:cubicBezTo>
                  <a:lnTo>
                    <a:pt x="25" y="1990"/>
                  </a:lnTo>
                  <a:cubicBezTo>
                    <a:pt x="1" y="2039"/>
                    <a:pt x="1" y="2094"/>
                    <a:pt x="25" y="2143"/>
                  </a:cubicBezTo>
                  <a:lnTo>
                    <a:pt x="813" y="3540"/>
                  </a:lnTo>
                  <a:lnTo>
                    <a:pt x="2186" y="1203"/>
                  </a:lnTo>
                  <a:cubicBezTo>
                    <a:pt x="2211" y="1220"/>
                    <a:pt x="2238" y="1228"/>
                    <a:pt x="2265" y="1228"/>
                  </a:cubicBezTo>
                  <a:cubicBezTo>
                    <a:pt x="2350" y="1228"/>
                    <a:pt x="2429" y="1148"/>
                    <a:pt x="2387" y="1050"/>
                  </a:cubicBezTo>
                  <a:lnTo>
                    <a:pt x="2082" y="110"/>
                  </a:lnTo>
                  <a:cubicBezTo>
                    <a:pt x="2082" y="45"/>
                    <a:pt x="2032" y="0"/>
                    <a:pt x="197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3" name="Google Shape;5223;p66"/>
            <p:cNvSpPr/>
            <p:nvPr/>
          </p:nvSpPr>
          <p:spPr>
            <a:xfrm>
              <a:off x="6412800" y="5371675"/>
              <a:ext cx="28725" cy="50825"/>
            </a:xfrm>
            <a:custGeom>
              <a:avLst/>
              <a:gdLst/>
              <a:ahLst/>
              <a:cxnLst/>
              <a:rect l="l" t="t" r="r" b="b"/>
              <a:pathLst>
                <a:path w="1149" h="2033" extrusionOk="0">
                  <a:moveTo>
                    <a:pt x="306" y="0"/>
                  </a:moveTo>
                  <a:lnTo>
                    <a:pt x="1" y="531"/>
                  </a:lnTo>
                  <a:lnTo>
                    <a:pt x="843" y="2033"/>
                  </a:lnTo>
                  <a:lnTo>
                    <a:pt x="1148" y="1477"/>
                  </a:lnTo>
                  <a:lnTo>
                    <a:pt x="1093" y="507"/>
                  </a:lnTo>
                  <a:lnTo>
                    <a:pt x="30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4" name="Google Shape;5224;p66"/>
            <p:cNvSpPr/>
            <p:nvPr/>
          </p:nvSpPr>
          <p:spPr>
            <a:xfrm>
              <a:off x="6420425" y="5371675"/>
              <a:ext cx="71600" cy="70500"/>
            </a:xfrm>
            <a:custGeom>
              <a:avLst/>
              <a:gdLst/>
              <a:ahLst/>
              <a:cxnLst/>
              <a:rect l="l" t="t" r="r" b="b"/>
              <a:pathLst>
                <a:path w="2864" h="2820" extrusionOk="0">
                  <a:moveTo>
                    <a:pt x="1" y="0"/>
                  </a:moveTo>
                  <a:lnTo>
                    <a:pt x="1350" y="2338"/>
                  </a:lnTo>
                  <a:cubicBezTo>
                    <a:pt x="1222" y="2417"/>
                    <a:pt x="1246" y="2594"/>
                    <a:pt x="1374" y="2618"/>
                  </a:cubicBezTo>
                  <a:lnTo>
                    <a:pt x="2345" y="2820"/>
                  </a:lnTo>
                  <a:cubicBezTo>
                    <a:pt x="2418" y="2820"/>
                    <a:pt x="2497" y="2795"/>
                    <a:pt x="2522" y="2722"/>
                  </a:cubicBezTo>
                  <a:lnTo>
                    <a:pt x="2827" y="1782"/>
                  </a:lnTo>
                  <a:cubicBezTo>
                    <a:pt x="2864" y="1685"/>
                    <a:pt x="2785" y="1602"/>
                    <a:pt x="2700" y="1602"/>
                  </a:cubicBezTo>
                  <a:cubicBezTo>
                    <a:pt x="2672" y="1602"/>
                    <a:pt x="2644" y="1611"/>
                    <a:pt x="2619" y="1630"/>
                  </a:cubicBezTo>
                  <a:lnTo>
                    <a:pt x="1734" y="73"/>
                  </a:lnTo>
                  <a:cubicBezTo>
                    <a:pt x="1704" y="25"/>
                    <a:pt x="1655" y="0"/>
                    <a:pt x="16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5" name="Google Shape;5225;p66"/>
            <p:cNvSpPr/>
            <p:nvPr/>
          </p:nvSpPr>
          <p:spPr>
            <a:xfrm>
              <a:off x="6369025" y="5193600"/>
              <a:ext cx="146175" cy="147575"/>
            </a:xfrm>
            <a:custGeom>
              <a:avLst/>
              <a:gdLst/>
              <a:ahLst/>
              <a:cxnLst/>
              <a:rect l="l" t="t" r="r" b="b"/>
              <a:pathLst>
                <a:path w="5847" h="5903" extrusionOk="0">
                  <a:moveTo>
                    <a:pt x="2924" y="1"/>
                  </a:moveTo>
                  <a:cubicBezTo>
                    <a:pt x="1447" y="1"/>
                    <a:pt x="250" y="1197"/>
                    <a:pt x="250" y="2698"/>
                  </a:cubicBezTo>
                  <a:lnTo>
                    <a:pt x="250" y="4963"/>
                  </a:lnTo>
                  <a:cubicBezTo>
                    <a:pt x="98" y="5060"/>
                    <a:pt x="0" y="5213"/>
                    <a:pt x="0" y="5396"/>
                  </a:cubicBezTo>
                  <a:cubicBezTo>
                    <a:pt x="0" y="5671"/>
                    <a:pt x="226" y="5903"/>
                    <a:pt x="507" y="5903"/>
                  </a:cubicBezTo>
                  <a:cubicBezTo>
                    <a:pt x="787" y="5903"/>
                    <a:pt x="1013" y="5671"/>
                    <a:pt x="1013" y="5396"/>
                  </a:cubicBezTo>
                  <a:cubicBezTo>
                    <a:pt x="1013" y="5213"/>
                    <a:pt x="916" y="5060"/>
                    <a:pt x="763" y="4963"/>
                  </a:cubicBezTo>
                  <a:lnTo>
                    <a:pt x="763" y="2698"/>
                  </a:lnTo>
                  <a:cubicBezTo>
                    <a:pt x="763" y="1502"/>
                    <a:pt x="1727" y="538"/>
                    <a:pt x="2924" y="538"/>
                  </a:cubicBezTo>
                  <a:cubicBezTo>
                    <a:pt x="4120" y="538"/>
                    <a:pt x="5084" y="1502"/>
                    <a:pt x="5084" y="2698"/>
                  </a:cubicBezTo>
                  <a:lnTo>
                    <a:pt x="5084" y="4963"/>
                  </a:lnTo>
                  <a:cubicBezTo>
                    <a:pt x="4956" y="5060"/>
                    <a:pt x="4858" y="5213"/>
                    <a:pt x="4858" y="5396"/>
                  </a:cubicBezTo>
                  <a:cubicBezTo>
                    <a:pt x="4858" y="5671"/>
                    <a:pt x="5084" y="5903"/>
                    <a:pt x="5340" y="5903"/>
                  </a:cubicBezTo>
                  <a:cubicBezTo>
                    <a:pt x="5621" y="5903"/>
                    <a:pt x="5847" y="5671"/>
                    <a:pt x="5847" y="5396"/>
                  </a:cubicBezTo>
                  <a:cubicBezTo>
                    <a:pt x="5847" y="5213"/>
                    <a:pt x="5743" y="5060"/>
                    <a:pt x="5621" y="4963"/>
                  </a:cubicBezTo>
                  <a:lnTo>
                    <a:pt x="5621" y="2698"/>
                  </a:lnTo>
                  <a:cubicBezTo>
                    <a:pt x="5621" y="1197"/>
                    <a:pt x="4401" y="1"/>
                    <a:pt x="292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43" name="Google Shape;5243;p66"/>
          <p:cNvGrpSpPr/>
          <p:nvPr/>
        </p:nvGrpSpPr>
        <p:grpSpPr>
          <a:xfrm>
            <a:off x="7732516" y="1548811"/>
            <a:ext cx="342100" cy="437150"/>
            <a:chOff x="7782850" y="2270000"/>
            <a:chExt cx="342100" cy="437150"/>
          </a:xfrm>
        </p:grpSpPr>
        <p:sp>
          <p:nvSpPr>
            <p:cNvPr id="5244" name="Google Shape;5244;p66"/>
            <p:cNvSpPr/>
            <p:nvPr/>
          </p:nvSpPr>
          <p:spPr>
            <a:xfrm>
              <a:off x="7796875" y="2278450"/>
              <a:ext cx="116450" cy="101425"/>
            </a:xfrm>
            <a:custGeom>
              <a:avLst/>
              <a:gdLst/>
              <a:ahLst/>
              <a:cxnLst/>
              <a:rect l="l" t="t" r="r" b="b"/>
              <a:pathLst>
                <a:path w="4658" h="4057" extrusionOk="0">
                  <a:moveTo>
                    <a:pt x="1031" y="0"/>
                  </a:moveTo>
                  <a:cubicBezTo>
                    <a:pt x="982" y="0"/>
                    <a:pt x="932" y="18"/>
                    <a:pt x="892" y="59"/>
                  </a:cubicBezTo>
                  <a:lnTo>
                    <a:pt x="25" y="1255"/>
                  </a:lnTo>
                  <a:lnTo>
                    <a:pt x="1" y="1536"/>
                  </a:lnTo>
                  <a:lnTo>
                    <a:pt x="3437" y="4056"/>
                  </a:lnTo>
                  <a:lnTo>
                    <a:pt x="3711" y="3953"/>
                  </a:lnTo>
                  <a:lnTo>
                    <a:pt x="4603" y="2781"/>
                  </a:lnTo>
                  <a:cubicBezTo>
                    <a:pt x="4657" y="2708"/>
                    <a:pt x="4627" y="2604"/>
                    <a:pt x="4554" y="2531"/>
                  </a:cubicBezTo>
                  <a:lnTo>
                    <a:pt x="1148" y="34"/>
                  </a:lnTo>
                  <a:cubicBezTo>
                    <a:pt x="1112" y="12"/>
                    <a:pt x="1072" y="0"/>
                    <a:pt x="103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5" name="Google Shape;5245;p66"/>
            <p:cNvSpPr/>
            <p:nvPr/>
          </p:nvSpPr>
          <p:spPr>
            <a:xfrm>
              <a:off x="7791225" y="2309800"/>
              <a:ext cx="98450" cy="76200"/>
            </a:xfrm>
            <a:custGeom>
              <a:avLst/>
              <a:gdLst/>
              <a:ahLst/>
              <a:cxnLst/>
              <a:rect l="l" t="t" r="r" b="b"/>
              <a:pathLst>
                <a:path w="3938" h="3048" extrusionOk="0">
                  <a:moveTo>
                    <a:pt x="251" y="1"/>
                  </a:moveTo>
                  <a:lnTo>
                    <a:pt x="50" y="257"/>
                  </a:lnTo>
                  <a:cubicBezTo>
                    <a:pt x="1" y="331"/>
                    <a:pt x="25" y="434"/>
                    <a:pt x="98" y="514"/>
                  </a:cubicBezTo>
                  <a:lnTo>
                    <a:pt x="3510" y="3004"/>
                  </a:lnTo>
                  <a:cubicBezTo>
                    <a:pt x="3541" y="3034"/>
                    <a:pt x="3577" y="3048"/>
                    <a:pt x="3614" y="3048"/>
                  </a:cubicBezTo>
                  <a:cubicBezTo>
                    <a:pt x="3665" y="3048"/>
                    <a:pt x="3718" y="3022"/>
                    <a:pt x="3760" y="2979"/>
                  </a:cubicBezTo>
                  <a:lnTo>
                    <a:pt x="3937" y="2699"/>
                  </a:lnTo>
                  <a:lnTo>
                    <a:pt x="25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6" name="Google Shape;5246;p66"/>
            <p:cNvSpPr/>
            <p:nvPr/>
          </p:nvSpPr>
          <p:spPr>
            <a:xfrm>
              <a:off x="8007300" y="2278050"/>
              <a:ext cx="99800" cy="115100"/>
            </a:xfrm>
            <a:custGeom>
              <a:avLst/>
              <a:gdLst/>
              <a:ahLst/>
              <a:cxnLst/>
              <a:rect l="l" t="t" r="r" b="b"/>
              <a:pathLst>
                <a:path w="3992" h="4604" extrusionOk="0">
                  <a:moveTo>
                    <a:pt x="2729" y="0"/>
                  </a:moveTo>
                  <a:cubicBezTo>
                    <a:pt x="2666" y="0"/>
                    <a:pt x="2601" y="27"/>
                    <a:pt x="2570" y="75"/>
                  </a:cubicBezTo>
                  <a:lnTo>
                    <a:pt x="79" y="3486"/>
                  </a:lnTo>
                  <a:cubicBezTo>
                    <a:pt x="0" y="3560"/>
                    <a:pt x="24" y="3663"/>
                    <a:pt x="104" y="3737"/>
                  </a:cubicBezTo>
                  <a:lnTo>
                    <a:pt x="1276" y="4603"/>
                  </a:lnTo>
                  <a:lnTo>
                    <a:pt x="1703" y="4347"/>
                  </a:lnTo>
                  <a:lnTo>
                    <a:pt x="3943" y="1326"/>
                  </a:lnTo>
                  <a:lnTo>
                    <a:pt x="3992" y="917"/>
                  </a:lnTo>
                  <a:lnTo>
                    <a:pt x="2826" y="26"/>
                  </a:lnTo>
                  <a:cubicBezTo>
                    <a:pt x="2798" y="9"/>
                    <a:pt x="2764" y="0"/>
                    <a:pt x="272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7" name="Google Shape;5247;p66"/>
            <p:cNvSpPr/>
            <p:nvPr/>
          </p:nvSpPr>
          <p:spPr>
            <a:xfrm>
              <a:off x="8039175" y="2300950"/>
              <a:ext cx="76925" cy="97975"/>
            </a:xfrm>
            <a:custGeom>
              <a:avLst/>
              <a:gdLst/>
              <a:ahLst/>
              <a:cxnLst/>
              <a:rect l="l" t="t" r="r" b="b"/>
              <a:pathLst>
                <a:path w="3077" h="3919" extrusionOk="0">
                  <a:moveTo>
                    <a:pt x="2717" y="1"/>
                  </a:moveTo>
                  <a:lnTo>
                    <a:pt x="1" y="3687"/>
                  </a:lnTo>
                  <a:lnTo>
                    <a:pt x="275" y="3889"/>
                  </a:lnTo>
                  <a:cubicBezTo>
                    <a:pt x="304" y="3909"/>
                    <a:pt x="337" y="3918"/>
                    <a:pt x="369" y="3918"/>
                  </a:cubicBezTo>
                  <a:cubicBezTo>
                    <a:pt x="423" y="3918"/>
                    <a:pt x="476" y="3890"/>
                    <a:pt x="507" y="3840"/>
                  </a:cubicBezTo>
                  <a:lnTo>
                    <a:pt x="3022" y="434"/>
                  </a:lnTo>
                  <a:cubicBezTo>
                    <a:pt x="3077" y="355"/>
                    <a:pt x="3077" y="257"/>
                    <a:pt x="2997" y="178"/>
                  </a:cubicBezTo>
                  <a:lnTo>
                    <a:pt x="271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8" name="Google Shape;5248;p66"/>
            <p:cNvSpPr/>
            <p:nvPr/>
          </p:nvSpPr>
          <p:spPr>
            <a:xfrm>
              <a:off x="7876375" y="2379075"/>
              <a:ext cx="155200" cy="319850"/>
            </a:xfrm>
            <a:custGeom>
              <a:avLst/>
              <a:gdLst/>
              <a:ahLst/>
              <a:cxnLst/>
              <a:rect l="l" t="t" r="r" b="b"/>
              <a:pathLst>
                <a:path w="6208" h="12794" extrusionOk="0">
                  <a:moveTo>
                    <a:pt x="3101" y="1"/>
                  </a:moveTo>
                  <a:cubicBezTo>
                    <a:pt x="2008" y="1"/>
                    <a:pt x="1117" y="819"/>
                    <a:pt x="1020" y="1887"/>
                  </a:cubicBezTo>
                  <a:lnTo>
                    <a:pt x="0" y="12488"/>
                  </a:lnTo>
                  <a:lnTo>
                    <a:pt x="562" y="12793"/>
                  </a:lnTo>
                  <a:lnTo>
                    <a:pt x="5646" y="12793"/>
                  </a:lnTo>
                  <a:lnTo>
                    <a:pt x="6208" y="12488"/>
                  </a:lnTo>
                  <a:lnTo>
                    <a:pt x="5188" y="1887"/>
                  </a:lnTo>
                  <a:cubicBezTo>
                    <a:pt x="5085" y="819"/>
                    <a:pt x="4169" y="1"/>
                    <a:pt x="310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9" name="Google Shape;5249;p66"/>
            <p:cNvSpPr/>
            <p:nvPr/>
          </p:nvSpPr>
          <p:spPr>
            <a:xfrm>
              <a:off x="7875150" y="2691275"/>
              <a:ext cx="157650" cy="15875"/>
            </a:xfrm>
            <a:custGeom>
              <a:avLst/>
              <a:gdLst/>
              <a:ahLst/>
              <a:cxnLst/>
              <a:rect l="l" t="t" r="r" b="b"/>
              <a:pathLst>
                <a:path w="6306" h="635" extrusionOk="0">
                  <a:moveTo>
                    <a:pt x="49" y="0"/>
                  </a:moveTo>
                  <a:lnTo>
                    <a:pt x="25" y="433"/>
                  </a:lnTo>
                  <a:cubicBezTo>
                    <a:pt x="1" y="537"/>
                    <a:pt x="74" y="635"/>
                    <a:pt x="178" y="635"/>
                  </a:cubicBezTo>
                  <a:lnTo>
                    <a:pt x="2082" y="635"/>
                  </a:lnTo>
                  <a:lnTo>
                    <a:pt x="3150" y="305"/>
                  </a:lnTo>
                  <a:lnTo>
                    <a:pt x="4218" y="635"/>
                  </a:lnTo>
                  <a:lnTo>
                    <a:pt x="6128" y="635"/>
                  </a:lnTo>
                  <a:cubicBezTo>
                    <a:pt x="6226" y="635"/>
                    <a:pt x="6305" y="537"/>
                    <a:pt x="6281" y="433"/>
                  </a:cubicBezTo>
                  <a:lnTo>
                    <a:pt x="625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0" name="Google Shape;5250;p66"/>
            <p:cNvSpPr/>
            <p:nvPr/>
          </p:nvSpPr>
          <p:spPr>
            <a:xfrm>
              <a:off x="7927175" y="2634650"/>
              <a:ext cx="53425" cy="64275"/>
            </a:xfrm>
            <a:custGeom>
              <a:avLst/>
              <a:gdLst/>
              <a:ahLst/>
              <a:cxnLst/>
              <a:rect l="l" t="t" r="r" b="b"/>
              <a:pathLst>
                <a:path w="2137" h="2571" extrusionOk="0">
                  <a:moveTo>
                    <a:pt x="1069" y="1"/>
                  </a:moveTo>
                  <a:cubicBezTo>
                    <a:pt x="483" y="1"/>
                    <a:pt x="1" y="489"/>
                    <a:pt x="1" y="1069"/>
                  </a:cubicBezTo>
                  <a:lnTo>
                    <a:pt x="1" y="2265"/>
                  </a:lnTo>
                  <a:lnTo>
                    <a:pt x="306" y="2570"/>
                  </a:lnTo>
                  <a:lnTo>
                    <a:pt x="1832" y="2570"/>
                  </a:lnTo>
                  <a:lnTo>
                    <a:pt x="2137" y="2265"/>
                  </a:lnTo>
                  <a:lnTo>
                    <a:pt x="2137" y="1069"/>
                  </a:lnTo>
                  <a:cubicBezTo>
                    <a:pt x="2137" y="489"/>
                    <a:pt x="1655" y="1"/>
                    <a:pt x="106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1" name="Google Shape;5251;p66"/>
            <p:cNvSpPr/>
            <p:nvPr/>
          </p:nvSpPr>
          <p:spPr>
            <a:xfrm>
              <a:off x="7927175" y="2691275"/>
              <a:ext cx="53425" cy="15875"/>
            </a:xfrm>
            <a:custGeom>
              <a:avLst/>
              <a:gdLst/>
              <a:ahLst/>
              <a:cxnLst/>
              <a:rect l="l" t="t" r="r" b="b"/>
              <a:pathLst>
                <a:path w="2137" h="635" extrusionOk="0">
                  <a:moveTo>
                    <a:pt x="1" y="0"/>
                  </a:moveTo>
                  <a:lnTo>
                    <a:pt x="1" y="635"/>
                  </a:lnTo>
                  <a:lnTo>
                    <a:pt x="2137" y="635"/>
                  </a:lnTo>
                  <a:lnTo>
                    <a:pt x="213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2" name="Google Shape;5252;p66"/>
            <p:cNvSpPr/>
            <p:nvPr/>
          </p:nvSpPr>
          <p:spPr>
            <a:xfrm>
              <a:off x="8001025" y="2494325"/>
              <a:ext cx="115700" cy="99150"/>
            </a:xfrm>
            <a:custGeom>
              <a:avLst/>
              <a:gdLst/>
              <a:ahLst/>
              <a:cxnLst/>
              <a:rect l="l" t="t" r="r" b="b"/>
              <a:pathLst>
                <a:path w="4628" h="3966" extrusionOk="0">
                  <a:moveTo>
                    <a:pt x="1005" y="1"/>
                  </a:moveTo>
                  <a:cubicBezTo>
                    <a:pt x="949" y="1"/>
                    <a:pt x="894" y="29"/>
                    <a:pt x="861" y="72"/>
                  </a:cubicBezTo>
                  <a:lnTo>
                    <a:pt x="1" y="1244"/>
                  </a:lnTo>
                  <a:lnTo>
                    <a:pt x="178" y="1647"/>
                  </a:lnTo>
                  <a:lnTo>
                    <a:pt x="3205" y="3862"/>
                  </a:lnTo>
                  <a:lnTo>
                    <a:pt x="3687" y="3966"/>
                  </a:lnTo>
                  <a:lnTo>
                    <a:pt x="4548" y="2794"/>
                  </a:lnTo>
                  <a:cubicBezTo>
                    <a:pt x="4627" y="2715"/>
                    <a:pt x="4603" y="2593"/>
                    <a:pt x="4523" y="2538"/>
                  </a:cubicBezTo>
                  <a:lnTo>
                    <a:pt x="1118" y="48"/>
                  </a:lnTo>
                  <a:cubicBezTo>
                    <a:pt x="1085" y="15"/>
                    <a:pt x="1045" y="1"/>
                    <a:pt x="100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3" name="Google Shape;5253;p66"/>
            <p:cNvSpPr/>
            <p:nvPr/>
          </p:nvSpPr>
          <p:spPr>
            <a:xfrm>
              <a:off x="7994625" y="2525400"/>
              <a:ext cx="98600" cy="76550"/>
            </a:xfrm>
            <a:custGeom>
              <a:avLst/>
              <a:gdLst/>
              <a:ahLst/>
              <a:cxnLst/>
              <a:rect l="l" t="t" r="r" b="b"/>
              <a:pathLst>
                <a:path w="3944" h="3062" extrusionOk="0">
                  <a:moveTo>
                    <a:pt x="257" y="1"/>
                  </a:moveTo>
                  <a:lnTo>
                    <a:pt x="49" y="282"/>
                  </a:lnTo>
                  <a:cubicBezTo>
                    <a:pt x="1" y="355"/>
                    <a:pt x="25" y="459"/>
                    <a:pt x="104" y="507"/>
                  </a:cubicBezTo>
                  <a:lnTo>
                    <a:pt x="3510" y="3028"/>
                  </a:lnTo>
                  <a:cubicBezTo>
                    <a:pt x="3542" y="3050"/>
                    <a:pt x="3580" y="3062"/>
                    <a:pt x="3620" y="3062"/>
                  </a:cubicBezTo>
                  <a:cubicBezTo>
                    <a:pt x="3670" y="3062"/>
                    <a:pt x="3722" y="3042"/>
                    <a:pt x="3766" y="2998"/>
                  </a:cubicBezTo>
                  <a:lnTo>
                    <a:pt x="3943" y="2723"/>
                  </a:lnTo>
                  <a:lnTo>
                    <a:pt x="25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4" name="Google Shape;5254;p66"/>
            <p:cNvSpPr/>
            <p:nvPr/>
          </p:nvSpPr>
          <p:spPr>
            <a:xfrm>
              <a:off x="7791850" y="2481450"/>
              <a:ext cx="99200" cy="115075"/>
            </a:xfrm>
            <a:custGeom>
              <a:avLst/>
              <a:gdLst/>
              <a:ahLst/>
              <a:cxnLst/>
              <a:rect l="l" t="t" r="r" b="b"/>
              <a:pathLst>
                <a:path w="3968" h="4603" extrusionOk="0">
                  <a:moveTo>
                    <a:pt x="2710" y="0"/>
                  </a:moveTo>
                  <a:cubicBezTo>
                    <a:pt x="2653" y="0"/>
                    <a:pt x="2591" y="29"/>
                    <a:pt x="2539" y="80"/>
                  </a:cubicBezTo>
                  <a:lnTo>
                    <a:pt x="49" y="3486"/>
                  </a:lnTo>
                  <a:cubicBezTo>
                    <a:pt x="0" y="3565"/>
                    <a:pt x="0" y="3663"/>
                    <a:pt x="73" y="3742"/>
                  </a:cubicBezTo>
                  <a:lnTo>
                    <a:pt x="1270" y="4603"/>
                  </a:lnTo>
                  <a:lnTo>
                    <a:pt x="1703" y="4402"/>
                  </a:lnTo>
                  <a:lnTo>
                    <a:pt x="3912" y="1374"/>
                  </a:lnTo>
                  <a:lnTo>
                    <a:pt x="3967" y="917"/>
                  </a:lnTo>
                  <a:lnTo>
                    <a:pt x="2796" y="26"/>
                  </a:lnTo>
                  <a:cubicBezTo>
                    <a:pt x="2770" y="9"/>
                    <a:pt x="2741" y="0"/>
                    <a:pt x="271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5" name="Google Shape;5255;p66"/>
            <p:cNvSpPr/>
            <p:nvPr/>
          </p:nvSpPr>
          <p:spPr>
            <a:xfrm>
              <a:off x="7823575" y="2504350"/>
              <a:ext cx="76925" cy="97850"/>
            </a:xfrm>
            <a:custGeom>
              <a:avLst/>
              <a:gdLst/>
              <a:ahLst/>
              <a:cxnLst/>
              <a:rect l="l" t="t" r="r" b="b"/>
              <a:pathLst>
                <a:path w="3077" h="3914" extrusionOk="0">
                  <a:moveTo>
                    <a:pt x="2698" y="1"/>
                  </a:moveTo>
                  <a:lnTo>
                    <a:pt x="1" y="3687"/>
                  </a:lnTo>
                  <a:lnTo>
                    <a:pt x="257" y="3870"/>
                  </a:lnTo>
                  <a:cubicBezTo>
                    <a:pt x="287" y="3900"/>
                    <a:pt x="323" y="3914"/>
                    <a:pt x="359" y="3914"/>
                  </a:cubicBezTo>
                  <a:cubicBezTo>
                    <a:pt x="411" y="3914"/>
                    <a:pt x="464" y="3886"/>
                    <a:pt x="507" y="3840"/>
                  </a:cubicBezTo>
                  <a:lnTo>
                    <a:pt x="3004" y="434"/>
                  </a:lnTo>
                  <a:cubicBezTo>
                    <a:pt x="3077" y="361"/>
                    <a:pt x="3052" y="233"/>
                    <a:pt x="2979" y="178"/>
                  </a:cubicBezTo>
                  <a:lnTo>
                    <a:pt x="269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6" name="Google Shape;5256;p66"/>
            <p:cNvSpPr/>
            <p:nvPr/>
          </p:nvSpPr>
          <p:spPr>
            <a:xfrm>
              <a:off x="7782850" y="2270000"/>
              <a:ext cx="342100" cy="340575"/>
            </a:xfrm>
            <a:custGeom>
              <a:avLst/>
              <a:gdLst/>
              <a:ahLst/>
              <a:cxnLst/>
              <a:rect l="l" t="t" r="r" b="b"/>
              <a:pathLst>
                <a:path w="13684" h="13623" extrusionOk="0">
                  <a:moveTo>
                    <a:pt x="11657" y="0"/>
                  </a:moveTo>
                  <a:cubicBezTo>
                    <a:pt x="11576" y="0"/>
                    <a:pt x="11492" y="32"/>
                    <a:pt x="11444" y="92"/>
                  </a:cubicBezTo>
                  <a:lnTo>
                    <a:pt x="6793" y="6451"/>
                  </a:lnTo>
                  <a:lnTo>
                    <a:pt x="458" y="1770"/>
                  </a:lnTo>
                  <a:cubicBezTo>
                    <a:pt x="413" y="1743"/>
                    <a:pt x="363" y="1729"/>
                    <a:pt x="314" y="1729"/>
                  </a:cubicBezTo>
                  <a:cubicBezTo>
                    <a:pt x="229" y="1729"/>
                    <a:pt x="145" y="1769"/>
                    <a:pt x="79" y="1849"/>
                  </a:cubicBezTo>
                  <a:cubicBezTo>
                    <a:pt x="0" y="1953"/>
                    <a:pt x="31" y="2130"/>
                    <a:pt x="128" y="2203"/>
                  </a:cubicBezTo>
                  <a:lnTo>
                    <a:pt x="6488" y="6860"/>
                  </a:lnTo>
                  <a:lnTo>
                    <a:pt x="1807" y="13189"/>
                  </a:lnTo>
                  <a:cubicBezTo>
                    <a:pt x="1733" y="13317"/>
                    <a:pt x="1758" y="13470"/>
                    <a:pt x="1886" y="13574"/>
                  </a:cubicBezTo>
                  <a:cubicBezTo>
                    <a:pt x="1910" y="13598"/>
                    <a:pt x="1984" y="13623"/>
                    <a:pt x="2039" y="13623"/>
                  </a:cubicBezTo>
                  <a:cubicBezTo>
                    <a:pt x="2112" y="13623"/>
                    <a:pt x="2191" y="13574"/>
                    <a:pt x="2240" y="13519"/>
                  </a:cubicBezTo>
                  <a:lnTo>
                    <a:pt x="6897" y="7165"/>
                  </a:lnTo>
                  <a:lnTo>
                    <a:pt x="13226" y="11840"/>
                  </a:lnTo>
                  <a:cubicBezTo>
                    <a:pt x="13275" y="11871"/>
                    <a:pt x="13330" y="11871"/>
                    <a:pt x="13379" y="11871"/>
                  </a:cubicBezTo>
                  <a:cubicBezTo>
                    <a:pt x="13482" y="11871"/>
                    <a:pt x="13556" y="11840"/>
                    <a:pt x="13610" y="11767"/>
                  </a:cubicBezTo>
                  <a:cubicBezTo>
                    <a:pt x="13684" y="11663"/>
                    <a:pt x="13659" y="11486"/>
                    <a:pt x="13556" y="11413"/>
                  </a:cubicBezTo>
                  <a:lnTo>
                    <a:pt x="7202" y="6756"/>
                  </a:lnTo>
                  <a:lnTo>
                    <a:pt x="11877" y="427"/>
                  </a:lnTo>
                  <a:cubicBezTo>
                    <a:pt x="11956" y="299"/>
                    <a:pt x="11932" y="146"/>
                    <a:pt x="11804" y="43"/>
                  </a:cubicBezTo>
                  <a:cubicBezTo>
                    <a:pt x="11763" y="14"/>
                    <a:pt x="11711" y="0"/>
                    <a:pt x="1165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7" name="Google Shape;5257;p66"/>
            <p:cNvSpPr/>
            <p:nvPr/>
          </p:nvSpPr>
          <p:spPr>
            <a:xfrm>
              <a:off x="7932375" y="2417225"/>
              <a:ext cx="43200" cy="37575"/>
            </a:xfrm>
            <a:custGeom>
              <a:avLst/>
              <a:gdLst/>
              <a:ahLst/>
              <a:cxnLst/>
              <a:rect l="l" t="t" r="r" b="b"/>
              <a:pathLst>
                <a:path w="1728" h="1503" extrusionOk="0">
                  <a:moveTo>
                    <a:pt x="861" y="1"/>
                  </a:moveTo>
                  <a:cubicBezTo>
                    <a:pt x="483" y="1"/>
                    <a:pt x="122" y="257"/>
                    <a:pt x="0" y="611"/>
                  </a:cubicBezTo>
                  <a:cubicBezTo>
                    <a:pt x="0" y="611"/>
                    <a:pt x="0" y="1502"/>
                    <a:pt x="861" y="1502"/>
                  </a:cubicBezTo>
                  <a:cubicBezTo>
                    <a:pt x="1728" y="1502"/>
                    <a:pt x="1728" y="611"/>
                    <a:pt x="1728" y="611"/>
                  </a:cubicBezTo>
                  <a:cubicBezTo>
                    <a:pt x="1599" y="257"/>
                    <a:pt x="1245" y="1"/>
                    <a:pt x="86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8" name="Google Shape;5258;p66"/>
            <p:cNvSpPr/>
            <p:nvPr/>
          </p:nvSpPr>
          <p:spPr>
            <a:xfrm>
              <a:off x="7931000" y="2432475"/>
              <a:ext cx="45800" cy="30550"/>
            </a:xfrm>
            <a:custGeom>
              <a:avLst/>
              <a:gdLst/>
              <a:ahLst/>
              <a:cxnLst/>
              <a:rect l="l" t="t" r="r" b="b"/>
              <a:pathLst>
                <a:path w="1832" h="1222" extrusionOk="0">
                  <a:moveTo>
                    <a:pt x="55" y="1"/>
                  </a:moveTo>
                  <a:cubicBezTo>
                    <a:pt x="25" y="105"/>
                    <a:pt x="0" y="209"/>
                    <a:pt x="0" y="306"/>
                  </a:cubicBezTo>
                  <a:cubicBezTo>
                    <a:pt x="0" y="819"/>
                    <a:pt x="409" y="1222"/>
                    <a:pt x="916" y="1222"/>
                  </a:cubicBezTo>
                  <a:cubicBezTo>
                    <a:pt x="1429" y="1222"/>
                    <a:pt x="1831" y="819"/>
                    <a:pt x="1831" y="306"/>
                  </a:cubicBezTo>
                  <a:cubicBezTo>
                    <a:pt x="1831" y="209"/>
                    <a:pt x="1807" y="105"/>
                    <a:pt x="1783" y="1"/>
                  </a:cubicBezTo>
                  <a:cubicBezTo>
                    <a:pt x="1654" y="337"/>
                    <a:pt x="1300" y="587"/>
                    <a:pt x="916" y="587"/>
                  </a:cubicBezTo>
                  <a:cubicBezTo>
                    <a:pt x="538" y="587"/>
                    <a:pt x="177" y="337"/>
                    <a:pt x="5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79" name="Google Shape;5279;p66"/>
          <p:cNvGrpSpPr/>
          <p:nvPr/>
        </p:nvGrpSpPr>
        <p:grpSpPr>
          <a:xfrm>
            <a:off x="949016" y="2317561"/>
            <a:ext cx="436850" cy="318625"/>
            <a:chOff x="999350" y="3343550"/>
            <a:chExt cx="436850" cy="318625"/>
          </a:xfrm>
        </p:grpSpPr>
        <p:sp>
          <p:nvSpPr>
            <p:cNvPr id="5280" name="Google Shape;5280;p66"/>
            <p:cNvSpPr/>
            <p:nvPr/>
          </p:nvSpPr>
          <p:spPr>
            <a:xfrm>
              <a:off x="1234000" y="3460575"/>
              <a:ext cx="163300" cy="181900"/>
            </a:xfrm>
            <a:custGeom>
              <a:avLst/>
              <a:gdLst/>
              <a:ahLst/>
              <a:cxnLst/>
              <a:rect l="l" t="t" r="r" b="b"/>
              <a:pathLst>
                <a:path w="6532" h="7276" extrusionOk="0">
                  <a:moveTo>
                    <a:pt x="861" y="1"/>
                  </a:moveTo>
                  <a:lnTo>
                    <a:pt x="1" y="2314"/>
                  </a:lnTo>
                  <a:lnTo>
                    <a:pt x="532" y="4883"/>
                  </a:lnTo>
                  <a:lnTo>
                    <a:pt x="1753" y="6971"/>
                  </a:lnTo>
                  <a:lnTo>
                    <a:pt x="4395" y="7276"/>
                  </a:lnTo>
                  <a:lnTo>
                    <a:pt x="6379" y="6971"/>
                  </a:lnTo>
                  <a:lnTo>
                    <a:pt x="6531" y="6513"/>
                  </a:lnTo>
                  <a:lnTo>
                    <a:pt x="4218" y="379"/>
                  </a:lnTo>
                  <a:lnTo>
                    <a:pt x="376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1" name="Google Shape;5281;p66"/>
            <p:cNvSpPr/>
            <p:nvPr/>
          </p:nvSpPr>
          <p:spPr>
            <a:xfrm>
              <a:off x="1328000" y="3452950"/>
              <a:ext cx="81500" cy="189525"/>
            </a:xfrm>
            <a:custGeom>
              <a:avLst/>
              <a:gdLst/>
              <a:ahLst/>
              <a:cxnLst/>
              <a:rect l="l" t="t" r="r" b="b"/>
              <a:pathLst>
                <a:path w="3260" h="7581" extrusionOk="0">
                  <a:moveTo>
                    <a:pt x="330" y="1"/>
                  </a:moveTo>
                  <a:lnTo>
                    <a:pt x="0" y="306"/>
                  </a:lnTo>
                  <a:lnTo>
                    <a:pt x="2619" y="7276"/>
                  </a:lnTo>
                  <a:lnTo>
                    <a:pt x="2924" y="7581"/>
                  </a:lnTo>
                  <a:lnTo>
                    <a:pt x="3260" y="7276"/>
                  </a:lnTo>
                  <a:lnTo>
                    <a:pt x="635" y="306"/>
                  </a:lnTo>
                  <a:lnTo>
                    <a:pt x="33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2" name="Google Shape;5282;p66"/>
            <p:cNvSpPr/>
            <p:nvPr/>
          </p:nvSpPr>
          <p:spPr>
            <a:xfrm>
              <a:off x="1025425" y="3434500"/>
              <a:ext cx="242950" cy="207975"/>
            </a:xfrm>
            <a:custGeom>
              <a:avLst/>
              <a:gdLst/>
              <a:ahLst/>
              <a:cxnLst/>
              <a:rect l="l" t="t" r="r" b="b"/>
              <a:pathLst>
                <a:path w="9718" h="8319" extrusionOk="0">
                  <a:moveTo>
                    <a:pt x="3028" y="0"/>
                  </a:moveTo>
                  <a:lnTo>
                    <a:pt x="1" y="8014"/>
                  </a:lnTo>
                  <a:lnTo>
                    <a:pt x="5060" y="8319"/>
                  </a:lnTo>
                  <a:lnTo>
                    <a:pt x="9461" y="8014"/>
                  </a:lnTo>
                  <a:lnTo>
                    <a:pt x="9717" y="7782"/>
                  </a:lnTo>
                  <a:lnTo>
                    <a:pt x="6916" y="385"/>
                  </a:lnTo>
                  <a:lnTo>
                    <a:pt x="645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3" name="Google Shape;5283;p66"/>
            <p:cNvSpPr/>
            <p:nvPr/>
          </p:nvSpPr>
          <p:spPr>
            <a:xfrm>
              <a:off x="1186850" y="3426850"/>
              <a:ext cx="90975" cy="215625"/>
            </a:xfrm>
            <a:custGeom>
              <a:avLst/>
              <a:gdLst/>
              <a:ahLst/>
              <a:cxnLst/>
              <a:rect l="l" t="t" r="r" b="b"/>
              <a:pathLst>
                <a:path w="3639" h="8625" extrusionOk="0">
                  <a:moveTo>
                    <a:pt x="306" y="1"/>
                  </a:moveTo>
                  <a:lnTo>
                    <a:pt x="1" y="306"/>
                  </a:lnTo>
                  <a:lnTo>
                    <a:pt x="3004" y="8320"/>
                  </a:lnTo>
                  <a:lnTo>
                    <a:pt x="3333" y="8625"/>
                  </a:lnTo>
                  <a:lnTo>
                    <a:pt x="3639" y="8320"/>
                  </a:lnTo>
                  <a:lnTo>
                    <a:pt x="636" y="306"/>
                  </a:lnTo>
                  <a:lnTo>
                    <a:pt x="306"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4" name="Google Shape;5284;p66"/>
            <p:cNvSpPr/>
            <p:nvPr/>
          </p:nvSpPr>
          <p:spPr>
            <a:xfrm>
              <a:off x="1097900" y="3517050"/>
              <a:ext cx="52825" cy="34275"/>
            </a:xfrm>
            <a:custGeom>
              <a:avLst/>
              <a:gdLst/>
              <a:ahLst/>
              <a:cxnLst/>
              <a:rect l="l" t="t" r="r" b="b"/>
              <a:pathLst>
                <a:path w="2113" h="1371" extrusionOk="0">
                  <a:moveTo>
                    <a:pt x="403" y="1"/>
                  </a:moveTo>
                  <a:cubicBezTo>
                    <a:pt x="282" y="1"/>
                    <a:pt x="193" y="6"/>
                    <a:pt x="153" y="6"/>
                  </a:cubicBezTo>
                  <a:cubicBezTo>
                    <a:pt x="153" y="6"/>
                    <a:pt x="1" y="641"/>
                    <a:pt x="562" y="1123"/>
                  </a:cubicBezTo>
                  <a:cubicBezTo>
                    <a:pt x="769" y="1312"/>
                    <a:pt x="1037" y="1371"/>
                    <a:pt x="1291" y="1371"/>
                  </a:cubicBezTo>
                  <a:cubicBezTo>
                    <a:pt x="1720" y="1371"/>
                    <a:pt x="2112" y="1202"/>
                    <a:pt x="2112" y="1202"/>
                  </a:cubicBezTo>
                  <a:cubicBezTo>
                    <a:pt x="2088" y="922"/>
                    <a:pt x="1960" y="616"/>
                    <a:pt x="1728" y="385"/>
                  </a:cubicBezTo>
                  <a:cubicBezTo>
                    <a:pt x="1352" y="45"/>
                    <a:pt x="750" y="1"/>
                    <a:pt x="40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5" name="Google Shape;5285;p66"/>
            <p:cNvSpPr/>
            <p:nvPr/>
          </p:nvSpPr>
          <p:spPr>
            <a:xfrm>
              <a:off x="1152525" y="3517050"/>
              <a:ext cx="52825" cy="34275"/>
            </a:xfrm>
            <a:custGeom>
              <a:avLst/>
              <a:gdLst/>
              <a:ahLst/>
              <a:cxnLst/>
              <a:rect l="l" t="t" r="r" b="b"/>
              <a:pathLst>
                <a:path w="2113" h="1371" extrusionOk="0">
                  <a:moveTo>
                    <a:pt x="1725" y="1"/>
                  </a:moveTo>
                  <a:cubicBezTo>
                    <a:pt x="1387" y="1"/>
                    <a:pt x="786" y="45"/>
                    <a:pt x="410" y="385"/>
                  </a:cubicBezTo>
                  <a:cubicBezTo>
                    <a:pt x="153" y="616"/>
                    <a:pt x="56" y="922"/>
                    <a:pt x="1" y="1202"/>
                  </a:cubicBezTo>
                  <a:cubicBezTo>
                    <a:pt x="1" y="1202"/>
                    <a:pt x="402" y="1371"/>
                    <a:pt x="833" y="1371"/>
                  </a:cubicBezTo>
                  <a:cubicBezTo>
                    <a:pt x="1088" y="1371"/>
                    <a:pt x="1353" y="1312"/>
                    <a:pt x="1551" y="1123"/>
                  </a:cubicBezTo>
                  <a:cubicBezTo>
                    <a:pt x="2112" y="641"/>
                    <a:pt x="1984" y="6"/>
                    <a:pt x="1960" y="6"/>
                  </a:cubicBezTo>
                  <a:cubicBezTo>
                    <a:pt x="1927" y="6"/>
                    <a:pt x="1842" y="1"/>
                    <a:pt x="172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6" name="Google Shape;5286;p66"/>
            <p:cNvSpPr/>
            <p:nvPr/>
          </p:nvSpPr>
          <p:spPr>
            <a:xfrm>
              <a:off x="1097900" y="3517200"/>
              <a:ext cx="107450" cy="80725"/>
            </a:xfrm>
            <a:custGeom>
              <a:avLst/>
              <a:gdLst/>
              <a:ahLst/>
              <a:cxnLst/>
              <a:rect l="l" t="t" r="r" b="b"/>
              <a:pathLst>
                <a:path w="4298" h="3229" extrusionOk="0">
                  <a:moveTo>
                    <a:pt x="129" y="0"/>
                  </a:moveTo>
                  <a:cubicBezTo>
                    <a:pt x="129" y="0"/>
                    <a:pt x="1" y="940"/>
                    <a:pt x="562" y="1447"/>
                  </a:cubicBezTo>
                  <a:cubicBezTo>
                    <a:pt x="941" y="1776"/>
                    <a:pt x="1551" y="1831"/>
                    <a:pt x="1881" y="1831"/>
                  </a:cubicBezTo>
                  <a:lnTo>
                    <a:pt x="1881" y="2948"/>
                  </a:lnTo>
                  <a:cubicBezTo>
                    <a:pt x="1881" y="3101"/>
                    <a:pt x="2009" y="3229"/>
                    <a:pt x="2161" y="3229"/>
                  </a:cubicBezTo>
                  <a:cubicBezTo>
                    <a:pt x="2289" y="3229"/>
                    <a:pt x="2418" y="3101"/>
                    <a:pt x="2418" y="2948"/>
                  </a:cubicBezTo>
                  <a:lnTo>
                    <a:pt x="2418" y="1831"/>
                  </a:lnTo>
                  <a:cubicBezTo>
                    <a:pt x="2747" y="1831"/>
                    <a:pt x="3358" y="1776"/>
                    <a:pt x="3736" y="1447"/>
                  </a:cubicBezTo>
                  <a:cubicBezTo>
                    <a:pt x="4297" y="940"/>
                    <a:pt x="4169" y="0"/>
                    <a:pt x="4169" y="0"/>
                  </a:cubicBezTo>
                  <a:lnTo>
                    <a:pt x="4145" y="0"/>
                  </a:lnTo>
                  <a:cubicBezTo>
                    <a:pt x="4096" y="281"/>
                    <a:pt x="3992" y="586"/>
                    <a:pt x="3736" y="812"/>
                  </a:cubicBezTo>
                  <a:cubicBezTo>
                    <a:pt x="3352" y="1159"/>
                    <a:pt x="2720" y="1201"/>
                    <a:pt x="2380" y="1201"/>
                  </a:cubicBezTo>
                  <a:cubicBezTo>
                    <a:pt x="2271" y="1201"/>
                    <a:pt x="2192" y="1196"/>
                    <a:pt x="2161" y="1196"/>
                  </a:cubicBezTo>
                  <a:cubicBezTo>
                    <a:pt x="2124" y="1196"/>
                    <a:pt x="2041" y="1201"/>
                    <a:pt x="1929" y="1201"/>
                  </a:cubicBezTo>
                  <a:cubicBezTo>
                    <a:pt x="1578" y="1201"/>
                    <a:pt x="946" y="1159"/>
                    <a:pt x="562" y="812"/>
                  </a:cubicBezTo>
                  <a:cubicBezTo>
                    <a:pt x="306" y="586"/>
                    <a:pt x="202" y="281"/>
                    <a:pt x="15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7" name="Google Shape;5287;p66"/>
            <p:cNvSpPr/>
            <p:nvPr/>
          </p:nvSpPr>
          <p:spPr>
            <a:xfrm>
              <a:off x="1000550" y="3634825"/>
              <a:ext cx="433675" cy="19725"/>
            </a:xfrm>
            <a:custGeom>
              <a:avLst/>
              <a:gdLst/>
              <a:ahLst/>
              <a:cxnLst/>
              <a:rect l="l" t="t" r="r" b="b"/>
              <a:pathLst>
                <a:path w="17347" h="789" extrusionOk="0">
                  <a:moveTo>
                    <a:pt x="489" y="1"/>
                  </a:moveTo>
                  <a:cubicBezTo>
                    <a:pt x="282" y="1"/>
                    <a:pt x="105" y="123"/>
                    <a:pt x="1" y="275"/>
                  </a:cubicBezTo>
                  <a:cubicBezTo>
                    <a:pt x="1" y="275"/>
                    <a:pt x="1" y="788"/>
                    <a:pt x="489" y="788"/>
                  </a:cubicBezTo>
                  <a:lnTo>
                    <a:pt x="16864" y="788"/>
                  </a:lnTo>
                  <a:cubicBezTo>
                    <a:pt x="17346" y="788"/>
                    <a:pt x="17346" y="275"/>
                    <a:pt x="17346" y="275"/>
                  </a:cubicBezTo>
                  <a:lnTo>
                    <a:pt x="17322" y="251"/>
                  </a:lnTo>
                  <a:cubicBezTo>
                    <a:pt x="17218" y="98"/>
                    <a:pt x="17066" y="1"/>
                    <a:pt x="168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8" name="Google Shape;5288;p66"/>
            <p:cNvSpPr/>
            <p:nvPr/>
          </p:nvSpPr>
          <p:spPr>
            <a:xfrm>
              <a:off x="999350" y="3641700"/>
              <a:ext cx="436850" cy="20475"/>
            </a:xfrm>
            <a:custGeom>
              <a:avLst/>
              <a:gdLst/>
              <a:ahLst/>
              <a:cxnLst/>
              <a:rect l="l" t="t" r="r" b="b"/>
              <a:pathLst>
                <a:path w="17474" h="819" extrusionOk="0">
                  <a:moveTo>
                    <a:pt x="49" y="0"/>
                  </a:moveTo>
                  <a:cubicBezTo>
                    <a:pt x="24" y="80"/>
                    <a:pt x="0" y="183"/>
                    <a:pt x="0" y="281"/>
                  </a:cubicBezTo>
                  <a:cubicBezTo>
                    <a:pt x="0" y="586"/>
                    <a:pt x="232" y="818"/>
                    <a:pt x="537" y="818"/>
                  </a:cubicBezTo>
                  <a:lnTo>
                    <a:pt x="16912" y="818"/>
                  </a:lnTo>
                  <a:cubicBezTo>
                    <a:pt x="17217" y="818"/>
                    <a:pt x="17474" y="586"/>
                    <a:pt x="17474" y="281"/>
                  </a:cubicBezTo>
                  <a:cubicBezTo>
                    <a:pt x="17474" y="183"/>
                    <a:pt x="17443" y="80"/>
                    <a:pt x="17394" y="0"/>
                  </a:cubicBezTo>
                  <a:cubicBezTo>
                    <a:pt x="17291" y="153"/>
                    <a:pt x="17114" y="281"/>
                    <a:pt x="16912" y="281"/>
                  </a:cubicBezTo>
                  <a:lnTo>
                    <a:pt x="537" y="281"/>
                  </a:lnTo>
                  <a:cubicBezTo>
                    <a:pt x="330" y="281"/>
                    <a:pt x="153" y="153"/>
                    <a:pt x="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9" name="Google Shape;5289;p66"/>
            <p:cNvSpPr/>
            <p:nvPr/>
          </p:nvSpPr>
          <p:spPr>
            <a:xfrm>
              <a:off x="1255525" y="3379250"/>
              <a:ext cx="80750" cy="81350"/>
            </a:xfrm>
            <a:custGeom>
              <a:avLst/>
              <a:gdLst/>
              <a:ahLst/>
              <a:cxnLst/>
              <a:rect l="l" t="t" r="r" b="b"/>
              <a:pathLst>
                <a:path w="3230" h="3254" extrusionOk="0">
                  <a:moveTo>
                    <a:pt x="177" y="1"/>
                  </a:moveTo>
                  <a:cubicBezTo>
                    <a:pt x="80" y="1"/>
                    <a:pt x="0" y="74"/>
                    <a:pt x="0" y="178"/>
                  </a:cubicBezTo>
                  <a:lnTo>
                    <a:pt x="0" y="3254"/>
                  </a:lnTo>
                  <a:lnTo>
                    <a:pt x="2899" y="3254"/>
                  </a:lnTo>
                  <a:lnTo>
                    <a:pt x="3229" y="2949"/>
                  </a:lnTo>
                  <a:lnTo>
                    <a:pt x="3229" y="306"/>
                  </a:lnTo>
                  <a:lnTo>
                    <a:pt x="289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0" name="Google Shape;5290;p66"/>
            <p:cNvSpPr/>
            <p:nvPr/>
          </p:nvSpPr>
          <p:spPr>
            <a:xfrm>
              <a:off x="1328000" y="3408400"/>
              <a:ext cx="15900" cy="52200"/>
            </a:xfrm>
            <a:custGeom>
              <a:avLst/>
              <a:gdLst/>
              <a:ahLst/>
              <a:cxnLst/>
              <a:rect l="l" t="t" r="r" b="b"/>
              <a:pathLst>
                <a:path w="636" h="2088" extrusionOk="0">
                  <a:moveTo>
                    <a:pt x="330" y="0"/>
                  </a:moveTo>
                  <a:lnTo>
                    <a:pt x="0" y="306"/>
                  </a:lnTo>
                  <a:lnTo>
                    <a:pt x="0" y="2088"/>
                  </a:lnTo>
                  <a:lnTo>
                    <a:pt x="635" y="2088"/>
                  </a:lnTo>
                  <a:lnTo>
                    <a:pt x="635" y="306"/>
                  </a:lnTo>
                  <a:lnTo>
                    <a:pt x="33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1" name="Google Shape;5291;p66"/>
            <p:cNvSpPr/>
            <p:nvPr/>
          </p:nvSpPr>
          <p:spPr>
            <a:xfrm>
              <a:off x="1255525" y="3379250"/>
              <a:ext cx="80750" cy="36800"/>
            </a:xfrm>
            <a:custGeom>
              <a:avLst/>
              <a:gdLst/>
              <a:ahLst/>
              <a:cxnLst/>
              <a:rect l="l" t="t" r="r" b="b"/>
              <a:pathLst>
                <a:path w="3230" h="1472" extrusionOk="0">
                  <a:moveTo>
                    <a:pt x="177" y="1"/>
                  </a:moveTo>
                  <a:cubicBezTo>
                    <a:pt x="80" y="1"/>
                    <a:pt x="0" y="74"/>
                    <a:pt x="0" y="178"/>
                  </a:cubicBezTo>
                  <a:lnTo>
                    <a:pt x="0" y="1472"/>
                  </a:lnTo>
                  <a:lnTo>
                    <a:pt x="2899" y="1472"/>
                  </a:lnTo>
                  <a:lnTo>
                    <a:pt x="3229" y="1166"/>
                  </a:lnTo>
                  <a:lnTo>
                    <a:pt x="3229" y="306"/>
                  </a:lnTo>
                  <a:lnTo>
                    <a:pt x="289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2" name="Google Shape;5292;p66"/>
            <p:cNvSpPr/>
            <p:nvPr/>
          </p:nvSpPr>
          <p:spPr>
            <a:xfrm>
              <a:off x="1328000" y="3379250"/>
              <a:ext cx="15900" cy="36800"/>
            </a:xfrm>
            <a:custGeom>
              <a:avLst/>
              <a:gdLst/>
              <a:ahLst/>
              <a:cxnLst/>
              <a:rect l="l" t="t" r="r" b="b"/>
              <a:pathLst>
                <a:path w="636" h="1472" extrusionOk="0">
                  <a:moveTo>
                    <a:pt x="0" y="1"/>
                  </a:moveTo>
                  <a:lnTo>
                    <a:pt x="0" y="1472"/>
                  </a:lnTo>
                  <a:lnTo>
                    <a:pt x="635" y="1472"/>
                  </a:lnTo>
                  <a:lnTo>
                    <a:pt x="635" y="178"/>
                  </a:lnTo>
                  <a:cubicBezTo>
                    <a:pt x="635" y="74"/>
                    <a:pt x="562" y="1"/>
                    <a:pt x="45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3" name="Google Shape;5293;p66"/>
            <p:cNvSpPr/>
            <p:nvPr/>
          </p:nvSpPr>
          <p:spPr>
            <a:xfrm>
              <a:off x="1101100" y="3343550"/>
              <a:ext cx="93425" cy="90975"/>
            </a:xfrm>
            <a:custGeom>
              <a:avLst/>
              <a:gdLst/>
              <a:ahLst/>
              <a:cxnLst/>
              <a:rect l="l" t="t" r="r" b="b"/>
              <a:pathLst>
                <a:path w="3737" h="3639" extrusionOk="0">
                  <a:moveTo>
                    <a:pt x="178" y="1"/>
                  </a:moveTo>
                  <a:cubicBezTo>
                    <a:pt x="74" y="1"/>
                    <a:pt x="1" y="80"/>
                    <a:pt x="1" y="178"/>
                  </a:cubicBezTo>
                  <a:lnTo>
                    <a:pt x="1" y="3638"/>
                  </a:lnTo>
                  <a:lnTo>
                    <a:pt x="3431" y="3638"/>
                  </a:lnTo>
                  <a:lnTo>
                    <a:pt x="3736" y="3333"/>
                  </a:lnTo>
                  <a:lnTo>
                    <a:pt x="3736" y="306"/>
                  </a:lnTo>
                  <a:lnTo>
                    <a:pt x="343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4" name="Google Shape;5294;p66"/>
            <p:cNvSpPr/>
            <p:nvPr/>
          </p:nvSpPr>
          <p:spPr>
            <a:xfrm>
              <a:off x="1186850" y="3379875"/>
              <a:ext cx="15900" cy="54650"/>
            </a:xfrm>
            <a:custGeom>
              <a:avLst/>
              <a:gdLst/>
              <a:ahLst/>
              <a:cxnLst/>
              <a:rect l="l" t="t" r="r" b="b"/>
              <a:pathLst>
                <a:path w="636" h="2186" extrusionOk="0">
                  <a:moveTo>
                    <a:pt x="306" y="0"/>
                  </a:moveTo>
                  <a:lnTo>
                    <a:pt x="1" y="305"/>
                  </a:lnTo>
                  <a:lnTo>
                    <a:pt x="1" y="2185"/>
                  </a:lnTo>
                  <a:lnTo>
                    <a:pt x="636" y="2185"/>
                  </a:lnTo>
                  <a:lnTo>
                    <a:pt x="636" y="305"/>
                  </a:lnTo>
                  <a:lnTo>
                    <a:pt x="306"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5" name="Google Shape;5295;p66"/>
            <p:cNvSpPr/>
            <p:nvPr/>
          </p:nvSpPr>
          <p:spPr>
            <a:xfrm>
              <a:off x="1101100" y="3343550"/>
              <a:ext cx="93425" cy="43975"/>
            </a:xfrm>
            <a:custGeom>
              <a:avLst/>
              <a:gdLst/>
              <a:ahLst/>
              <a:cxnLst/>
              <a:rect l="l" t="t" r="r" b="b"/>
              <a:pathLst>
                <a:path w="3737" h="1759" extrusionOk="0">
                  <a:moveTo>
                    <a:pt x="178" y="1"/>
                  </a:moveTo>
                  <a:cubicBezTo>
                    <a:pt x="74" y="1"/>
                    <a:pt x="1" y="80"/>
                    <a:pt x="1" y="178"/>
                  </a:cubicBezTo>
                  <a:lnTo>
                    <a:pt x="1" y="1758"/>
                  </a:lnTo>
                  <a:lnTo>
                    <a:pt x="3431" y="1758"/>
                  </a:lnTo>
                  <a:lnTo>
                    <a:pt x="3736" y="1453"/>
                  </a:lnTo>
                  <a:lnTo>
                    <a:pt x="3736" y="306"/>
                  </a:lnTo>
                  <a:lnTo>
                    <a:pt x="343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6" name="Google Shape;5296;p66"/>
            <p:cNvSpPr/>
            <p:nvPr/>
          </p:nvSpPr>
          <p:spPr>
            <a:xfrm>
              <a:off x="1186850" y="3343550"/>
              <a:ext cx="15900" cy="43975"/>
            </a:xfrm>
            <a:custGeom>
              <a:avLst/>
              <a:gdLst/>
              <a:ahLst/>
              <a:cxnLst/>
              <a:rect l="l" t="t" r="r" b="b"/>
              <a:pathLst>
                <a:path w="636" h="1759" extrusionOk="0">
                  <a:moveTo>
                    <a:pt x="1" y="1"/>
                  </a:moveTo>
                  <a:lnTo>
                    <a:pt x="1" y="1758"/>
                  </a:lnTo>
                  <a:lnTo>
                    <a:pt x="636" y="1758"/>
                  </a:lnTo>
                  <a:lnTo>
                    <a:pt x="636" y="178"/>
                  </a:lnTo>
                  <a:cubicBezTo>
                    <a:pt x="636" y="80"/>
                    <a:pt x="538" y="1"/>
                    <a:pt x="45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97" name="Google Shape;5297;p66"/>
          <p:cNvGrpSpPr/>
          <p:nvPr/>
        </p:nvGrpSpPr>
        <p:grpSpPr>
          <a:xfrm>
            <a:off x="1698641" y="3558011"/>
            <a:ext cx="437325" cy="436900"/>
            <a:chOff x="1748975" y="5193600"/>
            <a:chExt cx="437325" cy="436900"/>
          </a:xfrm>
        </p:grpSpPr>
        <p:sp>
          <p:nvSpPr>
            <p:cNvPr id="5298" name="Google Shape;5298;p66"/>
            <p:cNvSpPr/>
            <p:nvPr/>
          </p:nvSpPr>
          <p:spPr>
            <a:xfrm>
              <a:off x="1748975" y="5210775"/>
              <a:ext cx="397950" cy="372550"/>
            </a:xfrm>
            <a:custGeom>
              <a:avLst/>
              <a:gdLst/>
              <a:ahLst/>
              <a:cxnLst/>
              <a:rect l="l" t="t" r="r" b="b"/>
              <a:pathLst>
                <a:path w="15918" h="14902" extrusionOk="0">
                  <a:moveTo>
                    <a:pt x="10971" y="0"/>
                  </a:moveTo>
                  <a:cubicBezTo>
                    <a:pt x="9051" y="0"/>
                    <a:pt x="1526" y="2597"/>
                    <a:pt x="1526" y="2597"/>
                  </a:cubicBezTo>
                  <a:cubicBezTo>
                    <a:pt x="635" y="3842"/>
                    <a:pt x="74" y="5344"/>
                    <a:pt x="0" y="6967"/>
                  </a:cubicBezTo>
                  <a:cubicBezTo>
                    <a:pt x="177" y="11215"/>
                    <a:pt x="3077" y="14901"/>
                    <a:pt x="7959" y="14901"/>
                  </a:cubicBezTo>
                  <a:cubicBezTo>
                    <a:pt x="12915" y="14901"/>
                    <a:pt x="15765" y="11215"/>
                    <a:pt x="15918" y="6967"/>
                  </a:cubicBezTo>
                  <a:cubicBezTo>
                    <a:pt x="15814" y="3891"/>
                    <a:pt x="13959" y="1273"/>
                    <a:pt x="11316" y="52"/>
                  </a:cubicBezTo>
                  <a:cubicBezTo>
                    <a:pt x="11241" y="17"/>
                    <a:pt x="11123" y="0"/>
                    <a:pt x="1097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9" name="Google Shape;5299;p66"/>
            <p:cNvSpPr/>
            <p:nvPr/>
          </p:nvSpPr>
          <p:spPr>
            <a:xfrm>
              <a:off x="1913600" y="5566825"/>
              <a:ext cx="113100" cy="24900"/>
            </a:xfrm>
            <a:custGeom>
              <a:avLst/>
              <a:gdLst/>
              <a:ahLst/>
              <a:cxnLst/>
              <a:rect l="l" t="t" r="r" b="b"/>
              <a:pathLst>
                <a:path w="4524" h="996" extrusionOk="0">
                  <a:moveTo>
                    <a:pt x="3761" y="0"/>
                  </a:moveTo>
                  <a:cubicBezTo>
                    <a:pt x="3028" y="232"/>
                    <a:pt x="2210" y="354"/>
                    <a:pt x="1374" y="354"/>
                  </a:cubicBezTo>
                  <a:cubicBezTo>
                    <a:pt x="1014" y="354"/>
                    <a:pt x="660" y="330"/>
                    <a:pt x="306" y="281"/>
                  </a:cubicBezTo>
                  <a:lnTo>
                    <a:pt x="1" y="562"/>
                  </a:lnTo>
                  <a:lnTo>
                    <a:pt x="282" y="916"/>
                  </a:lnTo>
                  <a:cubicBezTo>
                    <a:pt x="636" y="965"/>
                    <a:pt x="1014" y="995"/>
                    <a:pt x="1374" y="995"/>
                  </a:cubicBezTo>
                  <a:cubicBezTo>
                    <a:pt x="2491" y="995"/>
                    <a:pt x="3559" y="763"/>
                    <a:pt x="4523" y="354"/>
                  </a:cubicBezTo>
                  <a:lnTo>
                    <a:pt x="4426" y="49"/>
                  </a:lnTo>
                  <a:lnTo>
                    <a:pt x="376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0" name="Google Shape;5300;p66"/>
            <p:cNvSpPr/>
            <p:nvPr/>
          </p:nvSpPr>
          <p:spPr>
            <a:xfrm>
              <a:off x="1748975" y="5384950"/>
              <a:ext cx="61675" cy="144975"/>
            </a:xfrm>
            <a:custGeom>
              <a:avLst/>
              <a:gdLst/>
              <a:ahLst/>
              <a:cxnLst/>
              <a:rect l="l" t="t" r="r" b="b"/>
              <a:pathLst>
                <a:path w="2467" h="5799" extrusionOk="0">
                  <a:moveTo>
                    <a:pt x="0" y="0"/>
                  </a:moveTo>
                  <a:lnTo>
                    <a:pt x="0" y="305"/>
                  </a:lnTo>
                  <a:cubicBezTo>
                    <a:pt x="0" y="2441"/>
                    <a:pt x="837" y="4376"/>
                    <a:pt x="2185" y="5798"/>
                  </a:cubicBezTo>
                  <a:lnTo>
                    <a:pt x="2466" y="5749"/>
                  </a:lnTo>
                  <a:lnTo>
                    <a:pt x="2466" y="5420"/>
                  </a:lnTo>
                  <a:cubicBezTo>
                    <a:pt x="1014" y="4047"/>
                    <a:pt x="98" y="2136"/>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1" name="Google Shape;5301;p66"/>
            <p:cNvSpPr/>
            <p:nvPr/>
          </p:nvSpPr>
          <p:spPr>
            <a:xfrm>
              <a:off x="1787125" y="5193600"/>
              <a:ext cx="256200" cy="246725"/>
            </a:xfrm>
            <a:custGeom>
              <a:avLst/>
              <a:gdLst/>
              <a:ahLst/>
              <a:cxnLst/>
              <a:rect l="l" t="t" r="r" b="b"/>
              <a:pathLst>
                <a:path w="10248" h="9869" extrusionOk="0">
                  <a:moveTo>
                    <a:pt x="6433" y="1"/>
                  </a:moveTo>
                  <a:cubicBezTo>
                    <a:pt x="3784" y="1"/>
                    <a:pt x="1447" y="1301"/>
                    <a:pt x="0" y="3284"/>
                  </a:cubicBezTo>
                  <a:cubicBezTo>
                    <a:pt x="275" y="3943"/>
                    <a:pt x="659" y="4603"/>
                    <a:pt x="1190" y="5140"/>
                  </a:cubicBezTo>
                  <a:cubicBezTo>
                    <a:pt x="2338" y="6257"/>
                    <a:pt x="2033" y="8850"/>
                    <a:pt x="2387" y="9387"/>
                  </a:cubicBezTo>
                  <a:cubicBezTo>
                    <a:pt x="2609" y="9717"/>
                    <a:pt x="2913" y="9869"/>
                    <a:pt x="3225" y="9869"/>
                  </a:cubicBezTo>
                  <a:cubicBezTo>
                    <a:pt x="3801" y="9869"/>
                    <a:pt x="4401" y="9348"/>
                    <a:pt x="4547" y="8472"/>
                  </a:cubicBezTo>
                  <a:cubicBezTo>
                    <a:pt x="4779" y="7123"/>
                    <a:pt x="5768" y="6617"/>
                    <a:pt x="6714" y="5396"/>
                  </a:cubicBezTo>
                  <a:cubicBezTo>
                    <a:pt x="7629" y="4175"/>
                    <a:pt x="5798" y="3486"/>
                    <a:pt x="6458" y="3132"/>
                  </a:cubicBezTo>
                  <a:cubicBezTo>
                    <a:pt x="6518" y="3096"/>
                    <a:pt x="6593" y="3080"/>
                    <a:pt x="6679" y="3080"/>
                  </a:cubicBezTo>
                  <a:cubicBezTo>
                    <a:pt x="7362" y="3080"/>
                    <a:pt x="8751" y="4071"/>
                    <a:pt x="9437" y="4071"/>
                  </a:cubicBezTo>
                  <a:cubicBezTo>
                    <a:pt x="9602" y="4071"/>
                    <a:pt x="9726" y="4013"/>
                    <a:pt x="9790" y="3870"/>
                  </a:cubicBezTo>
                  <a:cubicBezTo>
                    <a:pt x="10248" y="2851"/>
                    <a:pt x="7068" y="2088"/>
                    <a:pt x="7092" y="1526"/>
                  </a:cubicBezTo>
                  <a:cubicBezTo>
                    <a:pt x="7141" y="971"/>
                    <a:pt x="9735" y="739"/>
                    <a:pt x="9790" y="739"/>
                  </a:cubicBezTo>
                  <a:cubicBezTo>
                    <a:pt x="8771" y="257"/>
                    <a:pt x="7629" y="1"/>
                    <a:pt x="643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2" name="Google Shape;5302;p66"/>
            <p:cNvSpPr/>
            <p:nvPr/>
          </p:nvSpPr>
          <p:spPr>
            <a:xfrm>
              <a:off x="1967625" y="5405575"/>
              <a:ext cx="174275" cy="161275"/>
            </a:xfrm>
            <a:custGeom>
              <a:avLst/>
              <a:gdLst/>
              <a:ahLst/>
              <a:cxnLst/>
              <a:rect l="l" t="t" r="r" b="b"/>
              <a:pathLst>
                <a:path w="6971" h="6451" extrusionOk="0">
                  <a:moveTo>
                    <a:pt x="5481" y="0"/>
                  </a:moveTo>
                  <a:cubicBezTo>
                    <a:pt x="5349" y="0"/>
                    <a:pt x="5209" y="13"/>
                    <a:pt x="5060" y="42"/>
                  </a:cubicBezTo>
                  <a:cubicBezTo>
                    <a:pt x="3893" y="264"/>
                    <a:pt x="3050" y="1130"/>
                    <a:pt x="2386" y="1130"/>
                  </a:cubicBezTo>
                  <a:cubicBezTo>
                    <a:pt x="2282" y="1130"/>
                    <a:pt x="2183" y="1109"/>
                    <a:pt x="2088" y="1061"/>
                  </a:cubicBezTo>
                  <a:cubicBezTo>
                    <a:pt x="1840" y="940"/>
                    <a:pt x="1521" y="864"/>
                    <a:pt x="1209" y="864"/>
                  </a:cubicBezTo>
                  <a:cubicBezTo>
                    <a:pt x="591" y="864"/>
                    <a:pt x="1" y="1165"/>
                    <a:pt x="49" y="2025"/>
                  </a:cubicBezTo>
                  <a:cubicBezTo>
                    <a:pt x="129" y="3325"/>
                    <a:pt x="2088" y="3600"/>
                    <a:pt x="1447" y="4570"/>
                  </a:cubicBezTo>
                  <a:cubicBezTo>
                    <a:pt x="1020" y="5230"/>
                    <a:pt x="1197" y="5993"/>
                    <a:pt x="1600" y="6450"/>
                  </a:cubicBezTo>
                  <a:lnTo>
                    <a:pt x="2594" y="6450"/>
                  </a:lnTo>
                  <a:lnTo>
                    <a:pt x="4883" y="4851"/>
                  </a:lnTo>
                  <a:lnTo>
                    <a:pt x="6177" y="3045"/>
                  </a:lnTo>
                  <a:lnTo>
                    <a:pt x="6916" y="1311"/>
                  </a:lnTo>
                  <a:cubicBezTo>
                    <a:pt x="6916" y="1311"/>
                    <a:pt x="6916" y="884"/>
                    <a:pt x="6970" y="677"/>
                  </a:cubicBezTo>
                  <a:cubicBezTo>
                    <a:pt x="6772" y="462"/>
                    <a:pt x="6276" y="0"/>
                    <a:pt x="548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3" name="Google Shape;5303;p66"/>
            <p:cNvSpPr/>
            <p:nvPr/>
          </p:nvSpPr>
          <p:spPr>
            <a:xfrm>
              <a:off x="2007600" y="5422475"/>
              <a:ext cx="136750" cy="153225"/>
            </a:xfrm>
            <a:custGeom>
              <a:avLst/>
              <a:gdLst/>
              <a:ahLst/>
              <a:cxnLst/>
              <a:rect l="l" t="t" r="r" b="b"/>
              <a:pathLst>
                <a:path w="5470" h="6129" extrusionOk="0">
                  <a:moveTo>
                    <a:pt x="5371" y="1"/>
                  </a:moveTo>
                  <a:cubicBezTo>
                    <a:pt x="4731" y="2747"/>
                    <a:pt x="2674" y="4938"/>
                    <a:pt x="1" y="5774"/>
                  </a:cubicBezTo>
                  <a:cubicBezTo>
                    <a:pt x="208" y="5976"/>
                    <a:pt x="489" y="6104"/>
                    <a:pt x="763" y="6128"/>
                  </a:cubicBezTo>
                  <a:cubicBezTo>
                    <a:pt x="3205" y="5060"/>
                    <a:pt x="5011" y="2826"/>
                    <a:pt x="5469" y="129"/>
                  </a:cubicBezTo>
                  <a:cubicBezTo>
                    <a:pt x="5469" y="129"/>
                    <a:pt x="5445" y="80"/>
                    <a:pt x="537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4" name="Google Shape;5304;p66"/>
            <p:cNvSpPr/>
            <p:nvPr/>
          </p:nvSpPr>
          <p:spPr>
            <a:xfrm>
              <a:off x="2054150" y="5265475"/>
              <a:ext cx="131550" cy="357375"/>
            </a:xfrm>
            <a:custGeom>
              <a:avLst/>
              <a:gdLst/>
              <a:ahLst/>
              <a:cxnLst/>
              <a:rect l="l" t="t" r="r" b="b"/>
              <a:pathLst>
                <a:path w="5262" h="14295" extrusionOk="0">
                  <a:moveTo>
                    <a:pt x="2643" y="0"/>
                  </a:moveTo>
                  <a:cubicBezTo>
                    <a:pt x="1801" y="0"/>
                    <a:pt x="1117" y="690"/>
                    <a:pt x="1117" y="1502"/>
                  </a:cubicBezTo>
                  <a:lnTo>
                    <a:pt x="1117" y="9814"/>
                  </a:lnTo>
                  <a:cubicBezTo>
                    <a:pt x="531" y="10223"/>
                    <a:pt x="122" y="10882"/>
                    <a:pt x="24" y="11645"/>
                  </a:cubicBezTo>
                  <a:cubicBezTo>
                    <a:pt x="0" y="11749"/>
                    <a:pt x="24" y="14294"/>
                    <a:pt x="2563" y="14294"/>
                  </a:cubicBezTo>
                  <a:cubicBezTo>
                    <a:pt x="5261" y="14294"/>
                    <a:pt x="5261" y="11749"/>
                    <a:pt x="5261" y="11645"/>
                  </a:cubicBezTo>
                  <a:cubicBezTo>
                    <a:pt x="5157" y="10882"/>
                    <a:pt x="4755" y="10223"/>
                    <a:pt x="4144" y="9814"/>
                  </a:cubicBezTo>
                  <a:lnTo>
                    <a:pt x="4144" y="1502"/>
                  </a:lnTo>
                  <a:cubicBezTo>
                    <a:pt x="4144" y="690"/>
                    <a:pt x="3479" y="0"/>
                    <a:pt x="264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5" name="Google Shape;5305;p66"/>
            <p:cNvSpPr/>
            <p:nvPr/>
          </p:nvSpPr>
          <p:spPr>
            <a:xfrm>
              <a:off x="2054150" y="5556600"/>
              <a:ext cx="132150" cy="73900"/>
            </a:xfrm>
            <a:custGeom>
              <a:avLst/>
              <a:gdLst/>
              <a:ahLst/>
              <a:cxnLst/>
              <a:rect l="l" t="t" r="r" b="b"/>
              <a:pathLst>
                <a:path w="5286" h="2956" extrusionOk="0">
                  <a:moveTo>
                    <a:pt x="24" y="0"/>
                  </a:moveTo>
                  <a:cubicBezTo>
                    <a:pt x="0" y="104"/>
                    <a:pt x="0" y="208"/>
                    <a:pt x="0" y="306"/>
                  </a:cubicBezTo>
                  <a:cubicBezTo>
                    <a:pt x="0" y="1758"/>
                    <a:pt x="1141" y="2930"/>
                    <a:pt x="2563" y="2954"/>
                  </a:cubicBezTo>
                  <a:cubicBezTo>
                    <a:pt x="2593" y="2955"/>
                    <a:pt x="2623" y="2956"/>
                    <a:pt x="2652" y="2956"/>
                  </a:cubicBezTo>
                  <a:cubicBezTo>
                    <a:pt x="4113" y="2956"/>
                    <a:pt x="5286" y="1778"/>
                    <a:pt x="5286" y="336"/>
                  </a:cubicBezTo>
                  <a:cubicBezTo>
                    <a:pt x="5286" y="208"/>
                    <a:pt x="5261" y="104"/>
                    <a:pt x="5261" y="0"/>
                  </a:cubicBezTo>
                  <a:cubicBezTo>
                    <a:pt x="5112" y="1295"/>
                    <a:pt x="3989" y="2321"/>
                    <a:pt x="2656" y="2321"/>
                  </a:cubicBezTo>
                  <a:cubicBezTo>
                    <a:pt x="2625" y="2321"/>
                    <a:pt x="2594" y="2321"/>
                    <a:pt x="2563" y="2320"/>
                  </a:cubicBezTo>
                  <a:cubicBezTo>
                    <a:pt x="1245" y="2289"/>
                    <a:pt x="177" y="1276"/>
                    <a:pt x="2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6" name="Google Shape;5306;p66"/>
            <p:cNvSpPr/>
            <p:nvPr/>
          </p:nvSpPr>
          <p:spPr>
            <a:xfrm>
              <a:off x="2104350" y="5288975"/>
              <a:ext cx="31150" cy="101175"/>
            </a:xfrm>
            <a:custGeom>
              <a:avLst/>
              <a:gdLst/>
              <a:ahLst/>
              <a:cxnLst/>
              <a:rect l="l" t="t" r="r" b="b"/>
              <a:pathLst>
                <a:path w="1246" h="4047" extrusionOk="0">
                  <a:moveTo>
                    <a:pt x="635" y="0"/>
                  </a:moveTo>
                  <a:cubicBezTo>
                    <a:pt x="281" y="0"/>
                    <a:pt x="0" y="281"/>
                    <a:pt x="0" y="611"/>
                  </a:cubicBezTo>
                  <a:lnTo>
                    <a:pt x="0" y="1911"/>
                  </a:lnTo>
                  <a:lnTo>
                    <a:pt x="330" y="2161"/>
                  </a:lnTo>
                  <a:lnTo>
                    <a:pt x="0" y="2417"/>
                  </a:lnTo>
                  <a:lnTo>
                    <a:pt x="0" y="3461"/>
                  </a:lnTo>
                  <a:lnTo>
                    <a:pt x="330" y="3742"/>
                  </a:lnTo>
                  <a:lnTo>
                    <a:pt x="635" y="4047"/>
                  </a:lnTo>
                  <a:lnTo>
                    <a:pt x="1245" y="3742"/>
                  </a:lnTo>
                  <a:lnTo>
                    <a:pt x="1245" y="611"/>
                  </a:lnTo>
                  <a:cubicBezTo>
                    <a:pt x="1245" y="281"/>
                    <a:pt x="964" y="0"/>
                    <a:pt x="6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7" name="Google Shape;5307;p66"/>
            <p:cNvSpPr/>
            <p:nvPr/>
          </p:nvSpPr>
          <p:spPr>
            <a:xfrm>
              <a:off x="2078850" y="5382500"/>
              <a:ext cx="82125" cy="216850"/>
            </a:xfrm>
            <a:custGeom>
              <a:avLst/>
              <a:gdLst/>
              <a:ahLst/>
              <a:cxnLst/>
              <a:rect l="l" t="t" r="r" b="b"/>
              <a:pathLst>
                <a:path w="3285" h="8674" extrusionOk="0">
                  <a:moveTo>
                    <a:pt x="1350" y="1"/>
                  </a:moveTo>
                  <a:lnTo>
                    <a:pt x="1020" y="251"/>
                  </a:lnTo>
                  <a:lnTo>
                    <a:pt x="1020" y="1294"/>
                  </a:lnTo>
                  <a:lnTo>
                    <a:pt x="1350" y="1575"/>
                  </a:lnTo>
                  <a:lnTo>
                    <a:pt x="1020" y="1831"/>
                  </a:lnTo>
                  <a:lnTo>
                    <a:pt x="1020" y="2875"/>
                  </a:lnTo>
                  <a:lnTo>
                    <a:pt x="1350" y="3125"/>
                  </a:lnTo>
                  <a:lnTo>
                    <a:pt x="1020" y="3406"/>
                  </a:lnTo>
                  <a:lnTo>
                    <a:pt x="1020" y="4450"/>
                  </a:lnTo>
                  <a:lnTo>
                    <a:pt x="1350" y="4706"/>
                  </a:lnTo>
                  <a:lnTo>
                    <a:pt x="1020" y="4956"/>
                  </a:lnTo>
                  <a:lnTo>
                    <a:pt x="1020" y="5799"/>
                  </a:lnTo>
                  <a:cubicBezTo>
                    <a:pt x="538" y="6000"/>
                    <a:pt x="153" y="6458"/>
                    <a:pt x="25" y="7019"/>
                  </a:cubicBezTo>
                  <a:cubicBezTo>
                    <a:pt x="1" y="7147"/>
                    <a:pt x="25" y="8673"/>
                    <a:pt x="1575" y="8673"/>
                  </a:cubicBezTo>
                  <a:cubicBezTo>
                    <a:pt x="3284" y="8673"/>
                    <a:pt x="3284" y="7117"/>
                    <a:pt x="3284" y="7019"/>
                  </a:cubicBezTo>
                  <a:cubicBezTo>
                    <a:pt x="3156" y="6458"/>
                    <a:pt x="2772" y="6024"/>
                    <a:pt x="2265" y="5799"/>
                  </a:cubicBezTo>
                  <a:lnTo>
                    <a:pt x="226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8" name="Google Shape;5308;p66"/>
            <p:cNvSpPr/>
            <p:nvPr/>
          </p:nvSpPr>
          <p:spPr>
            <a:xfrm>
              <a:off x="2078850" y="5557975"/>
              <a:ext cx="82725" cy="49050"/>
            </a:xfrm>
            <a:custGeom>
              <a:avLst/>
              <a:gdLst/>
              <a:ahLst/>
              <a:cxnLst/>
              <a:rect l="l" t="t" r="r" b="b"/>
              <a:pathLst>
                <a:path w="3309" h="1962" extrusionOk="0">
                  <a:moveTo>
                    <a:pt x="25" y="0"/>
                  </a:moveTo>
                  <a:cubicBezTo>
                    <a:pt x="1" y="128"/>
                    <a:pt x="1" y="251"/>
                    <a:pt x="1" y="379"/>
                  </a:cubicBezTo>
                  <a:cubicBezTo>
                    <a:pt x="25" y="1245"/>
                    <a:pt x="715" y="1929"/>
                    <a:pt x="1575" y="1959"/>
                  </a:cubicBezTo>
                  <a:cubicBezTo>
                    <a:pt x="1604" y="1961"/>
                    <a:pt x="1633" y="1962"/>
                    <a:pt x="1661" y="1962"/>
                  </a:cubicBezTo>
                  <a:cubicBezTo>
                    <a:pt x="2569" y="1962"/>
                    <a:pt x="3309" y="1217"/>
                    <a:pt x="3309" y="330"/>
                  </a:cubicBezTo>
                  <a:cubicBezTo>
                    <a:pt x="3309" y="202"/>
                    <a:pt x="3284" y="98"/>
                    <a:pt x="3284" y="0"/>
                  </a:cubicBezTo>
                  <a:cubicBezTo>
                    <a:pt x="3135" y="772"/>
                    <a:pt x="2446" y="1350"/>
                    <a:pt x="1626" y="1350"/>
                  </a:cubicBezTo>
                  <a:cubicBezTo>
                    <a:pt x="1609" y="1350"/>
                    <a:pt x="1592" y="1350"/>
                    <a:pt x="1575" y="1349"/>
                  </a:cubicBezTo>
                  <a:cubicBezTo>
                    <a:pt x="813" y="1294"/>
                    <a:pt x="178" y="739"/>
                    <a:pt x="2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9" name="Google Shape;5309;p66"/>
            <p:cNvSpPr/>
            <p:nvPr/>
          </p:nvSpPr>
          <p:spPr>
            <a:xfrm>
              <a:off x="2104350" y="5493725"/>
              <a:ext cx="17725" cy="12700"/>
            </a:xfrm>
            <a:custGeom>
              <a:avLst/>
              <a:gdLst/>
              <a:ahLst/>
              <a:cxnLst/>
              <a:rect l="l" t="t" r="r" b="b"/>
              <a:pathLst>
                <a:path w="709" h="508" extrusionOk="0">
                  <a:moveTo>
                    <a:pt x="0" y="1"/>
                  </a:moveTo>
                  <a:lnTo>
                    <a:pt x="0" y="507"/>
                  </a:lnTo>
                  <a:lnTo>
                    <a:pt x="433" y="507"/>
                  </a:lnTo>
                  <a:cubicBezTo>
                    <a:pt x="586" y="507"/>
                    <a:pt x="708" y="410"/>
                    <a:pt x="708" y="257"/>
                  </a:cubicBezTo>
                  <a:cubicBezTo>
                    <a:pt x="708" y="105"/>
                    <a:pt x="586" y="1"/>
                    <a:pt x="43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0" name="Google Shape;5310;p66"/>
            <p:cNvSpPr/>
            <p:nvPr/>
          </p:nvSpPr>
          <p:spPr>
            <a:xfrm>
              <a:off x="2104350" y="5454375"/>
              <a:ext cx="17725" cy="13300"/>
            </a:xfrm>
            <a:custGeom>
              <a:avLst/>
              <a:gdLst/>
              <a:ahLst/>
              <a:cxnLst/>
              <a:rect l="l" t="t" r="r" b="b"/>
              <a:pathLst>
                <a:path w="709" h="532" extrusionOk="0">
                  <a:moveTo>
                    <a:pt x="0" y="0"/>
                  </a:moveTo>
                  <a:lnTo>
                    <a:pt x="0" y="531"/>
                  </a:lnTo>
                  <a:lnTo>
                    <a:pt x="433" y="531"/>
                  </a:lnTo>
                  <a:cubicBezTo>
                    <a:pt x="586" y="531"/>
                    <a:pt x="708" y="403"/>
                    <a:pt x="708" y="250"/>
                  </a:cubicBezTo>
                  <a:cubicBezTo>
                    <a:pt x="708" y="122"/>
                    <a:pt x="586" y="0"/>
                    <a:pt x="43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1" name="Google Shape;5311;p66"/>
            <p:cNvSpPr/>
            <p:nvPr/>
          </p:nvSpPr>
          <p:spPr>
            <a:xfrm>
              <a:off x="2104350" y="5414850"/>
              <a:ext cx="17725" cy="13450"/>
            </a:xfrm>
            <a:custGeom>
              <a:avLst/>
              <a:gdLst/>
              <a:ahLst/>
              <a:cxnLst/>
              <a:rect l="l" t="t" r="r" b="b"/>
              <a:pathLst>
                <a:path w="709" h="538" extrusionOk="0">
                  <a:moveTo>
                    <a:pt x="0" y="0"/>
                  </a:moveTo>
                  <a:lnTo>
                    <a:pt x="0" y="537"/>
                  </a:lnTo>
                  <a:lnTo>
                    <a:pt x="433" y="537"/>
                  </a:lnTo>
                  <a:cubicBezTo>
                    <a:pt x="586" y="537"/>
                    <a:pt x="708" y="409"/>
                    <a:pt x="708" y="281"/>
                  </a:cubicBezTo>
                  <a:cubicBezTo>
                    <a:pt x="708" y="129"/>
                    <a:pt x="586" y="0"/>
                    <a:pt x="43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2" name="Google Shape;5312;p66"/>
            <p:cNvSpPr/>
            <p:nvPr/>
          </p:nvSpPr>
          <p:spPr>
            <a:xfrm>
              <a:off x="2104350" y="5375475"/>
              <a:ext cx="17725" cy="13300"/>
            </a:xfrm>
            <a:custGeom>
              <a:avLst/>
              <a:gdLst/>
              <a:ahLst/>
              <a:cxnLst/>
              <a:rect l="l" t="t" r="r" b="b"/>
              <a:pathLst>
                <a:path w="709" h="532" extrusionOk="0">
                  <a:moveTo>
                    <a:pt x="0" y="1"/>
                  </a:moveTo>
                  <a:lnTo>
                    <a:pt x="0" y="532"/>
                  </a:lnTo>
                  <a:lnTo>
                    <a:pt x="433" y="532"/>
                  </a:lnTo>
                  <a:cubicBezTo>
                    <a:pt x="586" y="532"/>
                    <a:pt x="708" y="434"/>
                    <a:pt x="708" y="282"/>
                  </a:cubicBezTo>
                  <a:cubicBezTo>
                    <a:pt x="708" y="129"/>
                    <a:pt x="586" y="1"/>
                    <a:pt x="43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3" name="Google Shape;5313;p66"/>
            <p:cNvSpPr/>
            <p:nvPr/>
          </p:nvSpPr>
          <p:spPr>
            <a:xfrm>
              <a:off x="2104350" y="5336725"/>
              <a:ext cx="17725" cy="12700"/>
            </a:xfrm>
            <a:custGeom>
              <a:avLst/>
              <a:gdLst/>
              <a:ahLst/>
              <a:cxnLst/>
              <a:rect l="l" t="t" r="r" b="b"/>
              <a:pathLst>
                <a:path w="709" h="508" extrusionOk="0">
                  <a:moveTo>
                    <a:pt x="0" y="1"/>
                  </a:moveTo>
                  <a:lnTo>
                    <a:pt x="0" y="507"/>
                  </a:lnTo>
                  <a:lnTo>
                    <a:pt x="433" y="507"/>
                  </a:lnTo>
                  <a:cubicBezTo>
                    <a:pt x="586" y="507"/>
                    <a:pt x="708" y="403"/>
                    <a:pt x="708" y="251"/>
                  </a:cubicBezTo>
                  <a:cubicBezTo>
                    <a:pt x="708" y="98"/>
                    <a:pt x="586" y="1"/>
                    <a:pt x="43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4" name="Google Shape;5314;p66"/>
            <p:cNvSpPr/>
            <p:nvPr/>
          </p:nvSpPr>
          <p:spPr>
            <a:xfrm>
              <a:off x="1810625" y="5487500"/>
              <a:ext cx="110650" cy="91400"/>
            </a:xfrm>
            <a:custGeom>
              <a:avLst/>
              <a:gdLst/>
              <a:ahLst/>
              <a:cxnLst/>
              <a:rect l="l" t="t" r="r" b="b"/>
              <a:pathLst>
                <a:path w="4426" h="3656" extrusionOk="0">
                  <a:moveTo>
                    <a:pt x="2421" y="0"/>
                  </a:moveTo>
                  <a:cubicBezTo>
                    <a:pt x="1839" y="0"/>
                    <a:pt x="1224" y="591"/>
                    <a:pt x="458" y="988"/>
                  </a:cubicBezTo>
                  <a:cubicBezTo>
                    <a:pt x="281" y="1062"/>
                    <a:pt x="128" y="1190"/>
                    <a:pt x="0" y="1318"/>
                  </a:cubicBezTo>
                  <a:lnTo>
                    <a:pt x="379" y="2056"/>
                  </a:lnTo>
                  <a:lnTo>
                    <a:pt x="3687" y="3655"/>
                  </a:lnTo>
                  <a:lnTo>
                    <a:pt x="4425" y="3454"/>
                  </a:lnTo>
                  <a:cubicBezTo>
                    <a:pt x="4273" y="2996"/>
                    <a:pt x="3864" y="2563"/>
                    <a:pt x="3485" y="2307"/>
                  </a:cubicBezTo>
                  <a:cubicBezTo>
                    <a:pt x="2667" y="1776"/>
                    <a:pt x="3662" y="732"/>
                    <a:pt x="2924" y="170"/>
                  </a:cubicBezTo>
                  <a:cubicBezTo>
                    <a:pt x="2757" y="51"/>
                    <a:pt x="2590" y="0"/>
                    <a:pt x="242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5" name="Google Shape;5315;p66"/>
            <p:cNvSpPr/>
            <p:nvPr/>
          </p:nvSpPr>
          <p:spPr>
            <a:xfrm>
              <a:off x="1803600" y="5520425"/>
              <a:ext cx="118875" cy="69300"/>
            </a:xfrm>
            <a:custGeom>
              <a:avLst/>
              <a:gdLst/>
              <a:ahLst/>
              <a:cxnLst/>
              <a:rect l="l" t="t" r="r" b="b"/>
              <a:pathLst>
                <a:path w="4755" h="2772" extrusionOk="0">
                  <a:moveTo>
                    <a:pt x="281" y="1"/>
                  </a:moveTo>
                  <a:cubicBezTo>
                    <a:pt x="177" y="129"/>
                    <a:pt x="104" y="257"/>
                    <a:pt x="0" y="379"/>
                  </a:cubicBezTo>
                  <a:cubicBezTo>
                    <a:pt x="1221" y="1655"/>
                    <a:pt x="2851" y="2515"/>
                    <a:pt x="4682" y="2772"/>
                  </a:cubicBezTo>
                  <a:cubicBezTo>
                    <a:pt x="4755" y="2570"/>
                    <a:pt x="4755" y="2338"/>
                    <a:pt x="4706" y="2137"/>
                  </a:cubicBezTo>
                  <a:cubicBezTo>
                    <a:pt x="3003" y="1905"/>
                    <a:pt x="1477" y="1142"/>
                    <a:pt x="28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16" name="Google Shape;5316;p66"/>
          <p:cNvGrpSpPr/>
          <p:nvPr/>
        </p:nvGrpSpPr>
        <p:grpSpPr>
          <a:xfrm>
            <a:off x="949016" y="3617011"/>
            <a:ext cx="436850" cy="319275"/>
            <a:chOff x="999350" y="5252600"/>
            <a:chExt cx="436850" cy="319275"/>
          </a:xfrm>
        </p:grpSpPr>
        <p:sp>
          <p:nvSpPr>
            <p:cNvPr id="5317" name="Google Shape;5317;p66"/>
            <p:cNvSpPr/>
            <p:nvPr/>
          </p:nvSpPr>
          <p:spPr>
            <a:xfrm>
              <a:off x="1199675" y="5347550"/>
              <a:ext cx="228150" cy="224325"/>
            </a:xfrm>
            <a:custGeom>
              <a:avLst/>
              <a:gdLst/>
              <a:ahLst/>
              <a:cxnLst/>
              <a:rect l="l" t="t" r="r" b="b"/>
              <a:pathLst>
                <a:path w="9126" h="8973" extrusionOk="0">
                  <a:moveTo>
                    <a:pt x="6482" y="1"/>
                  </a:moveTo>
                  <a:lnTo>
                    <a:pt x="4578" y="178"/>
                  </a:lnTo>
                  <a:lnTo>
                    <a:pt x="916" y="1472"/>
                  </a:lnTo>
                  <a:cubicBezTo>
                    <a:pt x="355" y="2259"/>
                    <a:pt x="1" y="3229"/>
                    <a:pt x="1" y="4243"/>
                  </a:cubicBezTo>
                  <a:cubicBezTo>
                    <a:pt x="1" y="5518"/>
                    <a:pt x="507" y="6660"/>
                    <a:pt x="1319" y="7502"/>
                  </a:cubicBezTo>
                  <a:lnTo>
                    <a:pt x="4065" y="8924"/>
                  </a:lnTo>
                  <a:cubicBezTo>
                    <a:pt x="4194" y="8948"/>
                    <a:pt x="4297" y="8948"/>
                    <a:pt x="4426" y="8973"/>
                  </a:cubicBezTo>
                  <a:cubicBezTo>
                    <a:pt x="4426" y="8973"/>
                    <a:pt x="9125" y="8973"/>
                    <a:pt x="9125" y="4243"/>
                  </a:cubicBezTo>
                  <a:cubicBezTo>
                    <a:pt x="9125" y="1704"/>
                    <a:pt x="7752" y="532"/>
                    <a:pt x="648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8" name="Google Shape;5318;p66"/>
            <p:cNvSpPr/>
            <p:nvPr/>
          </p:nvSpPr>
          <p:spPr>
            <a:xfrm>
              <a:off x="1122025" y="5252600"/>
              <a:ext cx="56625" cy="44350"/>
            </a:xfrm>
            <a:custGeom>
              <a:avLst/>
              <a:gdLst/>
              <a:ahLst/>
              <a:cxnLst/>
              <a:rect l="l" t="t" r="r" b="b"/>
              <a:pathLst>
                <a:path w="2265" h="1774" extrusionOk="0">
                  <a:moveTo>
                    <a:pt x="305" y="1"/>
                  </a:moveTo>
                  <a:cubicBezTo>
                    <a:pt x="157" y="1"/>
                    <a:pt x="53" y="9"/>
                    <a:pt x="24" y="9"/>
                  </a:cubicBezTo>
                  <a:cubicBezTo>
                    <a:pt x="24" y="9"/>
                    <a:pt x="0" y="1126"/>
                    <a:pt x="787" y="1608"/>
                  </a:cubicBezTo>
                  <a:cubicBezTo>
                    <a:pt x="977" y="1729"/>
                    <a:pt x="1169" y="1774"/>
                    <a:pt x="1350" y="1774"/>
                  </a:cubicBezTo>
                  <a:cubicBezTo>
                    <a:pt x="1852" y="1774"/>
                    <a:pt x="2264" y="1431"/>
                    <a:pt x="2264" y="1431"/>
                  </a:cubicBezTo>
                  <a:cubicBezTo>
                    <a:pt x="2216" y="1101"/>
                    <a:pt x="2087" y="717"/>
                    <a:pt x="1782" y="442"/>
                  </a:cubicBezTo>
                  <a:cubicBezTo>
                    <a:pt x="1360" y="55"/>
                    <a:pt x="686" y="1"/>
                    <a:pt x="30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9" name="Google Shape;5319;p66"/>
            <p:cNvSpPr/>
            <p:nvPr/>
          </p:nvSpPr>
          <p:spPr>
            <a:xfrm>
              <a:off x="1179850" y="5252600"/>
              <a:ext cx="56625" cy="44350"/>
            </a:xfrm>
            <a:custGeom>
              <a:avLst/>
              <a:gdLst/>
              <a:ahLst/>
              <a:cxnLst/>
              <a:rect l="l" t="t" r="r" b="b"/>
              <a:pathLst>
                <a:path w="2265" h="1774" extrusionOk="0">
                  <a:moveTo>
                    <a:pt x="1945" y="1"/>
                  </a:moveTo>
                  <a:cubicBezTo>
                    <a:pt x="1554" y="1"/>
                    <a:pt x="881" y="55"/>
                    <a:pt x="458" y="442"/>
                  </a:cubicBezTo>
                  <a:cubicBezTo>
                    <a:pt x="153" y="717"/>
                    <a:pt x="31" y="1101"/>
                    <a:pt x="0" y="1431"/>
                  </a:cubicBezTo>
                  <a:cubicBezTo>
                    <a:pt x="0" y="1431"/>
                    <a:pt x="399" y="1774"/>
                    <a:pt x="894" y="1774"/>
                  </a:cubicBezTo>
                  <a:cubicBezTo>
                    <a:pt x="1073" y="1774"/>
                    <a:pt x="1264" y="1729"/>
                    <a:pt x="1453" y="1608"/>
                  </a:cubicBezTo>
                  <a:cubicBezTo>
                    <a:pt x="2265" y="1126"/>
                    <a:pt x="2240" y="9"/>
                    <a:pt x="2240" y="9"/>
                  </a:cubicBezTo>
                  <a:cubicBezTo>
                    <a:pt x="2204" y="9"/>
                    <a:pt x="2096" y="1"/>
                    <a:pt x="194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0" name="Google Shape;5320;p66"/>
            <p:cNvSpPr/>
            <p:nvPr/>
          </p:nvSpPr>
          <p:spPr>
            <a:xfrm>
              <a:off x="1118800" y="5252800"/>
              <a:ext cx="120875" cy="95400"/>
            </a:xfrm>
            <a:custGeom>
              <a:avLst/>
              <a:gdLst/>
              <a:ahLst/>
              <a:cxnLst/>
              <a:rect l="l" t="t" r="r" b="b"/>
              <a:pathLst>
                <a:path w="4835" h="3816" extrusionOk="0">
                  <a:moveTo>
                    <a:pt x="129" y="1"/>
                  </a:moveTo>
                  <a:cubicBezTo>
                    <a:pt x="129" y="1"/>
                    <a:pt x="1" y="1044"/>
                    <a:pt x="611" y="1600"/>
                  </a:cubicBezTo>
                  <a:cubicBezTo>
                    <a:pt x="1069" y="2009"/>
                    <a:pt x="1783" y="2058"/>
                    <a:pt x="2137" y="2058"/>
                  </a:cubicBezTo>
                  <a:lnTo>
                    <a:pt x="2137" y="3559"/>
                  </a:lnTo>
                  <a:cubicBezTo>
                    <a:pt x="2137" y="3687"/>
                    <a:pt x="2265" y="3815"/>
                    <a:pt x="2418" y="3815"/>
                  </a:cubicBezTo>
                  <a:cubicBezTo>
                    <a:pt x="2546" y="3815"/>
                    <a:pt x="2674" y="3687"/>
                    <a:pt x="2674" y="3559"/>
                  </a:cubicBezTo>
                  <a:lnTo>
                    <a:pt x="2674" y="2058"/>
                  </a:lnTo>
                  <a:cubicBezTo>
                    <a:pt x="3053" y="2058"/>
                    <a:pt x="3767" y="2009"/>
                    <a:pt x="4200" y="1600"/>
                  </a:cubicBezTo>
                  <a:cubicBezTo>
                    <a:pt x="4835" y="1044"/>
                    <a:pt x="4682" y="1"/>
                    <a:pt x="4682" y="1"/>
                  </a:cubicBezTo>
                  <a:lnTo>
                    <a:pt x="4682" y="1"/>
                  </a:lnTo>
                  <a:cubicBezTo>
                    <a:pt x="4633" y="330"/>
                    <a:pt x="4505" y="709"/>
                    <a:pt x="4200" y="989"/>
                  </a:cubicBezTo>
                  <a:cubicBezTo>
                    <a:pt x="3803" y="1353"/>
                    <a:pt x="3175" y="1412"/>
                    <a:pt x="2778" y="1412"/>
                  </a:cubicBezTo>
                  <a:cubicBezTo>
                    <a:pt x="2588" y="1412"/>
                    <a:pt x="2451" y="1398"/>
                    <a:pt x="2418" y="1398"/>
                  </a:cubicBezTo>
                  <a:cubicBezTo>
                    <a:pt x="2386" y="1398"/>
                    <a:pt x="2248" y="1412"/>
                    <a:pt x="2055" y="1412"/>
                  </a:cubicBezTo>
                  <a:cubicBezTo>
                    <a:pt x="1651" y="1412"/>
                    <a:pt x="1008" y="1353"/>
                    <a:pt x="611" y="989"/>
                  </a:cubicBezTo>
                  <a:cubicBezTo>
                    <a:pt x="306" y="709"/>
                    <a:pt x="208" y="330"/>
                    <a:pt x="15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1" name="Google Shape;5321;p66"/>
            <p:cNvSpPr/>
            <p:nvPr/>
          </p:nvSpPr>
          <p:spPr>
            <a:xfrm>
              <a:off x="999350" y="5336125"/>
              <a:ext cx="151375" cy="235750"/>
            </a:xfrm>
            <a:custGeom>
              <a:avLst/>
              <a:gdLst/>
              <a:ahLst/>
              <a:cxnLst/>
              <a:rect l="l" t="t" r="r" b="b"/>
              <a:pathLst>
                <a:path w="6055" h="9430" extrusionOk="0">
                  <a:moveTo>
                    <a:pt x="3052" y="1648"/>
                  </a:moveTo>
                  <a:cubicBezTo>
                    <a:pt x="3589" y="1648"/>
                    <a:pt x="4016" y="2081"/>
                    <a:pt x="4016" y="2618"/>
                  </a:cubicBezTo>
                  <a:cubicBezTo>
                    <a:pt x="4016" y="3149"/>
                    <a:pt x="3589" y="3607"/>
                    <a:pt x="3052" y="3607"/>
                  </a:cubicBezTo>
                  <a:lnTo>
                    <a:pt x="1654" y="3607"/>
                  </a:lnTo>
                  <a:lnTo>
                    <a:pt x="1349" y="2618"/>
                  </a:lnTo>
                  <a:lnTo>
                    <a:pt x="1654" y="1648"/>
                  </a:lnTo>
                  <a:close/>
                  <a:moveTo>
                    <a:pt x="3509" y="5261"/>
                  </a:moveTo>
                  <a:cubicBezTo>
                    <a:pt x="4169" y="5261"/>
                    <a:pt x="4706" y="5798"/>
                    <a:pt x="4706" y="6457"/>
                  </a:cubicBezTo>
                  <a:lnTo>
                    <a:pt x="4706" y="6586"/>
                  </a:lnTo>
                  <a:cubicBezTo>
                    <a:pt x="4706" y="7245"/>
                    <a:pt x="4169" y="7782"/>
                    <a:pt x="3509" y="7782"/>
                  </a:cubicBezTo>
                  <a:lnTo>
                    <a:pt x="1654" y="7782"/>
                  </a:lnTo>
                  <a:lnTo>
                    <a:pt x="1349" y="6506"/>
                  </a:lnTo>
                  <a:lnTo>
                    <a:pt x="1654" y="5261"/>
                  </a:lnTo>
                  <a:close/>
                  <a:moveTo>
                    <a:pt x="812" y="0"/>
                  </a:moveTo>
                  <a:cubicBezTo>
                    <a:pt x="354" y="0"/>
                    <a:pt x="0" y="354"/>
                    <a:pt x="0" y="812"/>
                  </a:cubicBezTo>
                  <a:lnTo>
                    <a:pt x="0" y="8594"/>
                  </a:lnTo>
                  <a:cubicBezTo>
                    <a:pt x="0" y="9051"/>
                    <a:pt x="354" y="9430"/>
                    <a:pt x="812" y="9430"/>
                  </a:cubicBezTo>
                  <a:lnTo>
                    <a:pt x="3204" y="9430"/>
                  </a:lnTo>
                  <a:cubicBezTo>
                    <a:pt x="4779" y="9430"/>
                    <a:pt x="6054" y="8160"/>
                    <a:pt x="6054" y="6586"/>
                  </a:cubicBezTo>
                  <a:lnTo>
                    <a:pt x="6054" y="6457"/>
                  </a:lnTo>
                  <a:cubicBezTo>
                    <a:pt x="6054" y="5517"/>
                    <a:pt x="5597" y="4675"/>
                    <a:pt x="4883" y="4144"/>
                  </a:cubicBezTo>
                  <a:cubicBezTo>
                    <a:pt x="5188" y="3711"/>
                    <a:pt x="5365" y="3204"/>
                    <a:pt x="5365" y="2618"/>
                  </a:cubicBezTo>
                  <a:cubicBezTo>
                    <a:pt x="5365" y="1166"/>
                    <a:pt x="4199" y="0"/>
                    <a:pt x="274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2" name="Google Shape;5322;p66"/>
            <p:cNvSpPr/>
            <p:nvPr/>
          </p:nvSpPr>
          <p:spPr>
            <a:xfrm>
              <a:off x="1024825" y="5467650"/>
              <a:ext cx="15875" cy="63025"/>
            </a:xfrm>
            <a:custGeom>
              <a:avLst/>
              <a:gdLst/>
              <a:ahLst/>
              <a:cxnLst/>
              <a:rect l="l" t="t" r="r" b="b"/>
              <a:pathLst>
                <a:path w="635" h="2521" extrusionOk="0">
                  <a:moveTo>
                    <a:pt x="177" y="0"/>
                  </a:moveTo>
                  <a:cubicBezTo>
                    <a:pt x="73" y="0"/>
                    <a:pt x="0" y="79"/>
                    <a:pt x="0" y="177"/>
                  </a:cubicBezTo>
                  <a:lnTo>
                    <a:pt x="0" y="2338"/>
                  </a:lnTo>
                  <a:cubicBezTo>
                    <a:pt x="0" y="2417"/>
                    <a:pt x="73" y="2521"/>
                    <a:pt x="177" y="2521"/>
                  </a:cubicBezTo>
                  <a:lnTo>
                    <a:pt x="635" y="2521"/>
                  </a:lnTo>
                  <a:lnTo>
                    <a:pt x="6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3" name="Google Shape;5323;p66"/>
            <p:cNvSpPr/>
            <p:nvPr/>
          </p:nvSpPr>
          <p:spPr>
            <a:xfrm>
              <a:off x="1059750" y="5336125"/>
              <a:ext cx="98600" cy="235750"/>
            </a:xfrm>
            <a:custGeom>
              <a:avLst/>
              <a:gdLst/>
              <a:ahLst/>
              <a:cxnLst/>
              <a:rect l="l" t="t" r="r" b="b"/>
              <a:pathLst>
                <a:path w="3944" h="9430" extrusionOk="0">
                  <a:moveTo>
                    <a:pt x="1" y="0"/>
                  </a:moveTo>
                  <a:cubicBezTo>
                    <a:pt x="1447" y="0"/>
                    <a:pt x="2644" y="1166"/>
                    <a:pt x="2644" y="2618"/>
                  </a:cubicBezTo>
                  <a:cubicBezTo>
                    <a:pt x="2644" y="3125"/>
                    <a:pt x="2491" y="3607"/>
                    <a:pt x="2241" y="4016"/>
                  </a:cubicBezTo>
                  <a:cubicBezTo>
                    <a:pt x="2186" y="4089"/>
                    <a:pt x="2210" y="4193"/>
                    <a:pt x="2265" y="4242"/>
                  </a:cubicBezTo>
                  <a:cubicBezTo>
                    <a:pt x="2900" y="4779"/>
                    <a:pt x="3309" y="5566"/>
                    <a:pt x="3309" y="6457"/>
                  </a:cubicBezTo>
                  <a:lnTo>
                    <a:pt x="3309" y="6586"/>
                  </a:lnTo>
                  <a:cubicBezTo>
                    <a:pt x="3309" y="8160"/>
                    <a:pt x="2033" y="9430"/>
                    <a:pt x="459" y="9430"/>
                  </a:cubicBezTo>
                  <a:lnTo>
                    <a:pt x="1093" y="9430"/>
                  </a:lnTo>
                  <a:cubicBezTo>
                    <a:pt x="2668" y="9430"/>
                    <a:pt x="3944" y="8160"/>
                    <a:pt x="3944" y="6586"/>
                  </a:cubicBezTo>
                  <a:lnTo>
                    <a:pt x="3944" y="6457"/>
                  </a:lnTo>
                  <a:cubicBezTo>
                    <a:pt x="3944" y="5517"/>
                    <a:pt x="3486" y="4675"/>
                    <a:pt x="2772" y="4144"/>
                  </a:cubicBezTo>
                  <a:cubicBezTo>
                    <a:pt x="3101" y="3711"/>
                    <a:pt x="3278" y="3174"/>
                    <a:pt x="3278" y="2594"/>
                  </a:cubicBezTo>
                  <a:cubicBezTo>
                    <a:pt x="3254" y="1141"/>
                    <a:pt x="2033" y="0"/>
                    <a:pt x="58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4" name="Google Shape;5324;p66"/>
            <p:cNvSpPr/>
            <p:nvPr/>
          </p:nvSpPr>
          <p:spPr>
            <a:xfrm>
              <a:off x="1024825" y="5377325"/>
              <a:ext cx="15875" cy="49000"/>
            </a:xfrm>
            <a:custGeom>
              <a:avLst/>
              <a:gdLst/>
              <a:ahLst/>
              <a:cxnLst/>
              <a:rect l="l" t="t" r="r" b="b"/>
              <a:pathLst>
                <a:path w="635" h="1960" extrusionOk="0">
                  <a:moveTo>
                    <a:pt x="177" y="0"/>
                  </a:moveTo>
                  <a:cubicBezTo>
                    <a:pt x="73" y="0"/>
                    <a:pt x="0" y="79"/>
                    <a:pt x="0" y="183"/>
                  </a:cubicBezTo>
                  <a:lnTo>
                    <a:pt x="0" y="1782"/>
                  </a:lnTo>
                  <a:cubicBezTo>
                    <a:pt x="0" y="1886"/>
                    <a:pt x="73" y="1959"/>
                    <a:pt x="177" y="1959"/>
                  </a:cubicBezTo>
                  <a:lnTo>
                    <a:pt x="635" y="1959"/>
                  </a:lnTo>
                  <a:lnTo>
                    <a:pt x="63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5" name="Google Shape;5325;p66"/>
            <p:cNvSpPr/>
            <p:nvPr/>
          </p:nvSpPr>
          <p:spPr>
            <a:xfrm>
              <a:off x="1158325" y="5337225"/>
              <a:ext cx="33750" cy="232925"/>
            </a:xfrm>
            <a:custGeom>
              <a:avLst/>
              <a:gdLst/>
              <a:ahLst/>
              <a:cxnLst/>
              <a:rect l="l" t="t" r="r" b="b"/>
              <a:pathLst>
                <a:path w="1350" h="9317" extrusionOk="0">
                  <a:moveTo>
                    <a:pt x="534" y="0"/>
                  </a:moveTo>
                  <a:cubicBezTo>
                    <a:pt x="523" y="0"/>
                    <a:pt x="514" y="2"/>
                    <a:pt x="507" y="5"/>
                  </a:cubicBezTo>
                  <a:cubicBezTo>
                    <a:pt x="202" y="133"/>
                    <a:pt x="1" y="438"/>
                    <a:pt x="1" y="768"/>
                  </a:cubicBezTo>
                  <a:lnTo>
                    <a:pt x="1" y="8550"/>
                  </a:lnTo>
                  <a:cubicBezTo>
                    <a:pt x="1" y="8904"/>
                    <a:pt x="202" y="9209"/>
                    <a:pt x="507" y="9312"/>
                  </a:cubicBezTo>
                  <a:cubicBezTo>
                    <a:pt x="514" y="9315"/>
                    <a:pt x="523" y="9317"/>
                    <a:pt x="534" y="9317"/>
                  </a:cubicBezTo>
                  <a:cubicBezTo>
                    <a:pt x="700" y="9317"/>
                    <a:pt x="1349" y="8979"/>
                    <a:pt x="1349" y="8550"/>
                  </a:cubicBezTo>
                  <a:lnTo>
                    <a:pt x="1349" y="768"/>
                  </a:lnTo>
                  <a:cubicBezTo>
                    <a:pt x="1349" y="339"/>
                    <a:pt x="700" y="0"/>
                    <a:pt x="53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6" name="Google Shape;5326;p66"/>
            <p:cNvSpPr/>
            <p:nvPr/>
          </p:nvSpPr>
          <p:spPr>
            <a:xfrm>
              <a:off x="1171000" y="5336125"/>
              <a:ext cx="28700" cy="235750"/>
            </a:xfrm>
            <a:custGeom>
              <a:avLst/>
              <a:gdLst/>
              <a:ahLst/>
              <a:cxnLst/>
              <a:rect l="l" t="t" r="r" b="b"/>
              <a:pathLst>
                <a:path w="1148" h="9430" extrusionOk="0">
                  <a:moveTo>
                    <a:pt x="330" y="0"/>
                  </a:moveTo>
                  <a:cubicBezTo>
                    <a:pt x="202" y="0"/>
                    <a:pt x="104" y="0"/>
                    <a:pt x="0" y="49"/>
                  </a:cubicBezTo>
                  <a:cubicBezTo>
                    <a:pt x="305" y="177"/>
                    <a:pt x="507" y="482"/>
                    <a:pt x="507" y="812"/>
                  </a:cubicBezTo>
                  <a:lnTo>
                    <a:pt x="507" y="8594"/>
                  </a:lnTo>
                  <a:cubicBezTo>
                    <a:pt x="507" y="8948"/>
                    <a:pt x="305" y="9253"/>
                    <a:pt x="0" y="9356"/>
                  </a:cubicBezTo>
                  <a:cubicBezTo>
                    <a:pt x="104" y="9405"/>
                    <a:pt x="202" y="9430"/>
                    <a:pt x="330" y="9430"/>
                  </a:cubicBezTo>
                  <a:cubicBezTo>
                    <a:pt x="788" y="9430"/>
                    <a:pt x="1148" y="9051"/>
                    <a:pt x="1148" y="8594"/>
                  </a:cubicBezTo>
                  <a:lnTo>
                    <a:pt x="1148" y="812"/>
                  </a:lnTo>
                  <a:cubicBezTo>
                    <a:pt x="1148" y="354"/>
                    <a:pt x="788" y="0"/>
                    <a:pt x="33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7" name="Google Shape;5327;p66"/>
            <p:cNvSpPr/>
            <p:nvPr/>
          </p:nvSpPr>
          <p:spPr>
            <a:xfrm>
              <a:off x="1354700" y="5344975"/>
              <a:ext cx="81500" cy="131550"/>
            </a:xfrm>
            <a:custGeom>
              <a:avLst/>
              <a:gdLst/>
              <a:ahLst/>
              <a:cxnLst/>
              <a:rect l="l" t="t" r="r" b="b"/>
              <a:pathLst>
                <a:path w="3260" h="5262" extrusionOk="0">
                  <a:moveTo>
                    <a:pt x="129" y="0"/>
                  </a:moveTo>
                  <a:lnTo>
                    <a:pt x="1" y="128"/>
                  </a:lnTo>
                  <a:cubicBezTo>
                    <a:pt x="1551" y="916"/>
                    <a:pt x="2619" y="2515"/>
                    <a:pt x="2619" y="4346"/>
                  </a:cubicBezTo>
                  <a:cubicBezTo>
                    <a:pt x="2619" y="4474"/>
                    <a:pt x="2619" y="4602"/>
                    <a:pt x="2594" y="4730"/>
                  </a:cubicBezTo>
                  <a:lnTo>
                    <a:pt x="2851" y="5261"/>
                  </a:lnTo>
                  <a:lnTo>
                    <a:pt x="3180" y="5139"/>
                  </a:lnTo>
                  <a:cubicBezTo>
                    <a:pt x="3229" y="4883"/>
                    <a:pt x="3260" y="4626"/>
                    <a:pt x="3260" y="4346"/>
                  </a:cubicBezTo>
                  <a:cubicBezTo>
                    <a:pt x="3260" y="2466"/>
                    <a:pt x="2137" y="812"/>
                    <a:pt x="513" y="73"/>
                  </a:cubicBezTo>
                  <a:lnTo>
                    <a:pt x="12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8" name="Google Shape;5328;p66"/>
            <p:cNvSpPr/>
            <p:nvPr/>
          </p:nvSpPr>
          <p:spPr>
            <a:xfrm>
              <a:off x="1310300" y="5559200"/>
              <a:ext cx="54050" cy="12675"/>
            </a:xfrm>
            <a:custGeom>
              <a:avLst/>
              <a:gdLst/>
              <a:ahLst/>
              <a:cxnLst/>
              <a:rect l="l" t="t" r="r" b="b"/>
              <a:pathLst>
                <a:path w="2162" h="507" extrusionOk="0">
                  <a:moveTo>
                    <a:pt x="1801" y="0"/>
                  </a:moveTo>
                  <a:cubicBezTo>
                    <a:pt x="1270" y="281"/>
                    <a:pt x="635" y="458"/>
                    <a:pt x="1" y="507"/>
                  </a:cubicBezTo>
                  <a:lnTo>
                    <a:pt x="306" y="507"/>
                  </a:lnTo>
                  <a:cubicBezTo>
                    <a:pt x="965" y="507"/>
                    <a:pt x="1600" y="385"/>
                    <a:pt x="2161" y="128"/>
                  </a:cubicBezTo>
                  <a:lnTo>
                    <a:pt x="208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9" name="Google Shape;5329;p66"/>
            <p:cNvSpPr/>
            <p:nvPr/>
          </p:nvSpPr>
          <p:spPr>
            <a:xfrm>
              <a:off x="1232625" y="5510125"/>
              <a:ext cx="73125" cy="60525"/>
            </a:xfrm>
            <a:custGeom>
              <a:avLst/>
              <a:gdLst/>
              <a:ahLst/>
              <a:cxnLst/>
              <a:rect l="l" t="t" r="r" b="b"/>
              <a:pathLst>
                <a:path w="2925" h="2421" extrusionOk="0">
                  <a:moveTo>
                    <a:pt x="1586" y="0"/>
                  </a:moveTo>
                  <a:cubicBezTo>
                    <a:pt x="1246" y="0"/>
                    <a:pt x="886" y="355"/>
                    <a:pt x="434" y="590"/>
                  </a:cubicBezTo>
                  <a:cubicBezTo>
                    <a:pt x="233" y="669"/>
                    <a:pt x="105" y="822"/>
                    <a:pt x="1" y="999"/>
                  </a:cubicBezTo>
                  <a:cubicBezTo>
                    <a:pt x="715" y="1762"/>
                    <a:pt x="1679" y="2268"/>
                    <a:pt x="2747" y="2421"/>
                  </a:cubicBezTo>
                  <a:cubicBezTo>
                    <a:pt x="2924" y="2042"/>
                    <a:pt x="2546" y="1609"/>
                    <a:pt x="2216" y="1353"/>
                  </a:cubicBezTo>
                  <a:cubicBezTo>
                    <a:pt x="1734" y="1048"/>
                    <a:pt x="2314" y="437"/>
                    <a:pt x="1887" y="108"/>
                  </a:cubicBezTo>
                  <a:cubicBezTo>
                    <a:pt x="1787" y="32"/>
                    <a:pt x="1688" y="0"/>
                    <a:pt x="158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0" name="Google Shape;5330;p66"/>
            <p:cNvSpPr/>
            <p:nvPr/>
          </p:nvSpPr>
          <p:spPr>
            <a:xfrm>
              <a:off x="1222575" y="5336125"/>
              <a:ext cx="151825" cy="146050"/>
            </a:xfrm>
            <a:custGeom>
              <a:avLst/>
              <a:gdLst/>
              <a:ahLst/>
              <a:cxnLst/>
              <a:rect l="l" t="t" r="r" b="b"/>
              <a:pathLst>
                <a:path w="6073" h="5842" extrusionOk="0">
                  <a:moveTo>
                    <a:pt x="3510" y="0"/>
                  </a:moveTo>
                  <a:cubicBezTo>
                    <a:pt x="2057" y="98"/>
                    <a:pt x="787" y="836"/>
                    <a:pt x="0" y="1929"/>
                  </a:cubicBezTo>
                  <a:cubicBezTo>
                    <a:pt x="153" y="2313"/>
                    <a:pt x="403" y="2716"/>
                    <a:pt x="708" y="3021"/>
                  </a:cubicBezTo>
                  <a:cubicBezTo>
                    <a:pt x="1373" y="3711"/>
                    <a:pt x="1190" y="5237"/>
                    <a:pt x="1422" y="5566"/>
                  </a:cubicBezTo>
                  <a:cubicBezTo>
                    <a:pt x="1546" y="5754"/>
                    <a:pt x="1722" y="5842"/>
                    <a:pt x="1905" y="5842"/>
                  </a:cubicBezTo>
                  <a:cubicBezTo>
                    <a:pt x="2246" y="5842"/>
                    <a:pt x="2608" y="5537"/>
                    <a:pt x="2692" y="5005"/>
                  </a:cubicBezTo>
                  <a:cubicBezTo>
                    <a:pt x="2820" y="4217"/>
                    <a:pt x="3406" y="3912"/>
                    <a:pt x="3967" y="3204"/>
                  </a:cubicBezTo>
                  <a:cubicBezTo>
                    <a:pt x="4523" y="2466"/>
                    <a:pt x="3430" y="2057"/>
                    <a:pt x="3839" y="1831"/>
                  </a:cubicBezTo>
                  <a:cubicBezTo>
                    <a:pt x="3871" y="1814"/>
                    <a:pt x="3910" y="1806"/>
                    <a:pt x="3955" y="1806"/>
                  </a:cubicBezTo>
                  <a:cubicBezTo>
                    <a:pt x="4347" y="1806"/>
                    <a:pt x="5184" y="2408"/>
                    <a:pt x="5591" y="2408"/>
                  </a:cubicBezTo>
                  <a:cubicBezTo>
                    <a:pt x="5689" y="2408"/>
                    <a:pt x="5762" y="2374"/>
                    <a:pt x="5798" y="2289"/>
                  </a:cubicBezTo>
                  <a:cubicBezTo>
                    <a:pt x="6073" y="1679"/>
                    <a:pt x="4193" y="1221"/>
                    <a:pt x="4193" y="885"/>
                  </a:cubicBezTo>
                  <a:cubicBezTo>
                    <a:pt x="4217" y="684"/>
                    <a:pt x="4828" y="556"/>
                    <a:pt x="5286" y="482"/>
                  </a:cubicBezTo>
                  <a:lnTo>
                    <a:pt x="5365" y="305"/>
                  </a:lnTo>
                  <a:lnTo>
                    <a:pt x="393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1" name="Google Shape;5331;p66"/>
            <p:cNvSpPr/>
            <p:nvPr/>
          </p:nvSpPr>
          <p:spPr>
            <a:xfrm>
              <a:off x="1310300" y="5336125"/>
              <a:ext cx="57250" cy="12075"/>
            </a:xfrm>
            <a:custGeom>
              <a:avLst/>
              <a:gdLst/>
              <a:ahLst/>
              <a:cxnLst/>
              <a:rect l="l" t="t" r="r" b="b"/>
              <a:pathLst>
                <a:path w="2290" h="483" extrusionOk="0">
                  <a:moveTo>
                    <a:pt x="1" y="0"/>
                  </a:moveTo>
                  <a:cubicBezTo>
                    <a:pt x="635" y="49"/>
                    <a:pt x="1246" y="202"/>
                    <a:pt x="1777" y="482"/>
                  </a:cubicBezTo>
                  <a:cubicBezTo>
                    <a:pt x="2057" y="458"/>
                    <a:pt x="2289" y="427"/>
                    <a:pt x="2289" y="427"/>
                  </a:cubicBezTo>
                  <a:cubicBezTo>
                    <a:pt x="1679" y="153"/>
                    <a:pt x="1014" y="0"/>
                    <a:pt x="3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2" name="Google Shape;5332;p66"/>
            <p:cNvSpPr/>
            <p:nvPr/>
          </p:nvSpPr>
          <p:spPr>
            <a:xfrm>
              <a:off x="1419550" y="5463225"/>
              <a:ext cx="625" cy="25"/>
            </a:xfrm>
            <a:custGeom>
              <a:avLst/>
              <a:gdLst/>
              <a:ahLst/>
              <a:cxnLst/>
              <a:rect l="l" t="t" r="r" b="b"/>
              <a:pathLst>
                <a:path w="25" h="1" extrusionOk="0">
                  <a:moveTo>
                    <a:pt x="0" y="0"/>
                  </a:moveTo>
                  <a:lnTo>
                    <a:pt x="25" y="0"/>
                  </a:lnTo>
                  <a:close/>
                  <a:moveTo>
                    <a:pt x="0" y="0"/>
                  </a:move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3" name="Google Shape;5333;p66"/>
            <p:cNvSpPr/>
            <p:nvPr/>
          </p:nvSpPr>
          <p:spPr>
            <a:xfrm>
              <a:off x="1329775" y="5461525"/>
              <a:ext cx="98050" cy="97700"/>
            </a:xfrm>
            <a:custGeom>
              <a:avLst/>
              <a:gdLst/>
              <a:ahLst/>
              <a:cxnLst/>
              <a:rect l="l" t="t" r="r" b="b"/>
              <a:pathLst>
                <a:path w="3922" h="3908" extrusionOk="0">
                  <a:moveTo>
                    <a:pt x="3252" y="0"/>
                  </a:moveTo>
                  <a:cubicBezTo>
                    <a:pt x="3169" y="0"/>
                    <a:pt x="3079" y="8"/>
                    <a:pt x="2981" y="19"/>
                  </a:cubicBezTo>
                  <a:cubicBezTo>
                    <a:pt x="2297" y="152"/>
                    <a:pt x="1806" y="668"/>
                    <a:pt x="1405" y="668"/>
                  </a:cubicBezTo>
                  <a:cubicBezTo>
                    <a:pt x="1344" y="668"/>
                    <a:pt x="1286" y="656"/>
                    <a:pt x="1229" y="630"/>
                  </a:cubicBezTo>
                  <a:cubicBezTo>
                    <a:pt x="1087" y="561"/>
                    <a:pt x="903" y="518"/>
                    <a:pt x="723" y="518"/>
                  </a:cubicBezTo>
                  <a:cubicBezTo>
                    <a:pt x="355" y="518"/>
                    <a:pt x="0" y="698"/>
                    <a:pt x="33" y="1209"/>
                  </a:cubicBezTo>
                  <a:cubicBezTo>
                    <a:pt x="58" y="1972"/>
                    <a:pt x="1229" y="2125"/>
                    <a:pt x="845" y="2711"/>
                  </a:cubicBezTo>
                  <a:cubicBezTo>
                    <a:pt x="564" y="3144"/>
                    <a:pt x="717" y="3651"/>
                    <a:pt x="1022" y="3907"/>
                  </a:cubicBezTo>
                  <a:lnTo>
                    <a:pt x="1608" y="3779"/>
                  </a:lnTo>
                  <a:lnTo>
                    <a:pt x="2957" y="2662"/>
                  </a:lnTo>
                  <a:lnTo>
                    <a:pt x="3921" y="477"/>
                  </a:lnTo>
                  <a:lnTo>
                    <a:pt x="3591" y="68"/>
                  </a:lnTo>
                  <a:cubicBezTo>
                    <a:pt x="3497" y="19"/>
                    <a:pt x="3385" y="0"/>
                    <a:pt x="32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4" name="Google Shape;5334;p66"/>
            <p:cNvSpPr/>
            <p:nvPr/>
          </p:nvSpPr>
          <p:spPr>
            <a:xfrm>
              <a:off x="1355300" y="5463225"/>
              <a:ext cx="78925" cy="99200"/>
            </a:xfrm>
            <a:custGeom>
              <a:avLst/>
              <a:gdLst/>
              <a:ahLst/>
              <a:cxnLst/>
              <a:rect l="l" t="t" r="r" b="b"/>
              <a:pathLst>
                <a:path w="3157" h="3968" extrusionOk="0">
                  <a:moveTo>
                    <a:pt x="2570" y="0"/>
                  </a:moveTo>
                  <a:cubicBezTo>
                    <a:pt x="2442" y="1679"/>
                    <a:pt x="1454" y="3101"/>
                    <a:pt x="1" y="3839"/>
                  </a:cubicBezTo>
                  <a:cubicBezTo>
                    <a:pt x="105" y="3918"/>
                    <a:pt x="233" y="3967"/>
                    <a:pt x="361" y="3967"/>
                  </a:cubicBezTo>
                  <a:cubicBezTo>
                    <a:pt x="1808" y="3333"/>
                    <a:pt x="2900" y="2008"/>
                    <a:pt x="3156" y="409"/>
                  </a:cubicBezTo>
                  <a:cubicBezTo>
                    <a:pt x="3156" y="409"/>
                    <a:pt x="2955" y="104"/>
                    <a:pt x="25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35" name="Google Shape;5335;p66"/>
          <p:cNvGrpSpPr/>
          <p:nvPr/>
        </p:nvGrpSpPr>
        <p:grpSpPr>
          <a:xfrm>
            <a:off x="7052291" y="2921986"/>
            <a:ext cx="212425" cy="436725"/>
            <a:chOff x="7102625" y="4252775"/>
            <a:chExt cx="212425" cy="436725"/>
          </a:xfrm>
        </p:grpSpPr>
        <p:sp>
          <p:nvSpPr>
            <p:cNvPr id="5336" name="Google Shape;5336;p66"/>
            <p:cNvSpPr/>
            <p:nvPr/>
          </p:nvSpPr>
          <p:spPr>
            <a:xfrm>
              <a:off x="7102625" y="4261550"/>
              <a:ext cx="212425" cy="195875"/>
            </a:xfrm>
            <a:custGeom>
              <a:avLst/>
              <a:gdLst/>
              <a:ahLst/>
              <a:cxnLst/>
              <a:rect l="l" t="t" r="r" b="b"/>
              <a:pathLst>
                <a:path w="8497" h="7835" extrusionOk="0">
                  <a:moveTo>
                    <a:pt x="5850" y="1"/>
                  </a:moveTo>
                  <a:cubicBezTo>
                    <a:pt x="4832" y="1"/>
                    <a:pt x="788" y="1402"/>
                    <a:pt x="788" y="1402"/>
                  </a:cubicBezTo>
                  <a:cubicBezTo>
                    <a:pt x="355" y="2036"/>
                    <a:pt x="49" y="2775"/>
                    <a:pt x="1" y="3587"/>
                  </a:cubicBezTo>
                  <a:cubicBezTo>
                    <a:pt x="1" y="3587"/>
                    <a:pt x="1" y="7834"/>
                    <a:pt x="4249" y="7834"/>
                  </a:cubicBezTo>
                  <a:cubicBezTo>
                    <a:pt x="8496" y="7834"/>
                    <a:pt x="8496" y="3587"/>
                    <a:pt x="8496" y="3587"/>
                  </a:cubicBezTo>
                  <a:cubicBezTo>
                    <a:pt x="8368" y="2012"/>
                    <a:pt x="7404" y="663"/>
                    <a:pt x="6031" y="28"/>
                  </a:cubicBezTo>
                  <a:cubicBezTo>
                    <a:pt x="5992" y="10"/>
                    <a:pt x="5930" y="1"/>
                    <a:pt x="585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7" name="Google Shape;5337;p66"/>
            <p:cNvSpPr/>
            <p:nvPr/>
          </p:nvSpPr>
          <p:spPr>
            <a:xfrm>
              <a:off x="7134375" y="4606175"/>
              <a:ext cx="148775" cy="83325"/>
            </a:xfrm>
            <a:custGeom>
              <a:avLst/>
              <a:gdLst/>
              <a:ahLst/>
              <a:cxnLst/>
              <a:rect l="l" t="t" r="r" b="b"/>
              <a:pathLst>
                <a:path w="5951" h="3333" extrusionOk="0">
                  <a:moveTo>
                    <a:pt x="488" y="0"/>
                  </a:moveTo>
                  <a:lnTo>
                    <a:pt x="0" y="330"/>
                  </a:lnTo>
                  <a:lnTo>
                    <a:pt x="433" y="2496"/>
                  </a:lnTo>
                  <a:cubicBezTo>
                    <a:pt x="537" y="2978"/>
                    <a:pt x="971" y="3332"/>
                    <a:pt x="1477" y="3332"/>
                  </a:cubicBezTo>
                  <a:lnTo>
                    <a:pt x="4480" y="3332"/>
                  </a:lnTo>
                  <a:cubicBezTo>
                    <a:pt x="4987" y="3332"/>
                    <a:pt x="5420" y="2978"/>
                    <a:pt x="5524" y="2496"/>
                  </a:cubicBezTo>
                  <a:lnTo>
                    <a:pt x="5951" y="330"/>
                  </a:lnTo>
                  <a:lnTo>
                    <a:pt x="5469"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8" name="Google Shape;5338;p66"/>
            <p:cNvSpPr/>
            <p:nvPr/>
          </p:nvSpPr>
          <p:spPr>
            <a:xfrm>
              <a:off x="7131325" y="4590300"/>
              <a:ext cx="155050" cy="24125"/>
            </a:xfrm>
            <a:custGeom>
              <a:avLst/>
              <a:gdLst/>
              <a:ahLst/>
              <a:cxnLst/>
              <a:rect l="l" t="t" r="r" b="b"/>
              <a:pathLst>
                <a:path w="6202" h="965" extrusionOk="0">
                  <a:moveTo>
                    <a:pt x="0" y="0"/>
                  </a:moveTo>
                  <a:lnTo>
                    <a:pt x="0" y="330"/>
                  </a:lnTo>
                  <a:lnTo>
                    <a:pt x="122" y="965"/>
                  </a:lnTo>
                  <a:lnTo>
                    <a:pt x="6073" y="965"/>
                  </a:lnTo>
                  <a:lnTo>
                    <a:pt x="6201" y="330"/>
                  </a:lnTo>
                  <a:lnTo>
                    <a:pt x="620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9" name="Google Shape;5339;p66"/>
            <p:cNvSpPr/>
            <p:nvPr/>
          </p:nvSpPr>
          <p:spPr>
            <a:xfrm>
              <a:off x="7140775" y="4478675"/>
              <a:ext cx="70675" cy="54075"/>
            </a:xfrm>
            <a:custGeom>
              <a:avLst/>
              <a:gdLst/>
              <a:ahLst/>
              <a:cxnLst/>
              <a:rect l="l" t="t" r="r" b="b"/>
              <a:pathLst>
                <a:path w="2827" h="2163" extrusionOk="0">
                  <a:moveTo>
                    <a:pt x="374" y="1"/>
                  </a:moveTo>
                  <a:cubicBezTo>
                    <a:pt x="162" y="1"/>
                    <a:pt x="25" y="16"/>
                    <a:pt x="25" y="16"/>
                  </a:cubicBezTo>
                  <a:lnTo>
                    <a:pt x="25" y="40"/>
                  </a:lnTo>
                  <a:cubicBezTo>
                    <a:pt x="25" y="169"/>
                    <a:pt x="0" y="1237"/>
                    <a:pt x="892" y="1798"/>
                  </a:cubicBezTo>
                  <a:cubicBezTo>
                    <a:pt x="1400" y="2113"/>
                    <a:pt x="1966" y="2162"/>
                    <a:pt x="2269" y="2162"/>
                  </a:cubicBezTo>
                  <a:cubicBezTo>
                    <a:pt x="2407" y="2162"/>
                    <a:pt x="2491" y="2152"/>
                    <a:pt x="2491" y="2152"/>
                  </a:cubicBezTo>
                  <a:cubicBezTo>
                    <a:pt x="2491" y="2152"/>
                    <a:pt x="2826" y="1591"/>
                    <a:pt x="2466" y="932"/>
                  </a:cubicBezTo>
                  <a:cubicBezTo>
                    <a:pt x="2369" y="779"/>
                    <a:pt x="2265" y="651"/>
                    <a:pt x="2137" y="523"/>
                  </a:cubicBezTo>
                  <a:cubicBezTo>
                    <a:pt x="1632" y="72"/>
                    <a:pt x="830" y="1"/>
                    <a:pt x="3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0" name="Google Shape;5340;p66"/>
            <p:cNvSpPr/>
            <p:nvPr/>
          </p:nvSpPr>
          <p:spPr>
            <a:xfrm>
              <a:off x="7206225" y="4478675"/>
              <a:ext cx="70675" cy="54075"/>
            </a:xfrm>
            <a:custGeom>
              <a:avLst/>
              <a:gdLst/>
              <a:ahLst/>
              <a:cxnLst/>
              <a:rect l="l" t="t" r="r" b="b"/>
              <a:pathLst>
                <a:path w="2827" h="2163" extrusionOk="0">
                  <a:moveTo>
                    <a:pt x="2453" y="1"/>
                  </a:moveTo>
                  <a:cubicBezTo>
                    <a:pt x="1997" y="1"/>
                    <a:pt x="1195" y="72"/>
                    <a:pt x="690" y="523"/>
                  </a:cubicBezTo>
                  <a:cubicBezTo>
                    <a:pt x="562" y="651"/>
                    <a:pt x="459" y="779"/>
                    <a:pt x="361" y="932"/>
                  </a:cubicBezTo>
                  <a:cubicBezTo>
                    <a:pt x="1" y="1591"/>
                    <a:pt x="330" y="2152"/>
                    <a:pt x="330" y="2152"/>
                  </a:cubicBezTo>
                  <a:cubicBezTo>
                    <a:pt x="330" y="2152"/>
                    <a:pt x="415" y="2162"/>
                    <a:pt x="553" y="2162"/>
                  </a:cubicBezTo>
                  <a:cubicBezTo>
                    <a:pt x="859" y="2162"/>
                    <a:pt x="1427" y="2113"/>
                    <a:pt x="1936" y="1798"/>
                  </a:cubicBezTo>
                  <a:cubicBezTo>
                    <a:pt x="2827" y="1237"/>
                    <a:pt x="2802" y="169"/>
                    <a:pt x="2802" y="40"/>
                  </a:cubicBezTo>
                  <a:lnTo>
                    <a:pt x="2802" y="16"/>
                  </a:lnTo>
                  <a:cubicBezTo>
                    <a:pt x="2802" y="16"/>
                    <a:pt x="2665" y="1"/>
                    <a:pt x="245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1" name="Google Shape;5341;p66"/>
            <p:cNvSpPr/>
            <p:nvPr/>
          </p:nvSpPr>
          <p:spPr>
            <a:xfrm>
              <a:off x="7138175" y="4451150"/>
              <a:ext cx="141175" cy="129700"/>
            </a:xfrm>
            <a:custGeom>
              <a:avLst/>
              <a:gdLst/>
              <a:ahLst/>
              <a:cxnLst/>
              <a:rect l="l" t="t" r="r" b="b"/>
              <a:pathLst>
                <a:path w="5647" h="5188" extrusionOk="0">
                  <a:moveTo>
                    <a:pt x="2827" y="0"/>
                  </a:moveTo>
                  <a:cubicBezTo>
                    <a:pt x="2674" y="0"/>
                    <a:pt x="2570" y="122"/>
                    <a:pt x="2570" y="250"/>
                  </a:cubicBezTo>
                  <a:lnTo>
                    <a:pt x="2570" y="2924"/>
                  </a:lnTo>
                  <a:cubicBezTo>
                    <a:pt x="2137" y="2924"/>
                    <a:pt x="1252" y="2869"/>
                    <a:pt x="690" y="2387"/>
                  </a:cubicBezTo>
                  <a:cubicBezTo>
                    <a:pt x="306" y="2033"/>
                    <a:pt x="184" y="1526"/>
                    <a:pt x="129" y="1141"/>
                  </a:cubicBezTo>
                  <a:lnTo>
                    <a:pt x="129" y="1141"/>
                  </a:lnTo>
                  <a:cubicBezTo>
                    <a:pt x="129" y="1270"/>
                    <a:pt x="1" y="2387"/>
                    <a:pt x="690" y="3021"/>
                  </a:cubicBezTo>
                  <a:cubicBezTo>
                    <a:pt x="1252" y="3510"/>
                    <a:pt x="2137" y="3558"/>
                    <a:pt x="2570" y="3558"/>
                  </a:cubicBezTo>
                  <a:lnTo>
                    <a:pt x="2570" y="4932"/>
                  </a:lnTo>
                  <a:cubicBezTo>
                    <a:pt x="2570" y="5060"/>
                    <a:pt x="2674" y="5188"/>
                    <a:pt x="2827" y="5188"/>
                  </a:cubicBezTo>
                  <a:cubicBezTo>
                    <a:pt x="2979" y="5188"/>
                    <a:pt x="3083" y="5060"/>
                    <a:pt x="3083" y="4932"/>
                  </a:cubicBezTo>
                  <a:lnTo>
                    <a:pt x="3083" y="3558"/>
                  </a:lnTo>
                  <a:cubicBezTo>
                    <a:pt x="3510" y="3558"/>
                    <a:pt x="4401" y="3510"/>
                    <a:pt x="4963" y="3021"/>
                  </a:cubicBezTo>
                  <a:cubicBezTo>
                    <a:pt x="5646" y="2387"/>
                    <a:pt x="5524" y="1270"/>
                    <a:pt x="5524" y="1141"/>
                  </a:cubicBezTo>
                  <a:lnTo>
                    <a:pt x="5524" y="1141"/>
                  </a:lnTo>
                  <a:cubicBezTo>
                    <a:pt x="5469" y="1526"/>
                    <a:pt x="5341" y="2033"/>
                    <a:pt x="4963" y="2387"/>
                  </a:cubicBezTo>
                  <a:cubicBezTo>
                    <a:pt x="4401" y="2869"/>
                    <a:pt x="3510" y="2924"/>
                    <a:pt x="3083" y="2924"/>
                  </a:cubicBezTo>
                  <a:lnTo>
                    <a:pt x="3083" y="250"/>
                  </a:lnTo>
                  <a:cubicBezTo>
                    <a:pt x="3083" y="122"/>
                    <a:pt x="2979" y="0"/>
                    <a:pt x="282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2" name="Google Shape;5342;p66"/>
            <p:cNvSpPr/>
            <p:nvPr/>
          </p:nvSpPr>
          <p:spPr>
            <a:xfrm>
              <a:off x="7120475" y="4566200"/>
              <a:ext cx="176725" cy="24125"/>
            </a:xfrm>
            <a:custGeom>
              <a:avLst/>
              <a:gdLst/>
              <a:ahLst/>
              <a:cxnLst/>
              <a:rect l="l" t="t" r="r" b="b"/>
              <a:pathLst>
                <a:path w="7069" h="965" extrusionOk="0">
                  <a:moveTo>
                    <a:pt x="178" y="0"/>
                  </a:moveTo>
                  <a:cubicBezTo>
                    <a:pt x="74" y="0"/>
                    <a:pt x="1" y="73"/>
                    <a:pt x="1" y="177"/>
                  </a:cubicBezTo>
                  <a:lnTo>
                    <a:pt x="1" y="659"/>
                  </a:lnTo>
                  <a:lnTo>
                    <a:pt x="434" y="964"/>
                  </a:lnTo>
                  <a:lnTo>
                    <a:pt x="6635" y="964"/>
                  </a:lnTo>
                  <a:lnTo>
                    <a:pt x="7068" y="659"/>
                  </a:lnTo>
                  <a:lnTo>
                    <a:pt x="7068" y="177"/>
                  </a:lnTo>
                  <a:cubicBezTo>
                    <a:pt x="7068" y="73"/>
                    <a:pt x="6995" y="0"/>
                    <a:pt x="689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3" name="Google Shape;5343;p66"/>
            <p:cNvSpPr/>
            <p:nvPr/>
          </p:nvSpPr>
          <p:spPr>
            <a:xfrm>
              <a:off x="7120475" y="4582675"/>
              <a:ext cx="176725" cy="15875"/>
            </a:xfrm>
            <a:custGeom>
              <a:avLst/>
              <a:gdLst/>
              <a:ahLst/>
              <a:cxnLst/>
              <a:rect l="l" t="t" r="r" b="b"/>
              <a:pathLst>
                <a:path w="7069" h="635" extrusionOk="0">
                  <a:moveTo>
                    <a:pt x="1" y="0"/>
                  </a:moveTo>
                  <a:lnTo>
                    <a:pt x="1" y="458"/>
                  </a:lnTo>
                  <a:cubicBezTo>
                    <a:pt x="1" y="562"/>
                    <a:pt x="74" y="635"/>
                    <a:pt x="178" y="635"/>
                  </a:cubicBezTo>
                  <a:lnTo>
                    <a:pt x="6891" y="635"/>
                  </a:lnTo>
                  <a:cubicBezTo>
                    <a:pt x="6995" y="635"/>
                    <a:pt x="7068" y="562"/>
                    <a:pt x="7068" y="458"/>
                  </a:cubicBezTo>
                  <a:lnTo>
                    <a:pt x="706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4" name="Google Shape;5344;p66"/>
            <p:cNvSpPr/>
            <p:nvPr/>
          </p:nvSpPr>
          <p:spPr>
            <a:xfrm>
              <a:off x="7122300" y="4252775"/>
              <a:ext cx="137350" cy="131850"/>
            </a:xfrm>
            <a:custGeom>
              <a:avLst/>
              <a:gdLst/>
              <a:ahLst/>
              <a:cxnLst/>
              <a:rect l="l" t="t" r="r" b="b"/>
              <a:pathLst>
                <a:path w="5494" h="5274" extrusionOk="0">
                  <a:moveTo>
                    <a:pt x="3462" y="1"/>
                  </a:moveTo>
                  <a:cubicBezTo>
                    <a:pt x="2039" y="1"/>
                    <a:pt x="788" y="685"/>
                    <a:pt x="1" y="1753"/>
                  </a:cubicBezTo>
                  <a:cubicBezTo>
                    <a:pt x="154" y="2107"/>
                    <a:pt x="385" y="2467"/>
                    <a:pt x="666" y="2747"/>
                  </a:cubicBezTo>
                  <a:cubicBezTo>
                    <a:pt x="1277" y="3358"/>
                    <a:pt x="1093" y="4731"/>
                    <a:pt x="1301" y="5006"/>
                  </a:cubicBezTo>
                  <a:cubicBezTo>
                    <a:pt x="1419" y="5189"/>
                    <a:pt x="1585" y="5274"/>
                    <a:pt x="1756" y="5274"/>
                  </a:cubicBezTo>
                  <a:cubicBezTo>
                    <a:pt x="2062" y="5274"/>
                    <a:pt x="2380" y="4998"/>
                    <a:pt x="2442" y="4523"/>
                  </a:cubicBezTo>
                  <a:cubicBezTo>
                    <a:pt x="2570" y="3815"/>
                    <a:pt x="3108" y="3535"/>
                    <a:pt x="3590" y="2900"/>
                  </a:cubicBezTo>
                  <a:cubicBezTo>
                    <a:pt x="4096" y="2235"/>
                    <a:pt x="3132" y="1856"/>
                    <a:pt x="3462" y="1679"/>
                  </a:cubicBezTo>
                  <a:cubicBezTo>
                    <a:pt x="3494" y="1660"/>
                    <a:pt x="3534" y="1652"/>
                    <a:pt x="3581" y="1652"/>
                  </a:cubicBezTo>
                  <a:cubicBezTo>
                    <a:pt x="3944" y="1652"/>
                    <a:pt x="4681" y="2175"/>
                    <a:pt x="5048" y="2175"/>
                  </a:cubicBezTo>
                  <a:cubicBezTo>
                    <a:pt x="5141" y="2175"/>
                    <a:pt x="5210" y="2142"/>
                    <a:pt x="5244" y="2058"/>
                  </a:cubicBezTo>
                  <a:cubicBezTo>
                    <a:pt x="5494" y="1527"/>
                    <a:pt x="3791" y="1118"/>
                    <a:pt x="3816" y="813"/>
                  </a:cubicBezTo>
                  <a:cubicBezTo>
                    <a:pt x="3840" y="508"/>
                    <a:pt x="5244" y="379"/>
                    <a:pt x="5244" y="379"/>
                  </a:cubicBezTo>
                  <a:cubicBezTo>
                    <a:pt x="4707" y="123"/>
                    <a:pt x="4096" y="1"/>
                    <a:pt x="346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5" name="Google Shape;5345;p66"/>
            <p:cNvSpPr/>
            <p:nvPr/>
          </p:nvSpPr>
          <p:spPr>
            <a:xfrm>
              <a:off x="7311200" y="4351200"/>
              <a:ext cx="3850" cy="26125"/>
            </a:xfrm>
            <a:custGeom>
              <a:avLst/>
              <a:gdLst/>
              <a:ahLst/>
              <a:cxnLst/>
              <a:rect l="l" t="t" r="r" b="b"/>
              <a:pathLst>
                <a:path w="154" h="1045" extrusionOk="0">
                  <a:moveTo>
                    <a:pt x="153" y="1"/>
                  </a:moveTo>
                  <a:cubicBezTo>
                    <a:pt x="129" y="306"/>
                    <a:pt x="74" y="611"/>
                    <a:pt x="1" y="892"/>
                  </a:cubicBezTo>
                  <a:lnTo>
                    <a:pt x="1" y="1044"/>
                  </a:lnTo>
                  <a:lnTo>
                    <a:pt x="99" y="1020"/>
                  </a:lnTo>
                  <a:cubicBezTo>
                    <a:pt x="153" y="794"/>
                    <a:pt x="153" y="562"/>
                    <a:pt x="153" y="306"/>
                  </a:cubicBezTo>
                  <a:lnTo>
                    <a:pt x="15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6" name="Google Shape;5346;p66"/>
            <p:cNvSpPr/>
            <p:nvPr/>
          </p:nvSpPr>
          <p:spPr>
            <a:xfrm>
              <a:off x="7102625" y="4351200"/>
              <a:ext cx="36950" cy="81500"/>
            </a:xfrm>
            <a:custGeom>
              <a:avLst/>
              <a:gdLst/>
              <a:ahLst/>
              <a:cxnLst/>
              <a:rect l="l" t="t" r="r" b="b"/>
              <a:pathLst>
                <a:path w="1478" h="3260" extrusionOk="0">
                  <a:moveTo>
                    <a:pt x="1" y="1"/>
                  </a:moveTo>
                  <a:lnTo>
                    <a:pt x="1" y="306"/>
                  </a:lnTo>
                  <a:cubicBezTo>
                    <a:pt x="1" y="1453"/>
                    <a:pt x="434" y="2497"/>
                    <a:pt x="1172" y="3260"/>
                  </a:cubicBezTo>
                  <a:lnTo>
                    <a:pt x="1478" y="3235"/>
                  </a:lnTo>
                  <a:lnTo>
                    <a:pt x="1478" y="2930"/>
                  </a:lnTo>
                  <a:cubicBezTo>
                    <a:pt x="635" y="2192"/>
                    <a:pt x="80" y="1172"/>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7" name="Google Shape;5347;p66"/>
            <p:cNvSpPr/>
            <p:nvPr/>
          </p:nvSpPr>
          <p:spPr>
            <a:xfrm>
              <a:off x="7185950" y="4445950"/>
              <a:ext cx="64850" cy="19700"/>
            </a:xfrm>
            <a:custGeom>
              <a:avLst/>
              <a:gdLst/>
              <a:ahLst/>
              <a:cxnLst/>
              <a:rect l="l" t="t" r="r" b="b"/>
              <a:pathLst>
                <a:path w="2594" h="788" extrusionOk="0">
                  <a:moveTo>
                    <a:pt x="2032" y="1"/>
                  </a:moveTo>
                  <a:cubicBezTo>
                    <a:pt x="1678" y="104"/>
                    <a:pt x="1294" y="153"/>
                    <a:pt x="916" y="153"/>
                  </a:cubicBezTo>
                  <a:cubicBezTo>
                    <a:pt x="659" y="153"/>
                    <a:pt x="409" y="129"/>
                    <a:pt x="153" y="80"/>
                  </a:cubicBezTo>
                  <a:lnTo>
                    <a:pt x="0" y="385"/>
                  </a:lnTo>
                  <a:lnTo>
                    <a:pt x="330" y="739"/>
                  </a:lnTo>
                  <a:cubicBezTo>
                    <a:pt x="507" y="764"/>
                    <a:pt x="714" y="788"/>
                    <a:pt x="916" y="788"/>
                  </a:cubicBezTo>
                  <a:cubicBezTo>
                    <a:pt x="1501" y="788"/>
                    <a:pt x="2087" y="666"/>
                    <a:pt x="2594" y="434"/>
                  </a:cubicBezTo>
                  <a:lnTo>
                    <a:pt x="2594" y="104"/>
                  </a:lnTo>
                  <a:lnTo>
                    <a:pt x="203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8" name="Google Shape;5348;p66"/>
            <p:cNvSpPr/>
            <p:nvPr/>
          </p:nvSpPr>
          <p:spPr>
            <a:xfrm>
              <a:off x="7139550" y="4409700"/>
              <a:ext cx="50225" cy="42675"/>
            </a:xfrm>
            <a:custGeom>
              <a:avLst/>
              <a:gdLst/>
              <a:ahLst/>
              <a:cxnLst/>
              <a:rect l="l" t="t" r="r" b="b"/>
              <a:pathLst>
                <a:path w="2009" h="1707" extrusionOk="0">
                  <a:moveTo>
                    <a:pt x="1114" y="1"/>
                  </a:moveTo>
                  <a:cubicBezTo>
                    <a:pt x="804" y="1"/>
                    <a:pt x="486" y="320"/>
                    <a:pt x="74" y="535"/>
                  </a:cubicBezTo>
                  <a:cubicBezTo>
                    <a:pt x="49" y="535"/>
                    <a:pt x="25" y="560"/>
                    <a:pt x="1" y="590"/>
                  </a:cubicBezTo>
                  <a:lnTo>
                    <a:pt x="98" y="993"/>
                  </a:lnTo>
                  <a:lnTo>
                    <a:pt x="1472" y="1707"/>
                  </a:lnTo>
                  <a:lnTo>
                    <a:pt x="2009" y="1530"/>
                  </a:lnTo>
                  <a:cubicBezTo>
                    <a:pt x="1905" y="1426"/>
                    <a:pt x="1807" y="1323"/>
                    <a:pt x="1679" y="1249"/>
                  </a:cubicBezTo>
                  <a:cubicBezTo>
                    <a:pt x="1270" y="944"/>
                    <a:pt x="1777" y="407"/>
                    <a:pt x="1398" y="102"/>
                  </a:cubicBezTo>
                  <a:cubicBezTo>
                    <a:pt x="1303" y="31"/>
                    <a:pt x="1209" y="1"/>
                    <a:pt x="111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9" name="Google Shape;5349;p66"/>
            <p:cNvSpPr/>
            <p:nvPr/>
          </p:nvSpPr>
          <p:spPr>
            <a:xfrm>
              <a:off x="7131925" y="4424450"/>
              <a:ext cx="64250" cy="40000"/>
            </a:xfrm>
            <a:custGeom>
              <a:avLst/>
              <a:gdLst/>
              <a:ahLst/>
              <a:cxnLst/>
              <a:rect l="l" t="t" r="r" b="b"/>
              <a:pathLst>
                <a:path w="2570" h="1600" extrusionOk="0">
                  <a:moveTo>
                    <a:pt x="306" y="0"/>
                  </a:moveTo>
                  <a:cubicBezTo>
                    <a:pt x="177" y="73"/>
                    <a:pt x="74" y="202"/>
                    <a:pt x="0" y="330"/>
                  </a:cubicBezTo>
                  <a:cubicBezTo>
                    <a:pt x="635" y="1013"/>
                    <a:pt x="1502" y="1471"/>
                    <a:pt x="2491" y="1599"/>
                  </a:cubicBezTo>
                  <a:cubicBezTo>
                    <a:pt x="2570" y="1398"/>
                    <a:pt x="2491" y="1141"/>
                    <a:pt x="2314" y="940"/>
                  </a:cubicBezTo>
                  <a:cubicBezTo>
                    <a:pt x="1551" y="812"/>
                    <a:pt x="861" y="482"/>
                    <a:pt x="3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0" name="Google Shape;5350;p66"/>
            <p:cNvSpPr/>
            <p:nvPr/>
          </p:nvSpPr>
          <p:spPr>
            <a:xfrm>
              <a:off x="7219450" y="4366075"/>
              <a:ext cx="91775" cy="83100"/>
            </a:xfrm>
            <a:custGeom>
              <a:avLst/>
              <a:gdLst/>
              <a:ahLst/>
              <a:cxnLst/>
              <a:rect l="l" t="t" r="r" b="b"/>
              <a:pathLst>
                <a:path w="3671" h="3324" extrusionOk="0">
                  <a:moveTo>
                    <a:pt x="2903" y="0"/>
                  </a:moveTo>
                  <a:cubicBezTo>
                    <a:pt x="2839" y="0"/>
                    <a:pt x="2772" y="5"/>
                    <a:pt x="2700" y="16"/>
                  </a:cubicBezTo>
                  <a:cubicBezTo>
                    <a:pt x="2070" y="126"/>
                    <a:pt x="1621" y="593"/>
                    <a:pt x="1267" y="593"/>
                  </a:cubicBezTo>
                  <a:cubicBezTo>
                    <a:pt x="1209" y="593"/>
                    <a:pt x="1154" y="581"/>
                    <a:pt x="1101" y="553"/>
                  </a:cubicBezTo>
                  <a:cubicBezTo>
                    <a:pt x="978" y="496"/>
                    <a:pt x="818" y="460"/>
                    <a:pt x="660" y="460"/>
                  </a:cubicBezTo>
                  <a:cubicBezTo>
                    <a:pt x="326" y="460"/>
                    <a:pt x="0" y="620"/>
                    <a:pt x="33" y="1084"/>
                  </a:cubicBezTo>
                  <a:cubicBezTo>
                    <a:pt x="58" y="1774"/>
                    <a:pt x="1101" y="1926"/>
                    <a:pt x="772" y="2433"/>
                  </a:cubicBezTo>
                  <a:cubicBezTo>
                    <a:pt x="619" y="2689"/>
                    <a:pt x="595" y="2970"/>
                    <a:pt x="692" y="3196"/>
                  </a:cubicBezTo>
                  <a:lnTo>
                    <a:pt x="1205" y="3324"/>
                  </a:lnTo>
                  <a:lnTo>
                    <a:pt x="2700" y="2335"/>
                  </a:lnTo>
                  <a:lnTo>
                    <a:pt x="3592" y="907"/>
                  </a:lnTo>
                  <a:lnTo>
                    <a:pt x="3671" y="297"/>
                  </a:lnTo>
                  <a:cubicBezTo>
                    <a:pt x="3520" y="166"/>
                    <a:pt x="3275" y="0"/>
                    <a:pt x="29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1" name="Google Shape;5351;p66"/>
            <p:cNvSpPr/>
            <p:nvPr/>
          </p:nvSpPr>
          <p:spPr>
            <a:xfrm>
              <a:off x="7236750" y="4373475"/>
              <a:ext cx="76925" cy="83325"/>
            </a:xfrm>
            <a:custGeom>
              <a:avLst/>
              <a:gdLst/>
              <a:ahLst/>
              <a:cxnLst/>
              <a:rect l="l" t="t" r="r" b="b"/>
              <a:pathLst>
                <a:path w="3077" h="3333" extrusionOk="0">
                  <a:moveTo>
                    <a:pt x="2979" y="1"/>
                  </a:moveTo>
                  <a:cubicBezTo>
                    <a:pt x="2546" y="1398"/>
                    <a:pt x="1429" y="2521"/>
                    <a:pt x="0" y="2900"/>
                  </a:cubicBezTo>
                  <a:cubicBezTo>
                    <a:pt x="104" y="3156"/>
                    <a:pt x="306" y="3333"/>
                    <a:pt x="562" y="3333"/>
                  </a:cubicBezTo>
                  <a:cubicBezTo>
                    <a:pt x="1856" y="2772"/>
                    <a:pt x="2851" y="1581"/>
                    <a:pt x="3077" y="129"/>
                  </a:cubicBezTo>
                  <a:cubicBezTo>
                    <a:pt x="3077" y="129"/>
                    <a:pt x="3052" y="80"/>
                    <a:pt x="297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52" name="Google Shape;5352;p66"/>
          <p:cNvGrpSpPr/>
          <p:nvPr/>
        </p:nvGrpSpPr>
        <p:grpSpPr>
          <a:xfrm>
            <a:off x="3254991" y="3558011"/>
            <a:ext cx="324850" cy="436875"/>
            <a:chOff x="3305325" y="5193600"/>
            <a:chExt cx="324850" cy="436875"/>
          </a:xfrm>
        </p:grpSpPr>
        <p:sp>
          <p:nvSpPr>
            <p:cNvPr id="5353" name="Google Shape;5353;p66"/>
            <p:cNvSpPr/>
            <p:nvPr/>
          </p:nvSpPr>
          <p:spPr>
            <a:xfrm>
              <a:off x="3357950" y="5193600"/>
              <a:ext cx="69450" cy="21075"/>
            </a:xfrm>
            <a:custGeom>
              <a:avLst/>
              <a:gdLst/>
              <a:ahLst/>
              <a:cxnLst/>
              <a:rect l="l" t="t" r="r" b="b"/>
              <a:pathLst>
                <a:path w="2778" h="843" extrusionOk="0">
                  <a:moveTo>
                    <a:pt x="410" y="1"/>
                  </a:moveTo>
                  <a:cubicBezTo>
                    <a:pt x="208" y="1"/>
                    <a:pt x="1" y="178"/>
                    <a:pt x="1" y="410"/>
                  </a:cubicBezTo>
                  <a:lnTo>
                    <a:pt x="1" y="562"/>
                  </a:lnTo>
                  <a:lnTo>
                    <a:pt x="306" y="843"/>
                  </a:lnTo>
                  <a:lnTo>
                    <a:pt x="2473" y="843"/>
                  </a:lnTo>
                  <a:lnTo>
                    <a:pt x="2778" y="562"/>
                  </a:lnTo>
                  <a:lnTo>
                    <a:pt x="2778" y="410"/>
                  </a:lnTo>
                  <a:cubicBezTo>
                    <a:pt x="2778" y="178"/>
                    <a:pt x="2570" y="1"/>
                    <a:pt x="236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4" name="Google Shape;5354;p66"/>
            <p:cNvSpPr/>
            <p:nvPr/>
          </p:nvSpPr>
          <p:spPr>
            <a:xfrm>
              <a:off x="3357950" y="5207650"/>
              <a:ext cx="69450" cy="22300"/>
            </a:xfrm>
            <a:custGeom>
              <a:avLst/>
              <a:gdLst/>
              <a:ahLst/>
              <a:cxnLst/>
              <a:rect l="l" t="t" r="r" b="b"/>
              <a:pathLst>
                <a:path w="2778" h="892" extrusionOk="0">
                  <a:moveTo>
                    <a:pt x="1" y="0"/>
                  </a:moveTo>
                  <a:lnTo>
                    <a:pt x="1" y="891"/>
                  </a:lnTo>
                  <a:lnTo>
                    <a:pt x="2778" y="891"/>
                  </a:lnTo>
                  <a:lnTo>
                    <a:pt x="277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5" name="Google Shape;5355;p66"/>
            <p:cNvSpPr/>
            <p:nvPr/>
          </p:nvSpPr>
          <p:spPr>
            <a:xfrm>
              <a:off x="3326825" y="5256000"/>
              <a:ext cx="281700" cy="356000"/>
            </a:xfrm>
            <a:custGeom>
              <a:avLst/>
              <a:gdLst/>
              <a:ahLst/>
              <a:cxnLst/>
              <a:rect l="l" t="t" r="r" b="b"/>
              <a:pathLst>
                <a:path w="11268" h="14240" extrusionOk="0">
                  <a:moveTo>
                    <a:pt x="306" y="1"/>
                  </a:moveTo>
                  <a:lnTo>
                    <a:pt x="1" y="330"/>
                  </a:lnTo>
                  <a:lnTo>
                    <a:pt x="1" y="13935"/>
                  </a:lnTo>
                  <a:lnTo>
                    <a:pt x="306" y="14240"/>
                  </a:lnTo>
                  <a:lnTo>
                    <a:pt x="10962" y="14240"/>
                  </a:lnTo>
                  <a:lnTo>
                    <a:pt x="11267" y="13935"/>
                  </a:lnTo>
                  <a:lnTo>
                    <a:pt x="11267" y="330"/>
                  </a:lnTo>
                  <a:lnTo>
                    <a:pt x="1096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6" name="Google Shape;5356;p66"/>
            <p:cNvSpPr/>
            <p:nvPr/>
          </p:nvSpPr>
          <p:spPr>
            <a:xfrm>
              <a:off x="3326825" y="5240750"/>
              <a:ext cx="281700" cy="23525"/>
            </a:xfrm>
            <a:custGeom>
              <a:avLst/>
              <a:gdLst/>
              <a:ahLst/>
              <a:cxnLst/>
              <a:rect l="l" t="t" r="r" b="b"/>
              <a:pathLst>
                <a:path w="11268" h="941" extrusionOk="0">
                  <a:moveTo>
                    <a:pt x="1" y="1"/>
                  </a:moveTo>
                  <a:lnTo>
                    <a:pt x="1" y="940"/>
                  </a:lnTo>
                  <a:lnTo>
                    <a:pt x="11267" y="940"/>
                  </a:lnTo>
                  <a:lnTo>
                    <a:pt x="1126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7" name="Google Shape;5357;p66"/>
            <p:cNvSpPr/>
            <p:nvPr/>
          </p:nvSpPr>
          <p:spPr>
            <a:xfrm>
              <a:off x="3307150" y="5222300"/>
              <a:ext cx="321050" cy="18475"/>
            </a:xfrm>
            <a:custGeom>
              <a:avLst/>
              <a:gdLst/>
              <a:ahLst/>
              <a:cxnLst/>
              <a:rect l="l" t="t" r="r" b="b"/>
              <a:pathLst>
                <a:path w="12842" h="739" extrusionOk="0">
                  <a:moveTo>
                    <a:pt x="434" y="0"/>
                  </a:moveTo>
                  <a:cubicBezTo>
                    <a:pt x="257" y="0"/>
                    <a:pt x="80" y="98"/>
                    <a:pt x="0" y="250"/>
                  </a:cubicBezTo>
                  <a:cubicBezTo>
                    <a:pt x="0" y="250"/>
                    <a:pt x="0" y="739"/>
                    <a:pt x="434" y="739"/>
                  </a:cubicBezTo>
                  <a:lnTo>
                    <a:pt x="12384" y="739"/>
                  </a:lnTo>
                  <a:cubicBezTo>
                    <a:pt x="12842" y="739"/>
                    <a:pt x="12842" y="250"/>
                    <a:pt x="12842" y="250"/>
                  </a:cubicBezTo>
                  <a:cubicBezTo>
                    <a:pt x="12744" y="98"/>
                    <a:pt x="12591" y="0"/>
                    <a:pt x="1238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8" name="Google Shape;5358;p66"/>
            <p:cNvSpPr/>
            <p:nvPr/>
          </p:nvSpPr>
          <p:spPr>
            <a:xfrm>
              <a:off x="3305325" y="5228550"/>
              <a:ext cx="324850" cy="19850"/>
            </a:xfrm>
            <a:custGeom>
              <a:avLst/>
              <a:gdLst/>
              <a:ahLst/>
              <a:cxnLst/>
              <a:rect l="l" t="t" r="r" b="b"/>
              <a:pathLst>
                <a:path w="12994" h="794" extrusionOk="0">
                  <a:moveTo>
                    <a:pt x="73" y="0"/>
                  </a:moveTo>
                  <a:cubicBezTo>
                    <a:pt x="24" y="80"/>
                    <a:pt x="0" y="183"/>
                    <a:pt x="0" y="257"/>
                  </a:cubicBezTo>
                  <a:cubicBezTo>
                    <a:pt x="0" y="562"/>
                    <a:pt x="226" y="794"/>
                    <a:pt x="507" y="794"/>
                  </a:cubicBezTo>
                  <a:lnTo>
                    <a:pt x="12457" y="794"/>
                  </a:lnTo>
                  <a:cubicBezTo>
                    <a:pt x="12762" y="794"/>
                    <a:pt x="12994" y="562"/>
                    <a:pt x="12994" y="257"/>
                  </a:cubicBezTo>
                  <a:cubicBezTo>
                    <a:pt x="12994" y="183"/>
                    <a:pt x="12970" y="80"/>
                    <a:pt x="12915" y="0"/>
                  </a:cubicBezTo>
                  <a:cubicBezTo>
                    <a:pt x="12817" y="153"/>
                    <a:pt x="12664" y="257"/>
                    <a:pt x="12457" y="257"/>
                  </a:cubicBezTo>
                  <a:lnTo>
                    <a:pt x="507" y="257"/>
                  </a:lnTo>
                  <a:cubicBezTo>
                    <a:pt x="330" y="257"/>
                    <a:pt x="153" y="153"/>
                    <a:pt x="7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9" name="Google Shape;5359;p66"/>
            <p:cNvSpPr/>
            <p:nvPr/>
          </p:nvSpPr>
          <p:spPr>
            <a:xfrm>
              <a:off x="3310350" y="5299200"/>
              <a:ext cx="314050" cy="17100"/>
            </a:xfrm>
            <a:custGeom>
              <a:avLst/>
              <a:gdLst/>
              <a:ahLst/>
              <a:cxnLst/>
              <a:rect l="l" t="t" r="r" b="b"/>
              <a:pathLst>
                <a:path w="12562" h="684" extrusionOk="0">
                  <a:moveTo>
                    <a:pt x="434" y="0"/>
                  </a:moveTo>
                  <a:cubicBezTo>
                    <a:pt x="257" y="0"/>
                    <a:pt x="104" y="104"/>
                    <a:pt x="0" y="256"/>
                  </a:cubicBezTo>
                  <a:cubicBezTo>
                    <a:pt x="0" y="256"/>
                    <a:pt x="0" y="684"/>
                    <a:pt x="434" y="684"/>
                  </a:cubicBezTo>
                  <a:lnTo>
                    <a:pt x="12158" y="684"/>
                  </a:lnTo>
                  <a:cubicBezTo>
                    <a:pt x="12561" y="684"/>
                    <a:pt x="12561" y="256"/>
                    <a:pt x="12561" y="256"/>
                  </a:cubicBezTo>
                  <a:cubicBezTo>
                    <a:pt x="12488" y="104"/>
                    <a:pt x="12335" y="0"/>
                    <a:pt x="1215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0" name="Google Shape;5360;p66"/>
            <p:cNvSpPr/>
            <p:nvPr/>
          </p:nvSpPr>
          <p:spPr>
            <a:xfrm>
              <a:off x="3309125" y="5305600"/>
              <a:ext cx="317250" cy="18325"/>
            </a:xfrm>
            <a:custGeom>
              <a:avLst/>
              <a:gdLst/>
              <a:ahLst/>
              <a:cxnLst/>
              <a:rect l="l" t="t" r="r" b="b"/>
              <a:pathLst>
                <a:path w="12690" h="733" extrusionOk="0">
                  <a:moveTo>
                    <a:pt x="49" y="0"/>
                  </a:moveTo>
                  <a:cubicBezTo>
                    <a:pt x="25" y="74"/>
                    <a:pt x="1" y="153"/>
                    <a:pt x="1" y="226"/>
                  </a:cubicBezTo>
                  <a:lnTo>
                    <a:pt x="1" y="251"/>
                  </a:lnTo>
                  <a:cubicBezTo>
                    <a:pt x="1" y="507"/>
                    <a:pt x="202" y="733"/>
                    <a:pt x="483" y="733"/>
                  </a:cubicBezTo>
                  <a:lnTo>
                    <a:pt x="12207" y="733"/>
                  </a:lnTo>
                  <a:cubicBezTo>
                    <a:pt x="12457" y="733"/>
                    <a:pt x="12689" y="507"/>
                    <a:pt x="12689" y="251"/>
                  </a:cubicBezTo>
                  <a:lnTo>
                    <a:pt x="12689" y="226"/>
                  </a:lnTo>
                  <a:cubicBezTo>
                    <a:pt x="12689" y="153"/>
                    <a:pt x="12665" y="74"/>
                    <a:pt x="12610" y="0"/>
                  </a:cubicBezTo>
                  <a:cubicBezTo>
                    <a:pt x="12537" y="153"/>
                    <a:pt x="12384" y="251"/>
                    <a:pt x="12207" y="251"/>
                  </a:cubicBezTo>
                  <a:lnTo>
                    <a:pt x="483" y="251"/>
                  </a:lnTo>
                  <a:cubicBezTo>
                    <a:pt x="306" y="251"/>
                    <a:pt x="153" y="153"/>
                    <a:pt x="4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1" name="Google Shape;5361;p66"/>
            <p:cNvSpPr/>
            <p:nvPr/>
          </p:nvSpPr>
          <p:spPr>
            <a:xfrm>
              <a:off x="3395500" y="5351975"/>
              <a:ext cx="143125" cy="136750"/>
            </a:xfrm>
            <a:custGeom>
              <a:avLst/>
              <a:gdLst/>
              <a:ahLst/>
              <a:cxnLst/>
              <a:rect l="l" t="t" r="r" b="b"/>
              <a:pathLst>
                <a:path w="5725" h="5470" extrusionOk="0">
                  <a:moveTo>
                    <a:pt x="2875" y="1"/>
                  </a:moveTo>
                  <a:cubicBezTo>
                    <a:pt x="1398" y="1"/>
                    <a:pt x="177" y="1118"/>
                    <a:pt x="25" y="2570"/>
                  </a:cubicBezTo>
                  <a:cubicBezTo>
                    <a:pt x="25" y="2570"/>
                    <a:pt x="0" y="5469"/>
                    <a:pt x="2875" y="5469"/>
                  </a:cubicBezTo>
                  <a:cubicBezTo>
                    <a:pt x="5725" y="5469"/>
                    <a:pt x="5725" y="2570"/>
                    <a:pt x="5725" y="2570"/>
                  </a:cubicBezTo>
                  <a:cubicBezTo>
                    <a:pt x="5572" y="1118"/>
                    <a:pt x="4352" y="1"/>
                    <a:pt x="28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2" name="Google Shape;5362;p66"/>
            <p:cNvSpPr/>
            <p:nvPr/>
          </p:nvSpPr>
          <p:spPr>
            <a:xfrm>
              <a:off x="3395500" y="5416225"/>
              <a:ext cx="143750" cy="80725"/>
            </a:xfrm>
            <a:custGeom>
              <a:avLst/>
              <a:gdLst/>
              <a:ahLst/>
              <a:cxnLst/>
              <a:rect l="l" t="t" r="r" b="b"/>
              <a:pathLst>
                <a:path w="5750" h="3229" extrusionOk="0">
                  <a:moveTo>
                    <a:pt x="25" y="0"/>
                  </a:moveTo>
                  <a:cubicBezTo>
                    <a:pt x="25" y="98"/>
                    <a:pt x="0" y="226"/>
                    <a:pt x="0" y="330"/>
                  </a:cubicBezTo>
                  <a:cubicBezTo>
                    <a:pt x="0" y="1929"/>
                    <a:pt x="1300" y="3229"/>
                    <a:pt x="2875" y="3229"/>
                  </a:cubicBezTo>
                  <a:cubicBezTo>
                    <a:pt x="4480" y="3229"/>
                    <a:pt x="5749" y="1929"/>
                    <a:pt x="5749" y="330"/>
                  </a:cubicBezTo>
                  <a:cubicBezTo>
                    <a:pt x="5749" y="226"/>
                    <a:pt x="5749" y="98"/>
                    <a:pt x="5725" y="0"/>
                  </a:cubicBezTo>
                  <a:cubicBezTo>
                    <a:pt x="5572" y="1447"/>
                    <a:pt x="4352" y="2594"/>
                    <a:pt x="2875" y="2594"/>
                  </a:cubicBezTo>
                  <a:cubicBezTo>
                    <a:pt x="1398" y="2594"/>
                    <a:pt x="177" y="1447"/>
                    <a:pt x="2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3" name="Google Shape;5363;p66"/>
            <p:cNvSpPr/>
            <p:nvPr/>
          </p:nvSpPr>
          <p:spPr>
            <a:xfrm>
              <a:off x="3426625" y="5405375"/>
              <a:ext cx="39525" cy="29675"/>
            </a:xfrm>
            <a:custGeom>
              <a:avLst/>
              <a:gdLst/>
              <a:ahLst/>
              <a:cxnLst/>
              <a:rect l="l" t="t" r="r" b="b"/>
              <a:pathLst>
                <a:path w="1581" h="1187" extrusionOk="0">
                  <a:moveTo>
                    <a:pt x="116" y="1"/>
                  </a:moveTo>
                  <a:cubicBezTo>
                    <a:pt x="81" y="1"/>
                    <a:pt x="52" y="1"/>
                    <a:pt x="31" y="1"/>
                  </a:cubicBezTo>
                  <a:cubicBezTo>
                    <a:pt x="31" y="1"/>
                    <a:pt x="0" y="636"/>
                    <a:pt x="458" y="1045"/>
                  </a:cubicBezTo>
                  <a:cubicBezTo>
                    <a:pt x="569" y="1148"/>
                    <a:pt x="696" y="1186"/>
                    <a:pt x="825" y="1186"/>
                  </a:cubicBezTo>
                  <a:cubicBezTo>
                    <a:pt x="1199" y="1186"/>
                    <a:pt x="1581" y="862"/>
                    <a:pt x="1581" y="862"/>
                  </a:cubicBezTo>
                  <a:cubicBezTo>
                    <a:pt x="1526" y="685"/>
                    <a:pt x="1453" y="483"/>
                    <a:pt x="1276" y="331"/>
                  </a:cubicBezTo>
                  <a:cubicBezTo>
                    <a:pt x="938" y="20"/>
                    <a:pt x="369" y="1"/>
                    <a:pt x="11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4" name="Google Shape;5364;p66"/>
            <p:cNvSpPr/>
            <p:nvPr/>
          </p:nvSpPr>
          <p:spPr>
            <a:xfrm>
              <a:off x="3468575" y="5405375"/>
              <a:ext cx="40150" cy="29675"/>
            </a:xfrm>
            <a:custGeom>
              <a:avLst/>
              <a:gdLst/>
              <a:ahLst/>
              <a:cxnLst/>
              <a:rect l="l" t="t" r="r" b="b"/>
              <a:pathLst>
                <a:path w="1606" h="1187" extrusionOk="0">
                  <a:moveTo>
                    <a:pt x="1471" y="1"/>
                  </a:moveTo>
                  <a:cubicBezTo>
                    <a:pt x="1218" y="1"/>
                    <a:pt x="665" y="20"/>
                    <a:pt x="306" y="331"/>
                  </a:cubicBezTo>
                  <a:cubicBezTo>
                    <a:pt x="153" y="483"/>
                    <a:pt x="55" y="685"/>
                    <a:pt x="1" y="862"/>
                  </a:cubicBezTo>
                  <a:cubicBezTo>
                    <a:pt x="1" y="862"/>
                    <a:pt x="383" y="1186"/>
                    <a:pt x="767" y="1186"/>
                  </a:cubicBezTo>
                  <a:cubicBezTo>
                    <a:pt x="899" y="1186"/>
                    <a:pt x="1031" y="1148"/>
                    <a:pt x="1148" y="1045"/>
                  </a:cubicBezTo>
                  <a:cubicBezTo>
                    <a:pt x="1606" y="636"/>
                    <a:pt x="1557" y="1"/>
                    <a:pt x="1557" y="1"/>
                  </a:cubicBezTo>
                  <a:cubicBezTo>
                    <a:pt x="1535" y="1"/>
                    <a:pt x="1506" y="1"/>
                    <a:pt x="147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5" name="Google Shape;5365;p66"/>
            <p:cNvSpPr/>
            <p:nvPr/>
          </p:nvSpPr>
          <p:spPr>
            <a:xfrm>
              <a:off x="3423575" y="5405400"/>
              <a:ext cx="87750" cy="67300"/>
            </a:xfrm>
            <a:custGeom>
              <a:avLst/>
              <a:gdLst/>
              <a:ahLst/>
              <a:cxnLst/>
              <a:rect l="l" t="t" r="r" b="b"/>
              <a:pathLst>
                <a:path w="3510" h="2692" extrusionOk="0">
                  <a:moveTo>
                    <a:pt x="153" y="0"/>
                  </a:moveTo>
                  <a:cubicBezTo>
                    <a:pt x="122" y="0"/>
                    <a:pt x="122" y="24"/>
                    <a:pt x="122" y="24"/>
                  </a:cubicBezTo>
                  <a:cubicBezTo>
                    <a:pt x="122" y="24"/>
                    <a:pt x="0" y="787"/>
                    <a:pt x="458" y="1196"/>
                  </a:cubicBezTo>
                  <a:cubicBezTo>
                    <a:pt x="763" y="1446"/>
                    <a:pt x="1221" y="1501"/>
                    <a:pt x="1495" y="1501"/>
                  </a:cubicBezTo>
                  <a:lnTo>
                    <a:pt x="1495" y="2441"/>
                  </a:lnTo>
                  <a:cubicBezTo>
                    <a:pt x="1495" y="2569"/>
                    <a:pt x="1599" y="2692"/>
                    <a:pt x="1752" y="2692"/>
                  </a:cubicBezTo>
                  <a:cubicBezTo>
                    <a:pt x="1904" y="2692"/>
                    <a:pt x="2032" y="2569"/>
                    <a:pt x="2032" y="2441"/>
                  </a:cubicBezTo>
                  <a:lnTo>
                    <a:pt x="2032" y="1501"/>
                  </a:lnTo>
                  <a:cubicBezTo>
                    <a:pt x="2313" y="1501"/>
                    <a:pt x="2771" y="1446"/>
                    <a:pt x="3052" y="1196"/>
                  </a:cubicBezTo>
                  <a:cubicBezTo>
                    <a:pt x="3509" y="787"/>
                    <a:pt x="3406" y="24"/>
                    <a:pt x="3406" y="24"/>
                  </a:cubicBezTo>
                  <a:cubicBezTo>
                    <a:pt x="3406" y="24"/>
                    <a:pt x="3381" y="0"/>
                    <a:pt x="3357" y="0"/>
                  </a:cubicBezTo>
                  <a:cubicBezTo>
                    <a:pt x="3302" y="201"/>
                    <a:pt x="3229" y="403"/>
                    <a:pt x="3052" y="555"/>
                  </a:cubicBezTo>
                  <a:cubicBezTo>
                    <a:pt x="2757" y="831"/>
                    <a:pt x="2255" y="864"/>
                    <a:pt x="1956" y="864"/>
                  </a:cubicBezTo>
                  <a:cubicBezTo>
                    <a:pt x="1865" y="864"/>
                    <a:pt x="1793" y="861"/>
                    <a:pt x="1752" y="861"/>
                  </a:cubicBezTo>
                  <a:cubicBezTo>
                    <a:pt x="1710" y="861"/>
                    <a:pt x="1640" y="864"/>
                    <a:pt x="1550" y="864"/>
                  </a:cubicBezTo>
                  <a:cubicBezTo>
                    <a:pt x="1258" y="864"/>
                    <a:pt x="766" y="831"/>
                    <a:pt x="458" y="555"/>
                  </a:cubicBezTo>
                  <a:cubicBezTo>
                    <a:pt x="305" y="403"/>
                    <a:pt x="202" y="201"/>
                    <a:pt x="15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6" name="Google Shape;5366;p66"/>
            <p:cNvSpPr/>
            <p:nvPr/>
          </p:nvSpPr>
          <p:spPr>
            <a:xfrm>
              <a:off x="3310350" y="5524850"/>
              <a:ext cx="314050" cy="16525"/>
            </a:xfrm>
            <a:custGeom>
              <a:avLst/>
              <a:gdLst/>
              <a:ahLst/>
              <a:cxnLst/>
              <a:rect l="l" t="t" r="r" b="b"/>
              <a:pathLst>
                <a:path w="12562" h="661" extrusionOk="0">
                  <a:moveTo>
                    <a:pt x="434" y="1"/>
                  </a:moveTo>
                  <a:cubicBezTo>
                    <a:pt x="257" y="1"/>
                    <a:pt x="104" y="105"/>
                    <a:pt x="0" y="257"/>
                  </a:cubicBezTo>
                  <a:cubicBezTo>
                    <a:pt x="0" y="257"/>
                    <a:pt x="0" y="660"/>
                    <a:pt x="434" y="660"/>
                  </a:cubicBezTo>
                  <a:lnTo>
                    <a:pt x="12158" y="660"/>
                  </a:lnTo>
                  <a:cubicBezTo>
                    <a:pt x="12561" y="660"/>
                    <a:pt x="12561" y="257"/>
                    <a:pt x="12561" y="257"/>
                  </a:cubicBezTo>
                  <a:cubicBezTo>
                    <a:pt x="12488" y="105"/>
                    <a:pt x="12335" y="1"/>
                    <a:pt x="1215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7" name="Google Shape;5367;p66"/>
            <p:cNvSpPr/>
            <p:nvPr/>
          </p:nvSpPr>
          <p:spPr>
            <a:xfrm>
              <a:off x="3309125" y="5531275"/>
              <a:ext cx="317250" cy="17725"/>
            </a:xfrm>
            <a:custGeom>
              <a:avLst/>
              <a:gdLst/>
              <a:ahLst/>
              <a:cxnLst/>
              <a:rect l="l" t="t" r="r" b="b"/>
              <a:pathLst>
                <a:path w="12690" h="709" extrusionOk="0">
                  <a:moveTo>
                    <a:pt x="49" y="0"/>
                  </a:moveTo>
                  <a:cubicBezTo>
                    <a:pt x="25" y="49"/>
                    <a:pt x="1" y="153"/>
                    <a:pt x="1" y="226"/>
                  </a:cubicBezTo>
                  <a:cubicBezTo>
                    <a:pt x="1" y="507"/>
                    <a:pt x="202" y="708"/>
                    <a:pt x="483" y="708"/>
                  </a:cubicBezTo>
                  <a:lnTo>
                    <a:pt x="12207" y="708"/>
                  </a:lnTo>
                  <a:cubicBezTo>
                    <a:pt x="12457" y="708"/>
                    <a:pt x="12689" y="507"/>
                    <a:pt x="12689" y="226"/>
                  </a:cubicBezTo>
                  <a:cubicBezTo>
                    <a:pt x="12689" y="153"/>
                    <a:pt x="12665" y="49"/>
                    <a:pt x="12610" y="0"/>
                  </a:cubicBezTo>
                  <a:cubicBezTo>
                    <a:pt x="12537" y="128"/>
                    <a:pt x="12384" y="226"/>
                    <a:pt x="12207" y="226"/>
                  </a:cubicBezTo>
                  <a:lnTo>
                    <a:pt x="483" y="226"/>
                  </a:lnTo>
                  <a:cubicBezTo>
                    <a:pt x="306" y="226"/>
                    <a:pt x="153" y="128"/>
                    <a:pt x="4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8" name="Google Shape;5368;p66"/>
            <p:cNvSpPr/>
            <p:nvPr/>
          </p:nvSpPr>
          <p:spPr>
            <a:xfrm>
              <a:off x="3307150" y="5604350"/>
              <a:ext cx="321050" cy="18500"/>
            </a:xfrm>
            <a:custGeom>
              <a:avLst/>
              <a:gdLst/>
              <a:ahLst/>
              <a:cxnLst/>
              <a:rect l="l" t="t" r="r" b="b"/>
              <a:pathLst>
                <a:path w="12842" h="740" extrusionOk="0">
                  <a:moveTo>
                    <a:pt x="434" y="1"/>
                  </a:moveTo>
                  <a:cubicBezTo>
                    <a:pt x="257" y="1"/>
                    <a:pt x="80" y="104"/>
                    <a:pt x="0" y="257"/>
                  </a:cubicBezTo>
                  <a:cubicBezTo>
                    <a:pt x="0" y="257"/>
                    <a:pt x="0" y="739"/>
                    <a:pt x="434" y="739"/>
                  </a:cubicBezTo>
                  <a:lnTo>
                    <a:pt x="12384" y="739"/>
                  </a:lnTo>
                  <a:cubicBezTo>
                    <a:pt x="12842" y="739"/>
                    <a:pt x="12842" y="257"/>
                    <a:pt x="12842" y="257"/>
                  </a:cubicBezTo>
                  <a:cubicBezTo>
                    <a:pt x="12744" y="104"/>
                    <a:pt x="12591" y="1"/>
                    <a:pt x="1238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9" name="Google Shape;5369;p66"/>
            <p:cNvSpPr/>
            <p:nvPr/>
          </p:nvSpPr>
          <p:spPr>
            <a:xfrm>
              <a:off x="3305325" y="5610775"/>
              <a:ext cx="324850" cy="19700"/>
            </a:xfrm>
            <a:custGeom>
              <a:avLst/>
              <a:gdLst/>
              <a:ahLst/>
              <a:cxnLst/>
              <a:rect l="l" t="t" r="r" b="b"/>
              <a:pathLst>
                <a:path w="12994" h="788" extrusionOk="0">
                  <a:moveTo>
                    <a:pt x="73" y="0"/>
                  </a:moveTo>
                  <a:cubicBezTo>
                    <a:pt x="24" y="73"/>
                    <a:pt x="0" y="177"/>
                    <a:pt x="0" y="275"/>
                  </a:cubicBezTo>
                  <a:cubicBezTo>
                    <a:pt x="0" y="555"/>
                    <a:pt x="226" y="787"/>
                    <a:pt x="507" y="787"/>
                  </a:cubicBezTo>
                  <a:lnTo>
                    <a:pt x="12457" y="787"/>
                  </a:lnTo>
                  <a:cubicBezTo>
                    <a:pt x="12762" y="787"/>
                    <a:pt x="12994" y="555"/>
                    <a:pt x="12994" y="275"/>
                  </a:cubicBezTo>
                  <a:cubicBezTo>
                    <a:pt x="12994" y="177"/>
                    <a:pt x="12970" y="73"/>
                    <a:pt x="12915" y="0"/>
                  </a:cubicBezTo>
                  <a:cubicBezTo>
                    <a:pt x="12817" y="177"/>
                    <a:pt x="12664" y="275"/>
                    <a:pt x="12457" y="275"/>
                  </a:cubicBezTo>
                  <a:lnTo>
                    <a:pt x="507" y="275"/>
                  </a:lnTo>
                  <a:cubicBezTo>
                    <a:pt x="330" y="275"/>
                    <a:pt x="153" y="177"/>
                    <a:pt x="7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70" name="Google Shape;5370;p66"/>
          <p:cNvGrpSpPr/>
          <p:nvPr/>
        </p:nvGrpSpPr>
        <p:grpSpPr>
          <a:xfrm>
            <a:off x="1039341" y="2921986"/>
            <a:ext cx="317225" cy="436725"/>
            <a:chOff x="1089675" y="4252775"/>
            <a:chExt cx="317225" cy="436725"/>
          </a:xfrm>
        </p:grpSpPr>
        <p:sp>
          <p:nvSpPr>
            <p:cNvPr id="5371" name="Google Shape;5371;p66"/>
            <p:cNvSpPr/>
            <p:nvPr/>
          </p:nvSpPr>
          <p:spPr>
            <a:xfrm>
              <a:off x="1089675" y="4252775"/>
              <a:ext cx="317225" cy="429700"/>
            </a:xfrm>
            <a:custGeom>
              <a:avLst/>
              <a:gdLst/>
              <a:ahLst/>
              <a:cxnLst/>
              <a:rect l="l" t="t" r="r" b="b"/>
              <a:pathLst>
                <a:path w="12689" h="17188" extrusionOk="0">
                  <a:moveTo>
                    <a:pt x="354" y="1"/>
                  </a:moveTo>
                  <a:cubicBezTo>
                    <a:pt x="153" y="1"/>
                    <a:pt x="0" y="154"/>
                    <a:pt x="0" y="355"/>
                  </a:cubicBezTo>
                  <a:lnTo>
                    <a:pt x="0" y="16504"/>
                  </a:lnTo>
                  <a:lnTo>
                    <a:pt x="0" y="16602"/>
                  </a:lnTo>
                  <a:cubicBezTo>
                    <a:pt x="25" y="16907"/>
                    <a:pt x="281" y="17163"/>
                    <a:pt x="610" y="17163"/>
                  </a:cubicBezTo>
                  <a:lnTo>
                    <a:pt x="12079" y="17188"/>
                  </a:lnTo>
                  <a:cubicBezTo>
                    <a:pt x="12384" y="17188"/>
                    <a:pt x="12664" y="16938"/>
                    <a:pt x="12689" y="16632"/>
                  </a:cubicBezTo>
                  <a:lnTo>
                    <a:pt x="12689" y="16480"/>
                  </a:lnTo>
                  <a:lnTo>
                    <a:pt x="12689" y="3913"/>
                  </a:lnTo>
                  <a:lnTo>
                    <a:pt x="940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2" name="Google Shape;5372;p66"/>
            <p:cNvSpPr/>
            <p:nvPr/>
          </p:nvSpPr>
          <p:spPr>
            <a:xfrm>
              <a:off x="1089675" y="4664750"/>
              <a:ext cx="317225" cy="24750"/>
            </a:xfrm>
            <a:custGeom>
              <a:avLst/>
              <a:gdLst/>
              <a:ahLst/>
              <a:cxnLst/>
              <a:rect l="l" t="t" r="r" b="b"/>
              <a:pathLst>
                <a:path w="12689" h="990" extrusionOk="0">
                  <a:moveTo>
                    <a:pt x="0" y="1"/>
                  </a:moveTo>
                  <a:lnTo>
                    <a:pt x="0" y="635"/>
                  </a:lnTo>
                  <a:cubicBezTo>
                    <a:pt x="0" y="837"/>
                    <a:pt x="153" y="989"/>
                    <a:pt x="354" y="989"/>
                  </a:cubicBezTo>
                  <a:lnTo>
                    <a:pt x="12335" y="989"/>
                  </a:lnTo>
                  <a:cubicBezTo>
                    <a:pt x="12536" y="989"/>
                    <a:pt x="12689" y="837"/>
                    <a:pt x="12689" y="635"/>
                  </a:cubicBezTo>
                  <a:lnTo>
                    <a:pt x="12689" y="1"/>
                  </a:lnTo>
                  <a:cubicBezTo>
                    <a:pt x="12689" y="202"/>
                    <a:pt x="12536" y="355"/>
                    <a:pt x="12335" y="355"/>
                  </a:cubicBezTo>
                  <a:lnTo>
                    <a:pt x="354" y="355"/>
                  </a:lnTo>
                  <a:cubicBezTo>
                    <a:pt x="153" y="355"/>
                    <a:pt x="0" y="202"/>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3" name="Google Shape;5373;p66"/>
            <p:cNvSpPr/>
            <p:nvPr/>
          </p:nvSpPr>
          <p:spPr>
            <a:xfrm>
              <a:off x="1324800" y="4316875"/>
              <a:ext cx="82100" cy="33750"/>
            </a:xfrm>
            <a:custGeom>
              <a:avLst/>
              <a:gdLst/>
              <a:ahLst/>
              <a:cxnLst/>
              <a:rect l="l" t="t" r="r" b="b"/>
              <a:pathLst>
                <a:path w="3284" h="1350" extrusionOk="0">
                  <a:moveTo>
                    <a:pt x="0" y="0"/>
                  </a:moveTo>
                  <a:lnTo>
                    <a:pt x="0" y="641"/>
                  </a:lnTo>
                  <a:cubicBezTo>
                    <a:pt x="0" y="1020"/>
                    <a:pt x="336" y="1349"/>
                    <a:pt x="714" y="1349"/>
                  </a:cubicBezTo>
                  <a:lnTo>
                    <a:pt x="3284" y="1349"/>
                  </a:lnTo>
                  <a:lnTo>
                    <a:pt x="3284" y="714"/>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4" name="Google Shape;5374;p66"/>
            <p:cNvSpPr/>
            <p:nvPr/>
          </p:nvSpPr>
          <p:spPr>
            <a:xfrm>
              <a:off x="1324800" y="4252775"/>
              <a:ext cx="66250" cy="72500"/>
            </a:xfrm>
            <a:custGeom>
              <a:avLst/>
              <a:gdLst/>
              <a:ahLst/>
              <a:cxnLst/>
              <a:rect l="l" t="t" r="r" b="b"/>
              <a:pathLst>
                <a:path w="2650" h="2900" extrusionOk="0">
                  <a:moveTo>
                    <a:pt x="0" y="1"/>
                  </a:moveTo>
                  <a:lnTo>
                    <a:pt x="0" y="1930"/>
                  </a:lnTo>
                  <a:lnTo>
                    <a:pt x="55" y="2564"/>
                  </a:lnTo>
                  <a:lnTo>
                    <a:pt x="916" y="2900"/>
                  </a:lnTo>
                  <a:lnTo>
                    <a:pt x="2649" y="2644"/>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5" name="Google Shape;5375;p66"/>
            <p:cNvSpPr/>
            <p:nvPr/>
          </p:nvSpPr>
          <p:spPr>
            <a:xfrm>
              <a:off x="1324800" y="4301000"/>
              <a:ext cx="82100" cy="33750"/>
            </a:xfrm>
            <a:custGeom>
              <a:avLst/>
              <a:gdLst/>
              <a:ahLst/>
              <a:cxnLst/>
              <a:rect l="l" t="t" r="r" b="b"/>
              <a:pathLst>
                <a:path w="3284" h="1350" extrusionOk="0">
                  <a:moveTo>
                    <a:pt x="0" y="1"/>
                  </a:moveTo>
                  <a:lnTo>
                    <a:pt x="0" y="635"/>
                  </a:lnTo>
                  <a:cubicBezTo>
                    <a:pt x="0" y="1020"/>
                    <a:pt x="336" y="1349"/>
                    <a:pt x="714" y="1349"/>
                  </a:cubicBezTo>
                  <a:lnTo>
                    <a:pt x="3284" y="1349"/>
                  </a:lnTo>
                  <a:lnTo>
                    <a:pt x="2649" y="715"/>
                  </a:lnTo>
                  <a:lnTo>
                    <a:pt x="714" y="715"/>
                  </a:lnTo>
                  <a:cubicBezTo>
                    <a:pt x="336" y="715"/>
                    <a:pt x="0" y="385"/>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6" name="Google Shape;5376;p66"/>
            <p:cNvSpPr/>
            <p:nvPr/>
          </p:nvSpPr>
          <p:spPr>
            <a:xfrm>
              <a:off x="1284200" y="4463175"/>
              <a:ext cx="61075" cy="57875"/>
            </a:xfrm>
            <a:custGeom>
              <a:avLst/>
              <a:gdLst/>
              <a:ahLst/>
              <a:cxnLst/>
              <a:rect l="l" t="t" r="r" b="b"/>
              <a:pathLst>
                <a:path w="2443" h="2315" extrusionOk="0">
                  <a:moveTo>
                    <a:pt x="1185" y="0"/>
                  </a:moveTo>
                  <a:cubicBezTo>
                    <a:pt x="1159" y="0"/>
                    <a:pt x="1135" y="8"/>
                    <a:pt x="1118" y="26"/>
                  </a:cubicBezTo>
                  <a:lnTo>
                    <a:pt x="74" y="636"/>
                  </a:lnTo>
                  <a:cubicBezTo>
                    <a:pt x="25" y="660"/>
                    <a:pt x="1" y="764"/>
                    <a:pt x="25" y="837"/>
                  </a:cubicBezTo>
                  <a:lnTo>
                    <a:pt x="709" y="1985"/>
                  </a:lnTo>
                  <a:lnTo>
                    <a:pt x="1374" y="2314"/>
                  </a:lnTo>
                  <a:lnTo>
                    <a:pt x="2137" y="2314"/>
                  </a:lnTo>
                  <a:lnTo>
                    <a:pt x="2442" y="1985"/>
                  </a:lnTo>
                  <a:lnTo>
                    <a:pt x="1319" y="75"/>
                  </a:lnTo>
                  <a:cubicBezTo>
                    <a:pt x="1288" y="27"/>
                    <a:pt x="1233" y="0"/>
                    <a:pt x="118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7" name="Google Shape;5377;p66"/>
            <p:cNvSpPr/>
            <p:nvPr/>
          </p:nvSpPr>
          <p:spPr>
            <a:xfrm>
              <a:off x="1301900" y="4512775"/>
              <a:ext cx="52225" cy="23525"/>
            </a:xfrm>
            <a:custGeom>
              <a:avLst/>
              <a:gdLst/>
              <a:ahLst/>
              <a:cxnLst/>
              <a:rect l="l" t="t" r="r" b="b"/>
              <a:pathLst>
                <a:path w="2089" h="941" extrusionOk="0">
                  <a:moveTo>
                    <a:pt x="1" y="1"/>
                  </a:moveTo>
                  <a:lnTo>
                    <a:pt x="385" y="636"/>
                  </a:lnTo>
                  <a:lnTo>
                    <a:pt x="1173" y="941"/>
                  </a:lnTo>
                  <a:lnTo>
                    <a:pt x="2088" y="636"/>
                  </a:lnTo>
                  <a:lnTo>
                    <a:pt x="173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8" name="Google Shape;5378;p66"/>
            <p:cNvSpPr/>
            <p:nvPr/>
          </p:nvSpPr>
          <p:spPr>
            <a:xfrm>
              <a:off x="1176800" y="4528050"/>
              <a:ext cx="63500" cy="37550"/>
            </a:xfrm>
            <a:custGeom>
              <a:avLst/>
              <a:gdLst/>
              <a:ahLst/>
              <a:cxnLst/>
              <a:rect l="l" t="t" r="r" b="b"/>
              <a:pathLst>
                <a:path w="2540" h="1502" extrusionOk="0">
                  <a:moveTo>
                    <a:pt x="964" y="0"/>
                  </a:moveTo>
                  <a:lnTo>
                    <a:pt x="531" y="226"/>
                  </a:lnTo>
                  <a:lnTo>
                    <a:pt x="0" y="1093"/>
                  </a:lnTo>
                  <a:lnTo>
                    <a:pt x="98" y="1502"/>
                  </a:lnTo>
                  <a:lnTo>
                    <a:pt x="2411" y="1502"/>
                  </a:lnTo>
                  <a:cubicBezTo>
                    <a:pt x="2490" y="1502"/>
                    <a:pt x="2539" y="1422"/>
                    <a:pt x="2539" y="1349"/>
                  </a:cubicBezTo>
                  <a:lnTo>
                    <a:pt x="2539" y="153"/>
                  </a:lnTo>
                  <a:cubicBezTo>
                    <a:pt x="2539" y="73"/>
                    <a:pt x="2490" y="0"/>
                    <a:pt x="241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9" name="Google Shape;5379;p66"/>
            <p:cNvSpPr/>
            <p:nvPr/>
          </p:nvSpPr>
          <p:spPr>
            <a:xfrm>
              <a:off x="1188850" y="4396975"/>
              <a:ext cx="50825" cy="70300"/>
            </a:xfrm>
            <a:custGeom>
              <a:avLst/>
              <a:gdLst/>
              <a:ahLst/>
              <a:cxnLst/>
              <a:rect l="l" t="t" r="r" b="b"/>
              <a:pathLst>
                <a:path w="2033" h="2812" extrusionOk="0">
                  <a:moveTo>
                    <a:pt x="1197" y="1"/>
                  </a:moveTo>
                  <a:lnTo>
                    <a:pt x="49" y="2015"/>
                  </a:lnTo>
                  <a:cubicBezTo>
                    <a:pt x="0" y="2063"/>
                    <a:pt x="25" y="2167"/>
                    <a:pt x="98" y="2216"/>
                  </a:cubicBezTo>
                  <a:lnTo>
                    <a:pt x="1117" y="2802"/>
                  </a:lnTo>
                  <a:cubicBezTo>
                    <a:pt x="1138" y="2808"/>
                    <a:pt x="1160" y="2811"/>
                    <a:pt x="1182" y="2811"/>
                  </a:cubicBezTo>
                  <a:cubicBezTo>
                    <a:pt x="1243" y="2811"/>
                    <a:pt x="1301" y="2787"/>
                    <a:pt x="1319" y="2747"/>
                  </a:cubicBezTo>
                  <a:lnTo>
                    <a:pt x="2033" y="1502"/>
                  </a:lnTo>
                  <a:lnTo>
                    <a:pt x="2033" y="971"/>
                  </a:lnTo>
                  <a:lnTo>
                    <a:pt x="1502" y="31"/>
                  </a:lnTo>
                  <a:lnTo>
                    <a:pt x="119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0" name="Google Shape;5380;p66"/>
            <p:cNvSpPr/>
            <p:nvPr/>
          </p:nvSpPr>
          <p:spPr>
            <a:xfrm>
              <a:off x="1261925" y="4524775"/>
              <a:ext cx="92200" cy="44200"/>
            </a:xfrm>
            <a:custGeom>
              <a:avLst/>
              <a:gdLst/>
              <a:ahLst/>
              <a:cxnLst/>
              <a:rect l="l" t="t" r="r" b="b"/>
              <a:pathLst>
                <a:path w="3688" h="1768" extrusionOk="0">
                  <a:moveTo>
                    <a:pt x="833" y="0"/>
                  </a:moveTo>
                  <a:cubicBezTo>
                    <a:pt x="793" y="0"/>
                    <a:pt x="750" y="16"/>
                    <a:pt x="715" y="52"/>
                  </a:cubicBezTo>
                  <a:lnTo>
                    <a:pt x="50" y="790"/>
                  </a:lnTo>
                  <a:cubicBezTo>
                    <a:pt x="1" y="839"/>
                    <a:pt x="1" y="919"/>
                    <a:pt x="50" y="967"/>
                  </a:cubicBezTo>
                  <a:lnTo>
                    <a:pt x="715" y="1730"/>
                  </a:lnTo>
                  <a:cubicBezTo>
                    <a:pt x="746" y="1756"/>
                    <a:pt x="783" y="1767"/>
                    <a:pt x="819" y="1767"/>
                  </a:cubicBezTo>
                  <a:cubicBezTo>
                    <a:pt x="895" y="1767"/>
                    <a:pt x="965" y="1715"/>
                    <a:pt x="965" y="1633"/>
                  </a:cubicBezTo>
                  <a:lnTo>
                    <a:pt x="2772" y="1633"/>
                  </a:lnTo>
                  <a:cubicBezTo>
                    <a:pt x="2820" y="1633"/>
                    <a:pt x="2875" y="1602"/>
                    <a:pt x="2900" y="1553"/>
                  </a:cubicBezTo>
                  <a:lnTo>
                    <a:pt x="3687" y="156"/>
                  </a:lnTo>
                  <a:lnTo>
                    <a:pt x="965" y="131"/>
                  </a:lnTo>
                  <a:cubicBezTo>
                    <a:pt x="965" y="50"/>
                    <a:pt x="903" y="0"/>
                    <a:pt x="8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1" name="Google Shape;5381;p66"/>
            <p:cNvSpPr/>
            <p:nvPr/>
          </p:nvSpPr>
          <p:spPr>
            <a:xfrm>
              <a:off x="1163375" y="4528050"/>
              <a:ext cx="37550" cy="37550"/>
            </a:xfrm>
            <a:custGeom>
              <a:avLst/>
              <a:gdLst/>
              <a:ahLst/>
              <a:cxnLst/>
              <a:rect l="l" t="t" r="r" b="b"/>
              <a:pathLst>
                <a:path w="1502" h="1502" extrusionOk="0">
                  <a:moveTo>
                    <a:pt x="867" y="0"/>
                  </a:moveTo>
                  <a:lnTo>
                    <a:pt x="128" y="763"/>
                  </a:lnTo>
                  <a:lnTo>
                    <a:pt x="0" y="1502"/>
                  </a:lnTo>
                  <a:lnTo>
                    <a:pt x="635" y="1502"/>
                  </a:lnTo>
                  <a:lnTo>
                    <a:pt x="150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2" name="Google Shape;5382;p66"/>
            <p:cNvSpPr/>
            <p:nvPr/>
          </p:nvSpPr>
          <p:spPr>
            <a:xfrm>
              <a:off x="1218750" y="4383100"/>
              <a:ext cx="34350" cy="51425"/>
            </a:xfrm>
            <a:custGeom>
              <a:avLst/>
              <a:gdLst/>
              <a:ahLst/>
              <a:cxnLst/>
              <a:rect l="l" t="t" r="r" b="b"/>
              <a:pathLst>
                <a:path w="1374" h="2057" extrusionOk="0">
                  <a:moveTo>
                    <a:pt x="306" y="0"/>
                  </a:moveTo>
                  <a:lnTo>
                    <a:pt x="1" y="556"/>
                  </a:lnTo>
                  <a:lnTo>
                    <a:pt x="837" y="2057"/>
                  </a:lnTo>
                  <a:lnTo>
                    <a:pt x="1166" y="1502"/>
                  </a:lnTo>
                  <a:lnTo>
                    <a:pt x="1374" y="787"/>
                  </a:lnTo>
                  <a:lnTo>
                    <a:pt x="30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3" name="Google Shape;5383;p66"/>
            <p:cNvSpPr/>
            <p:nvPr/>
          </p:nvSpPr>
          <p:spPr>
            <a:xfrm>
              <a:off x="1142450" y="4476325"/>
              <a:ext cx="61525" cy="89275"/>
            </a:xfrm>
            <a:custGeom>
              <a:avLst/>
              <a:gdLst/>
              <a:ahLst/>
              <a:cxnLst/>
              <a:rect l="l" t="t" r="r" b="b"/>
              <a:pathLst>
                <a:path w="2461" h="3571" extrusionOk="0">
                  <a:moveTo>
                    <a:pt x="1995" y="0"/>
                  </a:moveTo>
                  <a:cubicBezTo>
                    <a:pt x="1982" y="0"/>
                    <a:pt x="1968" y="2"/>
                    <a:pt x="1954" y="6"/>
                  </a:cubicBezTo>
                  <a:lnTo>
                    <a:pt x="990" y="183"/>
                  </a:lnTo>
                  <a:cubicBezTo>
                    <a:pt x="861" y="214"/>
                    <a:pt x="837" y="391"/>
                    <a:pt x="941" y="464"/>
                  </a:cubicBezTo>
                  <a:lnTo>
                    <a:pt x="25" y="2014"/>
                  </a:lnTo>
                  <a:cubicBezTo>
                    <a:pt x="1" y="2045"/>
                    <a:pt x="1" y="2094"/>
                    <a:pt x="25" y="2142"/>
                  </a:cubicBezTo>
                  <a:lnTo>
                    <a:pt x="837" y="3571"/>
                  </a:lnTo>
                  <a:lnTo>
                    <a:pt x="2210" y="1203"/>
                  </a:lnTo>
                  <a:cubicBezTo>
                    <a:pt x="2241" y="1222"/>
                    <a:pt x="2272" y="1230"/>
                    <a:pt x="2301" y="1230"/>
                  </a:cubicBezTo>
                  <a:cubicBezTo>
                    <a:pt x="2392" y="1230"/>
                    <a:pt x="2461" y="1147"/>
                    <a:pt x="2442" y="1050"/>
                  </a:cubicBezTo>
                  <a:lnTo>
                    <a:pt x="2137" y="110"/>
                  </a:lnTo>
                  <a:cubicBezTo>
                    <a:pt x="2112" y="45"/>
                    <a:pt x="2058" y="0"/>
                    <a:pt x="199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4" name="Google Shape;5384;p66"/>
            <p:cNvSpPr/>
            <p:nvPr/>
          </p:nvSpPr>
          <p:spPr>
            <a:xfrm>
              <a:off x="1226375" y="4383100"/>
              <a:ext cx="72175" cy="71350"/>
            </a:xfrm>
            <a:custGeom>
              <a:avLst/>
              <a:gdLst/>
              <a:ahLst/>
              <a:cxnLst/>
              <a:rect l="l" t="t" r="r" b="b"/>
              <a:pathLst>
                <a:path w="2887" h="2854" extrusionOk="0">
                  <a:moveTo>
                    <a:pt x="1" y="0"/>
                  </a:moveTo>
                  <a:lnTo>
                    <a:pt x="1343" y="2387"/>
                  </a:lnTo>
                  <a:cubicBezTo>
                    <a:pt x="1221" y="2441"/>
                    <a:pt x="1246" y="2618"/>
                    <a:pt x="1398" y="2643"/>
                  </a:cubicBezTo>
                  <a:lnTo>
                    <a:pt x="2363" y="2844"/>
                  </a:lnTo>
                  <a:cubicBezTo>
                    <a:pt x="2379" y="2850"/>
                    <a:pt x="2393" y="2853"/>
                    <a:pt x="2407" y="2853"/>
                  </a:cubicBezTo>
                  <a:cubicBezTo>
                    <a:pt x="2461" y="2853"/>
                    <a:pt x="2496" y="2810"/>
                    <a:pt x="2515" y="2771"/>
                  </a:cubicBezTo>
                  <a:lnTo>
                    <a:pt x="2845" y="1807"/>
                  </a:lnTo>
                  <a:cubicBezTo>
                    <a:pt x="2886" y="1710"/>
                    <a:pt x="2809" y="1626"/>
                    <a:pt x="2724" y="1626"/>
                  </a:cubicBezTo>
                  <a:cubicBezTo>
                    <a:pt x="2697" y="1626"/>
                    <a:pt x="2669" y="1635"/>
                    <a:pt x="2643" y="1654"/>
                  </a:cubicBezTo>
                  <a:lnTo>
                    <a:pt x="1752" y="73"/>
                  </a:lnTo>
                  <a:cubicBezTo>
                    <a:pt x="1728" y="49"/>
                    <a:pt x="1679" y="0"/>
                    <a:pt x="16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85" name="Google Shape;5385;p66"/>
          <p:cNvGrpSpPr/>
          <p:nvPr/>
        </p:nvGrpSpPr>
        <p:grpSpPr>
          <a:xfrm>
            <a:off x="5448966" y="3561211"/>
            <a:ext cx="436700" cy="430475"/>
            <a:chOff x="5499300" y="5196800"/>
            <a:chExt cx="436700" cy="430475"/>
          </a:xfrm>
        </p:grpSpPr>
        <p:sp>
          <p:nvSpPr>
            <p:cNvPr id="5386" name="Google Shape;5386;p66"/>
            <p:cNvSpPr/>
            <p:nvPr/>
          </p:nvSpPr>
          <p:spPr>
            <a:xfrm>
              <a:off x="5644250" y="5222900"/>
              <a:ext cx="291750" cy="322275"/>
            </a:xfrm>
            <a:custGeom>
              <a:avLst/>
              <a:gdLst/>
              <a:ahLst/>
              <a:cxnLst/>
              <a:rect l="l" t="t" r="r" b="b"/>
              <a:pathLst>
                <a:path w="11670" h="12891" extrusionOk="0">
                  <a:moveTo>
                    <a:pt x="251" y="1"/>
                  </a:moveTo>
                  <a:cubicBezTo>
                    <a:pt x="98" y="1"/>
                    <a:pt x="0" y="129"/>
                    <a:pt x="0" y="281"/>
                  </a:cubicBezTo>
                  <a:cubicBezTo>
                    <a:pt x="0" y="409"/>
                    <a:pt x="98" y="531"/>
                    <a:pt x="251" y="531"/>
                  </a:cubicBezTo>
                  <a:lnTo>
                    <a:pt x="8643" y="531"/>
                  </a:lnTo>
                  <a:cubicBezTo>
                    <a:pt x="10016" y="531"/>
                    <a:pt x="11163" y="1654"/>
                    <a:pt x="11163" y="3028"/>
                  </a:cubicBezTo>
                  <a:lnTo>
                    <a:pt x="11163" y="11139"/>
                  </a:lnTo>
                  <a:cubicBezTo>
                    <a:pt x="11163" y="11823"/>
                    <a:pt x="10602" y="12384"/>
                    <a:pt x="9918" y="12384"/>
                  </a:cubicBezTo>
                  <a:lnTo>
                    <a:pt x="9253" y="12384"/>
                  </a:lnTo>
                  <a:cubicBezTo>
                    <a:pt x="9131" y="12384"/>
                    <a:pt x="9003" y="12488"/>
                    <a:pt x="9003" y="12640"/>
                  </a:cubicBezTo>
                  <a:cubicBezTo>
                    <a:pt x="9003" y="12793"/>
                    <a:pt x="9131" y="12891"/>
                    <a:pt x="9253" y="12891"/>
                  </a:cubicBezTo>
                  <a:lnTo>
                    <a:pt x="9918" y="12891"/>
                  </a:lnTo>
                  <a:cubicBezTo>
                    <a:pt x="10883" y="12891"/>
                    <a:pt x="11670" y="12103"/>
                    <a:pt x="11670" y="11139"/>
                  </a:cubicBezTo>
                  <a:lnTo>
                    <a:pt x="11670" y="3028"/>
                  </a:lnTo>
                  <a:cubicBezTo>
                    <a:pt x="11670" y="1374"/>
                    <a:pt x="10321" y="1"/>
                    <a:pt x="864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7" name="Google Shape;5387;p66"/>
            <p:cNvSpPr/>
            <p:nvPr/>
          </p:nvSpPr>
          <p:spPr>
            <a:xfrm>
              <a:off x="5561550" y="5240750"/>
              <a:ext cx="53425" cy="13300"/>
            </a:xfrm>
            <a:custGeom>
              <a:avLst/>
              <a:gdLst/>
              <a:ahLst/>
              <a:cxnLst/>
              <a:rect l="l" t="t" r="r" b="b"/>
              <a:pathLst>
                <a:path w="2137" h="532" extrusionOk="0">
                  <a:moveTo>
                    <a:pt x="257" y="1"/>
                  </a:moveTo>
                  <a:cubicBezTo>
                    <a:pt x="129" y="1"/>
                    <a:pt x="0" y="123"/>
                    <a:pt x="0" y="275"/>
                  </a:cubicBezTo>
                  <a:cubicBezTo>
                    <a:pt x="0" y="403"/>
                    <a:pt x="129" y="532"/>
                    <a:pt x="257" y="532"/>
                  </a:cubicBezTo>
                  <a:lnTo>
                    <a:pt x="1880" y="532"/>
                  </a:lnTo>
                  <a:cubicBezTo>
                    <a:pt x="2008" y="532"/>
                    <a:pt x="2137" y="403"/>
                    <a:pt x="2137" y="275"/>
                  </a:cubicBezTo>
                  <a:cubicBezTo>
                    <a:pt x="2137" y="123"/>
                    <a:pt x="2008" y="1"/>
                    <a:pt x="188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8" name="Google Shape;5388;p66"/>
            <p:cNvSpPr/>
            <p:nvPr/>
          </p:nvSpPr>
          <p:spPr>
            <a:xfrm>
              <a:off x="5561550" y="5205050"/>
              <a:ext cx="53425" cy="13450"/>
            </a:xfrm>
            <a:custGeom>
              <a:avLst/>
              <a:gdLst/>
              <a:ahLst/>
              <a:cxnLst/>
              <a:rect l="l" t="t" r="r" b="b"/>
              <a:pathLst>
                <a:path w="2137" h="538" extrusionOk="0">
                  <a:moveTo>
                    <a:pt x="257" y="0"/>
                  </a:moveTo>
                  <a:cubicBezTo>
                    <a:pt x="129" y="0"/>
                    <a:pt x="0" y="129"/>
                    <a:pt x="0" y="281"/>
                  </a:cubicBezTo>
                  <a:cubicBezTo>
                    <a:pt x="0" y="409"/>
                    <a:pt x="129" y="538"/>
                    <a:pt x="257" y="538"/>
                  </a:cubicBezTo>
                  <a:lnTo>
                    <a:pt x="1880" y="538"/>
                  </a:lnTo>
                  <a:cubicBezTo>
                    <a:pt x="2008" y="538"/>
                    <a:pt x="2137" y="409"/>
                    <a:pt x="2137" y="281"/>
                  </a:cubicBezTo>
                  <a:cubicBezTo>
                    <a:pt x="2137" y="129"/>
                    <a:pt x="2008" y="0"/>
                    <a:pt x="188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9" name="Google Shape;5389;p66"/>
            <p:cNvSpPr/>
            <p:nvPr/>
          </p:nvSpPr>
          <p:spPr>
            <a:xfrm>
              <a:off x="5597100" y="5196800"/>
              <a:ext cx="61050" cy="57850"/>
            </a:xfrm>
            <a:custGeom>
              <a:avLst/>
              <a:gdLst/>
              <a:ahLst/>
              <a:cxnLst/>
              <a:rect l="l" t="t" r="r" b="b"/>
              <a:pathLst>
                <a:path w="2442" h="2314" extrusionOk="0">
                  <a:moveTo>
                    <a:pt x="184" y="1"/>
                  </a:moveTo>
                  <a:cubicBezTo>
                    <a:pt x="80" y="1"/>
                    <a:pt x="0" y="80"/>
                    <a:pt x="0" y="178"/>
                  </a:cubicBezTo>
                  <a:lnTo>
                    <a:pt x="0" y="2009"/>
                  </a:lnTo>
                  <a:lnTo>
                    <a:pt x="306" y="2314"/>
                  </a:lnTo>
                  <a:lnTo>
                    <a:pt x="1044" y="2314"/>
                  </a:lnTo>
                  <a:cubicBezTo>
                    <a:pt x="1197" y="2314"/>
                    <a:pt x="1349" y="2241"/>
                    <a:pt x="1453" y="2113"/>
                  </a:cubicBezTo>
                  <a:cubicBezTo>
                    <a:pt x="1606" y="1960"/>
                    <a:pt x="1783" y="1783"/>
                    <a:pt x="2063" y="1679"/>
                  </a:cubicBezTo>
                  <a:cubicBezTo>
                    <a:pt x="2265" y="1606"/>
                    <a:pt x="2417" y="1423"/>
                    <a:pt x="2442" y="1197"/>
                  </a:cubicBezTo>
                  <a:lnTo>
                    <a:pt x="2442" y="1173"/>
                  </a:lnTo>
                  <a:lnTo>
                    <a:pt x="2442" y="843"/>
                  </a:lnTo>
                  <a:cubicBezTo>
                    <a:pt x="2442" y="764"/>
                    <a:pt x="2393" y="715"/>
                    <a:pt x="2320" y="691"/>
                  </a:cubicBezTo>
                  <a:cubicBezTo>
                    <a:pt x="1886" y="636"/>
                    <a:pt x="1581" y="355"/>
                    <a:pt x="1429" y="153"/>
                  </a:cubicBezTo>
                  <a:cubicBezTo>
                    <a:pt x="1349" y="50"/>
                    <a:pt x="1221" y="1"/>
                    <a:pt x="109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0" name="Google Shape;5390;p66"/>
            <p:cNvSpPr/>
            <p:nvPr/>
          </p:nvSpPr>
          <p:spPr>
            <a:xfrm>
              <a:off x="5597100" y="5226100"/>
              <a:ext cx="61050" cy="36200"/>
            </a:xfrm>
            <a:custGeom>
              <a:avLst/>
              <a:gdLst/>
              <a:ahLst/>
              <a:cxnLst/>
              <a:rect l="l" t="t" r="r" b="b"/>
              <a:pathLst>
                <a:path w="2442" h="1448" extrusionOk="0">
                  <a:moveTo>
                    <a:pt x="2442" y="1"/>
                  </a:moveTo>
                  <a:cubicBezTo>
                    <a:pt x="2442" y="74"/>
                    <a:pt x="2393" y="129"/>
                    <a:pt x="2320" y="129"/>
                  </a:cubicBezTo>
                  <a:cubicBezTo>
                    <a:pt x="1911" y="178"/>
                    <a:pt x="1630" y="458"/>
                    <a:pt x="1453" y="635"/>
                  </a:cubicBezTo>
                  <a:cubicBezTo>
                    <a:pt x="1349" y="764"/>
                    <a:pt x="1197" y="837"/>
                    <a:pt x="1044" y="837"/>
                  </a:cubicBezTo>
                  <a:lnTo>
                    <a:pt x="0" y="837"/>
                  </a:lnTo>
                  <a:lnTo>
                    <a:pt x="0" y="1270"/>
                  </a:lnTo>
                  <a:cubicBezTo>
                    <a:pt x="0" y="1374"/>
                    <a:pt x="80" y="1447"/>
                    <a:pt x="184" y="1447"/>
                  </a:cubicBezTo>
                  <a:lnTo>
                    <a:pt x="1044" y="1447"/>
                  </a:lnTo>
                  <a:cubicBezTo>
                    <a:pt x="1197" y="1447"/>
                    <a:pt x="1349" y="1374"/>
                    <a:pt x="1453" y="1246"/>
                  </a:cubicBezTo>
                  <a:cubicBezTo>
                    <a:pt x="1630" y="1069"/>
                    <a:pt x="1911" y="812"/>
                    <a:pt x="2320" y="764"/>
                  </a:cubicBezTo>
                  <a:cubicBezTo>
                    <a:pt x="2393" y="764"/>
                    <a:pt x="2442" y="684"/>
                    <a:pt x="2442" y="611"/>
                  </a:cubicBezTo>
                  <a:lnTo>
                    <a:pt x="244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1" name="Google Shape;5391;p66"/>
            <p:cNvSpPr/>
            <p:nvPr/>
          </p:nvSpPr>
          <p:spPr>
            <a:xfrm>
              <a:off x="5499300" y="5317650"/>
              <a:ext cx="392925" cy="252400"/>
            </a:xfrm>
            <a:custGeom>
              <a:avLst/>
              <a:gdLst/>
              <a:ahLst/>
              <a:cxnLst/>
              <a:rect l="l" t="t" r="r" b="b"/>
              <a:pathLst>
                <a:path w="15717" h="10096" extrusionOk="0">
                  <a:moveTo>
                    <a:pt x="8923" y="1"/>
                  </a:moveTo>
                  <a:cubicBezTo>
                    <a:pt x="2643" y="1"/>
                    <a:pt x="739" y="6385"/>
                    <a:pt x="739" y="6385"/>
                  </a:cubicBezTo>
                  <a:lnTo>
                    <a:pt x="586" y="7068"/>
                  </a:lnTo>
                  <a:lnTo>
                    <a:pt x="74" y="7703"/>
                  </a:lnTo>
                  <a:cubicBezTo>
                    <a:pt x="25" y="7935"/>
                    <a:pt x="0" y="8161"/>
                    <a:pt x="0" y="8368"/>
                  </a:cubicBezTo>
                  <a:lnTo>
                    <a:pt x="0" y="9204"/>
                  </a:lnTo>
                  <a:lnTo>
                    <a:pt x="0" y="9485"/>
                  </a:lnTo>
                  <a:cubicBezTo>
                    <a:pt x="25" y="9815"/>
                    <a:pt x="330" y="10095"/>
                    <a:pt x="684" y="10095"/>
                  </a:cubicBezTo>
                  <a:lnTo>
                    <a:pt x="15082" y="10047"/>
                  </a:lnTo>
                  <a:cubicBezTo>
                    <a:pt x="15411" y="10047"/>
                    <a:pt x="15661" y="9790"/>
                    <a:pt x="15692" y="9461"/>
                  </a:cubicBezTo>
                  <a:lnTo>
                    <a:pt x="15716" y="9204"/>
                  </a:lnTo>
                  <a:lnTo>
                    <a:pt x="15716" y="7270"/>
                  </a:lnTo>
                  <a:lnTo>
                    <a:pt x="15259" y="6433"/>
                  </a:lnTo>
                  <a:lnTo>
                    <a:pt x="15661" y="5390"/>
                  </a:lnTo>
                  <a:cubicBezTo>
                    <a:pt x="15411" y="2442"/>
                    <a:pt x="13806" y="1142"/>
                    <a:pt x="13806" y="1142"/>
                  </a:cubicBezTo>
                  <a:lnTo>
                    <a:pt x="14111" y="764"/>
                  </a:lnTo>
                  <a:cubicBezTo>
                    <a:pt x="14367" y="458"/>
                    <a:pt x="14136" y="1"/>
                    <a:pt x="137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2" name="Google Shape;5392;p66"/>
            <p:cNvSpPr/>
            <p:nvPr/>
          </p:nvSpPr>
          <p:spPr>
            <a:xfrm>
              <a:off x="5499300" y="5547750"/>
              <a:ext cx="392925" cy="30525"/>
            </a:xfrm>
            <a:custGeom>
              <a:avLst/>
              <a:gdLst/>
              <a:ahLst/>
              <a:cxnLst/>
              <a:rect l="l" t="t" r="r" b="b"/>
              <a:pathLst>
                <a:path w="15717" h="1221" extrusionOk="0">
                  <a:moveTo>
                    <a:pt x="0" y="0"/>
                  </a:moveTo>
                  <a:lnTo>
                    <a:pt x="0" y="635"/>
                  </a:lnTo>
                  <a:cubicBezTo>
                    <a:pt x="0" y="965"/>
                    <a:pt x="251" y="1221"/>
                    <a:pt x="586" y="1221"/>
                  </a:cubicBezTo>
                  <a:lnTo>
                    <a:pt x="15130" y="1221"/>
                  </a:lnTo>
                  <a:cubicBezTo>
                    <a:pt x="15436" y="1221"/>
                    <a:pt x="15716" y="965"/>
                    <a:pt x="15716" y="635"/>
                  </a:cubicBezTo>
                  <a:lnTo>
                    <a:pt x="15716" y="0"/>
                  </a:lnTo>
                  <a:cubicBezTo>
                    <a:pt x="15716" y="330"/>
                    <a:pt x="15436" y="611"/>
                    <a:pt x="15130" y="611"/>
                  </a:cubicBezTo>
                  <a:lnTo>
                    <a:pt x="586" y="611"/>
                  </a:lnTo>
                  <a:cubicBezTo>
                    <a:pt x="251" y="611"/>
                    <a:pt x="0" y="330"/>
                    <a:pt x="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3" name="Google Shape;5393;p66"/>
            <p:cNvSpPr/>
            <p:nvPr/>
          </p:nvSpPr>
          <p:spPr>
            <a:xfrm>
              <a:off x="5526600" y="5529275"/>
              <a:ext cx="97225" cy="90350"/>
            </a:xfrm>
            <a:custGeom>
              <a:avLst/>
              <a:gdLst/>
              <a:ahLst/>
              <a:cxnLst/>
              <a:rect l="l" t="t" r="r" b="b"/>
              <a:pathLst>
                <a:path w="3889" h="3614" extrusionOk="0">
                  <a:moveTo>
                    <a:pt x="1936" y="1"/>
                  </a:moveTo>
                  <a:cubicBezTo>
                    <a:pt x="965" y="1"/>
                    <a:pt x="153" y="715"/>
                    <a:pt x="1" y="1655"/>
                  </a:cubicBezTo>
                  <a:cubicBezTo>
                    <a:pt x="1" y="1655"/>
                    <a:pt x="1" y="3614"/>
                    <a:pt x="1936" y="3614"/>
                  </a:cubicBezTo>
                  <a:cubicBezTo>
                    <a:pt x="3889" y="3614"/>
                    <a:pt x="3889" y="1655"/>
                    <a:pt x="3889" y="1655"/>
                  </a:cubicBezTo>
                  <a:cubicBezTo>
                    <a:pt x="3736" y="715"/>
                    <a:pt x="2924" y="1"/>
                    <a:pt x="19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4" name="Google Shape;5394;p66"/>
            <p:cNvSpPr/>
            <p:nvPr/>
          </p:nvSpPr>
          <p:spPr>
            <a:xfrm>
              <a:off x="5560325" y="5561175"/>
              <a:ext cx="29925" cy="25950"/>
            </a:xfrm>
            <a:custGeom>
              <a:avLst/>
              <a:gdLst/>
              <a:ahLst/>
              <a:cxnLst/>
              <a:rect l="l" t="t" r="r" b="b"/>
              <a:pathLst>
                <a:path w="1197" h="1038" extrusionOk="0">
                  <a:moveTo>
                    <a:pt x="587" y="0"/>
                  </a:moveTo>
                  <a:cubicBezTo>
                    <a:pt x="330" y="0"/>
                    <a:pt x="98" y="153"/>
                    <a:pt x="1" y="379"/>
                  </a:cubicBezTo>
                  <a:cubicBezTo>
                    <a:pt x="1" y="379"/>
                    <a:pt x="1" y="1038"/>
                    <a:pt x="587" y="1038"/>
                  </a:cubicBezTo>
                  <a:cubicBezTo>
                    <a:pt x="1197" y="1038"/>
                    <a:pt x="1197" y="379"/>
                    <a:pt x="1197" y="379"/>
                  </a:cubicBezTo>
                  <a:cubicBezTo>
                    <a:pt x="1093" y="153"/>
                    <a:pt x="861" y="0"/>
                    <a:pt x="58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5" name="Google Shape;5395;p66"/>
            <p:cNvSpPr/>
            <p:nvPr/>
          </p:nvSpPr>
          <p:spPr>
            <a:xfrm>
              <a:off x="5558350" y="5570625"/>
              <a:ext cx="33750" cy="24900"/>
            </a:xfrm>
            <a:custGeom>
              <a:avLst/>
              <a:gdLst/>
              <a:ahLst/>
              <a:cxnLst/>
              <a:rect l="l" t="t" r="r" b="b"/>
              <a:pathLst>
                <a:path w="1350" h="996" extrusionOk="0">
                  <a:moveTo>
                    <a:pt x="80" y="1"/>
                  </a:moveTo>
                  <a:cubicBezTo>
                    <a:pt x="25" y="105"/>
                    <a:pt x="0" y="202"/>
                    <a:pt x="0" y="306"/>
                  </a:cubicBezTo>
                  <a:cubicBezTo>
                    <a:pt x="0" y="691"/>
                    <a:pt x="305" y="996"/>
                    <a:pt x="666" y="996"/>
                  </a:cubicBezTo>
                  <a:cubicBezTo>
                    <a:pt x="1044" y="996"/>
                    <a:pt x="1349" y="691"/>
                    <a:pt x="1349" y="306"/>
                  </a:cubicBezTo>
                  <a:cubicBezTo>
                    <a:pt x="1349" y="202"/>
                    <a:pt x="1325" y="105"/>
                    <a:pt x="1276" y="1"/>
                  </a:cubicBezTo>
                  <a:cubicBezTo>
                    <a:pt x="1172" y="202"/>
                    <a:pt x="940" y="355"/>
                    <a:pt x="666" y="355"/>
                  </a:cubicBezTo>
                  <a:cubicBezTo>
                    <a:pt x="409" y="355"/>
                    <a:pt x="177" y="202"/>
                    <a:pt x="8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6" name="Google Shape;5396;p66"/>
            <p:cNvSpPr/>
            <p:nvPr/>
          </p:nvSpPr>
          <p:spPr>
            <a:xfrm>
              <a:off x="5587650" y="5351375"/>
              <a:ext cx="254375" cy="74950"/>
            </a:xfrm>
            <a:custGeom>
              <a:avLst/>
              <a:gdLst/>
              <a:ahLst/>
              <a:cxnLst/>
              <a:rect l="l" t="t" r="r" b="b"/>
              <a:pathLst>
                <a:path w="10175" h="2998" extrusionOk="0">
                  <a:moveTo>
                    <a:pt x="4932" y="0"/>
                  </a:moveTo>
                  <a:cubicBezTo>
                    <a:pt x="2924" y="0"/>
                    <a:pt x="1068" y="1014"/>
                    <a:pt x="0" y="2668"/>
                  </a:cubicBezTo>
                  <a:lnTo>
                    <a:pt x="256" y="2997"/>
                  </a:lnTo>
                  <a:lnTo>
                    <a:pt x="9637" y="2997"/>
                  </a:lnTo>
                  <a:lnTo>
                    <a:pt x="10174" y="2668"/>
                  </a:lnTo>
                  <a:cubicBezTo>
                    <a:pt x="10046" y="2185"/>
                    <a:pt x="9814" y="1471"/>
                    <a:pt x="9228" y="788"/>
                  </a:cubicBezTo>
                  <a:cubicBezTo>
                    <a:pt x="8801" y="306"/>
                    <a:pt x="8191" y="0"/>
                    <a:pt x="75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7" name="Google Shape;5397;p66"/>
            <p:cNvSpPr/>
            <p:nvPr/>
          </p:nvSpPr>
          <p:spPr>
            <a:xfrm>
              <a:off x="5578800" y="5418050"/>
              <a:ext cx="265050" cy="15900"/>
            </a:xfrm>
            <a:custGeom>
              <a:avLst/>
              <a:gdLst/>
              <a:ahLst/>
              <a:cxnLst/>
              <a:rect l="l" t="t" r="r" b="b"/>
              <a:pathLst>
                <a:path w="10602" h="636" extrusionOk="0">
                  <a:moveTo>
                    <a:pt x="354" y="1"/>
                  </a:moveTo>
                  <a:cubicBezTo>
                    <a:pt x="275" y="129"/>
                    <a:pt x="177" y="281"/>
                    <a:pt x="98" y="409"/>
                  </a:cubicBezTo>
                  <a:cubicBezTo>
                    <a:pt x="73" y="483"/>
                    <a:pt x="25" y="562"/>
                    <a:pt x="0" y="635"/>
                  </a:cubicBezTo>
                  <a:lnTo>
                    <a:pt x="10602" y="635"/>
                  </a:lnTo>
                  <a:cubicBezTo>
                    <a:pt x="10602" y="635"/>
                    <a:pt x="10602" y="385"/>
                    <a:pt x="105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8" name="Google Shape;5398;p66"/>
            <p:cNvSpPr/>
            <p:nvPr/>
          </p:nvSpPr>
          <p:spPr>
            <a:xfrm>
              <a:off x="5506325" y="5477250"/>
              <a:ext cx="46400" cy="25350"/>
            </a:xfrm>
            <a:custGeom>
              <a:avLst/>
              <a:gdLst/>
              <a:ahLst/>
              <a:cxnLst/>
              <a:rect l="l" t="t" r="r" b="b"/>
              <a:pathLst>
                <a:path w="1856" h="1014" extrusionOk="0">
                  <a:moveTo>
                    <a:pt x="458" y="1"/>
                  </a:moveTo>
                  <a:cubicBezTo>
                    <a:pt x="275" y="153"/>
                    <a:pt x="122" y="403"/>
                    <a:pt x="0" y="684"/>
                  </a:cubicBezTo>
                  <a:lnTo>
                    <a:pt x="98" y="1014"/>
                  </a:lnTo>
                  <a:lnTo>
                    <a:pt x="964" y="1014"/>
                  </a:lnTo>
                  <a:cubicBezTo>
                    <a:pt x="1752" y="1014"/>
                    <a:pt x="1855" y="74"/>
                    <a:pt x="1831" y="49"/>
                  </a:cubicBezTo>
                  <a:cubicBezTo>
                    <a:pt x="1801" y="25"/>
                    <a:pt x="1752" y="1"/>
                    <a:pt x="170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9" name="Google Shape;5399;p66"/>
            <p:cNvSpPr/>
            <p:nvPr/>
          </p:nvSpPr>
          <p:spPr>
            <a:xfrm>
              <a:off x="5501125" y="5478475"/>
              <a:ext cx="51600" cy="31750"/>
            </a:xfrm>
            <a:custGeom>
              <a:avLst/>
              <a:gdLst/>
              <a:ahLst/>
              <a:cxnLst/>
              <a:rect l="l" t="t" r="r" b="b"/>
              <a:pathLst>
                <a:path w="2064" h="1270" extrusionOk="0">
                  <a:moveTo>
                    <a:pt x="2039" y="0"/>
                  </a:moveTo>
                  <a:cubicBezTo>
                    <a:pt x="1911" y="379"/>
                    <a:pt x="1581" y="635"/>
                    <a:pt x="1172" y="635"/>
                  </a:cubicBezTo>
                  <a:lnTo>
                    <a:pt x="208" y="635"/>
                  </a:lnTo>
                  <a:cubicBezTo>
                    <a:pt x="104" y="837"/>
                    <a:pt x="55" y="1044"/>
                    <a:pt x="1" y="1270"/>
                  </a:cubicBezTo>
                  <a:lnTo>
                    <a:pt x="1172" y="1270"/>
                  </a:lnTo>
                  <a:cubicBezTo>
                    <a:pt x="1679" y="1270"/>
                    <a:pt x="2063" y="867"/>
                    <a:pt x="2063" y="354"/>
                  </a:cubicBezTo>
                  <a:lnTo>
                    <a:pt x="2063" y="129"/>
                  </a:lnTo>
                  <a:cubicBezTo>
                    <a:pt x="2063" y="74"/>
                    <a:pt x="2063" y="25"/>
                    <a:pt x="203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0" name="Google Shape;5400;p66"/>
            <p:cNvSpPr/>
            <p:nvPr/>
          </p:nvSpPr>
          <p:spPr>
            <a:xfrm>
              <a:off x="5848850" y="5452375"/>
              <a:ext cx="43375" cy="39400"/>
            </a:xfrm>
            <a:custGeom>
              <a:avLst/>
              <a:gdLst/>
              <a:ahLst/>
              <a:cxnLst/>
              <a:rect l="l" t="t" r="r" b="b"/>
              <a:pathLst>
                <a:path w="1735" h="1576" extrusionOk="0">
                  <a:moveTo>
                    <a:pt x="1679" y="1"/>
                  </a:moveTo>
                  <a:lnTo>
                    <a:pt x="105" y="813"/>
                  </a:lnTo>
                  <a:cubicBezTo>
                    <a:pt x="56" y="843"/>
                    <a:pt x="31" y="867"/>
                    <a:pt x="31" y="892"/>
                  </a:cubicBezTo>
                  <a:cubicBezTo>
                    <a:pt x="31" y="892"/>
                    <a:pt x="1" y="1575"/>
                    <a:pt x="538" y="1575"/>
                  </a:cubicBezTo>
                  <a:lnTo>
                    <a:pt x="1429" y="1575"/>
                  </a:lnTo>
                  <a:lnTo>
                    <a:pt x="1734" y="1270"/>
                  </a:lnTo>
                  <a:lnTo>
                    <a:pt x="1734" y="843"/>
                  </a:lnTo>
                  <a:cubicBezTo>
                    <a:pt x="1734" y="538"/>
                    <a:pt x="1710" y="257"/>
                    <a:pt x="16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1" name="Google Shape;5401;p66"/>
            <p:cNvSpPr/>
            <p:nvPr/>
          </p:nvSpPr>
          <p:spPr>
            <a:xfrm>
              <a:off x="5848850" y="5474650"/>
              <a:ext cx="43375" cy="24750"/>
            </a:xfrm>
            <a:custGeom>
              <a:avLst/>
              <a:gdLst/>
              <a:ahLst/>
              <a:cxnLst/>
              <a:rect l="l" t="t" r="r" b="b"/>
              <a:pathLst>
                <a:path w="1735" h="990" extrusionOk="0">
                  <a:moveTo>
                    <a:pt x="31" y="1"/>
                  </a:moveTo>
                  <a:cubicBezTo>
                    <a:pt x="1" y="25"/>
                    <a:pt x="1" y="50"/>
                    <a:pt x="1" y="74"/>
                  </a:cubicBezTo>
                  <a:lnTo>
                    <a:pt x="1" y="459"/>
                  </a:lnTo>
                  <a:cubicBezTo>
                    <a:pt x="1" y="764"/>
                    <a:pt x="233" y="990"/>
                    <a:pt x="538" y="990"/>
                  </a:cubicBezTo>
                  <a:lnTo>
                    <a:pt x="1734" y="990"/>
                  </a:lnTo>
                  <a:lnTo>
                    <a:pt x="1734" y="379"/>
                  </a:lnTo>
                  <a:lnTo>
                    <a:pt x="538" y="379"/>
                  </a:lnTo>
                  <a:cubicBezTo>
                    <a:pt x="282" y="379"/>
                    <a:pt x="80" y="202"/>
                    <a:pt x="3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2" name="Google Shape;5402;p66"/>
            <p:cNvSpPr/>
            <p:nvPr/>
          </p:nvSpPr>
          <p:spPr>
            <a:xfrm>
              <a:off x="5526000" y="5570625"/>
              <a:ext cx="98600" cy="56650"/>
            </a:xfrm>
            <a:custGeom>
              <a:avLst/>
              <a:gdLst/>
              <a:ahLst/>
              <a:cxnLst/>
              <a:rect l="l" t="t" r="r" b="b"/>
              <a:pathLst>
                <a:path w="3944" h="2266" extrusionOk="0">
                  <a:moveTo>
                    <a:pt x="25" y="1"/>
                  </a:moveTo>
                  <a:cubicBezTo>
                    <a:pt x="0" y="105"/>
                    <a:pt x="0" y="202"/>
                    <a:pt x="0" y="306"/>
                  </a:cubicBezTo>
                  <a:cubicBezTo>
                    <a:pt x="0" y="1398"/>
                    <a:pt x="891" y="2265"/>
                    <a:pt x="1960" y="2265"/>
                  </a:cubicBezTo>
                  <a:cubicBezTo>
                    <a:pt x="3052" y="2265"/>
                    <a:pt x="3943" y="1398"/>
                    <a:pt x="3943" y="306"/>
                  </a:cubicBezTo>
                  <a:cubicBezTo>
                    <a:pt x="3943" y="202"/>
                    <a:pt x="3913" y="105"/>
                    <a:pt x="3913" y="1"/>
                  </a:cubicBezTo>
                  <a:cubicBezTo>
                    <a:pt x="3760" y="941"/>
                    <a:pt x="2948" y="1655"/>
                    <a:pt x="1960" y="1655"/>
                  </a:cubicBezTo>
                  <a:cubicBezTo>
                    <a:pt x="989" y="1655"/>
                    <a:pt x="177" y="941"/>
                    <a:pt x="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3" name="Google Shape;5403;p66"/>
            <p:cNvSpPr/>
            <p:nvPr/>
          </p:nvSpPr>
          <p:spPr>
            <a:xfrm>
              <a:off x="5763100" y="5529275"/>
              <a:ext cx="96625" cy="90350"/>
            </a:xfrm>
            <a:custGeom>
              <a:avLst/>
              <a:gdLst/>
              <a:ahLst/>
              <a:cxnLst/>
              <a:rect l="l" t="t" r="r" b="b"/>
              <a:pathLst>
                <a:path w="3865" h="3614" extrusionOk="0">
                  <a:moveTo>
                    <a:pt x="1936" y="1"/>
                  </a:moveTo>
                  <a:cubicBezTo>
                    <a:pt x="965" y="1"/>
                    <a:pt x="153" y="715"/>
                    <a:pt x="1" y="1655"/>
                  </a:cubicBezTo>
                  <a:cubicBezTo>
                    <a:pt x="1" y="1655"/>
                    <a:pt x="1" y="3614"/>
                    <a:pt x="1936" y="3614"/>
                  </a:cubicBezTo>
                  <a:cubicBezTo>
                    <a:pt x="3864" y="3614"/>
                    <a:pt x="3864" y="1655"/>
                    <a:pt x="3864" y="1655"/>
                  </a:cubicBezTo>
                  <a:cubicBezTo>
                    <a:pt x="3712" y="715"/>
                    <a:pt x="2924" y="1"/>
                    <a:pt x="19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4" name="Google Shape;5404;p66"/>
            <p:cNvSpPr/>
            <p:nvPr/>
          </p:nvSpPr>
          <p:spPr>
            <a:xfrm>
              <a:off x="5796225" y="5561175"/>
              <a:ext cx="30525" cy="25950"/>
            </a:xfrm>
            <a:custGeom>
              <a:avLst/>
              <a:gdLst/>
              <a:ahLst/>
              <a:cxnLst/>
              <a:rect l="l" t="t" r="r" b="b"/>
              <a:pathLst>
                <a:path w="1221" h="1038" extrusionOk="0">
                  <a:moveTo>
                    <a:pt x="611" y="0"/>
                  </a:moveTo>
                  <a:cubicBezTo>
                    <a:pt x="354" y="0"/>
                    <a:pt x="122" y="153"/>
                    <a:pt x="0" y="379"/>
                  </a:cubicBezTo>
                  <a:cubicBezTo>
                    <a:pt x="0" y="379"/>
                    <a:pt x="0" y="1038"/>
                    <a:pt x="611" y="1038"/>
                  </a:cubicBezTo>
                  <a:cubicBezTo>
                    <a:pt x="1221" y="1038"/>
                    <a:pt x="1221" y="379"/>
                    <a:pt x="1221" y="379"/>
                  </a:cubicBezTo>
                  <a:cubicBezTo>
                    <a:pt x="1093" y="153"/>
                    <a:pt x="861" y="0"/>
                    <a:pt x="61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5" name="Google Shape;5405;p66"/>
            <p:cNvSpPr/>
            <p:nvPr/>
          </p:nvSpPr>
          <p:spPr>
            <a:xfrm>
              <a:off x="5794225" y="5570625"/>
              <a:ext cx="34375" cy="24900"/>
            </a:xfrm>
            <a:custGeom>
              <a:avLst/>
              <a:gdLst/>
              <a:ahLst/>
              <a:cxnLst/>
              <a:rect l="l" t="t" r="r" b="b"/>
              <a:pathLst>
                <a:path w="1375" h="996" extrusionOk="0">
                  <a:moveTo>
                    <a:pt x="80" y="1"/>
                  </a:moveTo>
                  <a:cubicBezTo>
                    <a:pt x="25" y="105"/>
                    <a:pt x="1" y="202"/>
                    <a:pt x="1" y="306"/>
                  </a:cubicBezTo>
                  <a:cubicBezTo>
                    <a:pt x="1" y="691"/>
                    <a:pt x="306" y="996"/>
                    <a:pt x="691" y="996"/>
                  </a:cubicBezTo>
                  <a:cubicBezTo>
                    <a:pt x="1069" y="996"/>
                    <a:pt x="1374" y="691"/>
                    <a:pt x="1374" y="306"/>
                  </a:cubicBezTo>
                  <a:cubicBezTo>
                    <a:pt x="1374" y="202"/>
                    <a:pt x="1350" y="105"/>
                    <a:pt x="1301" y="1"/>
                  </a:cubicBezTo>
                  <a:cubicBezTo>
                    <a:pt x="1173" y="202"/>
                    <a:pt x="941" y="355"/>
                    <a:pt x="691" y="355"/>
                  </a:cubicBezTo>
                  <a:cubicBezTo>
                    <a:pt x="434" y="355"/>
                    <a:pt x="202" y="202"/>
                    <a:pt x="8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6" name="Google Shape;5406;p66"/>
            <p:cNvSpPr/>
            <p:nvPr/>
          </p:nvSpPr>
          <p:spPr>
            <a:xfrm>
              <a:off x="5762500" y="5570625"/>
              <a:ext cx="97825" cy="56650"/>
            </a:xfrm>
            <a:custGeom>
              <a:avLst/>
              <a:gdLst/>
              <a:ahLst/>
              <a:cxnLst/>
              <a:rect l="l" t="t" r="r" b="b"/>
              <a:pathLst>
                <a:path w="3913" h="2266" extrusionOk="0">
                  <a:moveTo>
                    <a:pt x="25" y="1"/>
                  </a:moveTo>
                  <a:cubicBezTo>
                    <a:pt x="0" y="105"/>
                    <a:pt x="0" y="202"/>
                    <a:pt x="0" y="306"/>
                  </a:cubicBezTo>
                  <a:cubicBezTo>
                    <a:pt x="0" y="1398"/>
                    <a:pt x="861" y="2265"/>
                    <a:pt x="1960" y="2265"/>
                  </a:cubicBezTo>
                  <a:cubicBezTo>
                    <a:pt x="3052" y="2265"/>
                    <a:pt x="3913" y="1398"/>
                    <a:pt x="3913" y="306"/>
                  </a:cubicBezTo>
                  <a:cubicBezTo>
                    <a:pt x="3913" y="202"/>
                    <a:pt x="3913" y="105"/>
                    <a:pt x="3888" y="1"/>
                  </a:cubicBezTo>
                  <a:cubicBezTo>
                    <a:pt x="3736" y="941"/>
                    <a:pt x="2948" y="1655"/>
                    <a:pt x="1960" y="1655"/>
                  </a:cubicBezTo>
                  <a:cubicBezTo>
                    <a:pt x="989" y="1655"/>
                    <a:pt x="177" y="941"/>
                    <a:pt x="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7" name="Google Shape;5407;p66"/>
            <p:cNvSpPr/>
            <p:nvPr/>
          </p:nvSpPr>
          <p:spPr>
            <a:xfrm>
              <a:off x="5668975" y="5467025"/>
              <a:ext cx="43950" cy="12700"/>
            </a:xfrm>
            <a:custGeom>
              <a:avLst/>
              <a:gdLst/>
              <a:ahLst/>
              <a:cxnLst/>
              <a:rect l="l" t="t" r="r" b="b"/>
              <a:pathLst>
                <a:path w="1758" h="508" extrusionOk="0">
                  <a:moveTo>
                    <a:pt x="281" y="1"/>
                  </a:moveTo>
                  <a:cubicBezTo>
                    <a:pt x="128" y="1"/>
                    <a:pt x="0" y="104"/>
                    <a:pt x="0" y="257"/>
                  </a:cubicBezTo>
                  <a:cubicBezTo>
                    <a:pt x="0" y="379"/>
                    <a:pt x="128" y="507"/>
                    <a:pt x="281" y="507"/>
                  </a:cubicBezTo>
                  <a:lnTo>
                    <a:pt x="1502" y="507"/>
                  </a:lnTo>
                  <a:cubicBezTo>
                    <a:pt x="1654" y="507"/>
                    <a:pt x="1758" y="379"/>
                    <a:pt x="1758" y="257"/>
                  </a:cubicBezTo>
                  <a:cubicBezTo>
                    <a:pt x="1758" y="104"/>
                    <a:pt x="1654" y="1"/>
                    <a:pt x="150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8" name="Google Shape;5408;p66"/>
            <p:cNvSpPr/>
            <p:nvPr/>
          </p:nvSpPr>
          <p:spPr>
            <a:xfrm>
              <a:off x="5719175" y="5337325"/>
              <a:ext cx="13450" cy="110650"/>
            </a:xfrm>
            <a:custGeom>
              <a:avLst/>
              <a:gdLst/>
              <a:ahLst/>
              <a:cxnLst/>
              <a:rect l="l" t="t" r="r" b="b"/>
              <a:pathLst>
                <a:path w="538" h="4426" extrusionOk="0">
                  <a:moveTo>
                    <a:pt x="281" y="1"/>
                  </a:moveTo>
                  <a:cubicBezTo>
                    <a:pt x="128" y="1"/>
                    <a:pt x="0" y="105"/>
                    <a:pt x="0" y="257"/>
                  </a:cubicBezTo>
                  <a:lnTo>
                    <a:pt x="0" y="4169"/>
                  </a:lnTo>
                  <a:cubicBezTo>
                    <a:pt x="0" y="4322"/>
                    <a:pt x="128" y="4426"/>
                    <a:pt x="281" y="4426"/>
                  </a:cubicBezTo>
                  <a:cubicBezTo>
                    <a:pt x="409" y="4426"/>
                    <a:pt x="537" y="4322"/>
                    <a:pt x="537" y="4169"/>
                  </a:cubicBezTo>
                  <a:lnTo>
                    <a:pt x="537" y="257"/>
                  </a:lnTo>
                  <a:cubicBezTo>
                    <a:pt x="537" y="105"/>
                    <a:pt x="409" y="1"/>
                    <a:pt x="28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09" name="Google Shape;5409;p66"/>
          <p:cNvGrpSpPr/>
          <p:nvPr/>
        </p:nvGrpSpPr>
        <p:grpSpPr>
          <a:xfrm>
            <a:off x="7654391" y="885161"/>
            <a:ext cx="439925" cy="437175"/>
            <a:chOff x="7704725" y="1301550"/>
            <a:chExt cx="439925" cy="437175"/>
          </a:xfrm>
        </p:grpSpPr>
        <p:sp>
          <p:nvSpPr>
            <p:cNvPr id="5410" name="Google Shape;5410;p66"/>
            <p:cNvSpPr/>
            <p:nvPr/>
          </p:nvSpPr>
          <p:spPr>
            <a:xfrm>
              <a:off x="7798850" y="1312775"/>
              <a:ext cx="249200" cy="230350"/>
            </a:xfrm>
            <a:custGeom>
              <a:avLst/>
              <a:gdLst/>
              <a:ahLst/>
              <a:cxnLst/>
              <a:rect l="l" t="t" r="r" b="b"/>
              <a:pathLst>
                <a:path w="9968" h="9214" extrusionOk="0">
                  <a:moveTo>
                    <a:pt x="6848" y="0"/>
                  </a:moveTo>
                  <a:cubicBezTo>
                    <a:pt x="5640" y="0"/>
                    <a:pt x="941" y="1608"/>
                    <a:pt x="941" y="1608"/>
                  </a:cubicBezTo>
                  <a:cubicBezTo>
                    <a:pt x="404" y="2347"/>
                    <a:pt x="50" y="3262"/>
                    <a:pt x="1" y="4233"/>
                  </a:cubicBezTo>
                  <a:cubicBezTo>
                    <a:pt x="1" y="4233"/>
                    <a:pt x="1" y="9213"/>
                    <a:pt x="4981" y="9213"/>
                  </a:cubicBezTo>
                  <a:cubicBezTo>
                    <a:pt x="9968" y="9213"/>
                    <a:pt x="9943" y="4233"/>
                    <a:pt x="9943" y="4233"/>
                  </a:cubicBezTo>
                  <a:cubicBezTo>
                    <a:pt x="9839" y="2371"/>
                    <a:pt x="8698" y="772"/>
                    <a:pt x="7069" y="34"/>
                  </a:cubicBezTo>
                  <a:cubicBezTo>
                    <a:pt x="7021" y="11"/>
                    <a:pt x="6946" y="0"/>
                    <a:pt x="684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1" name="Google Shape;5411;p66"/>
            <p:cNvSpPr/>
            <p:nvPr/>
          </p:nvSpPr>
          <p:spPr>
            <a:xfrm>
              <a:off x="7822350" y="1301550"/>
              <a:ext cx="160250" cy="154875"/>
            </a:xfrm>
            <a:custGeom>
              <a:avLst/>
              <a:gdLst/>
              <a:ahLst/>
              <a:cxnLst/>
              <a:rect l="l" t="t" r="r" b="b"/>
              <a:pathLst>
                <a:path w="6410" h="6195" extrusionOk="0">
                  <a:moveTo>
                    <a:pt x="4041" y="1"/>
                  </a:moveTo>
                  <a:cubicBezTo>
                    <a:pt x="2363" y="1"/>
                    <a:pt x="916" y="812"/>
                    <a:pt x="1" y="2057"/>
                  </a:cubicBezTo>
                  <a:cubicBezTo>
                    <a:pt x="178" y="2466"/>
                    <a:pt x="434" y="2900"/>
                    <a:pt x="764" y="3229"/>
                  </a:cubicBezTo>
                  <a:cubicBezTo>
                    <a:pt x="1447" y="3943"/>
                    <a:pt x="1270" y="5542"/>
                    <a:pt x="1502" y="5902"/>
                  </a:cubicBezTo>
                  <a:cubicBezTo>
                    <a:pt x="1633" y="6103"/>
                    <a:pt x="1819" y="6194"/>
                    <a:pt x="2011" y="6194"/>
                  </a:cubicBezTo>
                  <a:cubicBezTo>
                    <a:pt x="2376" y="6194"/>
                    <a:pt x="2765" y="5864"/>
                    <a:pt x="2845" y="5317"/>
                  </a:cubicBezTo>
                  <a:cubicBezTo>
                    <a:pt x="2973" y="4474"/>
                    <a:pt x="3608" y="4169"/>
                    <a:pt x="4194" y="3382"/>
                  </a:cubicBezTo>
                  <a:cubicBezTo>
                    <a:pt x="4780" y="2619"/>
                    <a:pt x="3638" y="2186"/>
                    <a:pt x="4041" y="1960"/>
                  </a:cubicBezTo>
                  <a:cubicBezTo>
                    <a:pt x="4077" y="1939"/>
                    <a:pt x="4122" y="1930"/>
                    <a:pt x="4173" y="1930"/>
                  </a:cubicBezTo>
                  <a:cubicBezTo>
                    <a:pt x="4592" y="1930"/>
                    <a:pt x="5458" y="2553"/>
                    <a:pt x="5895" y="2553"/>
                  </a:cubicBezTo>
                  <a:cubicBezTo>
                    <a:pt x="6004" y="2553"/>
                    <a:pt x="6086" y="2514"/>
                    <a:pt x="6129" y="2417"/>
                  </a:cubicBezTo>
                  <a:cubicBezTo>
                    <a:pt x="6409" y="1807"/>
                    <a:pt x="4426" y="1325"/>
                    <a:pt x="4450" y="965"/>
                  </a:cubicBezTo>
                  <a:cubicBezTo>
                    <a:pt x="4475" y="611"/>
                    <a:pt x="6104" y="483"/>
                    <a:pt x="6129" y="483"/>
                  </a:cubicBezTo>
                  <a:cubicBezTo>
                    <a:pt x="5494" y="178"/>
                    <a:pt x="4780" y="1"/>
                    <a:pt x="404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2" name="Google Shape;5412;p66"/>
            <p:cNvSpPr/>
            <p:nvPr/>
          </p:nvSpPr>
          <p:spPr>
            <a:xfrm>
              <a:off x="7859900" y="1561575"/>
              <a:ext cx="245375" cy="141150"/>
            </a:xfrm>
            <a:custGeom>
              <a:avLst/>
              <a:gdLst/>
              <a:ahLst/>
              <a:cxnLst/>
              <a:rect l="l" t="t" r="r" b="b"/>
              <a:pathLst>
                <a:path w="9815" h="5646" extrusionOk="0">
                  <a:moveTo>
                    <a:pt x="5439" y="1"/>
                  </a:moveTo>
                  <a:cubicBezTo>
                    <a:pt x="5334" y="1"/>
                    <a:pt x="5229" y="27"/>
                    <a:pt x="5133" y="79"/>
                  </a:cubicBezTo>
                  <a:lnTo>
                    <a:pt x="1624" y="1934"/>
                  </a:lnTo>
                  <a:lnTo>
                    <a:pt x="0" y="4095"/>
                  </a:lnTo>
                  <a:lnTo>
                    <a:pt x="3736" y="5645"/>
                  </a:lnTo>
                  <a:lnTo>
                    <a:pt x="9357" y="2770"/>
                  </a:lnTo>
                  <a:lnTo>
                    <a:pt x="9534" y="2185"/>
                  </a:lnTo>
                  <a:lnTo>
                    <a:pt x="9814" y="1348"/>
                  </a:lnTo>
                  <a:cubicBezTo>
                    <a:pt x="9790" y="1300"/>
                    <a:pt x="9790" y="1269"/>
                    <a:pt x="9766" y="1220"/>
                  </a:cubicBezTo>
                  <a:cubicBezTo>
                    <a:pt x="9631" y="1053"/>
                    <a:pt x="9434" y="964"/>
                    <a:pt x="9235" y="964"/>
                  </a:cubicBezTo>
                  <a:cubicBezTo>
                    <a:pt x="9128" y="964"/>
                    <a:pt x="9021" y="990"/>
                    <a:pt x="8923" y="1043"/>
                  </a:cubicBezTo>
                  <a:lnTo>
                    <a:pt x="7574" y="1757"/>
                  </a:lnTo>
                  <a:lnTo>
                    <a:pt x="7880" y="964"/>
                  </a:lnTo>
                  <a:cubicBezTo>
                    <a:pt x="7855" y="939"/>
                    <a:pt x="7831" y="891"/>
                    <a:pt x="7806" y="842"/>
                  </a:cubicBezTo>
                  <a:cubicBezTo>
                    <a:pt x="7702" y="649"/>
                    <a:pt x="7487" y="540"/>
                    <a:pt x="7264" y="540"/>
                  </a:cubicBezTo>
                  <a:cubicBezTo>
                    <a:pt x="7163" y="540"/>
                    <a:pt x="7060" y="562"/>
                    <a:pt x="6964" y="610"/>
                  </a:cubicBezTo>
                  <a:lnTo>
                    <a:pt x="5744" y="1269"/>
                  </a:lnTo>
                  <a:lnTo>
                    <a:pt x="6049" y="408"/>
                  </a:lnTo>
                  <a:cubicBezTo>
                    <a:pt x="6024" y="354"/>
                    <a:pt x="6000" y="329"/>
                    <a:pt x="5975" y="280"/>
                  </a:cubicBezTo>
                  <a:cubicBezTo>
                    <a:pt x="5839" y="96"/>
                    <a:pt x="5639" y="1"/>
                    <a:pt x="5439" y="1"/>
                  </a:cubicBezTo>
                  <a:close/>
                </a:path>
              </a:pathLst>
            </a:custGeom>
            <a:solidFill>
              <a:srgbClr val="F7B0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3" name="Google Shape;5413;p66"/>
            <p:cNvSpPr/>
            <p:nvPr/>
          </p:nvSpPr>
          <p:spPr>
            <a:xfrm>
              <a:off x="7996450" y="1585650"/>
              <a:ext cx="63050" cy="42000"/>
            </a:xfrm>
            <a:custGeom>
              <a:avLst/>
              <a:gdLst/>
              <a:ahLst/>
              <a:cxnLst/>
              <a:rect l="l" t="t" r="r" b="b"/>
              <a:pathLst>
                <a:path w="2522" h="1680" extrusionOk="0">
                  <a:moveTo>
                    <a:pt x="2418" y="1"/>
                  </a:moveTo>
                  <a:lnTo>
                    <a:pt x="208" y="1197"/>
                  </a:lnTo>
                  <a:lnTo>
                    <a:pt x="1" y="1453"/>
                  </a:lnTo>
                  <a:lnTo>
                    <a:pt x="410" y="1679"/>
                  </a:lnTo>
                  <a:lnTo>
                    <a:pt x="2112" y="794"/>
                  </a:lnTo>
                  <a:cubicBezTo>
                    <a:pt x="2393" y="642"/>
                    <a:pt x="2521" y="306"/>
                    <a:pt x="2418" y="1"/>
                  </a:cubicBezTo>
                  <a:close/>
                </a:path>
              </a:pathLst>
            </a:custGeom>
            <a:solidFill>
              <a:srgbClr val="DB99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4" name="Google Shape;5414;p66"/>
            <p:cNvSpPr/>
            <p:nvPr/>
          </p:nvSpPr>
          <p:spPr>
            <a:xfrm>
              <a:off x="7861125" y="1595275"/>
              <a:ext cx="247950" cy="80375"/>
            </a:xfrm>
            <a:custGeom>
              <a:avLst/>
              <a:gdLst/>
              <a:ahLst/>
              <a:cxnLst/>
              <a:rect l="l" t="t" r="r" b="b"/>
              <a:pathLst>
                <a:path w="9918" h="3215" extrusionOk="0">
                  <a:moveTo>
                    <a:pt x="9765" y="0"/>
                  </a:moveTo>
                  <a:lnTo>
                    <a:pt x="5621" y="2240"/>
                  </a:lnTo>
                  <a:lnTo>
                    <a:pt x="4071" y="2161"/>
                  </a:lnTo>
                  <a:lnTo>
                    <a:pt x="2948" y="2057"/>
                  </a:lnTo>
                  <a:lnTo>
                    <a:pt x="0" y="2442"/>
                  </a:lnTo>
                  <a:lnTo>
                    <a:pt x="1294" y="3076"/>
                  </a:lnTo>
                  <a:cubicBezTo>
                    <a:pt x="1924" y="3158"/>
                    <a:pt x="2677" y="3214"/>
                    <a:pt x="3457" y="3214"/>
                  </a:cubicBezTo>
                  <a:cubicBezTo>
                    <a:pt x="4885" y="3214"/>
                    <a:pt x="6406" y="3027"/>
                    <a:pt x="7428" y="2466"/>
                  </a:cubicBezTo>
                  <a:lnTo>
                    <a:pt x="9662" y="1142"/>
                  </a:lnTo>
                  <a:lnTo>
                    <a:pt x="9485" y="837"/>
                  </a:lnTo>
                  <a:cubicBezTo>
                    <a:pt x="9790" y="660"/>
                    <a:pt x="9918" y="306"/>
                    <a:pt x="9765" y="0"/>
                  </a:cubicBezTo>
                  <a:close/>
                </a:path>
              </a:pathLst>
            </a:custGeom>
            <a:solidFill>
              <a:srgbClr val="DB99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5" name="Google Shape;5415;p66"/>
            <p:cNvSpPr/>
            <p:nvPr/>
          </p:nvSpPr>
          <p:spPr>
            <a:xfrm>
              <a:off x="7942450" y="1571775"/>
              <a:ext cx="71875" cy="45800"/>
            </a:xfrm>
            <a:custGeom>
              <a:avLst/>
              <a:gdLst/>
              <a:ahLst/>
              <a:cxnLst/>
              <a:rect l="l" t="t" r="r" b="b"/>
              <a:pathLst>
                <a:path w="2875" h="1832" extrusionOk="0">
                  <a:moveTo>
                    <a:pt x="2747" y="0"/>
                  </a:moveTo>
                  <a:lnTo>
                    <a:pt x="0" y="1526"/>
                  </a:lnTo>
                  <a:lnTo>
                    <a:pt x="714" y="1831"/>
                  </a:lnTo>
                  <a:lnTo>
                    <a:pt x="1245" y="1526"/>
                  </a:lnTo>
                  <a:lnTo>
                    <a:pt x="2442" y="861"/>
                  </a:lnTo>
                  <a:cubicBezTo>
                    <a:pt x="2771" y="684"/>
                    <a:pt x="2875" y="306"/>
                    <a:pt x="2747" y="0"/>
                  </a:cubicBezTo>
                  <a:close/>
                </a:path>
              </a:pathLst>
            </a:custGeom>
            <a:solidFill>
              <a:srgbClr val="DB99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6" name="Google Shape;5416;p66"/>
            <p:cNvSpPr/>
            <p:nvPr/>
          </p:nvSpPr>
          <p:spPr>
            <a:xfrm>
              <a:off x="7704725" y="1599600"/>
              <a:ext cx="432275" cy="131475"/>
            </a:xfrm>
            <a:custGeom>
              <a:avLst/>
              <a:gdLst/>
              <a:ahLst/>
              <a:cxnLst/>
              <a:rect l="l" t="t" r="r" b="b"/>
              <a:pathLst>
                <a:path w="17291" h="5259" extrusionOk="0">
                  <a:moveTo>
                    <a:pt x="5754" y="1"/>
                  </a:moveTo>
                  <a:cubicBezTo>
                    <a:pt x="5470" y="1"/>
                    <a:pt x="5168" y="25"/>
                    <a:pt x="4858" y="84"/>
                  </a:cubicBezTo>
                  <a:cubicBezTo>
                    <a:pt x="3229" y="389"/>
                    <a:pt x="1904" y="1506"/>
                    <a:pt x="1904" y="1506"/>
                  </a:cubicBezTo>
                  <a:lnTo>
                    <a:pt x="177" y="1506"/>
                  </a:lnTo>
                  <a:cubicBezTo>
                    <a:pt x="73" y="1506"/>
                    <a:pt x="0" y="1579"/>
                    <a:pt x="0" y="1683"/>
                  </a:cubicBezTo>
                  <a:lnTo>
                    <a:pt x="0" y="4301"/>
                  </a:lnTo>
                  <a:lnTo>
                    <a:pt x="482" y="4710"/>
                  </a:lnTo>
                  <a:lnTo>
                    <a:pt x="1904" y="4710"/>
                  </a:lnTo>
                  <a:lnTo>
                    <a:pt x="7910" y="5241"/>
                  </a:lnTo>
                  <a:cubicBezTo>
                    <a:pt x="8042" y="5253"/>
                    <a:pt x="8174" y="5259"/>
                    <a:pt x="8306" y="5259"/>
                  </a:cubicBezTo>
                  <a:cubicBezTo>
                    <a:pt x="10156" y="5259"/>
                    <a:pt x="11992" y="4109"/>
                    <a:pt x="13604" y="3209"/>
                  </a:cubicBezTo>
                  <a:lnTo>
                    <a:pt x="17291" y="1121"/>
                  </a:lnTo>
                  <a:cubicBezTo>
                    <a:pt x="17291" y="1121"/>
                    <a:pt x="17291" y="487"/>
                    <a:pt x="17266" y="462"/>
                  </a:cubicBezTo>
                  <a:cubicBezTo>
                    <a:pt x="17140" y="301"/>
                    <a:pt x="16941" y="212"/>
                    <a:pt x="16736" y="212"/>
                  </a:cubicBezTo>
                  <a:cubicBezTo>
                    <a:pt x="16614" y="212"/>
                    <a:pt x="16489" y="244"/>
                    <a:pt x="16375" y="310"/>
                  </a:cubicBezTo>
                  <a:lnTo>
                    <a:pt x="14013" y="1634"/>
                  </a:lnTo>
                  <a:cubicBezTo>
                    <a:pt x="12725" y="2335"/>
                    <a:pt x="11306" y="2704"/>
                    <a:pt x="9861" y="2704"/>
                  </a:cubicBezTo>
                  <a:cubicBezTo>
                    <a:pt x="9533" y="2704"/>
                    <a:pt x="9204" y="2685"/>
                    <a:pt x="8874" y="2647"/>
                  </a:cubicBezTo>
                  <a:lnTo>
                    <a:pt x="6970" y="2421"/>
                  </a:lnTo>
                  <a:lnTo>
                    <a:pt x="11444" y="1835"/>
                  </a:lnTo>
                  <a:cubicBezTo>
                    <a:pt x="11798" y="1787"/>
                    <a:pt x="12079" y="1481"/>
                    <a:pt x="12079" y="1121"/>
                  </a:cubicBezTo>
                  <a:cubicBezTo>
                    <a:pt x="12079" y="718"/>
                    <a:pt x="11749" y="413"/>
                    <a:pt x="11365" y="413"/>
                  </a:cubicBezTo>
                  <a:lnTo>
                    <a:pt x="7831" y="413"/>
                  </a:lnTo>
                  <a:cubicBezTo>
                    <a:pt x="7831" y="413"/>
                    <a:pt x="6938" y="1"/>
                    <a:pt x="5754" y="1"/>
                  </a:cubicBezTo>
                  <a:close/>
                </a:path>
              </a:pathLst>
            </a:custGeom>
            <a:solidFill>
              <a:srgbClr val="FFC8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7" name="Google Shape;5417;p66"/>
            <p:cNvSpPr/>
            <p:nvPr/>
          </p:nvSpPr>
          <p:spPr>
            <a:xfrm>
              <a:off x="7704725" y="1611150"/>
              <a:ext cx="439925" cy="127575"/>
            </a:xfrm>
            <a:custGeom>
              <a:avLst/>
              <a:gdLst/>
              <a:ahLst/>
              <a:cxnLst/>
              <a:rect l="l" t="t" r="r" b="b"/>
              <a:pathLst>
                <a:path w="17597" h="5103" extrusionOk="0">
                  <a:moveTo>
                    <a:pt x="17266" y="0"/>
                  </a:moveTo>
                  <a:cubicBezTo>
                    <a:pt x="17218" y="177"/>
                    <a:pt x="17114" y="354"/>
                    <a:pt x="16912" y="433"/>
                  </a:cubicBezTo>
                  <a:lnTo>
                    <a:pt x="13452" y="2338"/>
                  </a:lnTo>
                  <a:cubicBezTo>
                    <a:pt x="11814" y="3245"/>
                    <a:pt x="9973" y="4393"/>
                    <a:pt x="8118" y="4393"/>
                  </a:cubicBezTo>
                  <a:cubicBezTo>
                    <a:pt x="7990" y="4393"/>
                    <a:pt x="7862" y="4388"/>
                    <a:pt x="7733" y="4376"/>
                  </a:cubicBezTo>
                  <a:lnTo>
                    <a:pt x="1752" y="3839"/>
                  </a:lnTo>
                  <a:lnTo>
                    <a:pt x="0" y="3839"/>
                  </a:lnTo>
                  <a:lnTo>
                    <a:pt x="0" y="4376"/>
                  </a:lnTo>
                  <a:cubicBezTo>
                    <a:pt x="0" y="4474"/>
                    <a:pt x="73" y="4553"/>
                    <a:pt x="177" y="4553"/>
                  </a:cubicBezTo>
                  <a:lnTo>
                    <a:pt x="1904" y="4553"/>
                  </a:lnTo>
                  <a:lnTo>
                    <a:pt x="7910" y="5084"/>
                  </a:lnTo>
                  <a:cubicBezTo>
                    <a:pt x="8042" y="5096"/>
                    <a:pt x="8174" y="5102"/>
                    <a:pt x="8306" y="5102"/>
                  </a:cubicBezTo>
                  <a:cubicBezTo>
                    <a:pt x="10156" y="5102"/>
                    <a:pt x="11992" y="3952"/>
                    <a:pt x="13604" y="3052"/>
                  </a:cubicBezTo>
                  <a:lnTo>
                    <a:pt x="17089" y="1172"/>
                  </a:lnTo>
                  <a:cubicBezTo>
                    <a:pt x="17498" y="940"/>
                    <a:pt x="17596" y="409"/>
                    <a:pt x="17315" y="49"/>
                  </a:cubicBezTo>
                  <a:cubicBezTo>
                    <a:pt x="17315" y="25"/>
                    <a:pt x="17291" y="25"/>
                    <a:pt x="17266" y="0"/>
                  </a:cubicBezTo>
                  <a:close/>
                </a:path>
              </a:pathLst>
            </a:custGeom>
            <a:solidFill>
              <a:srgbClr val="F7B0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8" name="Google Shape;5418;p66"/>
            <p:cNvSpPr/>
            <p:nvPr/>
          </p:nvSpPr>
          <p:spPr>
            <a:xfrm>
              <a:off x="8043600" y="1418575"/>
              <a:ext cx="4450" cy="29175"/>
            </a:xfrm>
            <a:custGeom>
              <a:avLst/>
              <a:gdLst/>
              <a:ahLst/>
              <a:cxnLst/>
              <a:rect l="l" t="t" r="r" b="b"/>
              <a:pathLst>
                <a:path w="178" h="1167" extrusionOk="0">
                  <a:moveTo>
                    <a:pt x="153" y="1"/>
                  </a:moveTo>
                  <a:cubicBezTo>
                    <a:pt x="129" y="355"/>
                    <a:pt x="74" y="684"/>
                    <a:pt x="1" y="1014"/>
                  </a:cubicBezTo>
                  <a:lnTo>
                    <a:pt x="25" y="1167"/>
                  </a:lnTo>
                  <a:lnTo>
                    <a:pt x="98" y="1142"/>
                  </a:lnTo>
                  <a:cubicBezTo>
                    <a:pt x="153" y="861"/>
                    <a:pt x="178" y="611"/>
                    <a:pt x="178" y="306"/>
                  </a:cubicBezTo>
                  <a:cubicBezTo>
                    <a:pt x="178" y="202"/>
                    <a:pt x="178" y="98"/>
                    <a:pt x="1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9" name="Google Shape;5419;p66"/>
            <p:cNvSpPr/>
            <p:nvPr/>
          </p:nvSpPr>
          <p:spPr>
            <a:xfrm>
              <a:off x="7798850" y="1418575"/>
              <a:ext cx="41225" cy="94025"/>
            </a:xfrm>
            <a:custGeom>
              <a:avLst/>
              <a:gdLst/>
              <a:ahLst/>
              <a:cxnLst/>
              <a:rect l="l" t="t" r="r" b="b"/>
              <a:pathLst>
                <a:path w="1649" h="3761" extrusionOk="0">
                  <a:moveTo>
                    <a:pt x="1" y="1"/>
                  </a:moveTo>
                  <a:lnTo>
                    <a:pt x="1" y="306"/>
                  </a:lnTo>
                  <a:cubicBezTo>
                    <a:pt x="1" y="1649"/>
                    <a:pt x="508" y="2845"/>
                    <a:pt x="1374" y="3760"/>
                  </a:cubicBezTo>
                  <a:lnTo>
                    <a:pt x="1649" y="3687"/>
                  </a:lnTo>
                  <a:lnTo>
                    <a:pt x="1649" y="3406"/>
                  </a:lnTo>
                  <a:cubicBezTo>
                    <a:pt x="709" y="2564"/>
                    <a:pt x="74" y="1344"/>
                    <a:pt x="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0" name="Google Shape;5420;p66"/>
            <p:cNvSpPr/>
            <p:nvPr/>
          </p:nvSpPr>
          <p:spPr>
            <a:xfrm>
              <a:off x="7898050" y="1530425"/>
              <a:ext cx="74325" cy="20325"/>
            </a:xfrm>
            <a:custGeom>
              <a:avLst/>
              <a:gdLst/>
              <a:ahLst/>
              <a:cxnLst/>
              <a:rect l="l" t="t" r="r" b="b"/>
              <a:pathLst>
                <a:path w="2973" h="813" extrusionOk="0">
                  <a:moveTo>
                    <a:pt x="2362" y="0"/>
                  </a:moveTo>
                  <a:cubicBezTo>
                    <a:pt x="1929" y="129"/>
                    <a:pt x="1471" y="202"/>
                    <a:pt x="1013" y="202"/>
                  </a:cubicBezTo>
                  <a:cubicBezTo>
                    <a:pt x="733" y="202"/>
                    <a:pt x="458" y="177"/>
                    <a:pt x="202" y="129"/>
                  </a:cubicBezTo>
                  <a:lnTo>
                    <a:pt x="0" y="409"/>
                  </a:lnTo>
                  <a:lnTo>
                    <a:pt x="305" y="788"/>
                  </a:lnTo>
                  <a:cubicBezTo>
                    <a:pt x="531" y="812"/>
                    <a:pt x="763" y="812"/>
                    <a:pt x="1013" y="812"/>
                  </a:cubicBezTo>
                  <a:cubicBezTo>
                    <a:pt x="1703" y="812"/>
                    <a:pt x="2362" y="684"/>
                    <a:pt x="2972" y="434"/>
                  </a:cubicBezTo>
                  <a:lnTo>
                    <a:pt x="2844" y="104"/>
                  </a:lnTo>
                  <a:lnTo>
                    <a:pt x="236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1" name="Google Shape;5421;p66"/>
            <p:cNvSpPr/>
            <p:nvPr/>
          </p:nvSpPr>
          <p:spPr>
            <a:xfrm>
              <a:off x="7840050" y="1485800"/>
              <a:ext cx="63050" cy="51275"/>
            </a:xfrm>
            <a:custGeom>
              <a:avLst/>
              <a:gdLst/>
              <a:ahLst/>
              <a:cxnLst/>
              <a:rect l="l" t="t" r="r" b="b"/>
              <a:pathLst>
                <a:path w="2522" h="2051" extrusionOk="0">
                  <a:moveTo>
                    <a:pt x="1393" y="0"/>
                  </a:moveTo>
                  <a:cubicBezTo>
                    <a:pt x="1033" y="0"/>
                    <a:pt x="648" y="359"/>
                    <a:pt x="153" y="614"/>
                  </a:cubicBezTo>
                  <a:cubicBezTo>
                    <a:pt x="105" y="638"/>
                    <a:pt x="56" y="669"/>
                    <a:pt x="1" y="717"/>
                  </a:cubicBezTo>
                  <a:cubicBezTo>
                    <a:pt x="1" y="717"/>
                    <a:pt x="31" y="1071"/>
                    <a:pt x="153" y="1175"/>
                  </a:cubicBezTo>
                  <a:cubicBezTo>
                    <a:pt x="611" y="1505"/>
                    <a:pt x="1374" y="1889"/>
                    <a:pt x="1960" y="2042"/>
                  </a:cubicBezTo>
                  <a:cubicBezTo>
                    <a:pt x="1981" y="2048"/>
                    <a:pt x="2006" y="2050"/>
                    <a:pt x="2032" y="2050"/>
                  </a:cubicBezTo>
                  <a:cubicBezTo>
                    <a:pt x="2225" y="2050"/>
                    <a:pt x="2522" y="1914"/>
                    <a:pt x="2522" y="1914"/>
                  </a:cubicBezTo>
                  <a:cubicBezTo>
                    <a:pt x="2393" y="1737"/>
                    <a:pt x="2216" y="1554"/>
                    <a:pt x="2064" y="1456"/>
                  </a:cubicBezTo>
                  <a:cubicBezTo>
                    <a:pt x="1557" y="1096"/>
                    <a:pt x="2168" y="461"/>
                    <a:pt x="1710" y="107"/>
                  </a:cubicBezTo>
                  <a:cubicBezTo>
                    <a:pt x="1605" y="32"/>
                    <a:pt x="1500" y="0"/>
                    <a:pt x="13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2" name="Google Shape;5422;p66"/>
            <p:cNvSpPr/>
            <p:nvPr/>
          </p:nvSpPr>
          <p:spPr>
            <a:xfrm>
              <a:off x="7935275" y="1434500"/>
              <a:ext cx="108350" cy="96250"/>
            </a:xfrm>
            <a:custGeom>
              <a:avLst/>
              <a:gdLst/>
              <a:ahLst/>
              <a:cxnLst/>
              <a:rect l="l" t="t" r="r" b="b"/>
              <a:pathLst>
                <a:path w="4334" h="3850" extrusionOk="0">
                  <a:moveTo>
                    <a:pt x="3420" y="1"/>
                  </a:moveTo>
                  <a:cubicBezTo>
                    <a:pt x="3339" y="1"/>
                    <a:pt x="3253" y="7"/>
                    <a:pt x="3162" y="23"/>
                  </a:cubicBezTo>
                  <a:cubicBezTo>
                    <a:pt x="2441" y="155"/>
                    <a:pt x="1924" y="704"/>
                    <a:pt x="1502" y="704"/>
                  </a:cubicBezTo>
                  <a:cubicBezTo>
                    <a:pt x="1434" y="704"/>
                    <a:pt x="1369" y="690"/>
                    <a:pt x="1306" y="658"/>
                  </a:cubicBezTo>
                  <a:cubicBezTo>
                    <a:pt x="1154" y="583"/>
                    <a:pt x="957" y="535"/>
                    <a:pt x="763" y="535"/>
                  </a:cubicBezTo>
                  <a:cubicBezTo>
                    <a:pt x="374" y="535"/>
                    <a:pt x="0" y="726"/>
                    <a:pt x="37" y="1268"/>
                  </a:cubicBezTo>
                  <a:cubicBezTo>
                    <a:pt x="86" y="2080"/>
                    <a:pt x="1306" y="2263"/>
                    <a:pt x="898" y="2873"/>
                  </a:cubicBezTo>
                  <a:cubicBezTo>
                    <a:pt x="696" y="3203"/>
                    <a:pt x="721" y="3557"/>
                    <a:pt x="873" y="3837"/>
                  </a:cubicBezTo>
                  <a:cubicBezTo>
                    <a:pt x="873" y="3837"/>
                    <a:pt x="1007" y="3850"/>
                    <a:pt x="1170" y="3850"/>
                  </a:cubicBezTo>
                  <a:cubicBezTo>
                    <a:pt x="1332" y="3850"/>
                    <a:pt x="1523" y="3837"/>
                    <a:pt x="1636" y="3789"/>
                  </a:cubicBezTo>
                  <a:cubicBezTo>
                    <a:pt x="2729" y="3276"/>
                    <a:pt x="3699" y="2208"/>
                    <a:pt x="4181" y="1140"/>
                  </a:cubicBezTo>
                  <a:cubicBezTo>
                    <a:pt x="4309" y="890"/>
                    <a:pt x="4334" y="377"/>
                    <a:pt x="4334" y="377"/>
                  </a:cubicBezTo>
                  <a:cubicBezTo>
                    <a:pt x="4183" y="226"/>
                    <a:pt x="3882" y="1"/>
                    <a:pt x="342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3" name="Google Shape;5423;p66"/>
            <p:cNvSpPr/>
            <p:nvPr/>
          </p:nvSpPr>
          <p:spPr>
            <a:xfrm>
              <a:off x="7833200" y="1503725"/>
              <a:ext cx="74925" cy="46400"/>
            </a:xfrm>
            <a:custGeom>
              <a:avLst/>
              <a:gdLst/>
              <a:ahLst/>
              <a:cxnLst/>
              <a:rect l="l" t="t" r="r" b="b"/>
              <a:pathLst>
                <a:path w="2997" h="1856" extrusionOk="0">
                  <a:moveTo>
                    <a:pt x="275" y="0"/>
                  </a:moveTo>
                  <a:cubicBezTo>
                    <a:pt x="177" y="104"/>
                    <a:pt x="73" y="202"/>
                    <a:pt x="0" y="354"/>
                  </a:cubicBezTo>
                  <a:cubicBezTo>
                    <a:pt x="733" y="1142"/>
                    <a:pt x="1752" y="1679"/>
                    <a:pt x="2899" y="1856"/>
                  </a:cubicBezTo>
                  <a:cubicBezTo>
                    <a:pt x="2997" y="1630"/>
                    <a:pt x="2924" y="1398"/>
                    <a:pt x="2796" y="1197"/>
                  </a:cubicBezTo>
                  <a:cubicBezTo>
                    <a:pt x="1856" y="1044"/>
                    <a:pt x="989" y="611"/>
                    <a:pt x="27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4" name="Google Shape;5424;p66"/>
            <p:cNvSpPr/>
            <p:nvPr/>
          </p:nvSpPr>
          <p:spPr>
            <a:xfrm>
              <a:off x="7957100" y="1443900"/>
              <a:ext cx="88975" cy="97375"/>
            </a:xfrm>
            <a:custGeom>
              <a:avLst/>
              <a:gdLst/>
              <a:ahLst/>
              <a:cxnLst/>
              <a:rect l="l" t="t" r="r" b="b"/>
              <a:pathLst>
                <a:path w="3559" h="3895" extrusionOk="0">
                  <a:moveTo>
                    <a:pt x="3461" y="1"/>
                  </a:moveTo>
                  <a:cubicBezTo>
                    <a:pt x="2979" y="1679"/>
                    <a:pt x="1679" y="3004"/>
                    <a:pt x="0" y="3461"/>
                  </a:cubicBezTo>
                  <a:cubicBezTo>
                    <a:pt x="128" y="3718"/>
                    <a:pt x="354" y="3870"/>
                    <a:pt x="610" y="3895"/>
                  </a:cubicBezTo>
                  <a:cubicBezTo>
                    <a:pt x="2136" y="3230"/>
                    <a:pt x="3284" y="1832"/>
                    <a:pt x="3558" y="129"/>
                  </a:cubicBezTo>
                  <a:cubicBezTo>
                    <a:pt x="3558" y="129"/>
                    <a:pt x="3509" y="80"/>
                    <a:pt x="34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25" name="Google Shape;5425;p66"/>
          <p:cNvGrpSpPr/>
          <p:nvPr/>
        </p:nvGrpSpPr>
        <p:grpSpPr>
          <a:xfrm>
            <a:off x="1787591" y="2921986"/>
            <a:ext cx="310850" cy="436725"/>
            <a:chOff x="1837925" y="4252775"/>
            <a:chExt cx="310850" cy="436725"/>
          </a:xfrm>
        </p:grpSpPr>
        <p:sp>
          <p:nvSpPr>
            <p:cNvPr id="5426" name="Google Shape;5426;p66"/>
            <p:cNvSpPr/>
            <p:nvPr/>
          </p:nvSpPr>
          <p:spPr>
            <a:xfrm>
              <a:off x="1888750" y="4284525"/>
              <a:ext cx="40150" cy="77525"/>
            </a:xfrm>
            <a:custGeom>
              <a:avLst/>
              <a:gdLst/>
              <a:ahLst/>
              <a:cxnLst/>
              <a:rect l="l" t="t" r="r" b="b"/>
              <a:pathLst>
                <a:path w="1606" h="3101" extrusionOk="0">
                  <a:moveTo>
                    <a:pt x="1605" y="0"/>
                  </a:moveTo>
                  <a:lnTo>
                    <a:pt x="0" y="306"/>
                  </a:lnTo>
                  <a:lnTo>
                    <a:pt x="0" y="2771"/>
                  </a:lnTo>
                  <a:lnTo>
                    <a:pt x="305" y="3101"/>
                  </a:lnTo>
                  <a:lnTo>
                    <a:pt x="1276" y="3101"/>
                  </a:lnTo>
                  <a:lnTo>
                    <a:pt x="1605" y="2771"/>
                  </a:lnTo>
                  <a:lnTo>
                    <a:pt x="160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7" name="Google Shape;5427;p66"/>
            <p:cNvSpPr/>
            <p:nvPr/>
          </p:nvSpPr>
          <p:spPr>
            <a:xfrm>
              <a:off x="2057950" y="4284525"/>
              <a:ext cx="40000" cy="77525"/>
            </a:xfrm>
            <a:custGeom>
              <a:avLst/>
              <a:gdLst/>
              <a:ahLst/>
              <a:cxnLst/>
              <a:rect l="l" t="t" r="r" b="b"/>
              <a:pathLst>
                <a:path w="1600" h="3101" extrusionOk="0">
                  <a:moveTo>
                    <a:pt x="1" y="0"/>
                  </a:moveTo>
                  <a:lnTo>
                    <a:pt x="1" y="2771"/>
                  </a:lnTo>
                  <a:lnTo>
                    <a:pt x="306" y="3101"/>
                  </a:lnTo>
                  <a:lnTo>
                    <a:pt x="1295" y="3101"/>
                  </a:lnTo>
                  <a:lnTo>
                    <a:pt x="1600" y="2771"/>
                  </a:lnTo>
                  <a:lnTo>
                    <a:pt x="1600" y="306"/>
                  </a:lnTo>
                  <a:lnTo>
                    <a:pt x="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8" name="Google Shape;5428;p66"/>
            <p:cNvSpPr/>
            <p:nvPr/>
          </p:nvSpPr>
          <p:spPr>
            <a:xfrm>
              <a:off x="1888750" y="4353800"/>
              <a:ext cx="40150" cy="23525"/>
            </a:xfrm>
            <a:custGeom>
              <a:avLst/>
              <a:gdLst/>
              <a:ahLst/>
              <a:cxnLst/>
              <a:rect l="l" t="t" r="r" b="b"/>
              <a:pathLst>
                <a:path w="1606" h="941" extrusionOk="0">
                  <a:moveTo>
                    <a:pt x="0" y="0"/>
                  </a:moveTo>
                  <a:lnTo>
                    <a:pt x="0" y="635"/>
                  </a:lnTo>
                  <a:lnTo>
                    <a:pt x="305" y="940"/>
                  </a:lnTo>
                  <a:lnTo>
                    <a:pt x="1276" y="940"/>
                  </a:lnTo>
                  <a:lnTo>
                    <a:pt x="1605" y="635"/>
                  </a:lnTo>
                  <a:lnTo>
                    <a:pt x="160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9" name="Google Shape;5429;p66"/>
            <p:cNvSpPr/>
            <p:nvPr/>
          </p:nvSpPr>
          <p:spPr>
            <a:xfrm>
              <a:off x="2057950" y="4353800"/>
              <a:ext cx="40000" cy="23525"/>
            </a:xfrm>
            <a:custGeom>
              <a:avLst/>
              <a:gdLst/>
              <a:ahLst/>
              <a:cxnLst/>
              <a:rect l="l" t="t" r="r" b="b"/>
              <a:pathLst>
                <a:path w="1600" h="941" extrusionOk="0">
                  <a:moveTo>
                    <a:pt x="1" y="0"/>
                  </a:moveTo>
                  <a:lnTo>
                    <a:pt x="1" y="635"/>
                  </a:lnTo>
                  <a:lnTo>
                    <a:pt x="306" y="940"/>
                  </a:lnTo>
                  <a:lnTo>
                    <a:pt x="1295" y="940"/>
                  </a:lnTo>
                  <a:lnTo>
                    <a:pt x="1600" y="635"/>
                  </a:lnTo>
                  <a:lnTo>
                    <a:pt x="160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0" name="Google Shape;5430;p66"/>
            <p:cNvSpPr/>
            <p:nvPr/>
          </p:nvSpPr>
          <p:spPr>
            <a:xfrm>
              <a:off x="1837925" y="4369675"/>
              <a:ext cx="310850" cy="310975"/>
            </a:xfrm>
            <a:custGeom>
              <a:avLst/>
              <a:gdLst/>
              <a:ahLst/>
              <a:cxnLst/>
              <a:rect l="l" t="t" r="r" b="b"/>
              <a:pathLst>
                <a:path w="12434" h="12439" extrusionOk="0">
                  <a:moveTo>
                    <a:pt x="153" y="0"/>
                  </a:moveTo>
                  <a:cubicBezTo>
                    <a:pt x="74" y="0"/>
                    <a:pt x="1" y="79"/>
                    <a:pt x="1" y="153"/>
                  </a:cubicBezTo>
                  <a:lnTo>
                    <a:pt x="1" y="11724"/>
                  </a:lnTo>
                  <a:cubicBezTo>
                    <a:pt x="1" y="12109"/>
                    <a:pt x="306" y="12438"/>
                    <a:pt x="715" y="12438"/>
                  </a:cubicBezTo>
                  <a:lnTo>
                    <a:pt x="11725" y="12438"/>
                  </a:lnTo>
                  <a:cubicBezTo>
                    <a:pt x="12104" y="12438"/>
                    <a:pt x="12433" y="12109"/>
                    <a:pt x="12433" y="11724"/>
                  </a:cubicBezTo>
                  <a:lnTo>
                    <a:pt x="12433" y="153"/>
                  </a:lnTo>
                  <a:cubicBezTo>
                    <a:pt x="12433" y="79"/>
                    <a:pt x="12360" y="0"/>
                    <a:pt x="1228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1" name="Google Shape;5431;p66"/>
            <p:cNvSpPr/>
            <p:nvPr/>
          </p:nvSpPr>
          <p:spPr>
            <a:xfrm>
              <a:off x="1837925" y="4655750"/>
              <a:ext cx="310850" cy="33750"/>
            </a:xfrm>
            <a:custGeom>
              <a:avLst/>
              <a:gdLst/>
              <a:ahLst/>
              <a:cxnLst/>
              <a:rect l="l" t="t" r="r" b="b"/>
              <a:pathLst>
                <a:path w="12434" h="1350" extrusionOk="0">
                  <a:moveTo>
                    <a:pt x="1" y="1"/>
                  </a:moveTo>
                  <a:lnTo>
                    <a:pt x="1" y="635"/>
                  </a:lnTo>
                  <a:cubicBezTo>
                    <a:pt x="1" y="1044"/>
                    <a:pt x="306" y="1349"/>
                    <a:pt x="715" y="1349"/>
                  </a:cubicBezTo>
                  <a:lnTo>
                    <a:pt x="11725" y="1349"/>
                  </a:lnTo>
                  <a:cubicBezTo>
                    <a:pt x="12104" y="1349"/>
                    <a:pt x="12433" y="1044"/>
                    <a:pt x="12433" y="635"/>
                  </a:cubicBezTo>
                  <a:lnTo>
                    <a:pt x="12433" y="1"/>
                  </a:lnTo>
                  <a:cubicBezTo>
                    <a:pt x="12433" y="410"/>
                    <a:pt x="12104" y="715"/>
                    <a:pt x="11725" y="715"/>
                  </a:cubicBezTo>
                  <a:lnTo>
                    <a:pt x="715" y="715"/>
                  </a:lnTo>
                  <a:cubicBezTo>
                    <a:pt x="306" y="715"/>
                    <a:pt x="1" y="410"/>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2" name="Google Shape;5432;p66"/>
            <p:cNvSpPr/>
            <p:nvPr/>
          </p:nvSpPr>
          <p:spPr>
            <a:xfrm>
              <a:off x="2029275" y="4514000"/>
              <a:ext cx="61050" cy="57250"/>
            </a:xfrm>
            <a:custGeom>
              <a:avLst/>
              <a:gdLst/>
              <a:ahLst/>
              <a:cxnLst/>
              <a:rect l="l" t="t" r="r" b="b"/>
              <a:pathLst>
                <a:path w="2442" h="2290" extrusionOk="0">
                  <a:moveTo>
                    <a:pt x="1197" y="0"/>
                  </a:moveTo>
                  <a:cubicBezTo>
                    <a:pt x="1172" y="0"/>
                    <a:pt x="1145" y="8"/>
                    <a:pt x="1117" y="25"/>
                  </a:cubicBezTo>
                  <a:lnTo>
                    <a:pt x="104" y="635"/>
                  </a:lnTo>
                  <a:cubicBezTo>
                    <a:pt x="25" y="660"/>
                    <a:pt x="0" y="764"/>
                    <a:pt x="49" y="843"/>
                  </a:cubicBezTo>
                  <a:lnTo>
                    <a:pt x="714" y="1984"/>
                  </a:lnTo>
                  <a:lnTo>
                    <a:pt x="1325" y="2289"/>
                  </a:lnTo>
                  <a:lnTo>
                    <a:pt x="2442" y="2289"/>
                  </a:lnTo>
                  <a:lnTo>
                    <a:pt x="2442" y="1984"/>
                  </a:lnTo>
                  <a:lnTo>
                    <a:pt x="1325" y="80"/>
                  </a:lnTo>
                  <a:cubicBezTo>
                    <a:pt x="1289" y="28"/>
                    <a:pt x="1245" y="0"/>
                    <a:pt x="119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3" name="Google Shape;5433;p66"/>
            <p:cNvSpPr/>
            <p:nvPr/>
          </p:nvSpPr>
          <p:spPr>
            <a:xfrm>
              <a:off x="2047125" y="4563600"/>
              <a:ext cx="52825" cy="23525"/>
            </a:xfrm>
            <a:custGeom>
              <a:avLst/>
              <a:gdLst/>
              <a:ahLst/>
              <a:cxnLst/>
              <a:rect l="l" t="t" r="r" b="b"/>
              <a:pathLst>
                <a:path w="2113" h="941" extrusionOk="0">
                  <a:moveTo>
                    <a:pt x="0" y="0"/>
                  </a:moveTo>
                  <a:lnTo>
                    <a:pt x="379" y="635"/>
                  </a:lnTo>
                  <a:lnTo>
                    <a:pt x="1166" y="940"/>
                  </a:lnTo>
                  <a:lnTo>
                    <a:pt x="2112" y="635"/>
                  </a:lnTo>
                  <a:lnTo>
                    <a:pt x="172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4" name="Google Shape;5434;p66"/>
            <p:cNvSpPr/>
            <p:nvPr/>
          </p:nvSpPr>
          <p:spPr>
            <a:xfrm>
              <a:off x="1920625" y="4578850"/>
              <a:ext cx="64875" cy="37575"/>
            </a:xfrm>
            <a:custGeom>
              <a:avLst/>
              <a:gdLst/>
              <a:ahLst/>
              <a:cxnLst/>
              <a:rect l="l" t="t" r="r" b="b"/>
              <a:pathLst>
                <a:path w="2595" h="1503" extrusionOk="0">
                  <a:moveTo>
                    <a:pt x="2442" y="1"/>
                  </a:moveTo>
                  <a:lnTo>
                    <a:pt x="1014" y="25"/>
                  </a:lnTo>
                  <a:lnTo>
                    <a:pt x="556" y="281"/>
                  </a:lnTo>
                  <a:lnTo>
                    <a:pt x="1" y="1246"/>
                  </a:lnTo>
                  <a:lnTo>
                    <a:pt x="123" y="1502"/>
                  </a:lnTo>
                  <a:lnTo>
                    <a:pt x="2442" y="1502"/>
                  </a:lnTo>
                  <a:cubicBezTo>
                    <a:pt x="2540" y="1502"/>
                    <a:pt x="2595" y="1453"/>
                    <a:pt x="2595" y="1349"/>
                  </a:cubicBezTo>
                  <a:lnTo>
                    <a:pt x="2595" y="153"/>
                  </a:lnTo>
                  <a:cubicBezTo>
                    <a:pt x="2595" y="80"/>
                    <a:pt x="2540" y="1"/>
                    <a:pt x="244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5" name="Google Shape;5435;p66"/>
            <p:cNvSpPr/>
            <p:nvPr/>
          </p:nvSpPr>
          <p:spPr>
            <a:xfrm>
              <a:off x="1933900" y="4447325"/>
              <a:ext cx="50850" cy="70750"/>
            </a:xfrm>
            <a:custGeom>
              <a:avLst/>
              <a:gdLst/>
              <a:ahLst/>
              <a:cxnLst/>
              <a:rect l="l" t="t" r="r" b="b"/>
              <a:pathLst>
                <a:path w="2034" h="2830" extrusionOk="0">
                  <a:moveTo>
                    <a:pt x="1172" y="1"/>
                  </a:moveTo>
                  <a:lnTo>
                    <a:pt x="25" y="2009"/>
                  </a:lnTo>
                  <a:cubicBezTo>
                    <a:pt x="1" y="2082"/>
                    <a:pt x="25" y="2186"/>
                    <a:pt x="80" y="2210"/>
                  </a:cubicBezTo>
                  <a:lnTo>
                    <a:pt x="1118" y="2820"/>
                  </a:lnTo>
                  <a:cubicBezTo>
                    <a:pt x="1137" y="2826"/>
                    <a:pt x="1157" y="2829"/>
                    <a:pt x="1176" y="2829"/>
                  </a:cubicBezTo>
                  <a:cubicBezTo>
                    <a:pt x="1232" y="2829"/>
                    <a:pt x="1284" y="2802"/>
                    <a:pt x="1325" y="2747"/>
                  </a:cubicBezTo>
                  <a:lnTo>
                    <a:pt x="2033" y="1526"/>
                  </a:lnTo>
                  <a:lnTo>
                    <a:pt x="2033" y="1142"/>
                  </a:lnTo>
                  <a:lnTo>
                    <a:pt x="1502" y="178"/>
                  </a:lnTo>
                  <a:lnTo>
                    <a:pt x="117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6" name="Google Shape;5436;p66"/>
            <p:cNvSpPr/>
            <p:nvPr/>
          </p:nvSpPr>
          <p:spPr>
            <a:xfrm>
              <a:off x="2007000" y="4575650"/>
              <a:ext cx="92950" cy="44475"/>
            </a:xfrm>
            <a:custGeom>
              <a:avLst/>
              <a:gdLst/>
              <a:ahLst/>
              <a:cxnLst/>
              <a:rect l="l" t="t" r="r" b="b"/>
              <a:pathLst>
                <a:path w="3718" h="1779" extrusionOk="0">
                  <a:moveTo>
                    <a:pt x="836" y="0"/>
                  </a:moveTo>
                  <a:cubicBezTo>
                    <a:pt x="795" y="0"/>
                    <a:pt x="752" y="18"/>
                    <a:pt x="714" y="55"/>
                  </a:cubicBezTo>
                  <a:lnTo>
                    <a:pt x="55" y="788"/>
                  </a:lnTo>
                  <a:cubicBezTo>
                    <a:pt x="0" y="843"/>
                    <a:pt x="0" y="940"/>
                    <a:pt x="55" y="995"/>
                  </a:cubicBezTo>
                  <a:lnTo>
                    <a:pt x="714" y="1734"/>
                  </a:lnTo>
                  <a:cubicBezTo>
                    <a:pt x="747" y="1765"/>
                    <a:pt x="786" y="1779"/>
                    <a:pt x="822" y="1779"/>
                  </a:cubicBezTo>
                  <a:cubicBezTo>
                    <a:pt x="900" y="1779"/>
                    <a:pt x="971" y="1717"/>
                    <a:pt x="971" y="1630"/>
                  </a:cubicBezTo>
                  <a:lnTo>
                    <a:pt x="2771" y="1630"/>
                  </a:lnTo>
                  <a:cubicBezTo>
                    <a:pt x="2826" y="1630"/>
                    <a:pt x="2875" y="1606"/>
                    <a:pt x="2899" y="1551"/>
                  </a:cubicBezTo>
                  <a:lnTo>
                    <a:pt x="3717" y="153"/>
                  </a:lnTo>
                  <a:lnTo>
                    <a:pt x="971" y="153"/>
                  </a:lnTo>
                  <a:cubicBezTo>
                    <a:pt x="971" y="56"/>
                    <a:pt x="908" y="0"/>
                    <a:pt x="8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7" name="Google Shape;5437;p66"/>
            <p:cNvSpPr/>
            <p:nvPr/>
          </p:nvSpPr>
          <p:spPr>
            <a:xfrm>
              <a:off x="1907800" y="4579475"/>
              <a:ext cx="38175" cy="36950"/>
            </a:xfrm>
            <a:custGeom>
              <a:avLst/>
              <a:gdLst/>
              <a:ahLst/>
              <a:cxnLst/>
              <a:rect l="l" t="t" r="r" b="b"/>
              <a:pathLst>
                <a:path w="1527" h="1478" extrusionOk="0">
                  <a:moveTo>
                    <a:pt x="892" y="0"/>
                  </a:moveTo>
                  <a:lnTo>
                    <a:pt x="154" y="739"/>
                  </a:lnTo>
                  <a:lnTo>
                    <a:pt x="1" y="1477"/>
                  </a:lnTo>
                  <a:lnTo>
                    <a:pt x="636" y="1477"/>
                  </a:lnTo>
                  <a:lnTo>
                    <a:pt x="152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8" name="Google Shape;5438;p66"/>
            <p:cNvSpPr/>
            <p:nvPr/>
          </p:nvSpPr>
          <p:spPr>
            <a:xfrm>
              <a:off x="1963200" y="4433900"/>
              <a:ext cx="35575" cy="51600"/>
            </a:xfrm>
            <a:custGeom>
              <a:avLst/>
              <a:gdLst/>
              <a:ahLst/>
              <a:cxnLst/>
              <a:rect l="l" t="t" r="r" b="b"/>
              <a:pathLst>
                <a:path w="1423" h="2064" extrusionOk="0">
                  <a:moveTo>
                    <a:pt x="330" y="1"/>
                  </a:moveTo>
                  <a:lnTo>
                    <a:pt x="0" y="538"/>
                  </a:lnTo>
                  <a:lnTo>
                    <a:pt x="861" y="2063"/>
                  </a:lnTo>
                  <a:lnTo>
                    <a:pt x="1166" y="1502"/>
                  </a:lnTo>
                  <a:lnTo>
                    <a:pt x="1423" y="843"/>
                  </a:lnTo>
                  <a:lnTo>
                    <a:pt x="33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9" name="Google Shape;5439;p66"/>
            <p:cNvSpPr/>
            <p:nvPr/>
          </p:nvSpPr>
          <p:spPr>
            <a:xfrm>
              <a:off x="1904600" y="4252775"/>
              <a:ext cx="177475" cy="31775"/>
            </a:xfrm>
            <a:custGeom>
              <a:avLst/>
              <a:gdLst/>
              <a:ahLst/>
              <a:cxnLst/>
              <a:rect l="l" t="t" r="r" b="b"/>
              <a:pathLst>
                <a:path w="7099" h="1271" extrusionOk="0">
                  <a:moveTo>
                    <a:pt x="1020" y="1"/>
                  </a:moveTo>
                  <a:cubicBezTo>
                    <a:pt x="971" y="1"/>
                    <a:pt x="947" y="25"/>
                    <a:pt x="916" y="50"/>
                  </a:cubicBezTo>
                  <a:lnTo>
                    <a:pt x="1" y="941"/>
                  </a:lnTo>
                  <a:lnTo>
                    <a:pt x="1" y="1270"/>
                  </a:lnTo>
                  <a:lnTo>
                    <a:pt x="7099" y="1270"/>
                  </a:lnTo>
                  <a:lnTo>
                    <a:pt x="7099" y="941"/>
                  </a:lnTo>
                  <a:lnTo>
                    <a:pt x="6183" y="50"/>
                  </a:lnTo>
                  <a:cubicBezTo>
                    <a:pt x="6159" y="25"/>
                    <a:pt x="6104" y="1"/>
                    <a:pt x="60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0" name="Google Shape;5440;p66"/>
            <p:cNvSpPr/>
            <p:nvPr/>
          </p:nvSpPr>
          <p:spPr>
            <a:xfrm>
              <a:off x="1888750" y="4276275"/>
              <a:ext cx="209200" cy="15900"/>
            </a:xfrm>
            <a:custGeom>
              <a:avLst/>
              <a:gdLst/>
              <a:ahLst/>
              <a:cxnLst/>
              <a:rect l="l" t="t" r="r" b="b"/>
              <a:pathLst>
                <a:path w="8368" h="636" extrusionOk="0">
                  <a:moveTo>
                    <a:pt x="635" y="1"/>
                  </a:moveTo>
                  <a:lnTo>
                    <a:pt x="0" y="636"/>
                  </a:lnTo>
                  <a:lnTo>
                    <a:pt x="8368" y="636"/>
                  </a:lnTo>
                  <a:lnTo>
                    <a:pt x="773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1" name="Google Shape;5441;p66"/>
            <p:cNvSpPr/>
            <p:nvPr/>
          </p:nvSpPr>
          <p:spPr>
            <a:xfrm>
              <a:off x="1971450" y="4433900"/>
              <a:ext cx="72250" cy="71450"/>
            </a:xfrm>
            <a:custGeom>
              <a:avLst/>
              <a:gdLst/>
              <a:ahLst/>
              <a:cxnLst/>
              <a:rect l="l" t="t" r="r" b="b"/>
              <a:pathLst>
                <a:path w="2890" h="2858" extrusionOk="0">
                  <a:moveTo>
                    <a:pt x="0" y="1"/>
                  </a:moveTo>
                  <a:lnTo>
                    <a:pt x="1349" y="2369"/>
                  </a:lnTo>
                  <a:cubicBezTo>
                    <a:pt x="1221" y="2442"/>
                    <a:pt x="1245" y="2619"/>
                    <a:pt x="1398" y="2643"/>
                  </a:cubicBezTo>
                  <a:lnTo>
                    <a:pt x="2362" y="2851"/>
                  </a:lnTo>
                  <a:cubicBezTo>
                    <a:pt x="2376" y="2855"/>
                    <a:pt x="2390" y="2857"/>
                    <a:pt x="2403" y="2857"/>
                  </a:cubicBezTo>
                  <a:cubicBezTo>
                    <a:pt x="2466" y="2857"/>
                    <a:pt x="2520" y="2812"/>
                    <a:pt x="2545" y="2747"/>
                  </a:cubicBezTo>
                  <a:lnTo>
                    <a:pt x="2850" y="1807"/>
                  </a:lnTo>
                  <a:cubicBezTo>
                    <a:pt x="2890" y="1703"/>
                    <a:pt x="2813" y="1615"/>
                    <a:pt x="2714" y="1615"/>
                  </a:cubicBezTo>
                  <a:cubicBezTo>
                    <a:pt x="2691" y="1615"/>
                    <a:pt x="2667" y="1620"/>
                    <a:pt x="2643" y="1630"/>
                  </a:cubicBezTo>
                  <a:lnTo>
                    <a:pt x="1752" y="80"/>
                  </a:lnTo>
                  <a:cubicBezTo>
                    <a:pt x="1727" y="25"/>
                    <a:pt x="1678" y="1"/>
                    <a:pt x="163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2" name="Google Shape;5442;p66"/>
            <p:cNvSpPr/>
            <p:nvPr/>
          </p:nvSpPr>
          <p:spPr>
            <a:xfrm>
              <a:off x="1887525" y="4527225"/>
              <a:ext cx="61450" cy="89200"/>
            </a:xfrm>
            <a:custGeom>
              <a:avLst/>
              <a:gdLst/>
              <a:ahLst/>
              <a:cxnLst/>
              <a:rect l="l" t="t" r="r" b="b"/>
              <a:pathLst>
                <a:path w="2458" h="3568" extrusionOk="0">
                  <a:moveTo>
                    <a:pt x="2004" y="0"/>
                  </a:moveTo>
                  <a:cubicBezTo>
                    <a:pt x="1989" y="0"/>
                    <a:pt x="1974" y="3"/>
                    <a:pt x="1959" y="9"/>
                  </a:cubicBezTo>
                  <a:lnTo>
                    <a:pt x="965" y="186"/>
                  </a:lnTo>
                  <a:cubicBezTo>
                    <a:pt x="836" y="210"/>
                    <a:pt x="812" y="387"/>
                    <a:pt x="940" y="467"/>
                  </a:cubicBezTo>
                  <a:lnTo>
                    <a:pt x="25" y="2017"/>
                  </a:lnTo>
                  <a:cubicBezTo>
                    <a:pt x="0" y="2041"/>
                    <a:pt x="0" y="2114"/>
                    <a:pt x="25" y="2145"/>
                  </a:cubicBezTo>
                  <a:lnTo>
                    <a:pt x="812" y="3567"/>
                  </a:lnTo>
                  <a:lnTo>
                    <a:pt x="2210" y="1229"/>
                  </a:lnTo>
                  <a:cubicBezTo>
                    <a:pt x="2232" y="1238"/>
                    <a:pt x="2254" y="1242"/>
                    <a:pt x="2275" y="1242"/>
                  </a:cubicBezTo>
                  <a:cubicBezTo>
                    <a:pt x="2377" y="1242"/>
                    <a:pt x="2458" y="1152"/>
                    <a:pt x="2417" y="1046"/>
                  </a:cubicBezTo>
                  <a:lnTo>
                    <a:pt x="2136" y="82"/>
                  </a:lnTo>
                  <a:cubicBezTo>
                    <a:pt x="2117" y="43"/>
                    <a:pt x="2062" y="0"/>
                    <a:pt x="200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43" name="Google Shape;5443;p66"/>
          <p:cNvGrpSpPr/>
          <p:nvPr/>
        </p:nvGrpSpPr>
        <p:grpSpPr>
          <a:xfrm>
            <a:off x="6909316" y="916911"/>
            <a:ext cx="436725" cy="373850"/>
            <a:chOff x="6959650" y="1333300"/>
            <a:chExt cx="436725" cy="373850"/>
          </a:xfrm>
        </p:grpSpPr>
        <p:sp>
          <p:nvSpPr>
            <p:cNvPr id="5444" name="Google Shape;5444;p66"/>
            <p:cNvSpPr/>
            <p:nvPr/>
          </p:nvSpPr>
          <p:spPr>
            <a:xfrm>
              <a:off x="7154200" y="1394925"/>
              <a:ext cx="169700" cy="195325"/>
            </a:xfrm>
            <a:custGeom>
              <a:avLst/>
              <a:gdLst/>
              <a:ahLst/>
              <a:cxnLst/>
              <a:rect l="l" t="t" r="r" b="b"/>
              <a:pathLst>
                <a:path w="6788" h="7813" extrusionOk="0">
                  <a:moveTo>
                    <a:pt x="660" y="1"/>
                  </a:moveTo>
                  <a:lnTo>
                    <a:pt x="1" y="306"/>
                  </a:lnTo>
                  <a:lnTo>
                    <a:pt x="1" y="3181"/>
                  </a:lnTo>
                  <a:lnTo>
                    <a:pt x="660" y="3413"/>
                  </a:lnTo>
                  <a:cubicBezTo>
                    <a:pt x="1423" y="4224"/>
                    <a:pt x="1905" y="4835"/>
                    <a:pt x="2186" y="5829"/>
                  </a:cubicBezTo>
                  <a:cubicBezTo>
                    <a:pt x="2338" y="6440"/>
                    <a:pt x="2411" y="7813"/>
                    <a:pt x="2411" y="7813"/>
                  </a:cubicBezTo>
                  <a:lnTo>
                    <a:pt x="5341" y="7813"/>
                  </a:lnTo>
                  <a:cubicBezTo>
                    <a:pt x="5341" y="7813"/>
                    <a:pt x="6458" y="7532"/>
                    <a:pt x="6787" y="7099"/>
                  </a:cubicBezTo>
                  <a:cubicBezTo>
                    <a:pt x="6433" y="892"/>
                    <a:pt x="660" y="1"/>
                    <a:pt x="66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5" name="Google Shape;5445;p66"/>
            <p:cNvSpPr/>
            <p:nvPr/>
          </p:nvSpPr>
          <p:spPr>
            <a:xfrm>
              <a:off x="6959650" y="1352350"/>
              <a:ext cx="144225" cy="145000"/>
            </a:xfrm>
            <a:custGeom>
              <a:avLst/>
              <a:gdLst/>
              <a:ahLst/>
              <a:cxnLst/>
              <a:rect l="l" t="t" r="r" b="b"/>
              <a:pathLst>
                <a:path w="5769" h="5800" extrusionOk="0">
                  <a:moveTo>
                    <a:pt x="178" y="1"/>
                  </a:moveTo>
                  <a:cubicBezTo>
                    <a:pt x="74" y="1"/>
                    <a:pt x="1" y="80"/>
                    <a:pt x="1" y="178"/>
                  </a:cubicBezTo>
                  <a:lnTo>
                    <a:pt x="1" y="5470"/>
                  </a:lnTo>
                  <a:lnTo>
                    <a:pt x="306" y="5799"/>
                  </a:lnTo>
                  <a:lnTo>
                    <a:pt x="5439" y="5799"/>
                  </a:lnTo>
                  <a:lnTo>
                    <a:pt x="5768" y="5470"/>
                  </a:lnTo>
                  <a:lnTo>
                    <a:pt x="5768" y="306"/>
                  </a:lnTo>
                  <a:lnTo>
                    <a:pt x="543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6" name="Google Shape;5446;p66"/>
            <p:cNvSpPr/>
            <p:nvPr/>
          </p:nvSpPr>
          <p:spPr>
            <a:xfrm>
              <a:off x="6959650" y="1489075"/>
              <a:ext cx="144225" cy="15900"/>
            </a:xfrm>
            <a:custGeom>
              <a:avLst/>
              <a:gdLst/>
              <a:ahLst/>
              <a:cxnLst/>
              <a:rect l="l" t="t" r="r" b="b"/>
              <a:pathLst>
                <a:path w="5769" h="636" extrusionOk="0">
                  <a:moveTo>
                    <a:pt x="1" y="1"/>
                  </a:moveTo>
                  <a:lnTo>
                    <a:pt x="1" y="458"/>
                  </a:lnTo>
                  <a:cubicBezTo>
                    <a:pt x="1" y="562"/>
                    <a:pt x="74" y="635"/>
                    <a:pt x="178" y="635"/>
                  </a:cubicBezTo>
                  <a:lnTo>
                    <a:pt x="5768" y="635"/>
                  </a:lnTo>
                  <a:lnTo>
                    <a:pt x="576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7" name="Google Shape;5447;p66"/>
            <p:cNvSpPr/>
            <p:nvPr/>
          </p:nvSpPr>
          <p:spPr>
            <a:xfrm>
              <a:off x="7154200" y="1469400"/>
              <a:ext cx="68700" cy="120850"/>
            </a:xfrm>
            <a:custGeom>
              <a:avLst/>
              <a:gdLst/>
              <a:ahLst/>
              <a:cxnLst/>
              <a:rect l="l" t="t" r="r" b="b"/>
              <a:pathLst>
                <a:path w="2748" h="4834" extrusionOk="0">
                  <a:moveTo>
                    <a:pt x="1" y="0"/>
                  </a:moveTo>
                  <a:lnTo>
                    <a:pt x="1" y="507"/>
                  </a:lnTo>
                  <a:lnTo>
                    <a:pt x="660" y="812"/>
                  </a:lnTo>
                  <a:cubicBezTo>
                    <a:pt x="1880" y="2112"/>
                    <a:pt x="2106" y="3711"/>
                    <a:pt x="2106" y="4803"/>
                  </a:cubicBezTo>
                  <a:cubicBezTo>
                    <a:pt x="2210" y="4834"/>
                    <a:pt x="2314" y="4834"/>
                    <a:pt x="2411" y="4834"/>
                  </a:cubicBezTo>
                  <a:cubicBezTo>
                    <a:pt x="2515" y="4834"/>
                    <a:pt x="2643" y="4834"/>
                    <a:pt x="2747" y="4803"/>
                  </a:cubicBezTo>
                  <a:cubicBezTo>
                    <a:pt x="2747" y="3711"/>
                    <a:pt x="2466" y="1349"/>
                    <a:pt x="66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8" name="Google Shape;5448;p66"/>
            <p:cNvSpPr/>
            <p:nvPr/>
          </p:nvSpPr>
          <p:spPr>
            <a:xfrm>
              <a:off x="7095600" y="1333300"/>
              <a:ext cx="75100" cy="178075"/>
            </a:xfrm>
            <a:custGeom>
              <a:avLst/>
              <a:gdLst/>
              <a:ahLst/>
              <a:cxnLst/>
              <a:rect l="l" t="t" r="r" b="b"/>
              <a:pathLst>
                <a:path w="3004" h="7123" extrusionOk="0">
                  <a:moveTo>
                    <a:pt x="562" y="0"/>
                  </a:moveTo>
                  <a:cubicBezTo>
                    <a:pt x="257" y="0"/>
                    <a:pt x="1" y="232"/>
                    <a:pt x="1" y="537"/>
                  </a:cubicBezTo>
                  <a:lnTo>
                    <a:pt x="1" y="6561"/>
                  </a:lnTo>
                  <a:cubicBezTo>
                    <a:pt x="1" y="6866"/>
                    <a:pt x="257" y="7123"/>
                    <a:pt x="562" y="7123"/>
                  </a:cubicBezTo>
                  <a:lnTo>
                    <a:pt x="2442" y="7123"/>
                  </a:lnTo>
                  <a:cubicBezTo>
                    <a:pt x="2747" y="7123"/>
                    <a:pt x="3004" y="6866"/>
                    <a:pt x="3004" y="6561"/>
                  </a:cubicBezTo>
                  <a:lnTo>
                    <a:pt x="3004" y="537"/>
                  </a:lnTo>
                  <a:cubicBezTo>
                    <a:pt x="3004" y="232"/>
                    <a:pt x="2747" y="0"/>
                    <a:pt x="244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9" name="Google Shape;5449;p66"/>
            <p:cNvSpPr/>
            <p:nvPr/>
          </p:nvSpPr>
          <p:spPr>
            <a:xfrm>
              <a:off x="7095600" y="1489075"/>
              <a:ext cx="75100" cy="29925"/>
            </a:xfrm>
            <a:custGeom>
              <a:avLst/>
              <a:gdLst/>
              <a:ahLst/>
              <a:cxnLst/>
              <a:rect l="l" t="t" r="r" b="b"/>
              <a:pathLst>
                <a:path w="3004" h="1197" extrusionOk="0">
                  <a:moveTo>
                    <a:pt x="1" y="1"/>
                  </a:moveTo>
                  <a:lnTo>
                    <a:pt x="1" y="635"/>
                  </a:lnTo>
                  <a:cubicBezTo>
                    <a:pt x="1" y="940"/>
                    <a:pt x="257" y="1197"/>
                    <a:pt x="562" y="1197"/>
                  </a:cubicBezTo>
                  <a:lnTo>
                    <a:pt x="2442" y="1197"/>
                  </a:lnTo>
                  <a:cubicBezTo>
                    <a:pt x="2747" y="1197"/>
                    <a:pt x="3004" y="940"/>
                    <a:pt x="3004" y="635"/>
                  </a:cubicBezTo>
                  <a:lnTo>
                    <a:pt x="3004" y="1"/>
                  </a:lnTo>
                  <a:cubicBezTo>
                    <a:pt x="3004" y="306"/>
                    <a:pt x="2747" y="562"/>
                    <a:pt x="2442" y="562"/>
                  </a:cubicBezTo>
                  <a:lnTo>
                    <a:pt x="562" y="562"/>
                  </a:lnTo>
                  <a:cubicBezTo>
                    <a:pt x="257" y="562"/>
                    <a:pt x="1" y="306"/>
                    <a:pt x="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0" name="Google Shape;5450;p66"/>
            <p:cNvSpPr/>
            <p:nvPr/>
          </p:nvSpPr>
          <p:spPr>
            <a:xfrm>
              <a:off x="6959650" y="1572375"/>
              <a:ext cx="436725" cy="134775"/>
            </a:xfrm>
            <a:custGeom>
              <a:avLst/>
              <a:gdLst/>
              <a:ahLst/>
              <a:cxnLst/>
              <a:rect l="l" t="t" r="r" b="b"/>
              <a:pathLst>
                <a:path w="17469" h="5391" extrusionOk="0">
                  <a:moveTo>
                    <a:pt x="1" y="1"/>
                  </a:moveTo>
                  <a:lnTo>
                    <a:pt x="1" y="5213"/>
                  </a:lnTo>
                  <a:cubicBezTo>
                    <a:pt x="1" y="5317"/>
                    <a:pt x="74" y="5390"/>
                    <a:pt x="178" y="5390"/>
                  </a:cubicBezTo>
                  <a:lnTo>
                    <a:pt x="17292" y="5390"/>
                  </a:lnTo>
                  <a:cubicBezTo>
                    <a:pt x="17395" y="5390"/>
                    <a:pt x="17469" y="5317"/>
                    <a:pt x="17469" y="5213"/>
                  </a:cubicBezTo>
                  <a:lnTo>
                    <a:pt x="17469" y="1"/>
                  </a:lnTo>
                  <a:cubicBezTo>
                    <a:pt x="17139" y="434"/>
                    <a:pt x="16602" y="715"/>
                    <a:pt x="16022" y="715"/>
                  </a:cubicBezTo>
                  <a:cubicBezTo>
                    <a:pt x="15436" y="715"/>
                    <a:pt x="14899" y="434"/>
                    <a:pt x="14569" y="1"/>
                  </a:cubicBezTo>
                  <a:cubicBezTo>
                    <a:pt x="14240" y="434"/>
                    <a:pt x="13703" y="715"/>
                    <a:pt x="13123" y="715"/>
                  </a:cubicBezTo>
                  <a:cubicBezTo>
                    <a:pt x="12513" y="715"/>
                    <a:pt x="11976" y="434"/>
                    <a:pt x="11646" y="1"/>
                  </a:cubicBezTo>
                  <a:cubicBezTo>
                    <a:pt x="11316" y="434"/>
                    <a:pt x="10779" y="715"/>
                    <a:pt x="10193" y="715"/>
                  </a:cubicBezTo>
                  <a:cubicBezTo>
                    <a:pt x="9614" y="715"/>
                    <a:pt x="9076" y="434"/>
                    <a:pt x="8747" y="1"/>
                  </a:cubicBezTo>
                  <a:cubicBezTo>
                    <a:pt x="8417" y="434"/>
                    <a:pt x="7880" y="715"/>
                    <a:pt x="7270" y="715"/>
                  </a:cubicBezTo>
                  <a:cubicBezTo>
                    <a:pt x="6684" y="715"/>
                    <a:pt x="6153" y="434"/>
                    <a:pt x="5823" y="1"/>
                  </a:cubicBezTo>
                  <a:cubicBezTo>
                    <a:pt x="5494" y="434"/>
                    <a:pt x="4957" y="715"/>
                    <a:pt x="4371" y="715"/>
                  </a:cubicBezTo>
                  <a:cubicBezTo>
                    <a:pt x="3761" y="715"/>
                    <a:pt x="3254" y="434"/>
                    <a:pt x="2924" y="1"/>
                  </a:cubicBezTo>
                  <a:cubicBezTo>
                    <a:pt x="2564" y="434"/>
                    <a:pt x="2058" y="715"/>
                    <a:pt x="1447" y="715"/>
                  </a:cubicBezTo>
                  <a:cubicBezTo>
                    <a:pt x="861" y="715"/>
                    <a:pt x="330" y="434"/>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1" name="Google Shape;5451;p66"/>
            <p:cNvSpPr/>
            <p:nvPr/>
          </p:nvSpPr>
          <p:spPr>
            <a:xfrm>
              <a:off x="6986350" y="1620000"/>
              <a:ext cx="378900" cy="31300"/>
            </a:xfrm>
            <a:custGeom>
              <a:avLst/>
              <a:gdLst/>
              <a:ahLst/>
              <a:cxnLst/>
              <a:rect l="l" t="t" r="r" b="b"/>
              <a:pathLst>
                <a:path w="15156" h="1252" extrusionOk="0">
                  <a:moveTo>
                    <a:pt x="3205" y="0"/>
                  </a:moveTo>
                  <a:cubicBezTo>
                    <a:pt x="3126" y="0"/>
                    <a:pt x="3053" y="31"/>
                    <a:pt x="2998" y="104"/>
                  </a:cubicBezTo>
                  <a:cubicBezTo>
                    <a:pt x="2693" y="488"/>
                    <a:pt x="2235" y="714"/>
                    <a:pt x="1753" y="714"/>
                  </a:cubicBezTo>
                  <a:cubicBezTo>
                    <a:pt x="1246" y="714"/>
                    <a:pt x="813" y="488"/>
                    <a:pt x="508" y="104"/>
                  </a:cubicBezTo>
                  <a:cubicBezTo>
                    <a:pt x="449" y="32"/>
                    <a:pt x="376" y="1"/>
                    <a:pt x="300" y="1"/>
                  </a:cubicBezTo>
                  <a:cubicBezTo>
                    <a:pt x="241" y="1"/>
                    <a:pt x="179" y="20"/>
                    <a:pt x="123" y="55"/>
                  </a:cubicBezTo>
                  <a:cubicBezTo>
                    <a:pt x="25" y="153"/>
                    <a:pt x="1" y="305"/>
                    <a:pt x="74" y="433"/>
                  </a:cubicBezTo>
                  <a:cubicBezTo>
                    <a:pt x="483" y="946"/>
                    <a:pt x="1093" y="1251"/>
                    <a:pt x="1753" y="1251"/>
                  </a:cubicBezTo>
                  <a:cubicBezTo>
                    <a:pt x="2314" y="1251"/>
                    <a:pt x="2821" y="1044"/>
                    <a:pt x="3205" y="665"/>
                  </a:cubicBezTo>
                  <a:cubicBezTo>
                    <a:pt x="3584" y="1044"/>
                    <a:pt x="4121" y="1251"/>
                    <a:pt x="4652" y="1251"/>
                  </a:cubicBezTo>
                  <a:cubicBezTo>
                    <a:pt x="5213" y="1251"/>
                    <a:pt x="5720" y="1044"/>
                    <a:pt x="6129" y="665"/>
                  </a:cubicBezTo>
                  <a:cubicBezTo>
                    <a:pt x="6507" y="1044"/>
                    <a:pt x="7020" y="1251"/>
                    <a:pt x="7575" y="1251"/>
                  </a:cubicBezTo>
                  <a:cubicBezTo>
                    <a:pt x="8137" y="1251"/>
                    <a:pt x="8643" y="1044"/>
                    <a:pt x="9028" y="665"/>
                  </a:cubicBezTo>
                  <a:cubicBezTo>
                    <a:pt x="9431" y="1044"/>
                    <a:pt x="9943" y="1251"/>
                    <a:pt x="10499" y="1251"/>
                  </a:cubicBezTo>
                  <a:cubicBezTo>
                    <a:pt x="11036" y="1251"/>
                    <a:pt x="11567" y="1044"/>
                    <a:pt x="11951" y="665"/>
                  </a:cubicBezTo>
                  <a:cubicBezTo>
                    <a:pt x="12330" y="1044"/>
                    <a:pt x="12842" y="1251"/>
                    <a:pt x="13398" y="1251"/>
                  </a:cubicBezTo>
                  <a:cubicBezTo>
                    <a:pt x="14063" y="1251"/>
                    <a:pt x="14673" y="946"/>
                    <a:pt x="15076" y="433"/>
                  </a:cubicBezTo>
                  <a:cubicBezTo>
                    <a:pt x="15155" y="305"/>
                    <a:pt x="15131" y="153"/>
                    <a:pt x="15027" y="55"/>
                  </a:cubicBezTo>
                  <a:cubicBezTo>
                    <a:pt x="14971" y="20"/>
                    <a:pt x="14910" y="1"/>
                    <a:pt x="14851" y="1"/>
                  </a:cubicBezTo>
                  <a:cubicBezTo>
                    <a:pt x="14775" y="1"/>
                    <a:pt x="14704" y="32"/>
                    <a:pt x="14649" y="104"/>
                  </a:cubicBezTo>
                  <a:cubicBezTo>
                    <a:pt x="14344" y="488"/>
                    <a:pt x="13886" y="714"/>
                    <a:pt x="13398" y="714"/>
                  </a:cubicBezTo>
                  <a:cubicBezTo>
                    <a:pt x="12916" y="714"/>
                    <a:pt x="12458" y="488"/>
                    <a:pt x="12153" y="104"/>
                  </a:cubicBezTo>
                  <a:cubicBezTo>
                    <a:pt x="12104" y="31"/>
                    <a:pt x="12024" y="0"/>
                    <a:pt x="11951" y="0"/>
                  </a:cubicBezTo>
                  <a:cubicBezTo>
                    <a:pt x="11872" y="0"/>
                    <a:pt x="11774" y="31"/>
                    <a:pt x="11750" y="104"/>
                  </a:cubicBezTo>
                  <a:cubicBezTo>
                    <a:pt x="11445" y="488"/>
                    <a:pt x="10987" y="714"/>
                    <a:pt x="10499" y="714"/>
                  </a:cubicBezTo>
                  <a:cubicBezTo>
                    <a:pt x="9992" y="714"/>
                    <a:pt x="9534" y="488"/>
                    <a:pt x="9254" y="104"/>
                  </a:cubicBezTo>
                  <a:cubicBezTo>
                    <a:pt x="9205" y="31"/>
                    <a:pt x="9101" y="0"/>
                    <a:pt x="9028" y="0"/>
                  </a:cubicBezTo>
                  <a:cubicBezTo>
                    <a:pt x="8948" y="0"/>
                    <a:pt x="8875" y="31"/>
                    <a:pt x="8820" y="104"/>
                  </a:cubicBezTo>
                  <a:cubicBezTo>
                    <a:pt x="8515" y="488"/>
                    <a:pt x="8057" y="714"/>
                    <a:pt x="7575" y="714"/>
                  </a:cubicBezTo>
                  <a:cubicBezTo>
                    <a:pt x="7093" y="714"/>
                    <a:pt x="6635" y="488"/>
                    <a:pt x="6330" y="104"/>
                  </a:cubicBezTo>
                  <a:cubicBezTo>
                    <a:pt x="6281" y="31"/>
                    <a:pt x="6202" y="0"/>
                    <a:pt x="6129" y="0"/>
                  </a:cubicBezTo>
                  <a:cubicBezTo>
                    <a:pt x="6025" y="0"/>
                    <a:pt x="5952" y="31"/>
                    <a:pt x="5897" y="104"/>
                  </a:cubicBezTo>
                  <a:cubicBezTo>
                    <a:pt x="5616" y="488"/>
                    <a:pt x="5158" y="714"/>
                    <a:pt x="4652" y="714"/>
                  </a:cubicBezTo>
                  <a:cubicBezTo>
                    <a:pt x="4170" y="714"/>
                    <a:pt x="3712" y="488"/>
                    <a:pt x="3407" y="104"/>
                  </a:cubicBezTo>
                  <a:cubicBezTo>
                    <a:pt x="3358" y="31"/>
                    <a:pt x="3278" y="0"/>
                    <a:pt x="32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2" name="Google Shape;5452;p66"/>
            <p:cNvSpPr/>
            <p:nvPr/>
          </p:nvSpPr>
          <p:spPr>
            <a:xfrm>
              <a:off x="7203800" y="1453900"/>
              <a:ext cx="76300" cy="98225"/>
            </a:xfrm>
            <a:custGeom>
              <a:avLst/>
              <a:gdLst/>
              <a:ahLst/>
              <a:cxnLst/>
              <a:rect l="l" t="t" r="r" b="b"/>
              <a:pathLst>
                <a:path w="3052" h="3929" extrusionOk="0">
                  <a:moveTo>
                    <a:pt x="305" y="0"/>
                  </a:moveTo>
                  <a:cubicBezTo>
                    <a:pt x="216" y="0"/>
                    <a:pt x="128" y="51"/>
                    <a:pt x="73" y="138"/>
                  </a:cubicBezTo>
                  <a:cubicBezTo>
                    <a:pt x="0" y="266"/>
                    <a:pt x="49" y="443"/>
                    <a:pt x="177" y="492"/>
                  </a:cubicBezTo>
                  <a:cubicBezTo>
                    <a:pt x="202" y="516"/>
                    <a:pt x="2008" y="1456"/>
                    <a:pt x="2490" y="3721"/>
                  </a:cubicBezTo>
                  <a:cubicBezTo>
                    <a:pt x="2515" y="3849"/>
                    <a:pt x="2643" y="3928"/>
                    <a:pt x="2771" y="3928"/>
                  </a:cubicBezTo>
                  <a:lnTo>
                    <a:pt x="2820" y="3928"/>
                  </a:lnTo>
                  <a:cubicBezTo>
                    <a:pt x="2948" y="3898"/>
                    <a:pt x="3052" y="3745"/>
                    <a:pt x="3021" y="3623"/>
                  </a:cubicBezTo>
                  <a:cubicBezTo>
                    <a:pt x="2466" y="1102"/>
                    <a:pt x="507" y="83"/>
                    <a:pt x="427" y="34"/>
                  </a:cubicBezTo>
                  <a:cubicBezTo>
                    <a:pt x="389" y="11"/>
                    <a:pt x="347" y="0"/>
                    <a:pt x="30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3" name="Google Shape;5453;p66"/>
            <p:cNvSpPr/>
            <p:nvPr/>
          </p:nvSpPr>
          <p:spPr>
            <a:xfrm>
              <a:off x="6959650" y="1565375"/>
              <a:ext cx="436725" cy="31150"/>
            </a:xfrm>
            <a:custGeom>
              <a:avLst/>
              <a:gdLst/>
              <a:ahLst/>
              <a:cxnLst/>
              <a:rect l="l" t="t" r="r" b="b"/>
              <a:pathLst>
                <a:path w="17469" h="1246" extrusionOk="0">
                  <a:moveTo>
                    <a:pt x="1" y="0"/>
                  </a:moveTo>
                  <a:lnTo>
                    <a:pt x="1" y="659"/>
                  </a:lnTo>
                  <a:cubicBezTo>
                    <a:pt x="379" y="1044"/>
                    <a:pt x="916" y="1245"/>
                    <a:pt x="1447" y="1245"/>
                  </a:cubicBezTo>
                  <a:cubicBezTo>
                    <a:pt x="2009" y="1245"/>
                    <a:pt x="2515" y="1044"/>
                    <a:pt x="2924" y="659"/>
                  </a:cubicBezTo>
                  <a:cubicBezTo>
                    <a:pt x="3303" y="1044"/>
                    <a:pt x="3815" y="1245"/>
                    <a:pt x="4371" y="1245"/>
                  </a:cubicBezTo>
                  <a:cubicBezTo>
                    <a:pt x="4932" y="1245"/>
                    <a:pt x="5439" y="1044"/>
                    <a:pt x="5823" y="659"/>
                  </a:cubicBezTo>
                  <a:cubicBezTo>
                    <a:pt x="6202" y="1044"/>
                    <a:pt x="6739" y="1245"/>
                    <a:pt x="7270" y="1245"/>
                  </a:cubicBezTo>
                  <a:cubicBezTo>
                    <a:pt x="7831" y="1245"/>
                    <a:pt x="8338" y="1044"/>
                    <a:pt x="8747" y="659"/>
                  </a:cubicBezTo>
                  <a:cubicBezTo>
                    <a:pt x="9125" y="1044"/>
                    <a:pt x="9638" y="1245"/>
                    <a:pt x="10193" y="1245"/>
                  </a:cubicBezTo>
                  <a:cubicBezTo>
                    <a:pt x="10755" y="1245"/>
                    <a:pt x="11261" y="1044"/>
                    <a:pt x="11646" y="659"/>
                  </a:cubicBezTo>
                  <a:cubicBezTo>
                    <a:pt x="12055" y="1044"/>
                    <a:pt x="12561" y="1245"/>
                    <a:pt x="13123" y="1245"/>
                  </a:cubicBezTo>
                  <a:cubicBezTo>
                    <a:pt x="13654" y="1245"/>
                    <a:pt x="14191" y="1044"/>
                    <a:pt x="14569" y="659"/>
                  </a:cubicBezTo>
                  <a:cubicBezTo>
                    <a:pt x="14954" y="1044"/>
                    <a:pt x="15461" y="1245"/>
                    <a:pt x="16022" y="1245"/>
                  </a:cubicBezTo>
                  <a:cubicBezTo>
                    <a:pt x="16577" y="1245"/>
                    <a:pt x="17090" y="1044"/>
                    <a:pt x="17469" y="659"/>
                  </a:cubicBezTo>
                  <a:lnTo>
                    <a:pt x="17469" y="0"/>
                  </a:lnTo>
                  <a:cubicBezTo>
                    <a:pt x="17395" y="0"/>
                    <a:pt x="17316" y="49"/>
                    <a:pt x="17267" y="104"/>
                  </a:cubicBezTo>
                  <a:cubicBezTo>
                    <a:pt x="16962" y="507"/>
                    <a:pt x="16504" y="739"/>
                    <a:pt x="16022" y="739"/>
                  </a:cubicBezTo>
                  <a:cubicBezTo>
                    <a:pt x="15534" y="739"/>
                    <a:pt x="15076" y="507"/>
                    <a:pt x="14771" y="104"/>
                  </a:cubicBezTo>
                  <a:cubicBezTo>
                    <a:pt x="14722" y="49"/>
                    <a:pt x="14649" y="0"/>
                    <a:pt x="14569" y="0"/>
                  </a:cubicBezTo>
                  <a:cubicBezTo>
                    <a:pt x="14496" y="0"/>
                    <a:pt x="14392" y="49"/>
                    <a:pt x="14368" y="104"/>
                  </a:cubicBezTo>
                  <a:cubicBezTo>
                    <a:pt x="14063" y="507"/>
                    <a:pt x="13605" y="739"/>
                    <a:pt x="13123" y="739"/>
                  </a:cubicBezTo>
                  <a:cubicBezTo>
                    <a:pt x="12610" y="739"/>
                    <a:pt x="12153" y="507"/>
                    <a:pt x="11872" y="104"/>
                  </a:cubicBezTo>
                  <a:cubicBezTo>
                    <a:pt x="11823" y="49"/>
                    <a:pt x="11719" y="0"/>
                    <a:pt x="11646" y="0"/>
                  </a:cubicBezTo>
                  <a:cubicBezTo>
                    <a:pt x="11567" y="0"/>
                    <a:pt x="11493" y="49"/>
                    <a:pt x="11445" y="104"/>
                  </a:cubicBezTo>
                  <a:cubicBezTo>
                    <a:pt x="11139" y="507"/>
                    <a:pt x="10682" y="739"/>
                    <a:pt x="10193" y="739"/>
                  </a:cubicBezTo>
                  <a:cubicBezTo>
                    <a:pt x="9711" y="739"/>
                    <a:pt x="9253" y="507"/>
                    <a:pt x="8948" y="104"/>
                  </a:cubicBezTo>
                  <a:cubicBezTo>
                    <a:pt x="8899" y="49"/>
                    <a:pt x="8820" y="0"/>
                    <a:pt x="8747" y="0"/>
                  </a:cubicBezTo>
                  <a:cubicBezTo>
                    <a:pt x="8643" y="0"/>
                    <a:pt x="8570" y="49"/>
                    <a:pt x="8515" y="104"/>
                  </a:cubicBezTo>
                  <a:cubicBezTo>
                    <a:pt x="8240" y="507"/>
                    <a:pt x="7783" y="739"/>
                    <a:pt x="7270" y="739"/>
                  </a:cubicBezTo>
                  <a:cubicBezTo>
                    <a:pt x="6788" y="739"/>
                    <a:pt x="6330" y="507"/>
                    <a:pt x="6025" y="104"/>
                  </a:cubicBezTo>
                  <a:cubicBezTo>
                    <a:pt x="5976" y="49"/>
                    <a:pt x="5897" y="0"/>
                    <a:pt x="5823" y="0"/>
                  </a:cubicBezTo>
                  <a:cubicBezTo>
                    <a:pt x="5744" y="0"/>
                    <a:pt x="5671" y="49"/>
                    <a:pt x="5616" y="104"/>
                  </a:cubicBezTo>
                  <a:cubicBezTo>
                    <a:pt x="5311" y="507"/>
                    <a:pt x="4853" y="739"/>
                    <a:pt x="4371" y="739"/>
                  </a:cubicBezTo>
                  <a:cubicBezTo>
                    <a:pt x="3864" y="739"/>
                    <a:pt x="3431" y="507"/>
                    <a:pt x="3126" y="104"/>
                  </a:cubicBezTo>
                  <a:cubicBezTo>
                    <a:pt x="3077" y="49"/>
                    <a:pt x="2998" y="0"/>
                    <a:pt x="2924" y="0"/>
                  </a:cubicBezTo>
                  <a:cubicBezTo>
                    <a:pt x="2821" y="0"/>
                    <a:pt x="2747" y="49"/>
                    <a:pt x="2692" y="104"/>
                  </a:cubicBezTo>
                  <a:cubicBezTo>
                    <a:pt x="2412" y="507"/>
                    <a:pt x="1954" y="739"/>
                    <a:pt x="1447" y="739"/>
                  </a:cubicBezTo>
                  <a:cubicBezTo>
                    <a:pt x="965" y="739"/>
                    <a:pt x="507" y="507"/>
                    <a:pt x="202" y="104"/>
                  </a:cubicBezTo>
                  <a:cubicBezTo>
                    <a:pt x="153" y="49"/>
                    <a:pt x="74" y="0"/>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73" name="Google Shape;5473;p66"/>
          <p:cNvGrpSpPr/>
          <p:nvPr/>
        </p:nvGrpSpPr>
        <p:grpSpPr>
          <a:xfrm>
            <a:off x="6146416" y="918661"/>
            <a:ext cx="474250" cy="370250"/>
            <a:chOff x="6196750" y="1335050"/>
            <a:chExt cx="474250" cy="370250"/>
          </a:xfrm>
        </p:grpSpPr>
        <p:sp>
          <p:nvSpPr>
            <p:cNvPr id="5474" name="Google Shape;5474;p66"/>
            <p:cNvSpPr/>
            <p:nvPr/>
          </p:nvSpPr>
          <p:spPr>
            <a:xfrm>
              <a:off x="6196750" y="1335125"/>
              <a:ext cx="462125" cy="367000"/>
            </a:xfrm>
            <a:custGeom>
              <a:avLst/>
              <a:gdLst/>
              <a:ahLst/>
              <a:cxnLst/>
              <a:rect l="l" t="t" r="r" b="b"/>
              <a:pathLst>
                <a:path w="18485" h="14680" extrusionOk="0">
                  <a:moveTo>
                    <a:pt x="13442" y="1"/>
                  </a:moveTo>
                  <a:cubicBezTo>
                    <a:pt x="13376" y="1"/>
                    <a:pt x="13310" y="2"/>
                    <a:pt x="13245" y="6"/>
                  </a:cubicBezTo>
                  <a:cubicBezTo>
                    <a:pt x="11517" y="104"/>
                    <a:pt x="9918" y="1050"/>
                    <a:pt x="9461" y="2521"/>
                  </a:cubicBezTo>
                  <a:cubicBezTo>
                    <a:pt x="8944" y="956"/>
                    <a:pt x="7168" y="8"/>
                    <a:pt x="5347" y="8"/>
                  </a:cubicBezTo>
                  <a:cubicBezTo>
                    <a:pt x="3292" y="8"/>
                    <a:pt x="1181" y="1215"/>
                    <a:pt x="763" y="4102"/>
                  </a:cubicBezTo>
                  <a:cubicBezTo>
                    <a:pt x="0" y="9643"/>
                    <a:pt x="7477" y="13812"/>
                    <a:pt x="9125" y="14679"/>
                  </a:cubicBezTo>
                  <a:cubicBezTo>
                    <a:pt x="9125" y="14679"/>
                    <a:pt x="9126" y="14679"/>
                    <a:pt x="9127" y="14679"/>
                  </a:cubicBezTo>
                  <a:cubicBezTo>
                    <a:pt x="9327" y="14679"/>
                    <a:pt x="18484" y="10143"/>
                    <a:pt x="17877" y="4254"/>
                  </a:cubicBezTo>
                  <a:cubicBezTo>
                    <a:pt x="17652" y="1935"/>
                    <a:pt x="15518" y="1"/>
                    <a:pt x="1344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5" name="Google Shape;5475;p66"/>
            <p:cNvSpPr/>
            <p:nvPr/>
          </p:nvSpPr>
          <p:spPr>
            <a:xfrm>
              <a:off x="6424850" y="1335050"/>
              <a:ext cx="246150" cy="370250"/>
            </a:xfrm>
            <a:custGeom>
              <a:avLst/>
              <a:gdLst/>
              <a:ahLst/>
              <a:cxnLst/>
              <a:rect l="l" t="t" r="r" b="b"/>
              <a:pathLst>
                <a:path w="9846" h="14810" extrusionOk="0">
                  <a:moveTo>
                    <a:pt x="4429" y="0"/>
                  </a:moveTo>
                  <a:cubicBezTo>
                    <a:pt x="4326" y="0"/>
                    <a:pt x="4223" y="3"/>
                    <a:pt x="4121" y="9"/>
                  </a:cubicBezTo>
                  <a:cubicBezTo>
                    <a:pt x="6055" y="138"/>
                    <a:pt x="7990" y="1358"/>
                    <a:pt x="8368" y="4105"/>
                  </a:cubicBezTo>
                  <a:cubicBezTo>
                    <a:pt x="9156" y="9646"/>
                    <a:pt x="1655" y="13815"/>
                    <a:pt x="1" y="14682"/>
                  </a:cubicBezTo>
                  <a:cubicBezTo>
                    <a:pt x="105" y="14730"/>
                    <a:pt x="208" y="14755"/>
                    <a:pt x="257" y="14810"/>
                  </a:cubicBezTo>
                  <a:lnTo>
                    <a:pt x="410" y="14810"/>
                  </a:lnTo>
                  <a:cubicBezTo>
                    <a:pt x="1325" y="14352"/>
                    <a:pt x="9845" y="10000"/>
                    <a:pt x="9003" y="4105"/>
                  </a:cubicBezTo>
                  <a:cubicBezTo>
                    <a:pt x="8596" y="1223"/>
                    <a:pt x="6475" y="0"/>
                    <a:pt x="442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6" name="Google Shape;5476;p66"/>
            <p:cNvSpPr/>
            <p:nvPr/>
          </p:nvSpPr>
          <p:spPr>
            <a:xfrm>
              <a:off x="6468800" y="1511325"/>
              <a:ext cx="61050" cy="56050"/>
            </a:xfrm>
            <a:custGeom>
              <a:avLst/>
              <a:gdLst/>
              <a:ahLst/>
              <a:cxnLst/>
              <a:rect l="l" t="t" r="r" b="b"/>
              <a:pathLst>
                <a:path w="2442" h="2242" extrusionOk="0">
                  <a:moveTo>
                    <a:pt x="1199" y="1"/>
                  </a:moveTo>
                  <a:cubicBezTo>
                    <a:pt x="1173" y="1"/>
                    <a:pt x="1146" y="9"/>
                    <a:pt x="1117" y="26"/>
                  </a:cubicBezTo>
                  <a:lnTo>
                    <a:pt x="104" y="612"/>
                  </a:lnTo>
                  <a:cubicBezTo>
                    <a:pt x="25" y="636"/>
                    <a:pt x="1" y="740"/>
                    <a:pt x="49" y="789"/>
                  </a:cubicBezTo>
                  <a:lnTo>
                    <a:pt x="715" y="1906"/>
                  </a:lnTo>
                  <a:lnTo>
                    <a:pt x="1398" y="2211"/>
                  </a:lnTo>
                  <a:lnTo>
                    <a:pt x="2186" y="2241"/>
                  </a:lnTo>
                  <a:lnTo>
                    <a:pt x="2442" y="1906"/>
                  </a:lnTo>
                  <a:lnTo>
                    <a:pt x="1325" y="75"/>
                  </a:lnTo>
                  <a:cubicBezTo>
                    <a:pt x="1290" y="28"/>
                    <a:pt x="1246" y="1"/>
                    <a:pt x="119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7" name="Google Shape;5477;p66"/>
            <p:cNvSpPr/>
            <p:nvPr/>
          </p:nvSpPr>
          <p:spPr>
            <a:xfrm>
              <a:off x="6486650" y="1558950"/>
              <a:ext cx="52675" cy="22925"/>
            </a:xfrm>
            <a:custGeom>
              <a:avLst/>
              <a:gdLst/>
              <a:ahLst/>
              <a:cxnLst/>
              <a:rect l="l" t="t" r="r" b="b"/>
              <a:pathLst>
                <a:path w="2107" h="917" extrusionOk="0">
                  <a:moveTo>
                    <a:pt x="1" y="1"/>
                  </a:moveTo>
                  <a:lnTo>
                    <a:pt x="379" y="611"/>
                  </a:lnTo>
                  <a:lnTo>
                    <a:pt x="1166" y="916"/>
                  </a:lnTo>
                  <a:lnTo>
                    <a:pt x="2106" y="611"/>
                  </a:lnTo>
                  <a:lnTo>
                    <a:pt x="172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8" name="Google Shape;5478;p66"/>
            <p:cNvSpPr/>
            <p:nvPr/>
          </p:nvSpPr>
          <p:spPr>
            <a:xfrm>
              <a:off x="6362000" y="1574225"/>
              <a:ext cx="63650" cy="35725"/>
            </a:xfrm>
            <a:custGeom>
              <a:avLst/>
              <a:gdLst/>
              <a:ahLst/>
              <a:cxnLst/>
              <a:rect l="l" t="t" r="r" b="b"/>
              <a:pathLst>
                <a:path w="2546" h="1429" extrusionOk="0">
                  <a:moveTo>
                    <a:pt x="965" y="0"/>
                  </a:moveTo>
                  <a:lnTo>
                    <a:pt x="434" y="305"/>
                  </a:lnTo>
                  <a:lnTo>
                    <a:pt x="0" y="1044"/>
                  </a:lnTo>
                  <a:lnTo>
                    <a:pt x="74" y="1428"/>
                  </a:lnTo>
                  <a:lnTo>
                    <a:pt x="2393" y="1428"/>
                  </a:lnTo>
                  <a:cubicBezTo>
                    <a:pt x="2466" y="1428"/>
                    <a:pt x="2545" y="1373"/>
                    <a:pt x="2545" y="1300"/>
                  </a:cubicBezTo>
                  <a:lnTo>
                    <a:pt x="2545" y="128"/>
                  </a:lnTo>
                  <a:cubicBezTo>
                    <a:pt x="2545" y="55"/>
                    <a:pt x="2466" y="0"/>
                    <a:pt x="23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9" name="Google Shape;5479;p66"/>
            <p:cNvSpPr/>
            <p:nvPr/>
          </p:nvSpPr>
          <p:spPr>
            <a:xfrm>
              <a:off x="6373450" y="1445900"/>
              <a:ext cx="51425" cy="69300"/>
            </a:xfrm>
            <a:custGeom>
              <a:avLst/>
              <a:gdLst/>
              <a:ahLst/>
              <a:cxnLst/>
              <a:rect l="l" t="t" r="r" b="b"/>
              <a:pathLst>
                <a:path w="2057" h="2772" extrusionOk="0">
                  <a:moveTo>
                    <a:pt x="1501" y="0"/>
                  </a:moveTo>
                  <a:lnTo>
                    <a:pt x="1196" y="49"/>
                  </a:lnTo>
                  <a:lnTo>
                    <a:pt x="49" y="1984"/>
                  </a:lnTo>
                  <a:cubicBezTo>
                    <a:pt x="0" y="2057"/>
                    <a:pt x="24" y="2136"/>
                    <a:pt x="104" y="2185"/>
                  </a:cubicBezTo>
                  <a:lnTo>
                    <a:pt x="1141" y="2747"/>
                  </a:lnTo>
                  <a:cubicBezTo>
                    <a:pt x="1160" y="2764"/>
                    <a:pt x="1185" y="2772"/>
                    <a:pt x="1211" y="2772"/>
                  </a:cubicBezTo>
                  <a:cubicBezTo>
                    <a:pt x="1259" y="2772"/>
                    <a:pt x="1313" y="2744"/>
                    <a:pt x="1349" y="2692"/>
                  </a:cubicBezTo>
                  <a:lnTo>
                    <a:pt x="2032" y="1502"/>
                  </a:lnTo>
                  <a:lnTo>
                    <a:pt x="2057" y="965"/>
                  </a:lnTo>
                  <a:lnTo>
                    <a:pt x="150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0" name="Google Shape;5480;p66"/>
            <p:cNvSpPr/>
            <p:nvPr/>
          </p:nvSpPr>
          <p:spPr>
            <a:xfrm>
              <a:off x="6447125" y="1570575"/>
              <a:ext cx="92200" cy="43050"/>
            </a:xfrm>
            <a:custGeom>
              <a:avLst/>
              <a:gdLst/>
              <a:ahLst/>
              <a:cxnLst/>
              <a:rect l="l" t="t" r="r" b="b"/>
              <a:pathLst>
                <a:path w="3688" h="1722" extrusionOk="0">
                  <a:moveTo>
                    <a:pt x="796" y="1"/>
                  </a:moveTo>
                  <a:cubicBezTo>
                    <a:pt x="760" y="1"/>
                    <a:pt x="722" y="15"/>
                    <a:pt x="691" y="48"/>
                  </a:cubicBezTo>
                  <a:lnTo>
                    <a:pt x="25" y="756"/>
                  </a:lnTo>
                  <a:cubicBezTo>
                    <a:pt x="1" y="836"/>
                    <a:pt x="1" y="909"/>
                    <a:pt x="25" y="964"/>
                  </a:cubicBezTo>
                  <a:lnTo>
                    <a:pt x="691" y="1672"/>
                  </a:lnTo>
                  <a:cubicBezTo>
                    <a:pt x="723" y="1706"/>
                    <a:pt x="761" y="1721"/>
                    <a:pt x="798" y="1721"/>
                  </a:cubicBezTo>
                  <a:cubicBezTo>
                    <a:pt x="873" y="1721"/>
                    <a:pt x="941" y="1660"/>
                    <a:pt x="941" y="1574"/>
                  </a:cubicBezTo>
                  <a:lnTo>
                    <a:pt x="2747" y="1599"/>
                  </a:lnTo>
                  <a:cubicBezTo>
                    <a:pt x="2802" y="1599"/>
                    <a:pt x="2851" y="1550"/>
                    <a:pt x="2876" y="1519"/>
                  </a:cubicBezTo>
                  <a:lnTo>
                    <a:pt x="3687" y="146"/>
                  </a:lnTo>
                  <a:lnTo>
                    <a:pt x="941" y="146"/>
                  </a:lnTo>
                  <a:cubicBezTo>
                    <a:pt x="941" y="64"/>
                    <a:pt x="871" y="1"/>
                    <a:pt x="79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1" name="Google Shape;5481;p66"/>
            <p:cNvSpPr/>
            <p:nvPr/>
          </p:nvSpPr>
          <p:spPr>
            <a:xfrm>
              <a:off x="6347950" y="1574225"/>
              <a:ext cx="38175" cy="35725"/>
            </a:xfrm>
            <a:custGeom>
              <a:avLst/>
              <a:gdLst/>
              <a:ahLst/>
              <a:cxnLst/>
              <a:rect l="l" t="t" r="r" b="b"/>
              <a:pathLst>
                <a:path w="1527" h="1429" extrusionOk="0">
                  <a:moveTo>
                    <a:pt x="892" y="0"/>
                  </a:moveTo>
                  <a:lnTo>
                    <a:pt x="129" y="714"/>
                  </a:lnTo>
                  <a:lnTo>
                    <a:pt x="1" y="1428"/>
                  </a:lnTo>
                  <a:lnTo>
                    <a:pt x="636" y="1428"/>
                  </a:lnTo>
                  <a:lnTo>
                    <a:pt x="152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2" name="Google Shape;5482;p66"/>
            <p:cNvSpPr/>
            <p:nvPr/>
          </p:nvSpPr>
          <p:spPr>
            <a:xfrm>
              <a:off x="6403350" y="1433850"/>
              <a:ext cx="29150" cy="49600"/>
            </a:xfrm>
            <a:custGeom>
              <a:avLst/>
              <a:gdLst/>
              <a:ahLst/>
              <a:cxnLst/>
              <a:rect l="l" t="t" r="r" b="b"/>
              <a:pathLst>
                <a:path w="1166" h="1984" extrusionOk="0">
                  <a:moveTo>
                    <a:pt x="305" y="0"/>
                  </a:moveTo>
                  <a:lnTo>
                    <a:pt x="0" y="531"/>
                  </a:lnTo>
                  <a:lnTo>
                    <a:pt x="836" y="1984"/>
                  </a:lnTo>
                  <a:lnTo>
                    <a:pt x="1166" y="1447"/>
                  </a:lnTo>
                  <a:lnTo>
                    <a:pt x="1093" y="787"/>
                  </a:lnTo>
                  <a:lnTo>
                    <a:pt x="3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3" name="Google Shape;5483;p66"/>
            <p:cNvSpPr/>
            <p:nvPr/>
          </p:nvSpPr>
          <p:spPr>
            <a:xfrm>
              <a:off x="6410975" y="1433850"/>
              <a:ext cx="72250" cy="68825"/>
            </a:xfrm>
            <a:custGeom>
              <a:avLst/>
              <a:gdLst/>
              <a:ahLst/>
              <a:cxnLst/>
              <a:rect l="l" t="t" r="r" b="b"/>
              <a:pathLst>
                <a:path w="2890" h="2753" extrusionOk="0">
                  <a:moveTo>
                    <a:pt x="0" y="0"/>
                  </a:moveTo>
                  <a:lnTo>
                    <a:pt x="1349" y="2289"/>
                  </a:lnTo>
                  <a:cubicBezTo>
                    <a:pt x="1246" y="2362"/>
                    <a:pt x="1270" y="2515"/>
                    <a:pt x="1398" y="2539"/>
                  </a:cubicBezTo>
                  <a:lnTo>
                    <a:pt x="2362" y="2747"/>
                  </a:lnTo>
                  <a:cubicBezTo>
                    <a:pt x="2376" y="2751"/>
                    <a:pt x="2389" y="2753"/>
                    <a:pt x="2402" y="2753"/>
                  </a:cubicBezTo>
                  <a:cubicBezTo>
                    <a:pt x="2465" y="2753"/>
                    <a:pt x="2519" y="2708"/>
                    <a:pt x="2539" y="2667"/>
                  </a:cubicBezTo>
                  <a:lnTo>
                    <a:pt x="2845" y="1752"/>
                  </a:lnTo>
                  <a:cubicBezTo>
                    <a:pt x="2890" y="1647"/>
                    <a:pt x="2811" y="1562"/>
                    <a:pt x="2711" y="1562"/>
                  </a:cubicBezTo>
                  <a:cubicBezTo>
                    <a:pt x="2689" y="1562"/>
                    <a:pt x="2666" y="1566"/>
                    <a:pt x="2643" y="1575"/>
                  </a:cubicBezTo>
                  <a:lnTo>
                    <a:pt x="1752" y="73"/>
                  </a:lnTo>
                  <a:cubicBezTo>
                    <a:pt x="1728" y="25"/>
                    <a:pt x="1679" y="0"/>
                    <a:pt x="162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4" name="Google Shape;5484;p66"/>
            <p:cNvSpPr/>
            <p:nvPr/>
          </p:nvSpPr>
          <p:spPr>
            <a:xfrm>
              <a:off x="6327675" y="1523850"/>
              <a:ext cx="61400" cy="86100"/>
            </a:xfrm>
            <a:custGeom>
              <a:avLst/>
              <a:gdLst/>
              <a:ahLst/>
              <a:cxnLst/>
              <a:rect l="l" t="t" r="r" b="b"/>
              <a:pathLst>
                <a:path w="2456" h="3444" extrusionOk="0">
                  <a:moveTo>
                    <a:pt x="1997" y="1"/>
                  </a:moveTo>
                  <a:cubicBezTo>
                    <a:pt x="1985" y="1"/>
                    <a:pt x="1973" y="3"/>
                    <a:pt x="1959" y="7"/>
                  </a:cubicBezTo>
                  <a:lnTo>
                    <a:pt x="964" y="184"/>
                  </a:lnTo>
                  <a:cubicBezTo>
                    <a:pt x="836" y="215"/>
                    <a:pt x="812" y="392"/>
                    <a:pt x="940" y="440"/>
                  </a:cubicBezTo>
                  <a:lnTo>
                    <a:pt x="24" y="1942"/>
                  </a:lnTo>
                  <a:cubicBezTo>
                    <a:pt x="0" y="1991"/>
                    <a:pt x="0" y="2046"/>
                    <a:pt x="24" y="2094"/>
                  </a:cubicBezTo>
                  <a:lnTo>
                    <a:pt x="812" y="3443"/>
                  </a:lnTo>
                  <a:lnTo>
                    <a:pt x="2209" y="1179"/>
                  </a:lnTo>
                  <a:cubicBezTo>
                    <a:pt x="2231" y="1195"/>
                    <a:pt x="2256" y="1201"/>
                    <a:pt x="2280" y="1201"/>
                  </a:cubicBezTo>
                  <a:cubicBezTo>
                    <a:pt x="2369" y="1201"/>
                    <a:pt x="2455" y="1108"/>
                    <a:pt x="2417" y="1026"/>
                  </a:cubicBezTo>
                  <a:lnTo>
                    <a:pt x="2112" y="86"/>
                  </a:lnTo>
                  <a:cubicBezTo>
                    <a:pt x="2092" y="42"/>
                    <a:pt x="2051" y="1"/>
                    <a:pt x="19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85" name="Google Shape;5485;p66"/>
          <p:cNvGrpSpPr/>
          <p:nvPr/>
        </p:nvGrpSpPr>
        <p:grpSpPr>
          <a:xfrm>
            <a:off x="5419066" y="948786"/>
            <a:ext cx="436700" cy="310225"/>
            <a:chOff x="5469400" y="1365175"/>
            <a:chExt cx="436700" cy="310225"/>
          </a:xfrm>
        </p:grpSpPr>
        <p:sp>
          <p:nvSpPr>
            <p:cNvPr id="5486" name="Google Shape;5486;p66"/>
            <p:cNvSpPr/>
            <p:nvPr/>
          </p:nvSpPr>
          <p:spPr>
            <a:xfrm>
              <a:off x="5469400" y="1402550"/>
              <a:ext cx="159625" cy="221275"/>
            </a:xfrm>
            <a:custGeom>
              <a:avLst/>
              <a:gdLst/>
              <a:ahLst/>
              <a:cxnLst/>
              <a:rect l="l" t="t" r="r" b="b"/>
              <a:pathLst>
                <a:path w="6385" h="8851" extrusionOk="0">
                  <a:moveTo>
                    <a:pt x="2594" y="1"/>
                  </a:moveTo>
                  <a:cubicBezTo>
                    <a:pt x="2393" y="1"/>
                    <a:pt x="2185" y="129"/>
                    <a:pt x="2112" y="306"/>
                  </a:cubicBezTo>
                  <a:lnTo>
                    <a:pt x="1678" y="1173"/>
                  </a:lnTo>
                  <a:lnTo>
                    <a:pt x="1752" y="2290"/>
                  </a:lnTo>
                  <a:lnTo>
                    <a:pt x="433" y="3742"/>
                  </a:lnTo>
                  <a:lnTo>
                    <a:pt x="24" y="4578"/>
                  </a:lnTo>
                  <a:cubicBezTo>
                    <a:pt x="0" y="4609"/>
                    <a:pt x="0" y="4633"/>
                    <a:pt x="0" y="4658"/>
                  </a:cubicBezTo>
                  <a:lnTo>
                    <a:pt x="0" y="5292"/>
                  </a:lnTo>
                  <a:lnTo>
                    <a:pt x="305" y="5878"/>
                  </a:lnTo>
                  <a:lnTo>
                    <a:pt x="0" y="6464"/>
                  </a:lnTo>
                  <a:lnTo>
                    <a:pt x="0" y="8320"/>
                  </a:lnTo>
                  <a:cubicBezTo>
                    <a:pt x="0" y="8625"/>
                    <a:pt x="256" y="8851"/>
                    <a:pt x="531" y="8851"/>
                  </a:cubicBezTo>
                  <a:lnTo>
                    <a:pt x="6079" y="8851"/>
                  </a:lnTo>
                  <a:lnTo>
                    <a:pt x="6384" y="8546"/>
                  </a:lnTo>
                  <a:lnTo>
                    <a:pt x="6384" y="306"/>
                  </a:lnTo>
                  <a:lnTo>
                    <a:pt x="607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7" name="Google Shape;5487;p66"/>
            <p:cNvSpPr/>
            <p:nvPr/>
          </p:nvSpPr>
          <p:spPr>
            <a:xfrm>
              <a:off x="5469400" y="1602300"/>
              <a:ext cx="159625" cy="29150"/>
            </a:xfrm>
            <a:custGeom>
              <a:avLst/>
              <a:gdLst/>
              <a:ahLst/>
              <a:cxnLst/>
              <a:rect l="l" t="t" r="r" b="b"/>
              <a:pathLst>
                <a:path w="6385" h="1166" extrusionOk="0">
                  <a:moveTo>
                    <a:pt x="0" y="0"/>
                  </a:moveTo>
                  <a:lnTo>
                    <a:pt x="0" y="635"/>
                  </a:lnTo>
                  <a:cubicBezTo>
                    <a:pt x="0" y="940"/>
                    <a:pt x="256" y="1166"/>
                    <a:pt x="531" y="1166"/>
                  </a:cubicBezTo>
                  <a:lnTo>
                    <a:pt x="6079" y="1166"/>
                  </a:lnTo>
                  <a:lnTo>
                    <a:pt x="6384" y="861"/>
                  </a:lnTo>
                  <a:lnTo>
                    <a:pt x="6079" y="531"/>
                  </a:lnTo>
                  <a:lnTo>
                    <a:pt x="531" y="531"/>
                  </a:lnTo>
                  <a:cubicBezTo>
                    <a:pt x="256" y="531"/>
                    <a:pt x="0" y="305"/>
                    <a:pt x="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8" name="Google Shape;5488;p66"/>
            <p:cNvSpPr/>
            <p:nvPr/>
          </p:nvSpPr>
          <p:spPr>
            <a:xfrm>
              <a:off x="5621350" y="1365175"/>
              <a:ext cx="284750" cy="258650"/>
            </a:xfrm>
            <a:custGeom>
              <a:avLst/>
              <a:gdLst/>
              <a:ahLst/>
              <a:cxnLst/>
              <a:rect l="l" t="t" r="r" b="b"/>
              <a:pathLst>
                <a:path w="11390" h="10346" extrusionOk="0">
                  <a:moveTo>
                    <a:pt x="178" y="1"/>
                  </a:moveTo>
                  <a:cubicBezTo>
                    <a:pt x="74" y="1"/>
                    <a:pt x="1" y="74"/>
                    <a:pt x="1" y="178"/>
                  </a:cubicBezTo>
                  <a:lnTo>
                    <a:pt x="1" y="10016"/>
                  </a:lnTo>
                  <a:lnTo>
                    <a:pt x="306" y="10346"/>
                  </a:lnTo>
                  <a:lnTo>
                    <a:pt x="10859" y="10346"/>
                  </a:lnTo>
                  <a:cubicBezTo>
                    <a:pt x="11164" y="10346"/>
                    <a:pt x="11390" y="10120"/>
                    <a:pt x="11390" y="9815"/>
                  </a:cubicBezTo>
                  <a:lnTo>
                    <a:pt x="11390" y="4242"/>
                  </a:lnTo>
                  <a:cubicBezTo>
                    <a:pt x="11390" y="4194"/>
                    <a:pt x="11390" y="4145"/>
                    <a:pt x="11341" y="4120"/>
                  </a:cubicBezTo>
                  <a:lnTo>
                    <a:pt x="6483" y="49"/>
                  </a:lnTo>
                  <a:cubicBezTo>
                    <a:pt x="6458" y="25"/>
                    <a:pt x="6409" y="1"/>
                    <a:pt x="638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9" name="Google Shape;5489;p66"/>
            <p:cNvSpPr/>
            <p:nvPr/>
          </p:nvSpPr>
          <p:spPr>
            <a:xfrm>
              <a:off x="5621350" y="1602300"/>
              <a:ext cx="284750" cy="29150"/>
            </a:xfrm>
            <a:custGeom>
              <a:avLst/>
              <a:gdLst/>
              <a:ahLst/>
              <a:cxnLst/>
              <a:rect l="l" t="t" r="r" b="b"/>
              <a:pathLst>
                <a:path w="11390" h="1166" extrusionOk="0">
                  <a:moveTo>
                    <a:pt x="11390" y="0"/>
                  </a:moveTo>
                  <a:cubicBezTo>
                    <a:pt x="11390" y="305"/>
                    <a:pt x="11164" y="531"/>
                    <a:pt x="10859" y="531"/>
                  </a:cubicBezTo>
                  <a:lnTo>
                    <a:pt x="1" y="531"/>
                  </a:lnTo>
                  <a:lnTo>
                    <a:pt x="1" y="1166"/>
                  </a:lnTo>
                  <a:lnTo>
                    <a:pt x="10859" y="1166"/>
                  </a:lnTo>
                  <a:cubicBezTo>
                    <a:pt x="11164" y="1166"/>
                    <a:pt x="11390" y="940"/>
                    <a:pt x="11390" y="635"/>
                  </a:cubicBezTo>
                  <a:lnTo>
                    <a:pt x="1139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0" name="Google Shape;5490;p66"/>
            <p:cNvSpPr/>
            <p:nvPr/>
          </p:nvSpPr>
          <p:spPr>
            <a:xfrm>
              <a:off x="5469400" y="1534850"/>
              <a:ext cx="37550" cy="21700"/>
            </a:xfrm>
            <a:custGeom>
              <a:avLst/>
              <a:gdLst/>
              <a:ahLst/>
              <a:cxnLst/>
              <a:rect l="l" t="t" r="r" b="b"/>
              <a:pathLst>
                <a:path w="1502" h="868" extrusionOk="0">
                  <a:moveTo>
                    <a:pt x="0" y="0"/>
                  </a:moveTo>
                  <a:lnTo>
                    <a:pt x="0" y="586"/>
                  </a:lnTo>
                  <a:lnTo>
                    <a:pt x="305" y="867"/>
                  </a:lnTo>
                  <a:lnTo>
                    <a:pt x="1196" y="867"/>
                  </a:lnTo>
                  <a:lnTo>
                    <a:pt x="1501" y="586"/>
                  </a:lnTo>
                  <a:lnTo>
                    <a:pt x="1501" y="177"/>
                  </a:lnTo>
                  <a:cubicBezTo>
                    <a:pt x="1501" y="80"/>
                    <a:pt x="1422" y="0"/>
                    <a:pt x="132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1" name="Google Shape;5491;p66"/>
            <p:cNvSpPr/>
            <p:nvPr/>
          </p:nvSpPr>
          <p:spPr>
            <a:xfrm>
              <a:off x="5469400" y="1549500"/>
              <a:ext cx="37550" cy="14675"/>
            </a:xfrm>
            <a:custGeom>
              <a:avLst/>
              <a:gdLst/>
              <a:ahLst/>
              <a:cxnLst/>
              <a:rect l="l" t="t" r="r" b="b"/>
              <a:pathLst>
                <a:path w="1502" h="587" extrusionOk="0">
                  <a:moveTo>
                    <a:pt x="0" y="0"/>
                  </a:moveTo>
                  <a:lnTo>
                    <a:pt x="0" y="586"/>
                  </a:lnTo>
                  <a:lnTo>
                    <a:pt x="1324" y="586"/>
                  </a:lnTo>
                  <a:cubicBezTo>
                    <a:pt x="1422" y="586"/>
                    <a:pt x="1501" y="507"/>
                    <a:pt x="1501" y="409"/>
                  </a:cubicBezTo>
                  <a:lnTo>
                    <a:pt x="150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2" name="Google Shape;5492;p66"/>
            <p:cNvSpPr/>
            <p:nvPr/>
          </p:nvSpPr>
          <p:spPr>
            <a:xfrm>
              <a:off x="5487850" y="1431850"/>
              <a:ext cx="91575" cy="55425"/>
            </a:xfrm>
            <a:custGeom>
              <a:avLst/>
              <a:gdLst/>
              <a:ahLst/>
              <a:cxnLst/>
              <a:rect l="l" t="t" r="r" b="b"/>
              <a:pathLst>
                <a:path w="3663" h="2217" extrusionOk="0">
                  <a:moveTo>
                    <a:pt x="940" y="1"/>
                  </a:moveTo>
                  <a:lnTo>
                    <a:pt x="1" y="1936"/>
                  </a:lnTo>
                  <a:lnTo>
                    <a:pt x="178" y="2216"/>
                  </a:lnTo>
                  <a:lnTo>
                    <a:pt x="3077" y="2216"/>
                  </a:lnTo>
                  <a:cubicBezTo>
                    <a:pt x="3357" y="2216"/>
                    <a:pt x="3608" y="1984"/>
                    <a:pt x="3638" y="1704"/>
                  </a:cubicBezTo>
                  <a:lnTo>
                    <a:pt x="3663" y="1575"/>
                  </a:lnTo>
                  <a:lnTo>
                    <a:pt x="3663" y="538"/>
                  </a:lnTo>
                  <a:cubicBezTo>
                    <a:pt x="3663" y="257"/>
                    <a:pt x="3406" y="1"/>
                    <a:pt x="312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3" name="Google Shape;5493;p66"/>
            <p:cNvSpPr/>
            <p:nvPr/>
          </p:nvSpPr>
          <p:spPr>
            <a:xfrm>
              <a:off x="5480225" y="1471225"/>
              <a:ext cx="99200" cy="24900"/>
            </a:xfrm>
            <a:custGeom>
              <a:avLst/>
              <a:gdLst/>
              <a:ahLst/>
              <a:cxnLst/>
              <a:rect l="l" t="t" r="r" b="b"/>
              <a:pathLst>
                <a:path w="3968" h="996" extrusionOk="0">
                  <a:moveTo>
                    <a:pt x="3968" y="0"/>
                  </a:moveTo>
                  <a:cubicBezTo>
                    <a:pt x="3968" y="208"/>
                    <a:pt x="3791" y="361"/>
                    <a:pt x="3607" y="361"/>
                  </a:cubicBezTo>
                  <a:lnTo>
                    <a:pt x="306" y="361"/>
                  </a:lnTo>
                  <a:lnTo>
                    <a:pt x="0" y="995"/>
                  </a:lnTo>
                  <a:lnTo>
                    <a:pt x="3607" y="995"/>
                  </a:lnTo>
                  <a:cubicBezTo>
                    <a:pt x="3791" y="995"/>
                    <a:pt x="3968" y="843"/>
                    <a:pt x="3968" y="641"/>
                  </a:cubicBezTo>
                  <a:lnTo>
                    <a:pt x="39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4" name="Google Shape;5494;p66"/>
            <p:cNvSpPr/>
            <p:nvPr/>
          </p:nvSpPr>
          <p:spPr>
            <a:xfrm>
              <a:off x="5786000" y="1587650"/>
              <a:ext cx="87150" cy="79525"/>
            </a:xfrm>
            <a:custGeom>
              <a:avLst/>
              <a:gdLst/>
              <a:ahLst/>
              <a:cxnLst/>
              <a:rect l="l" t="t" r="r" b="b"/>
              <a:pathLst>
                <a:path w="3486" h="3181" extrusionOk="0">
                  <a:moveTo>
                    <a:pt x="1728" y="0"/>
                  </a:moveTo>
                  <a:cubicBezTo>
                    <a:pt x="867" y="0"/>
                    <a:pt x="153" y="611"/>
                    <a:pt x="0" y="1447"/>
                  </a:cubicBezTo>
                  <a:cubicBezTo>
                    <a:pt x="0" y="1447"/>
                    <a:pt x="0" y="3180"/>
                    <a:pt x="1728" y="3180"/>
                  </a:cubicBezTo>
                  <a:cubicBezTo>
                    <a:pt x="3485" y="3180"/>
                    <a:pt x="3461" y="1447"/>
                    <a:pt x="3461" y="1447"/>
                  </a:cubicBezTo>
                  <a:cubicBezTo>
                    <a:pt x="3308" y="611"/>
                    <a:pt x="2594" y="0"/>
                    <a:pt x="172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5" name="Google Shape;5495;p66"/>
            <p:cNvSpPr/>
            <p:nvPr/>
          </p:nvSpPr>
          <p:spPr>
            <a:xfrm>
              <a:off x="5812700" y="1616200"/>
              <a:ext cx="33750" cy="30650"/>
            </a:xfrm>
            <a:custGeom>
              <a:avLst/>
              <a:gdLst/>
              <a:ahLst/>
              <a:cxnLst/>
              <a:rect l="l" t="t" r="r" b="b"/>
              <a:pathLst>
                <a:path w="1350" h="1226" extrusionOk="0">
                  <a:moveTo>
                    <a:pt x="675" y="0"/>
                  </a:moveTo>
                  <a:cubicBezTo>
                    <a:pt x="611" y="0"/>
                    <a:pt x="546" y="10"/>
                    <a:pt x="483" y="30"/>
                  </a:cubicBezTo>
                  <a:cubicBezTo>
                    <a:pt x="177" y="128"/>
                    <a:pt x="0" y="457"/>
                    <a:pt x="74" y="793"/>
                  </a:cubicBezTo>
                  <a:cubicBezTo>
                    <a:pt x="157" y="1059"/>
                    <a:pt x="404" y="1225"/>
                    <a:pt x="656" y="1225"/>
                  </a:cubicBezTo>
                  <a:cubicBezTo>
                    <a:pt x="717" y="1225"/>
                    <a:pt x="778" y="1216"/>
                    <a:pt x="837" y="1196"/>
                  </a:cubicBezTo>
                  <a:cubicBezTo>
                    <a:pt x="1172" y="1098"/>
                    <a:pt x="1349" y="762"/>
                    <a:pt x="1246" y="433"/>
                  </a:cubicBezTo>
                  <a:cubicBezTo>
                    <a:pt x="1186" y="167"/>
                    <a:pt x="941" y="0"/>
                    <a:pt x="67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6" name="Google Shape;5496;p66"/>
            <p:cNvSpPr/>
            <p:nvPr/>
          </p:nvSpPr>
          <p:spPr>
            <a:xfrm>
              <a:off x="5762500" y="1496900"/>
              <a:ext cx="62275" cy="61350"/>
            </a:xfrm>
            <a:custGeom>
              <a:avLst/>
              <a:gdLst/>
              <a:ahLst/>
              <a:cxnLst/>
              <a:rect l="l" t="t" r="r" b="b"/>
              <a:pathLst>
                <a:path w="2491" h="2454" extrusionOk="0">
                  <a:moveTo>
                    <a:pt x="1393" y="1"/>
                  </a:moveTo>
                  <a:cubicBezTo>
                    <a:pt x="1344" y="1"/>
                    <a:pt x="1293" y="14"/>
                    <a:pt x="1246" y="41"/>
                  </a:cubicBezTo>
                  <a:cubicBezTo>
                    <a:pt x="1117" y="121"/>
                    <a:pt x="1069" y="273"/>
                    <a:pt x="1142" y="402"/>
                  </a:cubicBezTo>
                  <a:lnTo>
                    <a:pt x="1752" y="1415"/>
                  </a:lnTo>
                  <a:lnTo>
                    <a:pt x="354" y="1415"/>
                  </a:lnTo>
                  <a:cubicBezTo>
                    <a:pt x="129" y="1415"/>
                    <a:pt x="0" y="1695"/>
                    <a:pt x="153" y="1872"/>
                  </a:cubicBezTo>
                  <a:lnTo>
                    <a:pt x="586" y="2361"/>
                  </a:lnTo>
                  <a:cubicBezTo>
                    <a:pt x="646" y="2406"/>
                    <a:pt x="709" y="2453"/>
                    <a:pt x="789" y="2453"/>
                  </a:cubicBezTo>
                  <a:cubicBezTo>
                    <a:pt x="839" y="2453"/>
                    <a:pt x="897" y="2435"/>
                    <a:pt x="965" y="2385"/>
                  </a:cubicBezTo>
                  <a:cubicBezTo>
                    <a:pt x="1069" y="2281"/>
                    <a:pt x="1093" y="2104"/>
                    <a:pt x="989" y="2001"/>
                  </a:cubicBezTo>
                  <a:lnTo>
                    <a:pt x="940" y="1952"/>
                  </a:lnTo>
                  <a:lnTo>
                    <a:pt x="2210" y="1952"/>
                  </a:lnTo>
                  <a:cubicBezTo>
                    <a:pt x="2314" y="1952"/>
                    <a:pt x="2387" y="1903"/>
                    <a:pt x="2442" y="1824"/>
                  </a:cubicBezTo>
                  <a:cubicBezTo>
                    <a:pt x="2491" y="1750"/>
                    <a:pt x="2491" y="1647"/>
                    <a:pt x="2442" y="1567"/>
                  </a:cubicBezTo>
                  <a:lnTo>
                    <a:pt x="1600" y="121"/>
                  </a:lnTo>
                  <a:cubicBezTo>
                    <a:pt x="1553" y="40"/>
                    <a:pt x="1476" y="1"/>
                    <a:pt x="139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7" name="Google Shape;5497;p66"/>
            <p:cNvSpPr/>
            <p:nvPr/>
          </p:nvSpPr>
          <p:spPr>
            <a:xfrm>
              <a:off x="5695050" y="1492125"/>
              <a:ext cx="55425" cy="53575"/>
            </a:xfrm>
            <a:custGeom>
              <a:avLst/>
              <a:gdLst/>
              <a:ahLst/>
              <a:cxnLst/>
              <a:rect l="l" t="t" r="r" b="b"/>
              <a:pathLst>
                <a:path w="2217" h="2143" extrusionOk="0">
                  <a:moveTo>
                    <a:pt x="1229" y="0"/>
                  </a:moveTo>
                  <a:cubicBezTo>
                    <a:pt x="1211" y="0"/>
                    <a:pt x="1192" y="2"/>
                    <a:pt x="1173" y="7"/>
                  </a:cubicBezTo>
                  <a:lnTo>
                    <a:pt x="507" y="159"/>
                  </a:lnTo>
                  <a:cubicBezTo>
                    <a:pt x="196" y="257"/>
                    <a:pt x="293" y="670"/>
                    <a:pt x="582" y="670"/>
                  </a:cubicBezTo>
                  <a:cubicBezTo>
                    <a:pt x="599" y="670"/>
                    <a:pt x="617" y="669"/>
                    <a:pt x="636" y="666"/>
                  </a:cubicBezTo>
                  <a:lnTo>
                    <a:pt x="690" y="666"/>
                  </a:lnTo>
                  <a:lnTo>
                    <a:pt x="50" y="1758"/>
                  </a:lnTo>
                  <a:cubicBezTo>
                    <a:pt x="1" y="1838"/>
                    <a:pt x="1" y="1941"/>
                    <a:pt x="50" y="2015"/>
                  </a:cubicBezTo>
                  <a:cubicBezTo>
                    <a:pt x="105" y="2094"/>
                    <a:pt x="178" y="2143"/>
                    <a:pt x="282" y="2143"/>
                  </a:cubicBezTo>
                  <a:lnTo>
                    <a:pt x="1936" y="2143"/>
                  </a:lnTo>
                  <a:cubicBezTo>
                    <a:pt x="2088" y="2143"/>
                    <a:pt x="2216" y="2015"/>
                    <a:pt x="2216" y="1886"/>
                  </a:cubicBezTo>
                  <a:cubicBezTo>
                    <a:pt x="2186" y="1734"/>
                    <a:pt x="2088" y="1606"/>
                    <a:pt x="1936" y="1606"/>
                  </a:cubicBezTo>
                  <a:lnTo>
                    <a:pt x="739" y="1606"/>
                  </a:lnTo>
                  <a:lnTo>
                    <a:pt x="1453" y="416"/>
                  </a:lnTo>
                  <a:cubicBezTo>
                    <a:pt x="1543" y="226"/>
                    <a:pt x="1423" y="0"/>
                    <a:pt x="12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8" name="Google Shape;5498;p66"/>
            <p:cNvSpPr/>
            <p:nvPr/>
          </p:nvSpPr>
          <p:spPr>
            <a:xfrm>
              <a:off x="5731975" y="1434450"/>
              <a:ext cx="63500" cy="54000"/>
            </a:xfrm>
            <a:custGeom>
              <a:avLst/>
              <a:gdLst/>
              <a:ahLst/>
              <a:cxnLst/>
              <a:rect l="l" t="t" r="r" b="b"/>
              <a:pathLst>
                <a:path w="2540" h="2160" extrusionOk="0">
                  <a:moveTo>
                    <a:pt x="1118" y="1"/>
                  </a:moveTo>
                  <a:cubicBezTo>
                    <a:pt x="1014" y="1"/>
                    <a:pt x="941" y="49"/>
                    <a:pt x="892" y="129"/>
                  </a:cubicBezTo>
                  <a:lnTo>
                    <a:pt x="50" y="1575"/>
                  </a:lnTo>
                  <a:cubicBezTo>
                    <a:pt x="1" y="1703"/>
                    <a:pt x="25" y="1856"/>
                    <a:pt x="153" y="1929"/>
                  </a:cubicBezTo>
                  <a:cubicBezTo>
                    <a:pt x="196" y="1955"/>
                    <a:pt x="243" y="1968"/>
                    <a:pt x="291" y="1968"/>
                  </a:cubicBezTo>
                  <a:cubicBezTo>
                    <a:pt x="387" y="1968"/>
                    <a:pt x="483" y="1917"/>
                    <a:pt x="532" y="1832"/>
                  </a:cubicBezTo>
                  <a:lnTo>
                    <a:pt x="1118" y="812"/>
                  </a:lnTo>
                  <a:lnTo>
                    <a:pt x="1807" y="2033"/>
                  </a:lnTo>
                  <a:cubicBezTo>
                    <a:pt x="1856" y="2109"/>
                    <a:pt x="1951" y="2160"/>
                    <a:pt x="2046" y="2160"/>
                  </a:cubicBezTo>
                  <a:cubicBezTo>
                    <a:pt x="2142" y="2160"/>
                    <a:pt x="2238" y="2109"/>
                    <a:pt x="2290" y="1984"/>
                  </a:cubicBezTo>
                  <a:lnTo>
                    <a:pt x="2491" y="1349"/>
                  </a:lnTo>
                  <a:cubicBezTo>
                    <a:pt x="2540" y="1197"/>
                    <a:pt x="2467" y="1044"/>
                    <a:pt x="2314" y="1014"/>
                  </a:cubicBezTo>
                  <a:cubicBezTo>
                    <a:pt x="2288" y="1004"/>
                    <a:pt x="2262" y="999"/>
                    <a:pt x="2236" y="999"/>
                  </a:cubicBezTo>
                  <a:cubicBezTo>
                    <a:pt x="2129" y="999"/>
                    <a:pt x="2023" y="1075"/>
                    <a:pt x="1984" y="1197"/>
                  </a:cubicBezTo>
                  <a:lnTo>
                    <a:pt x="1960" y="1246"/>
                  </a:lnTo>
                  <a:lnTo>
                    <a:pt x="1350" y="129"/>
                  </a:lnTo>
                  <a:cubicBezTo>
                    <a:pt x="1295" y="49"/>
                    <a:pt x="1197" y="1"/>
                    <a:pt x="11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9" name="Google Shape;5499;p66"/>
            <p:cNvSpPr/>
            <p:nvPr/>
          </p:nvSpPr>
          <p:spPr>
            <a:xfrm>
              <a:off x="5785375" y="1623800"/>
              <a:ext cx="87775" cy="51600"/>
            </a:xfrm>
            <a:custGeom>
              <a:avLst/>
              <a:gdLst/>
              <a:ahLst/>
              <a:cxnLst/>
              <a:rect l="l" t="t" r="r" b="b"/>
              <a:pathLst>
                <a:path w="3511" h="2064" extrusionOk="0">
                  <a:moveTo>
                    <a:pt x="25" y="1"/>
                  </a:moveTo>
                  <a:cubicBezTo>
                    <a:pt x="25" y="104"/>
                    <a:pt x="1" y="208"/>
                    <a:pt x="1" y="306"/>
                  </a:cubicBezTo>
                  <a:cubicBezTo>
                    <a:pt x="1" y="1276"/>
                    <a:pt x="788" y="2064"/>
                    <a:pt x="1753" y="2064"/>
                  </a:cubicBezTo>
                  <a:cubicBezTo>
                    <a:pt x="2723" y="2064"/>
                    <a:pt x="3510" y="1276"/>
                    <a:pt x="3510" y="306"/>
                  </a:cubicBezTo>
                  <a:cubicBezTo>
                    <a:pt x="3510" y="208"/>
                    <a:pt x="3510" y="104"/>
                    <a:pt x="3486" y="1"/>
                  </a:cubicBezTo>
                  <a:cubicBezTo>
                    <a:pt x="3333" y="819"/>
                    <a:pt x="2619" y="1429"/>
                    <a:pt x="1753" y="1429"/>
                  </a:cubicBezTo>
                  <a:cubicBezTo>
                    <a:pt x="892" y="1429"/>
                    <a:pt x="178" y="819"/>
                    <a:pt x="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0" name="Google Shape;5500;p66"/>
            <p:cNvSpPr/>
            <p:nvPr/>
          </p:nvSpPr>
          <p:spPr>
            <a:xfrm>
              <a:off x="5674150" y="1587650"/>
              <a:ext cx="87000" cy="79525"/>
            </a:xfrm>
            <a:custGeom>
              <a:avLst/>
              <a:gdLst/>
              <a:ahLst/>
              <a:cxnLst/>
              <a:rect l="l" t="t" r="r" b="b"/>
              <a:pathLst>
                <a:path w="3480" h="3181" extrusionOk="0">
                  <a:moveTo>
                    <a:pt x="1728" y="0"/>
                  </a:moveTo>
                  <a:cubicBezTo>
                    <a:pt x="861" y="0"/>
                    <a:pt x="153" y="611"/>
                    <a:pt x="1" y="1447"/>
                  </a:cubicBezTo>
                  <a:cubicBezTo>
                    <a:pt x="1" y="1447"/>
                    <a:pt x="1" y="3180"/>
                    <a:pt x="1728" y="3180"/>
                  </a:cubicBezTo>
                  <a:cubicBezTo>
                    <a:pt x="3480" y="3180"/>
                    <a:pt x="3455" y="1447"/>
                    <a:pt x="3455" y="1447"/>
                  </a:cubicBezTo>
                  <a:cubicBezTo>
                    <a:pt x="3303" y="611"/>
                    <a:pt x="2595" y="0"/>
                    <a:pt x="172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1" name="Google Shape;5501;p66"/>
            <p:cNvSpPr/>
            <p:nvPr/>
          </p:nvSpPr>
          <p:spPr>
            <a:xfrm>
              <a:off x="5700100" y="1616400"/>
              <a:ext cx="33750" cy="30250"/>
            </a:xfrm>
            <a:custGeom>
              <a:avLst/>
              <a:gdLst/>
              <a:ahLst/>
              <a:cxnLst/>
              <a:rect l="l" t="t" r="r" b="b"/>
              <a:pathLst>
                <a:path w="1350" h="1210" extrusionOk="0">
                  <a:moveTo>
                    <a:pt x="681" y="1"/>
                  </a:moveTo>
                  <a:cubicBezTo>
                    <a:pt x="525" y="1"/>
                    <a:pt x="373" y="59"/>
                    <a:pt x="257" y="175"/>
                  </a:cubicBezTo>
                  <a:cubicBezTo>
                    <a:pt x="0" y="400"/>
                    <a:pt x="0" y="809"/>
                    <a:pt x="257" y="1035"/>
                  </a:cubicBezTo>
                  <a:cubicBezTo>
                    <a:pt x="373" y="1151"/>
                    <a:pt x="525" y="1209"/>
                    <a:pt x="681" y="1209"/>
                  </a:cubicBezTo>
                  <a:cubicBezTo>
                    <a:pt x="836" y="1209"/>
                    <a:pt x="995" y="1151"/>
                    <a:pt x="1123" y="1035"/>
                  </a:cubicBezTo>
                  <a:cubicBezTo>
                    <a:pt x="1349" y="809"/>
                    <a:pt x="1349" y="400"/>
                    <a:pt x="1123" y="175"/>
                  </a:cubicBezTo>
                  <a:cubicBezTo>
                    <a:pt x="995" y="59"/>
                    <a:pt x="836" y="1"/>
                    <a:pt x="68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2" name="Google Shape;5502;p66"/>
            <p:cNvSpPr/>
            <p:nvPr/>
          </p:nvSpPr>
          <p:spPr>
            <a:xfrm>
              <a:off x="5673400" y="1623800"/>
              <a:ext cx="87750" cy="51600"/>
            </a:xfrm>
            <a:custGeom>
              <a:avLst/>
              <a:gdLst/>
              <a:ahLst/>
              <a:cxnLst/>
              <a:rect l="l" t="t" r="r" b="b"/>
              <a:pathLst>
                <a:path w="3510" h="2064" extrusionOk="0">
                  <a:moveTo>
                    <a:pt x="31" y="1"/>
                  </a:moveTo>
                  <a:cubicBezTo>
                    <a:pt x="0" y="104"/>
                    <a:pt x="0" y="208"/>
                    <a:pt x="0" y="306"/>
                  </a:cubicBezTo>
                  <a:cubicBezTo>
                    <a:pt x="0" y="1276"/>
                    <a:pt x="794" y="2064"/>
                    <a:pt x="1758" y="2064"/>
                  </a:cubicBezTo>
                  <a:cubicBezTo>
                    <a:pt x="2722" y="2064"/>
                    <a:pt x="3510" y="1276"/>
                    <a:pt x="3510" y="306"/>
                  </a:cubicBezTo>
                  <a:cubicBezTo>
                    <a:pt x="3510" y="208"/>
                    <a:pt x="3510" y="104"/>
                    <a:pt x="3485" y="1"/>
                  </a:cubicBezTo>
                  <a:cubicBezTo>
                    <a:pt x="3333" y="819"/>
                    <a:pt x="2625" y="1429"/>
                    <a:pt x="1758" y="1429"/>
                  </a:cubicBezTo>
                  <a:cubicBezTo>
                    <a:pt x="891" y="1429"/>
                    <a:pt x="183" y="819"/>
                    <a:pt x="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3" name="Google Shape;5503;p66"/>
            <p:cNvSpPr/>
            <p:nvPr/>
          </p:nvSpPr>
          <p:spPr>
            <a:xfrm>
              <a:off x="5502500" y="1587650"/>
              <a:ext cx="87000" cy="79525"/>
            </a:xfrm>
            <a:custGeom>
              <a:avLst/>
              <a:gdLst/>
              <a:ahLst/>
              <a:cxnLst/>
              <a:rect l="l" t="t" r="r" b="b"/>
              <a:pathLst>
                <a:path w="3480" h="3181" extrusionOk="0">
                  <a:moveTo>
                    <a:pt x="1728" y="0"/>
                  </a:moveTo>
                  <a:cubicBezTo>
                    <a:pt x="861" y="0"/>
                    <a:pt x="153" y="611"/>
                    <a:pt x="0" y="1447"/>
                  </a:cubicBezTo>
                  <a:cubicBezTo>
                    <a:pt x="0" y="1447"/>
                    <a:pt x="0" y="3180"/>
                    <a:pt x="1728" y="3180"/>
                  </a:cubicBezTo>
                  <a:cubicBezTo>
                    <a:pt x="3479" y="3180"/>
                    <a:pt x="3455" y="1447"/>
                    <a:pt x="3455" y="1447"/>
                  </a:cubicBezTo>
                  <a:cubicBezTo>
                    <a:pt x="3302" y="611"/>
                    <a:pt x="2594" y="0"/>
                    <a:pt x="172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4" name="Google Shape;5504;p66"/>
            <p:cNvSpPr/>
            <p:nvPr/>
          </p:nvSpPr>
          <p:spPr>
            <a:xfrm>
              <a:off x="5528450" y="1616400"/>
              <a:ext cx="33725" cy="30250"/>
            </a:xfrm>
            <a:custGeom>
              <a:avLst/>
              <a:gdLst/>
              <a:ahLst/>
              <a:cxnLst/>
              <a:rect l="l" t="t" r="r" b="b"/>
              <a:pathLst>
                <a:path w="1349" h="1210" extrusionOk="0">
                  <a:moveTo>
                    <a:pt x="681" y="1"/>
                  </a:moveTo>
                  <a:cubicBezTo>
                    <a:pt x="525" y="1"/>
                    <a:pt x="372" y="59"/>
                    <a:pt x="256" y="175"/>
                  </a:cubicBezTo>
                  <a:cubicBezTo>
                    <a:pt x="0" y="400"/>
                    <a:pt x="0" y="809"/>
                    <a:pt x="256" y="1035"/>
                  </a:cubicBezTo>
                  <a:cubicBezTo>
                    <a:pt x="372" y="1151"/>
                    <a:pt x="525" y="1209"/>
                    <a:pt x="681" y="1209"/>
                  </a:cubicBezTo>
                  <a:cubicBezTo>
                    <a:pt x="836" y="1209"/>
                    <a:pt x="995" y="1151"/>
                    <a:pt x="1123" y="1035"/>
                  </a:cubicBezTo>
                  <a:cubicBezTo>
                    <a:pt x="1349" y="809"/>
                    <a:pt x="1349" y="400"/>
                    <a:pt x="1123" y="175"/>
                  </a:cubicBezTo>
                  <a:cubicBezTo>
                    <a:pt x="995" y="59"/>
                    <a:pt x="836" y="1"/>
                    <a:pt x="68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5" name="Google Shape;5505;p66"/>
            <p:cNvSpPr/>
            <p:nvPr/>
          </p:nvSpPr>
          <p:spPr>
            <a:xfrm>
              <a:off x="5501725" y="1623800"/>
              <a:ext cx="87775" cy="51600"/>
            </a:xfrm>
            <a:custGeom>
              <a:avLst/>
              <a:gdLst/>
              <a:ahLst/>
              <a:cxnLst/>
              <a:rect l="l" t="t" r="r" b="b"/>
              <a:pathLst>
                <a:path w="3511" h="2064" extrusionOk="0">
                  <a:moveTo>
                    <a:pt x="31" y="1"/>
                  </a:moveTo>
                  <a:cubicBezTo>
                    <a:pt x="1" y="104"/>
                    <a:pt x="1" y="208"/>
                    <a:pt x="1" y="306"/>
                  </a:cubicBezTo>
                  <a:cubicBezTo>
                    <a:pt x="1" y="1276"/>
                    <a:pt x="794" y="2064"/>
                    <a:pt x="1759" y="2064"/>
                  </a:cubicBezTo>
                  <a:cubicBezTo>
                    <a:pt x="2723" y="2064"/>
                    <a:pt x="3510" y="1276"/>
                    <a:pt x="3510" y="306"/>
                  </a:cubicBezTo>
                  <a:cubicBezTo>
                    <a:pt x="3510" y="208"/>
                    <a:pt x="3486" y="104"/>
                    <a:pt x="3486" y="1"/>
                  </a:cubicBezTo>
                  <a:cubicBezTo>
                    <a:pt x="3333" y="819"/>
                    <a:pt x="2625" y="1429"/>
                    <a:pt x="1759" y="1429"/>
                  </a:cubicBezTo>
                  <a:cubicBezTo>
                    <a:pt x="892" y="1429"/>
                    <a:pt x="184" y="819"/>
                    <a:pt x="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06" name="Google Shape;5506;p66"/>
          <p:cNvGrpSpPr/>
          <p:nvPr/>
        </p:nvGrpSpPr>
        <p:grpSpPr>
          <a:xfrm>
            <a:off x="7804366" y="2921986"/>
            <a:ext cx="198400" cy="436725"/>
            <a:chOff x="7854700" y="4252775"/>
            <a:chExt cx="198400" cy="436725"/>
          </a:xfrm>
        </p:grpSpPr>
        <p:sp>
          <p:nvSpPr>
            <p:cNvPr id="5507" name="Google Shape;5507;p66"/>
            <p:cNvSpPr/>
            <p:nvPr/>
          </p:nvSpPr>
          <p:spPr>
            <a:xfrm>
              <a:off x="7854700" y="4356925"/>
              <a:ext cx="198400" cy="324950"/>
            </a:xfrm>
            <a:custGeom>
              <a:avLst/>
              <a:gdLst/>
              <a:ahLst/>
              <a:cxnLst/>
              <a:rect l="l" t="t" r="r" b="b"/>
              <a:pathLst>
                <a:path w="7936" h="12998" extrusionOk="0">
                  <a:moveTo>
                    <a:pt x="3968" y="1859"/>
                  </a:moveTo>
                  <a:cubicBezTo>
                    <a:pt x="4145" y="1859"/>
                    <a:pt x="4328" y="1938"/>
                    <a:pt x="4450" y="2036"/>
                  </a:cubicBezTo>
                  <a:lnTo>
                    <a:pt x="4481" y="2420"/>
                  </a:lnTo>
                  <a:lnTo>
                    <a:pt x="4706" y="2518"/>
                  </a:lnTo>
                  <a:lnTo>
                    <a:pt x="4706" y="2597"/>
                  </a:lnTo>
                  <a:cubicBezTo>
                    <a:pt x="4706" y="3006"/>
                    <a:pt x="4377" y="3336"/>
                    <a:pt x="3968" y="3336"/>
                  </a:cubicBezTo>
                  <a:cubicBezTo>
                    <a:pt x="3565" y="3336"/>
                    <a:pt x="3229" y="3006"/>
                    <a:pt x="3229" y="2597"/>
                  </a:cubicBezTo>
                  <a:cubicBezTo>
                    <a:pt x="3229" y="2188"/>
                    <a:pt x="3565" y="1859"/>
                    <a:pt x="3968" y="1859"/>
                  </a:cubicBezTo>
                  <a:close/>
                  <a:moveTo>
                    <a:pt x="3959" y="0"/>
                  </a:moveTo>
                  <a:cubicBezTo>
                    <a:pt x="3739" y="0"/>
                    <a:pt x="3522" y="77"/>
                    <a:pt x="3358" y="229"/>
                  </a:cubicBezTo>
                  <a:lnTo>
                    <a:pt x="483" y="2823"/>
                  </a:lnTo>
                  <a:cubicBezTo>
                    <a:pt x="178" y="3104"/>
                    <a:pt x="1" y="3513"/>
                    <a:pt x="1" y="3922"/>
                  </a:cubicBezTo>
                  <a:lnTo>
                    <a:pt x="1" y="12436"/>
                  </a:lnTo>
                  <a:cubicBezTo>
                    <a:pt x="1" y="12741"/>
                    <a:pt x="257" y="12997"/>
                    <a:pt x="562" y="12997"/>
                  </a:cubicBezTo>
                  <a:lnTo>
                    <a:pt x="7380" y="12997"/>
                  </a:lnTo>
                  <a:cubicBezTo>
                    <a:pt x="7685" y="12997"/>
                    <a:pt x="7935" y="12741"/>
                    <a:pt x="7935" y="12436"/>
                  </a:cubicBezTo>
                  <a:lnTo>
                    <a:pt x="7935" y="3922"/>
                  </a:lnTo>
                  <a:cubicBezTo>
                    <a:pt x="7935" y="3513"/>
                    <a:pt x="7758" y="3104"/>
                    <a:pt x="7453" y="2823"/>
                  </a:cubicBezTo>
                  <a:lnTo>
                    <a:pt x="5469" y="1023"/>
                  </a:lnTo>
                  <a:lnTo>
                    <a:pt x="5317" y="614"/>
                  </a:lnTo>
                  <a:lnTo>
                    <a:pt x="5012" y="638"/>
                  </a:lnTo>
                  <a:lnTo>
                    <a:pt x="4578" y="229"/>
                  </a:lnTo>
                  <a:cubicBezTo>
                    <a:pt x="4401" y="77"/>
                    <a:pt x="4178" y="0"/>
                    <a:pt x="39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8" name="Google Shape;5508;p66"/>
            <p:cNvSpPr/>
            <p:nvPr/>
          </p:nvSpPr>
          <p:spPr>
            <a:xfrm>
              <a:off x="7854700" y="4660175"/>
              <a:ext cx="198400" cy="29325"/>
            </a:xfrm>
            <a:custGeom>
              <a:avLst/>
              <a:gdLst/>
              <a:ahLst/>
              <a:cxnLst/>
              <a:rect l="l" t="t" r="r" b="b"/>
              <a:pathLst>
                <a:path w="7936" h="1173" extrusionOk="0">
                  <a:moveTo>
                    <a:pt x="1" y="1"/>
                  </a:moveTo>
                  <a:lnTo>
                    <a:pt x="1" y="642"/>
                  </a:lnTo>
                  <a:cubicBezTo>
                    <a:pt x="1" y="947"/>
                    <a:pt x="257" y="1172"/>
                    <a:pt x="562" y="1172"/>
                  </a:cubicBezTo>
                  <a:lnTo>
                    <a:pt x="7380" y="1172"/>
                  </a:lnTo>
                  <a:cubicBezTo>
                    <a:pt x="7685" y="1172"/>
                    <a:pt x="7935" y="947"/>
                    <a:pt x="7935" y="642"/>
                  </a:cubicBezTo>
                  <a:lnTo>
                    <a:pt x="7935" y="1"/>
                  </a:lnTo>
                  <a:cubicBezTo>
                    <a:pt x="7935" y="306"/>
                    <a:pt x="7685" y="562"/>
                    <a:pt x="7380" y="562"/>
                  </a:cubicBezTo>
                  <a:lnTo>
                    <a:pt x="562" y="562"/>
                  </a:lnTo>
                  <a:cubicBezTo>
                    <a:pt x="257" y="562"/>
                    <a:pt x="1" y="306"/>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9" name="Google Shape;5509;p66"/>
            <p:cNvSpPr/>
            <p:nvPr/>
          </p:nvSpPr>
          <p:spPr>
            <a:xfrm>
              <a:off x="7886600" y="4523700"/>
              <a:ext cx="66700" cy="51850"/>
            </a:xfrm>
            <a:custGeom>
              <a:avLst/>
              <a:gdLst/>
              <a:ahLst/>
              <a:cxnLst/>
              <a:rect l="l" t="t" r="r" b="b"/>
              <a:pathLst>
                <a:path w="2668" h="2074" extrusionOk="0">
                  <a:moveTo>
                    <a:pt x="458" y="0"/>
                  </a:moveTo>
                  <a:cubicBezTo>
                    <a:pt x="214" y="0"/>
                    <a:pt x="49" y="22"/>
                    <a:pt x="49" y="22"/>
                  </a:cubicBezTo>
                  <a:cubicBezTo>
                    <a:pt x="25" y="150"/>
                    <a:pt x="0" y="1316"/>
                    <a:pt x="916" y="1877"/>
                  </a:cubicBezTo>
                  <a:cubicBezTo>
                    <a:pt x="1154" y="2022"/>
                    <a:pt x="1399" y="2073"/>
                    <a:pt x="1628" y="2073"/>
                  </a:cubicBezTo>
                  <a:cubicBezTo>
                    <a:pt x="2200" y="2073"/>
                    <a:pt x="2668" y="1749"/>
                    <a:pt x="2668" y="1749"/>
                  </a:cubicBezTo>
                  <a:cubicBezTo>
                    <a:pt x="2643" y="1370"/>
                    <a:pt x="2515" y="858"/>
                    <a:pt x="2106" y="504"/>
                  </a:cubicBezTo>
                  <a:cubicBezTo>
                    <a:pt x="1645" y="75"/>
                    <a:pt x="914" y="0"/>
                    <a:pt x="4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0" name="Google Shape;5510;p66"/>
            <p:cNvSpPr/>
            <p:nvPr/>
          </p:nvSpPr>
          <p:spPr>
            <a:xfrm>
              <a:off x="7953875" y="4523700"/>
              <a:ext cx="67475" cy="51850"/>
            </a:xfrm>
            <a:custGeom>
              <a:avLst/>
              <a:gdLst/>
              <a:ahLst/>
              <a:cxnLst/>
              <a:rect l="l" t="t" r="r" b="b"/>
              <a:pathLst>
                <a:path w="2699" h="2074" extrusionOk="0">
                  <a:moveTo>
                    <a:pt x="2239" y="0"/>
                  </a:moveTo>
                  <a:cubicBezTo>
                    <a:pt x="1782" y="0"/>
                    <a:pt x="1043" y="75"/>
                    <a:pt x="562" y="504"/>
                  </a:cubicBezTo>
                  <a:cubicBezTo>
                    <a:pt x="178" y="858"/>
                    <a:pt x="56" y="1370"/>
                    <a:pt x="1" y="1749"/>
                  </a:cubicBezTo>
                  <a:cubicBezTo>
                    <a:pt x="1" y="1749"/>
                    <a:pt x="481" y="2073"/>
                    <a:pt x="1063" y="2073"/>
                  </a:cubicBezTo>
                  <a:cubicBezTo>
                    <a:pt x="1295" y="2073"/>
                    <a:pt x="1543" y="2022"/>
                    <a:pt x="1783" y="1877"/>
                  </a:cubicBezTo>
                  <a:cubicBezTo>
                    <a:pt x="2699" y="1316"/>
                    <a:pt x="2650" y="150"/>
                    <a:pt x="2650" y="22"/>
                  </a:cubicBezTo>
                  <a:cubicBezTo>
                    <a:pt x="2650" y="22"/>
                    <a:pt x="2485" y="0"/>
                    <a:pt x="223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1" name="Google Shape;5511;p66"/>
            <p:cNvSpPr/>
            <p:nvPr/>
          </p:nvSpPr>
          <p:spPr>
            <a:xfrm>
              <a:off x="7884625" y="4524225"/>
              <a:ext cx="138550" cy="102400"/>
            </a:xfrm>
            <a:custGeom>
              <a:avLst/>
              <a:gdLst/>
              <a:ahLst/>
              <a:cxnLst/>
              <a:rect l="l" t="t" r="r" b="b"/>
              <a:pathLst>
                <a:path w="5542" h="4096" extrusionOk="0">
                  <a:moveTo>
                    <a:pt x="128" y="1"/>
                  </a:moveTo>
                  <a:cubicBezTo>
                    <a:pt x="104" y="129"/>
                    <a:pt x="0" y="1246"/>
                    <a:pt x="690" y="1856"/>
                  </a:cubicBezTo>
                  <a:cubicBezTo>
                    <a:pt x="1153" y="2277"/>
                    <a:pt x="1873" y="2368"/>
                    <a:pt x="2336" y="2368"/>
                  </a:cubicBezTo>
                  <a:cubicBezTo>
                    <a:pt x="2404" y="2368"/>
                    <a:pt x="2466" y="2366"/>
                    <a:pt x="2521" y="2363"/>
                  </a:cubicBezTo>
                  <a:lnTo>
                    <a:pt x="2521" y="3840"/>
                  </a:lnTo>
                  <a:cubicBezTo>
                    <a:pt x="2521" y="3992"/>
                    <a:pt x="2618" y="4096"/>
                    <a:pt x="2771" y="4096"/>
                  </a:cubicBezTo>
                  <a:cubicBezTo>
                    <a:pt x="2924" y="4096"/>
                    <a:pt x="3027" y="3992"/>
                    <a:pt x="3027" y="3840"/>
                  </a:cubicBezTo>
                  <a:lnTo>
                    <a:pt x="3027" y="2363"/>
                  </a:lnTo>
                  <a:cubicBezTo>
                    <a:pt x="3082" y="2366"/>
                    <a:pt x="3144" y="2368"/>
                    <a:pt x="3212" y="2368"/>
                  </a:cubicBezTo>
                  <a:cubicBezTo>
                    <a:pt x="3674" y="2368"/>
                    <a:pt x="4389" y="2277"/>
                    <a:pt x="4858" y="1856"/>
                  </a:cubicBezTo>
                  <a:cubicBezTo>
                    <a:pt x="5542" y="1246"/>
                    <a:pt x="5420" y="129"/>
                    <a:pt x="5420" y="1"/>
                  </a:cubicBezTo>
                  <a:lnTo>
                    <a:pt x="5420" y="1"/>
                  </a:lnTo>
                  <a:cubicBezTo>
                    <a:pt x="5365" y="403"/>
                    <a:pt x="5237" y="892"/>
                    <a:pt x="4858" y="1246"/>
                  </a:cubicBezTo>
                  <a:cubicBezTo>
                    <a:pt x="4360" y="1674"/>
                    <a:pt x="3582" y="1744"/>
                    <a:pt x="3130" y="1744"/>
                  </a:cubicBezTo>
                  <a:cubicBezTo>
                    <a:pt x="2913" y="1744"/>
                    <a:pt x="2771" y="1728"/>
                    <a:pt x="2771" y="1728"/>
                  </a:cubicBezTo>
                  <a:cubicBezTo>
                    <a:pt x="2771" y="1728"/>
                    <a:pt x="2626" y="1744"/>
                    <a:pt x="2406" y="1744"/>
                  </a:cubicBezTo>
                  <a:cubicBezTo>
                    <a:pt x="1949" y="1744"/>
                    <a:pt x="1168" y="1674"/>
                    <a:pt x="690" y="1246"/>
                  </a:cubicBezTo>
                  <a:cubicBezTo>
                    <a:pt x="305" y="892"/>
                    <a:pt x="177" y="403"/>
                    <a:pt x="12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2" name="Google Shape;5512;p66"/>
            <p:cNvSpPr/>
            <p:nvPr/>
          </p:nvSpPr>
          <p:spPr>
            <a:xfrm>
              <a:off x="7911925" y="4252775"/>
              <a:ext cx="83950" cy="175500"/>
            </a:xfrm>
            <a:custGeom>
              <a:avLst/>
              <a:gdLst/>
              <a:ahLst/>
              <a:cxnLst/>
              <a:rect l="l" t="t" r="r" b="b"/>
              <a:pathLst>
                <a:path w="3358" h="7020" extrusionOk="0">
                  <a:moveTo>
                    <a:pt x="1679" y="1"/>
                  </a:moveTo>
                  <a:cubicBezTo>
                    <a:pt x="1197" y="1"/>
                    <a:pt x="739" y="379"/>
                    <a:pt x="434" y="1118"/>
                  </a:cubicBezTo>
                  <a:cubicBezTo>
                    <a:pt x="153" y="1753"/>
                    <a:pt x="1" y="2619"/>
                    <a:pt x="1" y="3510"/>
                  </a:cubicBezTo>
                  <a:cubicBezTo>
                    <a:pt x="1" y="4426"/>
                    <a:pt x="153" y="5262"/>
                    <a:pt x="434" y="5921"/>
                  </a:cubicBezTo>
                  <a:cubicBezTo>
                    <a:pt x="739" y="6635"/>
                    <a:pt x="1197" y="7020"/>
                    <a:pt x="1679" y="7020"/>
                  </a:cubicBezTo>
                  <a:cubicBezTo>
                    <a:pt x="1935" y="7020"/>
                    <a:pt x="2192" y="6916"/>
                    <a:pt x="2417" y="6684"/>
                  </a:cubicBezTo>
                  <a:cubicBezTo>
                    <a:pt x="2393" y="6507"/>
                    <a:pt x="2289" y="6330"/>
                    <a:pt x="2161" y="6202"/>
                  </a:cubicBezTo>
                  <a:cubicBezTo>
                    <a:pt x="2009" y="6409"/>
                    <a:pt x="1832" y="6507"/>
                    <a:pt x="1679" y="6507"/>
                  </a:cubicBezTo>
                  <a:cubicBezTo>
                    <a:pt x="1124" y="6507"/>
                    <a:pt x="513" y="5286"/>
                    <a:pt x="513" y="3510"/>
                  </a:cubicBezTo>
                  <a:cubicBezTo>
                    <a:pt x="513" y="1753"/>
                    <a:pt x="1124" y="508"/>
                    <a:pt x="1679" y="508"/>
                  </a:cubicBezTo>
                  <a:cubicBezTo>
                    <a:pt x="2240" y="508"/>
                    <a:pt x="2851" y="1753"/>
                    <a:pt x="2851" y="3510"/>
                  </a:cubicBezTo>
                  <a:cubicBezTo>
                    <a:pt x="2851" y="3992"/>
                    <a:pt x="2802" y="4426"/>
                    <a:pt x="2723" y="4804"/>
                  </a:cubicBezTo>
                  <a:lnTo>
                    <a:pt x="3180" y="5189"/>
                  </a:lnTo>
                  <a:cubicBezTo>
                    <a:pt x="3309" y="4676"/>
                    <a:pt x="3357" y="4121"/>
                    <a:pt x="3357" y="3510"/>
                  </a:cubicBezTo>
                  <a:cubicBezTo>
                    <a:pt x="3357" y="2619"/>
                    <a:pt x="3205" y="1753"/>
                    <a:pt x="2924" y="1118"/>
                  </a:cubicBezTo>
                  <a:cubicBezTo>
                    <a:pt x="2619" y="379"/>
                    <a:pt x="2161" y="1"/>
                    <a:pt x="16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13" name="Google Shape;5513;p66"/>
          <p:cNvGrpSpPr/>
          <p:nvPr/>
        </p:nvGrpSpPr>
        <p:grpSpPr>
          <a:xfrm>
            <a:off x="1735416" y="1548636"/>
            <a:ext cx="415200" cy="437325"/>
            <a:chOff x="1785750" y="2269825"/>
            <a:chExt cx="415200" cy="437325"/>
          </a:xfrm>
        </p:grpSpPr>
        <p:sp>
          <p:nvSpPr>
            <p:cNvPr id="5514" name="Google Shape;5514;p66"/>
            <p:cNvSpPr/>
            <p:nvPr/>
          </p:nvSpPr>
          <p:spPr>
            <a:xfrm>
              <a:off x="2057950" y="2361375"/>
              <a:ext cx="120725" cy="282925"/>
            </a:xfrm>
            <a:custGeom>
              <a:avLst/>
              <a:gdLst/>
              <a:ahLst/>
              <a:cxnLst/>
              <a:rect l="l" t="t" r="r" b="b"/>
              <a:pathLst>
                <a:path w="4829" h="11317" extrusionOk="0">
                  <a:moveTo>
                    <a:pt x="275" y="1"/>
                  </a:moveTo>
                  <a:cubicBezTo>
                    <a:pt x="123" y="1"/>
                    <a:pt x="1" y="99"/>
                    <a:pt x="1" y="251"/>
                  </a:cubicBezTo>
                  <a:cubicBezTo>
                    <a:pt x="1" y="404"/>
                    <a:pt x="123" y="507"/>
                    <a:pt x="275" y="507"/>
                  </a:cubicBezTo>
                  <a:lnTo>
                    <a:pt x="1374" y="507"/>
                  </a:lnTo>
                  <a:cubicBezTo>
                    <a:pt x="1624" y="507"/>
                    <a:pt x="1832" y="709"/>
                    <a:pt x="1832" y="965"/>
                  </a:cubicBezTo>
                  <a:lnTo>
                    <a:pt x="1832" y="9815"/>
                  </a:lnTo>
                  <a:cubicBezTo>
                    <a:pt x="1832" y="10657"/>
                    <a:pt x="2491" y="11316"/>
                    <a:pt x="3327" y="11316"/>
                  </a:cubicBezTo>
                  <a:cubicBezTo>
                    <a:pt x="4145" y="11316"/>
                    <a:pt x="4828" y="10657"/>
                    <a:pt x="4828" y="9815"/>
                  </a:cubicBezTo>
                  <a:lnTo>
                    <a:pt x="4828" y="3510"/>
                  </a:lnTo>
                  <a:cubicBezTo>
                    <a:pt x="4828" y="3358"/>
                    <a:pt x="4700" y="3229"/>
                    <a:pt x="4548" y="3229"/>
                  </a:cubicBezTo>
                  <a:cubicBezTo>
                    <a:pt x="4395" y="3229"/>
                    <a:pt x="4297" y="3358"/>
                    <a:pt x="4297" y="3510"/>
                  </a:cubicBezTo>
                  <a:lnTo>
                    <a:pt x="4297" y="9815"/>
                  </a:lnTo>
                  <a:cubicBezTo>
                    <a:pt x="4297" y="10352"/>
                    <a:pt x="3864" y="10779"/>
                    <a:pt x="3327" y="10779"/>
                  </a:cubicBezTo>
                  <a:cubicBezTo>
                    <a:pt x="2796" y="10779"/>
                    <a:pt x="2338" y="10352"/>
                    <a:pt x="2338" y="9815"/>
                  </a:cubicBezTo>
                  <a:lnTo>
                    <a:pt x="2338" y="965"/>
                  </a:lnTo>
                  <a:cubicBezTo>
                    <a:pt x="2338" y="434"/>
                    <a:pt x="1905" y="1"/>
                    <a:pt x="137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5" name="Google Shape;5515;p66"/>
            <p:cNvSpPr/>
            <p:nvPr/>
          </p:nvSpPr>
          <p:spPr>
            <a:xfrm>
              <a:off x="2045750" y="2335900"/>
              <a:ext cx="35125" cy="56025"/>
            </a:xfrm>
            <a:custGeom>
              <a:avLst/>
              <a:gdLst/>
              <a:ahLst/>
              <a:cxnLst/>
              <a:rect l="l" t="t" r="r" b="b"/>
              <a:pathLst>
                <a:path w="1405" h="2241" extrusionOk="0">
                  <a:moveTo>
                    <a:pt x="0" y="1"/>
                  </a:moveTo>
                  <a:lnTo>
                    <a:pt x="0" y="1911"/>
                  </a:lnTo>
                  <a:lnTo>
                    <a:pt x="306" y="2241"/>
                  </a:lnTo>
                  <a:lnTo>
                    <a:pt x="714" y="2241"/>
                  </a:lnTo>
                  <a:cubicBezTo>
                    <a:pt x="1099" y="2241"/>
                    <a:pt x="1404" y="1935"/>
                    <a:pt x="1404" y="1551"/>
                  </a:cubicBezTo>
                  <a:lnTo>
                    <a:pt x="1404" y="355"/>
                  </a:lnTo>
                  <a:cubicBezTo>
                    <a:pt x="1404" y="153"/>
                    <a:pt x="1221" y="1"/>
                    <a:pt x="104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6" name="Google Shape;5516;p66"/>
            <p:cNvSpPr/>
            <p:nvPr/>
          </p:nvSpPr>
          <p:spPr>
            <a:xfrm>
              <a:off x="2045750" y="2374650"/>
              <a:ext cx="35125" cy="24900"/>
            </a:xfrm>
            <a:custGeom>
              <a:avLst/>
              <a:gdLst/>
              <a:ahLst/>
              <a:cxnLst/>
              <a:rect l="l" t="t" r="r" b="b"/>
              <a:pathLst>
                <a:path w="1405" h="996" extrusionOk="0">
                  <a:moveTo>
                    <a:pt x="1404" y="1"/>
                  </a:moveTo>
                  <a:cubicBezTo>
                    <a:pt x="1404" y="208"/>
                    <a:pt x="1221" y="361"/>
                    <a:pt x="1044" y="361"/>
                  </a:cubicBezTo>
                  <a:lnTo>
                    <a:pt x="0" y="361"/>
                  </a:lnTo>
                  <a:lnTo>
                    <a:pt x="0" y="996"/>
                  </a:lnTo>
                  <a:lnTo>
                    <a:pt x="1044" y="996"/>
                  </a:lnTo>
                  <a:cubicBezTo>
                    <a:pt x="1221" y="996"/>
                    <a:pt x="1404" y="843"/>
                    <a:pt x="1404" y="636"/>
                  </a:cubicBezTo>
                  <a:lnTo>
                    <a:pt x="140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7" name="Google Shape;5517;p66"/>
            <p:cNvSpPr/>
            <p:nvPr/>
          </p:nvSpPr>
          <p:spPr>
            <a:xfrm>
              <a:off x="2149500" y="2377250"/>
              <a:ext cx="13300" cy="50225"/>
            </a:xfrm>
            <a:custGeom>
              <a:avLst/>
              <a:gdLst/>
              <a:ahLst/>
              <a:cxnLst/>
              <a:rect l="l" t="t" r="r" b="b"/>
              <a:pathLst>
                <a:path w="532" h="2009" extrusionOk="0">
                  <a:moveTo>
                    <a:pt x="251" y="1"/>
                  </a:moveTo>
                  <a:cubicBezTo>
                    <a:pt x="98" y="1"/>
                    <a:pt x="1" y="129"/>
                    <a:pt x="1" y="281"/>
                  </a:cubicBezTo>
                  <a:lnTo>
                    <a:pt x="1" y="1752"/>
                  </a:lnTo>
                  <a:cubicBezTo>
                    <a:pt x="1" y="1905"/>
                    <a:pt x="98" y="2009"/>
                    <a:pt x="251" y="2009"/>
                  </a:cubicBezTo>
                  <a:cubicBezTo>
                    <a:pt x="403" y="2009"/>
                    <a:pt x="532" y="1905"/>
                    <a:pt x="532" y="1752"/>
                  </a:cubicBezTo>
                  <a:lnTo>
                    <a:pt x="532" y="281"/>
                  </a:lnTo>
                  <a:cubicBezTo>
                    <a:pt x="532" y="129"/>
                    <a:pt x="403" y="1"/>
                    <a:pt x="25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8" name="Google Shape;5518;p66"/>
            <p:cNvSpPr/>
            <p:nvPr/>
          </p:nvSpPr>
          <p:spPr>
            <a:xfrm>
              <a:off x="2181250" y="2377250"/>
              <a:ext cx="13300" cy="50225"/>
            </a:xfrm>
            <a:custGeom>
              <a:avLst/>
              <a:gdLst/>
              <a:ahLst/>
              <a:cxnLst/>
              <a:rect l="l" t="t" r="r" b="b"/>
              <a:pathLst>
                <a:path w="532" h="2009" extrusionOk="0">
                  <a:moveTo>
                    <a:pt x="256" y="1"/>
                  </a:moveTo>
                  <a:cubicBezTo>
                    <a:pt x="104" y="1"/>
                    <a:pt x="0" y="129"/>
                    <a:pt x="0" y="281"/>
                  </a:cubicBezTo>
                  <a:lnTo>
                    <a:pt x="0" y="1752"/>
                  </a:lnTo>
                  <a:cubicBezTo>
                    <a:pt x="0" y="1905"/>
                    <a:pt x="104" y="2009"/>
                    <a:pt x="256" y="2009"/>
                  </a:cubicBezTo>
                  <a:cubicBezTo>
                    <a:pt x="409" y="2009"/>
                    <a:pt x="531" y="1905"/>
                    <a:pt x="531" y="1752"/>
                  </a:cubicBezTo>
                  <a:lnTo>
                    <a:pt x="531" y="281"/>
                  </a:lnTo>
                  <a:cubicBezTo>
                    <a:pt x="531" y="129"/>
                    <a:pt x="409" y="1"/>
                    <a:pt x="25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9" name="Google Shape;5519;p66"/>
            <p:cNvSpPr/>
            <p:nvPr/>
          </p:nvSpPr>
          <p:spPr>
            <a:xfrm>
              <a:off x="2142475" y="2409600"/>
              <a:ext cx="58475" cy="45200"/>
            </a:xfrm>
            <a:custGeom>
              <a:avLst/>
              <a:gdLst/>
              <a:ahLst/>
              <a:cxnLst/>
              <a:rect l="l" t="t" r="r" b="b"/>
              <a:pathLst>
                <a:path w="2339" h="1808" extrusionOk="0">
                  <a:moveTo>
                    <a:pt x="178" y="1"/>
                  </a:moveTo>
                  <a:cubicBezTo>
                    <a:pt x="74" y="1"/>
                    <a:pt x="1" y="104"/>
                    <a:pt x="1" y="184"/>
                  </a:cubicBezTo>
                  <a:lnTo>
                    <a:pt x="1" y="947"/>
                  </a:lnTo>
                  <a:cubicBezTo>
                    <a:pt x="1" y="1099"/>
                    <a:pt x="74" y="1221"/>
                    <a:pt x="178" y="1325"/>
                  </a:cubicBezTo>
                  <a:cubicBezTo>
                    <a:pt x="251" y="1374"/>
                    <a:pt x="330" y="1477"/>
                    <a:pt x="404" y="1581"/>
                  </a:cubicBezTo>
                  <a:lnTo>
                    <a:pt x="941" y="1807"/>
                  </a:lnTo>
                  <a:lnTo>
                    <a:pt x="1423" y="1807"/>
                  </a:lnTo>
                  <a:lnTo>
                    <a:pt x="1930" y="1581"/>
                  </a:lnTo>
                  <a:cubicBezTo>
                    <a:pt x="2009" y="1477"/>
                    <a:pt x="2113" y="1374"/>
                    <a:pt x="2161" y="1325"/>
                  </a:cubicBezTo>
                  <a:cubicBezTo>
                    <a:pt x="2290" y="1221"/>
                    <a:pt x="2338" y="1099"/>
                    <a:pt x="2338" y="947"/>
                  </a:cubicBezTo>
                  <a:lnTo>
                    <a:pt x="2338" y="184"/>
                  </a:lnTo>
                  <a:cubicBezTo>
                    <a:pt x="2338" y="104"/>
                    <a:pt x="2265" y="1"/>
                    <a:pt x="216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0" name="Google Shape;5520;p66"/>
            <p:cNvSpPr/>
            <p:nvPr/>
          </p:nvSpPr>
          <p:spPr>
            <a:xfrm>
              <a:off x="2152550" y="2449125"/>
              <a:ext cx="38175" cy="15875"/>
            </a:xfrm>
            <a:custGeom>
              <a:avLst/>
              <a:gdLst/>
              <a:ahLst/>
              <a:cxnLst/>
              <a:rect l="l" t="t" r="r" b="b"/>
              <a:pathLst>
                <a:path w="1527" h="635" extrusionOk="0">
                  <a:moveTo>
                    <a:pt x="1" y="0"/>
                  </a:moveTo>
                  <a:cubicBezTo>
                    <a:pt x="104" y="128"/>
                    <a:pt x="184" y="305"/>
                    <a:pt x="208" y="507"/>
                  </a:cubicBezTo>
                  <a:cubicBezTo>
                    <a:pt x="233" y="586"/>
                    <a:pt x="281" y="635"/>
                    <a:pt x="336" y="635"/>
                  </a:cubicBezTo>
                  <a:lnTo>
                    <a:pt x="1197" y="635"/>
                  </a:lnTo>
                  <a:cubicBezTo>
                    <a:pt x="1276" y="635"/>
                    <a:pt x="1325" y="586"/>
                    <a:pt x="1325" y="507"/>
                  </a:cubicBezTo>
                  <a:cubicBezTo>
                    <a:pt x="1350" y="305"/>
                    <a:pt x="1429" y="128"/>
                    <a:pt x="152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1" name="Google Shape;5521;p66"/>
            <p:cNvSpPr/>
            <p:nvPr/>
          </p:nvSpPr>
          <p:spPr>
            <a:xfrm>
              <a:off x="1811850" y="2269825"/>
              <a:ext cx="241550" cy="402400"/>
            </a:xfrm>
            <a:custGeom>
              <a:avLst/>
              <a:gdLst/>
              <a:ahLst/>
              <a:cxnLst/>
              <a:rect l="l" t="t" r="r" b="b"/>
              <a:pathLst>
                <a:path w="9662" h="16096" extrusionOk="0">
                  <a:moveTo>
                    <a:pt x="1044" y="1"/>
                  </a:moveTo>
                  <a:cubicBezTo>
                    <a:pt x="458" y="1"/>
                    <a:pt x="0" y="483"/>
                    <a:pt x="0" y="1069"/>
                  </a:cubicBezTo>
                  <a:lnTo>
                    <a:pt x="0" y="15766"/>
                  </a:lnTo>
                  <a:lnTo>
                    <a:pt x="305" y="16095"/>
                  </a:lnTo>
                  <a:lnTo>
                    <a:pt x="9356" y="16095"/>
                  </a:lnTo>
                  <a:lnTo>
                    <a:pt x="9662" y="15766"/>
                  </a:lnTo>
                  <a:lnTo>
                    <a:pt x="9662" y="1069"/>
                  </a:lnTo>
                  <a:cubicBezTo>
                    <a:pt x="9662" y="483"/>
                    <a:pt x="9179" y="1"/>
                    <a:pt x="862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2" name="Google Shape;5522;p66"/>
            <p:cNvSpPr/>
            <p:nvPr/>
          </p:nvSpPr>
          <p:spPr>
            <a:xfrm>
              <a:off x="1811850" y="2663950"/>
              <a:ext cx="241550" cy="24125"/>
            </a:xfrm>
            <a:custGeom>
              <a:avLst/>
              <a:gdLst/>
              <a:ahLst/>
              <a:cxnLst/>
              <a:rect l="l" t="t" r="r" b="b"/>
              <a:pathLst>
                <a:path w="9662" h="965" extrusionOk="0">
                  <a:moveTo>
                    <a:pt x="0" y="1"/>
                  </a:moveTo>
                  <a:lnTo>
                    <a:pt x="0" y="965"/>
                  </a:lnTo>
                  <a:lnTo>
                    <a:pt x="9662" y="965"/>
                  </a:lnTo>
                  <a:lnTo>
                    <a:pt x="966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3" name="Google Shape;5523;p66"/>
            <p:cNvSpPr/>
            <p:nvPr/>
          </p:nvSpPr>
          <p:spPr>
            <a:xfrm>
              <a:off x="1846175" y="2306600"/>
              <a:ext cx="172900" cy="114475"/>
            </a:xfrm>
            <a:custGeom>
              <a:avLst/>
              <a:gdLst/>
              <a:ahLst/>
              <a:cxnLst/>
              <a:rect l="l" t="t" r="r" b="b"/>
              <a:pathLst>
                <a:path w="6916" h="4579" extrusionOk="0">
                  <a:moveTo>
                    <a:pt x="153" y="1"/>
                  </a:moveTo>
                  <a:cubicBezTo>
                    <a:pt x="80" y="1"/>
                    <a:pt x="0" y="80"/>
                    <a:pt x="0" y="184"/>
                  </a:cubicBezTo>
                  <a:lnTo>
                    <a:pt x="0" y="4249"/>
                  </a:lnTo>
                  <a:lnTo>
                    <a:pt x="305" y="4578"/>
                  </a:lnTo>
                  <a:lnTo>
                    <a:pt x="6610" y="4578"/>
                  </a:lnTo>
                  <a:lnTo>
                    <a:pt x="6915" y="4249"/>
                  </a:lnTo>
                  <a:lnTo>
                    <a:pt x="6915" y="184"/>
                  </a:lnTo>
                  <a:cubicBezTo>
                    <a:pt x="6915" y="80"/>
                    <a:pt x="6842" y="1"/>
                    <a:pt x="673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4" name="Google Shape;5524;p66"/>
            <p:cNvSpPr/>
            <p:nvPr/>
          </p:nvSpPr>
          <p:spPr>
            <a:xfrm>
              <a:off x="1846175" y="2412800"/>
              <a:ext cx="172900" cy="15900"/>
            </a:xfrm>
            <a:custGeom>
              <a:avLst/>
              <a:gdLst/>
              <a:ahLst/>
              <a:cxnLst/>
              <a:rect l="l" t="t" r="r" b="b"/>
              <a:pathLst>
                <a:path w="6916" h="636" extrusionOk="0">
                  <a:moveTo>
                    <a:pt x="0" y="1"/>
                  </a:moveTo>
                  <a:lnTo>
                    <a:pt x="0" y="458"/>
                  </a:lnTo>
                  <a:cubicBezTo>
                    <a:pt x="0" y="562"/>
                    <a:pt x="80" y="635"/>
                    <a:pt x="153" y="635"/>
                  </a:cubicBezTo>
                  <a:lnTo>
                    <a:pt x="6738" y="635"/>
                  </a:lnTo>
                  <a:cubicBezTo>
                    <a:pt x="6842" y="635"/>
                    <a:pt x="6915" y="562"/>
                    <a:pt x="6915" y="458"/>
                  </a:cubicBezTo>
                  <a:lnTo>
                    <a:pt x="691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5" name="Google Shape;5525;p66"/>
            <p:cNvSpPr/>
            <p:nvPr/>
          </p:nvSpPr>
          <p:spPr>
            <a:xfrm>
              <a:off x="1847400" y="2469400"/>
              <a:ext cx="170450" cy="162225"/>
            </a:xfrm>
            <a:custGeom>
              <a:avLst/>
              <a:gdLst/>
              <a:ahLst/>
              <a:cxnLst/>
              <a:rect l="l" t="t" r="r" b="b"/>
              <a:pathLst>
                <a:path w="6818" h="6489" extrusionOk="0">
                  <a:moveTo>
                    <a:pt x="3412" y="1"/>
                  </a:moveTo>
                  <a:cubicBezTo>
                    <a:pt x="1630" y="1"/>
                    <a:pt x="183" y="1350"/>
                    <a:pt x="0" y="3077"/>
                  </a:cubicBezTo>
                  <a:cubicBezTo>
                    <a:pt x="0" y="3077"/>
                    <a:pt x="0" y="6489"/>
                    <a:pt x="3412" y="6489"/>
                  </a:cubicBezTo>
                  <a:cubicBezTo>
                    <a:pt x="6817" y="6489"/>
                    <a:pt x="6817" y="3077"/>
                    <a:pt x="6817" y="3077"/>
                  </a:cubicBezTo>
                  <a:cubicBezTo>
                    <a:pt x="6640" y="1350"/>
                    <a:pt x="5188" y="1"/>
                    <a:pt x="341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6" name="Google Shape;5526;p66"/>
            <p:cNvSpPr/>
            <p:nvPr/>
          </p:nvSpPr>
          <p:spPr>
            <a:xfrm>
              <a:off x="1909800" y="2507900"/>
              <a:ext cx="45175" cy="93225"/>
            </a:xfrm>
            <a:custGeom>
              <a:avLst/>
              <a:gdLst/>
              <a:ahLst/>
              <a:cxnLst/>
              <a:rect l="l" t="t" r="r" b="b"/>
              <a:pathLst>
                <a:path w="1807" h="3729" extrusionOk="0">
                  <a:moveTo>
                    <a:pt x="1309" y="1"/>
                  </a:moveTo>
                  <a:cubicBezTo>
                    <a:pt x="1213" y="1"/>
                    <a:pt x="1117" y="45"/>
                    <a:pt x="1068" y="115"/>
                  </a:cubicBezTo>
                  <a:lnTo>
                    <a:pt x="49" y="1714"/>
                  </a:lnTo>
                  <a:cubicBezTo>
                    <a:pt x="0" y="1793"/>
                    <a:pt x="0" y="1922"/>
                    <a:pt x="49" y="1995"/>
                  </a:cubicBezTo>
                  <a:cubicBezTo>
                    <a:pt x="98" y="2074"/>
                    <a:pt x="177" y="2123"/>
                    <a:pt x="281" y="2123"/>
                  </a:cubicBezTo>
                  <a:lnTo>
                    <a:pt x="1068" y="2123"/>
                  </a:lnTo>
                  <a:lnTo>
                    <a:pt x="306" y="3319"/>
                  </a:lnTo>
                  <a:cubicBezTo>
                    <a:pt x="226" y="3447"/>
                    <a:pt x="251" y="3600"/>
                    <a:pt x="379" y="3673"/>
                  </a:cubicBezTo>
                  <a:cubicBezTo>
                    <a:pt x="434" y="3728"/>
                    <a:pt x="483" y="3728"/>
                    <a:pt x="531" y="3728"/>
                  </a:cubicBezTo>
                  <a:cubicBezTo>
                    <a:pt x="611" y="3728"/>
                    <a:pt x="684" y="3673"/>
                    <a:pt x="739" y="3600"/>
                  </a:cubicBezTo>
                  <a:lnTo>
                    <a:pt x="1752" y="1995"/>
                  </a:lnTo>
                  <a:cubicBezTo>
                    <a:pt x="1807" y="1922"/>
                    <a:pt x="1807" y="1818"/>
                    <a:pt x="1776" y="1745"/>
                  </a:cubicBezTo>
                  <a:cubicBezTo>
                    <a:pt x="1728" y="1665"/>
                    <a:pt x="1624" y="1592"/>
                    <a:pt x="1551" y="1592"/>
                  </a:cubicBezTo>
                  <a:lnTo>
                    <a:pt x="763" y="1592"/>
                  </a:lnTo>
                  <a:lnTo>
                    <a:pt x="1526" y="420"/>
                  </a:lnTo>
                  <a:cubicBezTo>
                    <a:pt x="1599" y="292"/>
                    <a:pt x="1575" y="115"/>
                    <a:pt x="1447" y="36"/>
                  </a:cubicBezTo>
                  <a:cubicBezTo>
                    <a:pt x="1405" y="11"/>
                    <a:pt x="1357" y="1"/>
                    <a:pt x="130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7" name="Google Shape;5527;p66"/>
            <p:cNvSpPr/>
            <p:nvPr/>
          </p:nvSpPr>
          <p:spPr>
            <a:xfrm>
              <a:off x="1847400" y="2546325"/>
              <a:ext cx="170450" cy="93550"/>
            </a:xfrm>
            <a:custGeom>
              <a:avLst/>
              <a:gdLst/>
              <a:ahLst/>
              <a:cxnLst/>
              <a:rect l="l" t="t" r="r" b="b"/>
              <a:pathLst>
                <a:path w="6818" h="3742" extrusionOk="0">
                  <a:moveTo>
                    <a:pt x="0" y="0"/>
                  </a:moveTo>
                  <a:lnTo>
                    <a:pt x="0" y="330"/>
                  </a:lnTo>
                  <a:cubicBezTo>
                    <a:pt x="0" y="2216"/>
                    <a:pt x="1526" y="3741"/>
                    <a:pt x="3412" y="3741"/>
                  </a:cubicBezTo>
                  <a:cubicBezTo>
                    <a:pt x="5292" y="3741"/>
                    <a:pt x="6817" y="2216"/>
                    <a:pt x="6817" y="330"/>
                  </a:cubicBezTo>
                  <a:lnTo>
                    <a:pt x="6817" y="0"/>
                  </a:lnTo>
                  <a:cubicBezTo>
                    <a:pt x="6640" y="1758"/>
                    <a:pt x="5188" y="3107"/>
                    <a:pt x="3412" y="3107"/>
                  </a:cubicBezTo>
                  <a:cubicBezTo>
                    <a:pt x="1630" y="3107"/>
                    <a:pt x="183" y="1758"/>
                    <a:pt x="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8" name="Google Shape;5528;p66"/>
            <p:cNvSpPr/>
            <p:nvPr/>
          </p:nvSpPr>
          <p:spPr>
            <a:xfrm>
              <a:off x="1787125" y="2679825"/>
              <a:ext cx="291150" cy="19100"/>
            </a:xfrm>
            <a:custGeom>
              <a:avLst/>
              <a:gdLst/>
              <a:ahLst/>
              <a:cxnLst/>
              <a:rect l="l" t="t" r="r" b="b"/>
              <a:pathLst>
                <a:path w="11646" h="764" extrusionOk="0">
                  <a:moveTo>
                    <a:pt x="482" y="0"/>
                  </a:moveTo>
                  <a:cubicBezTo>
                    <a:pt x="275" y="0"/>
                    <a:pt x="98" y="129"/>
                    <a:pt x="0" y="281"/>
                  </a:cubicBezTo>
                  <a:cubicBezTo>
                    <a:pt x="0" y="281"/>
                    <a:pt x="0" y="763"/>
                    <a:pt x="482" y="763"/>
                  </a:cubicBezTo>
                  <a:lnTo>
                    <a:pt x="11163" y="763"/>
                  </a:lnTo>
                  <a:cubicBezTo>
                    <a:pt x="11621" y="763"/>
                    <a:pt x="11645" y="281"/>
                    <a:pt x="11645" y="281"/>
                  </a:cubicBezTo>
                  <a:cubicBezTo>
                    <a:pt x="11542" y="129"/>
                    <a:pt x="11365" y="0"/>
                    <a:pt x="1116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9" name="Google Shape;5529;p66"/>
            <p:cNvSpPr/>
            <p:nvPr/>
          </p:nvSpPr>
          <p:spPr>
            <a:xfrm>
              <a:off x="1785750" y="2686850"/>
              <a:ext cx="293750" cy="20300"/>
            </a:xfrm>
            <a:custGeom>
              <a:avLst/>
              <a:gdLst/>
              <a:ahLst/>
              <a:cxnLst/>
              <a:rect l="l" t="t" r="r" b="b"/>
              <a:pathLst>
                <a:path w="11750" h="812" extrusionOk="0">
                  <a:moveTo>
                    <a:pt x="55" y="0"/>
                  </a:moveTo>
                  <a:cubicBezTo>
                    <a:pt x="25" y="79"/>
                    <a:pt x="0" y="177"/>
                    <a:pt x="0" y="256"/>
                  </a:cubicBezTo>
                  <a:cubicBezTo>
                    <a:pt x="0" y="562"/>
                    <a:pt x="232" y="812"/>
                    <a:pt x="537" y="812"/>
                  </a:cubicBezTo>
                  <a:lnTo>
                    <a:pt x="11218" y="812"/>
                  </a:lnTo>
                  <a:cubicBezTo>
                    <a:pt x="11523" y="812"/>
                    <a:pt x="11749" y="562"/>
                    <a:pt x="11749" y="256"/>
                  </a:cubicBezTo>
                  <a:cubicBezTo>
                    <a:pt x="11749" y="177"/>
                    <a:pt x="11725" y="79"/>
                    <a:pt x="11700" y="0"/>
                  </a:cubicBezTo>
                  <a:cubicBezTo>
                    <a:pt x="11597" y="153"/>
                    <a:pt x="11420" y="256"/>
                    <a:pt x="11218" y="256"/>
                  </a:cubicBezTo>
                  <a:lnTo>
                    <a:pt x="537" y="256"/>
                  </a:lnTo>
                  <a:cubicBezTo>
                    <a:pt x="330" y="256"/>
                    <a:pt x="153" y="153"/>
                    <a:pt x="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47" name="Google Shape;5547;p66"/>
          <p:cNvGrpSpPr/>
          <p:nvPr/>
        </p:nvGrpSpPr>
        <p:grpSpPr>
          <a:xfrm>
            <a:off x="4672016" y="885161"/>
            <a:ext cx="440675" cy="437475"/>
            <a:chOff x="4722350" y="1301550"/>
            <a:chExt cx="440675" cy="437475"/>
          </a:xfrm>
        </p:grpSpPr>
        <p:sp>
          <p:nvSpPr>
            <p:cNvPr id="5548" name="Google Shape;5548;p66"/>
            <p:cNvSpPr/>
            <p:nvPr/>
          </p:nvSpPr>
          <p:spPr>
            <a:xfrm>
              <a:off x="4823500" y="1312250"/>
              <a:ext cx="238975" cy="220025"/>
            </a:xfrm>
            <a:custGeom>
              <a:avLst/>
              <a:gdLst/>
              <a:ahLst/>
              <a:cxnLst/>
              <a:rect l="l" t="t" r="r" b="b"/>
              <a:pathLst>
                <a:path w="9559" h="8801" extrusionOk="0">
                  <a:moveTo>
                    <a:pt x="6583" y="0"/>
                  </a:moveTo>
                  <a:cubicBezTo>
                    <a:pt x="5437" y="0"/>
                    <a:pt x="916" y="1532"/>
                    <a:pt x="916" y="1532"/>
                  </a:cubicBezTo>
                  <a:cubicBezTo>
                    <a:pt x="404" y="2240"/>
                    <a:pt x="74" y="3106"/>
                    <a:pt x="1" y="4046"/>
                  </a:cubicBezTo>
                  <a:cubicBezTo>
                    <a:pt x="1" y="4046"/>
                    <a:pt x="1" y="8801"/>
                    <a:pt x="4780" y="8801"/>
                  </a:cubicBezTo>
                  <a:cubicBezTo>
                    <a:pt x="9559" y="8801"/>
                    <a:pt x="9559" y="4046"/>
                    <a:pt x="9559" y="4046"/>
                  </a:cubicBezTo>
                  <a:cubicBezTo>
                    <a:pt x="9430" y="2270"/>
                    <a:pt x="8338" y="744"/>
                    <a:pt x="6788" y="30"/>
                  </a:cubicBezTo>
                  <a:cubicBezTo>
                    <a:pt x="6743" y="10"/>
                    <a:pt x="6674" y="0"/>
                    <a:pt x="658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9" name="Google Shape;5549;p66"/>
            <p:cNvSpPr/>
            <p:nvPr/>
          </p:nvSpPr>
          <p:spPr>
            <a:xfrm>
              <a:off x="4846400" y="1301550"/>
              <a:ext cx="153825" cy="148350"/>
            </a:xfrm>
            <a:custGeom>
              <a:avLst/>
              <a:gdLst/>
              <a:ahLst/>
              <a:cxnLst/>
              <a:rect l="l" t="t" r="r" b="b"/>
              <a:pathLst>
                <a:path w="6153" h="5934" extrusionOk="0">
                  <a:moveTo>
                    <a:pt x="3864" y="1"/>
                  </a:moveTo>
                  <a:cubicBezTo>
                    <a:pt x="2259" y="1"/>
                    <a:pt x="861" y="788"/>
                    <a:pt x="0" y="1984"/>
                  </a:cubicBezTo>
                  <a:cubicBezTo>
                    <a:pt x="153" y="2363"/>
                    <a:pt x="403" y="2771"/>
                    <a:pt x="708" y="3077"/>
                  </a:cubicBezTo>
                  <a:cubicBezTo>
                    <a:pt x="1398" y="3766"/>
                    <a:pt x="1221" y="5317"/>
                    <a:pt x="1422" y="5646"/>
                  </a:cubicBezTo>
                  <a:cubicBezTo>
                    <a:pt x="1555" y="5843"/>
                    <a:pt x="1739" y="5933"/>
                    <a:pt x="1927" y="5933"/>
                  </a:cubicBezTo>
                  <a:cubicBezTo>
                    <a:pt x="2275" y="5933"/>
                    <a:pt x="2637" y="5624"/>
                    <a:pt x="2716" y="5109"/>
                  </a:cubicBezTo>
                  <a:cubicBezTo>
                    <a:pt x="2844" y="4297"/>
                    <a:pt x="3455" y="3992"/>
                    <a:pt x="4016" y="3254"/>
                  </a:cubicBezTo>
                  <a:cubicBezTo>
                    <a:pt x="4578" y="2515"/>
                    <a:pt x="3479" y="2112"/>
                    <a:pt x="3864" y="1880"/>
                  </a:cubicBezTo>
                  <a:cubicBezTo>
                    <a:pt x="3900" y="1860"/>
                    <a:pt x="3945" y="1851"/>
                    <a:pt x="3996" y="1851"/>
                  </a:cubicBezTo>
                  <a:cubicBezTo>
                    <a:pt x="4412" y="1851"/>
                    <a:pt x="5247" y="2456"/>
                    <a:pt x="5660" y="2456"/>
                  </a:cubicBezTo>
                  <a:cubicBezTo>
                    <a:pt x="5758" y="2456"/>
                    <a:pt x="5832" y="2422"/>
                    <a:pt x="5872" y="2338"/>
                  </a:cubicBezTo>
                  <a:cubicBezTo>
                    <a:pt x="6152" y="1728"/>
                    <a:pt x="4242" y="1270"/>
                    <a:pt x="4242" y="916"/>
                  </a:cubicBezTo>
                  <a:cubicBezTo>
                    <a:pt x="4273" y="587"/>
                    <a:pt x="5847" y="458"/>
                    <a:pt x="5872" y="458"/>
                  </a:cubicBezTo>
                  <a:cubicBezTo>
                    <a:pt x="5261" y="178"/>
                    <a:pt x="4578" y="1"/>
                    <a:pt x="386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0" name="Google Shape;5550;p66"/>
            <p:cNvSpPr/>
            <p:nvPr/>
          </p:nvSpPr>
          <p:spPr>
            <a:xfrm>
              <a:off x="5027500" y="1472525"/>
              <a:ext cx="104250" cy="153900"/>
            </a:xfrm>
            <a:custGeom>
              <a:avLst/>
              <a:gdLst/>
              <a:ahLst/>
              <a:cxnLst/>
              <a:rect l="l" t="t" r="r" b="b"/>
              <a:pathLst>
                <a:path w="4170" h="6156" extrusionOk="0">
                  <a:moveTo>
                    <a:pt x="3758" y="0"/>
                  </a:moveTo>
                  <a:cubicBezTo>
                    <a:pt x="3552" y="0"/>
                    <a:pt x="3352" y="121"/>
                    <a:pt x="3284" y="333"/>
                  </a:cubicBezTo>
                  <a:lnTo>
                    <a:pt x="2949" y="1377"/>
                  </a:lnTo>
                  <a:lnTo>
                    <a:pt x="2674" y="791"/>
                  </a:lnTo>
                  <a:lnTo>
                    <a:pt x="2619" y="791"/>
                  </a:lnTo>
                  <a:cubicBezTo>
                    <a:pt x="2578" y="776"/>
                    <a:pt x="2536" y="769"/>
                    <a:pt x="2494" y="769"/>
                  </a:cubicBezTo>
                  <a:cubicBezTo>
                    <a:pt x="2307" y="769"/>
                    <a:pt x="2128" y="906"/>
                    <a:pt x="2088" y="1096"/>
                  </a:cubicBezTo>
                  <a:lnTo>
                    <a:pt x="1783" y="2036"/>
                  </a:lnTo>
                  <a:lnTo>
                    <a:pt x="1478" y="1425"/>
                  </a:lnTo>
                  <a:cubicBezTo>
                    <a:pt x="1453" y="1425"/>
                    <a:pt x="1423" y="1425"/>
                    <a:pt x="1399" y="1401"/>
                  </a:cubicBezTo>
                  <a:cubicBezTo>
                    <a:pt x="1380" y="1399"/>
                    <a:pt x="1362" y="1398"/>
                    <a:pt x="1344" y="1398"/>
                  </a:cubicBezTo>
                  <a:cubicBezTo>
                    <a:pt x="1136" y="1398"/>
                    <a:pt x="935" y="1523"/>
                    <a:pt x="868" y="1731"/>
                  </a:cubicBezTo>
                  <a:lnTo>
                    <a:pt x="1" y="4404"/>
                  </a:lnTo>
                  <a:lnTo>
                    <a:pt x="562" y="6155"/>
                  </a:lnTo>
                  <a:lnTo>
                    <a:pt x="3004" y="4251"/>
                  </a:lnTo>
                  <a:lnTo>
                    <a:pt x="4072" y="1962"/>
                  </a:lnTo>
                  <a:lnTo>
                    <a:pt x="4169" y="589"/>
                  </a:lnTo>
                  <a:lnTo>
                    <a:pt x="3919" y="52"/>
                  </a:lnTo>
                  <a:cubicBezTo>
                    <a:pt x="3895" y="28"/>
                    <a:pt x="3840" y="28"/>
                    <a:pt x="3815" y="3"/>
                  </a:cubicBezTo>
                  <a:cubicBezTo>
                    <a:pt x="3796" y="1"/>
                    <a:pt x="3777" y="0"/>
                    <a:pt x="3758" y="0"/>
                  </a:cubicBezTo>
                  <a:close/>
                </a:path>
              </a:pathLst>
            </a:custGeom>
            <a:solidFill>
              <a:srgbClr val="F4B1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1" name="Google Shape;5551;p66"/>
            <p:cNvSpPr/>
            <p:nvPr/>
          </p:nvSpPr>
          <p:spPr>
            <a:xfrm>
              <a:off x="5080925" y="1492275"/>
              <a:ext cx="22300" cy="47025"/>
            </a:xfrm>
            <a:custGeom>
              <a:avLst/>
              <a:gdLst/>
              <a:ahLst/>
              <a:cxnLst/>
              <a:rect l="l" t="t" r="r" b="b"/>
              <a:pathLst>
                <a:path w="892" h="1881" extrusionOk="0">
                  <a:moveTo>
                    <a:pt x="537" y="1"/>
                  </a:moveTo>
                  <a:lnTo>
                    <a:pt x="0" y="1728"/>
                  </a:lnTo>
                  <a:lnTo>
                    <a:pt x="385" y="1880"/>
                  </a:lnTo>
                  <a:lnTo>
                    <a:pt x="812" y="587"/>
                  </a:lnTo>
                  <a:cubicBezTo>
                    <a:pt x="891" y="330"/>
                    <a:pt x="763" y="74"/>
                    <a:pt x="537" y="1"/>
                  </a:cubicBezTo>
                  <a:close/>
                </a:path>
              </a:pathLst>
            </a:custGeom>
            <a:solidFill>
              <a:srgbClr val="EAA6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2" name="Google Shape;5552;p66"/>
            <p:cNvSpPr/>
            <p:nvPr/>
          </p:nvSpPr>
          <p:spPr>
            <a:xfrm>
              <a:off x="5047200" y="1508150"/>
              <a:ext cx="26725" cy="56025"/>
            </a:xfrm>
            <a:custGeom>
              <a:avLst/>
              <a:gdLst/>
              <a:ahLst/>
              <a:cxnLst/>
              <a:rect l="l" t="t" r="r" b="b"/>
              <a:pathLst>
                <a:path w="1069" h="2241" extrusionOk="0">
                  <a:moveTo>
                    <a:pt x="690" y="0"/>
                  </a:moveTo>
                  <a:lnTo>
                    <a:pt x="0" y="2240"/>
                  </a:lnTo>
                  <a:lnTo>
                    <a:pt x="0" y="2240"/>
                  </a:lnTo>
                  <a:lnTo>
                    <a:pt x="409" y="2112"/>
                  </a:lnTo>
                  <a:lnTo>
                    <a:pt x="714" y="1526"/>
                  </a:lnTo>
                  <a:lnTo>
                    <a:pt x="995" y="611"/>
                  </a:lnTo>
                  <a:cubicBezTo>
                    <a:pt x="1068" y="354"/>
                    <a:pt x="940" y="80"/>
                    <a:pt x="690" y="0"/>
                  </a:cubicBezTo>
                  <a:close/>
                </a:path>
              </a:pathLst>
            </a:custGeom>
            <a:solidFill>
              <a:srgbClr val="EAA6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3" name="Google Shape;5553;p66"/>
            <p:cNvSpPr/>
            <p:nvPr/>
          </p:nvSpPr>
          <p:spPr>
            <a:xfrm>
              <a:off x="5094350" y="1473825"/>
              <a:ext cx="38775" cy="99800"/>
            </a:xfrm>
            <a:custGeom>
              <a:avLst/>
              <a:gdLst/>
              <a:ahLst/>
              <a:cxnLst/>
              <a:rect l="l" t="t" r="r" b="b"/>
              <a:pathLst>
                <a:path w="1551" h="3992" extrusionOk="0">
                  <a:moveTo>
                    <a:pt x="1245" y="0"/>
                  </a:moveTo>
                  <a:lnTo>
                    <a:pt x="0" y="3992"/>
                  </a:lnTo>
                  <a:lnTo>
                    <a:pt x="1068" y="2850"/>
                  </a:lnTo>
                  <a:lnTo>
                    <a:pt x="1495" y="537"/>
                  </a:lnTo>
                  <a:cubicBezTo>
                    <a:pt x="1550" y="330"/>
                    <a:pt x="1447" y="80"/>
                    <a:pt x="1245" y="0"/>
                  </a:cubicBezTo>
                  <a:close/>
                </a:path>
              </a:pathLst>
            </a:custGeom>
            <a:solidFill>
              <a:srgbClr val="EAA6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4" name="Google Shape;5554;p66"/>
            <p:cNvSpPr/>
            <p:nvPr/>
          </p:nvSpPr>
          <p:spPr>
            <a:xfrm>
              <a:off x="4965875" y="1466200"/>
              <a:ext cx="189525" cy="272825"/>
            </a:xfrm>
            <a:custGeom>
              <a:avLst/>
              <a:gdLst/>
              <a:ahLst/>
              <a:cxnLst/>
              <a:rect l="l" t="t" r="r" b="b"/>
              <a:pathLst>
                <a:path w="7581" h="10913" extrusionOk="0">
                  <a:moveTo>
                    <a:pt x="7196" y="0"/>
                  </a:moveTo>
                  <a:cubicBezTo>
                    <a:pt x="6995" y="24"/>
                    <a:pt x="6842" y="177"/>
                    <a:pt x="6787" y="354"/>
                  </a:cubicBezTo>
                  <a:lnTo>
                    <a:pt x="6232" y="2215"/>
                  </a:lnTo>
                  <a:cubicBezTo>
                    <a:pt x="5872" y="3436"/>
                    <a:pt x="5109" y="4504"/>
                    <a:pt x="4120" y="5292"/>
                  </a:cubicBezTo>
                  <a:lnTo>
                    <a:pt x="3027" y="6103"/>
                  </a:lnTo>
                  <a:lnTo>
                    <a:pt x="5035" y="3589"/>
                  </a:lnTo>
                  <a:cubicBezTo>
                    <a:pt x="5188" y="3381"/>
                    <a:pt x="5188" y="3100"/>
                    <a:pt x="4987" y="2923"/>
                  </a:cubicBezTo>
                  <a:cubicBezTo>
                    <a:pt x="4892" y="2820"/>
                    <a:pt x="4759" y="2769"/>
                    <a:pt x="4624" y="2769"/>
                  </a:cubicBezTo>
                  <a:cubicBezTo>
                    <a:pt x="4497" y="2769"/>
                    <a:pt x="4370" y="2813"/>
                    <a:pt x="4272" y="2899"/>
                  </a:cubicBezTo>
                  <a:lnTo>
                    <a:pt x="2466" y="4657"/>
                  </a:lnTo>
                  <a:cubicBezTo>
                    <a:pt x="2466" y="4657"/>
                    <a:pt x="1477" y="5035"/>
                    <a:pt x="787" y="6000"/>
                  </a:cubicBezTo>
                  <a:cubicBezTo>
                    <a:pt x="104" y="6946"/>
                    <a:pt x="0" y="8166"/>
                    <a:pt x="0" y="8166"/>
                  </a:cubicBezTo>
                  <a:lnTo>
                    <a:pt x="0" y="10730"/>
                  </a:lnTo>
                  <a:cubicBezTo>
                    <a:pt x="0" y="10833"/>
                    <a:pt x="73" y="10913"/>
                    <a:pt x="177" y="10913"/>
                  </a:cubicBezTo>
                  <a:lnTo>
                    <a:pt x="2393" y="10913"/>
                  </a:lnTo>
                  <a:lnTo>
                    <a:pt x="2722" y="10730"/>
                  </a:lnTo>
                  <a:lnTo>
                    <a:pt x="2722" y="8899"/>
                  </a:lnTo>
                  <a:lnTo>
                    <a:pt x="5060" y="6915"/>
                  </a:lnTo>
                  <a:cubicBezTo>
                    <a:pt x="6152" y="6030"/>
                    <a:pt x="7580" y="256"/>
                    <a:pt x="7580" y="256"/>
                  </a:cubicBezTo>
                  <a:lnTo>
                    <a:pt x="7196" y="0"/>
                  </a:lnTo>
                  <a:close/>
                </a:path>
              </a:pathLst>
            </a:custGeom>
            <a:solidFill>
              <a:srgbClr val="FFC8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5" name="Google Shape;5555;p66"/>
            <p:cNvSpPr/>
            <p:nvPr/>
          </p:nvSpPr>
          <p:spPr>
            <a:xfrm>
              <a:off x="5025675" y="1465775"/>
              <a:ext cx="137350" cy="273250"/>
            </a:xfrm>
            <a:custGeom>
              <a:avLst/>
              <a:gdLst/>
              <a:ahLst/>
              <a:cxnLst/>
              <a:rect l="l" t="t" r="r" b="b"/>
              <a:pathLst>
                <a:path w="5494" h="10930" extrusionOk="0">
                  <a:moveTo>
                    <a:pt x="4909" y="1"/>
                  </a:moveTo>
                  <a:cubicBezTo>
                    <a:pt x="4873" y="1"/>
                    <a:pt x="4837" y="7"/>
                    <a:pt x="4804" y="17"/>
                  </a:cubicBezTo>
                  <a:cubicBezTo>
                    <a:pt x="4883" y="145"/>
                    <a:pt x="4908" y="298"/>
                    <a:pt x="4853" y="475"/>
                  </a:cubicBezTo>
                  <a:lnTo>
                    <a:pt x="4041" y="3172"/>
                  </a:lnTo>
                  <a:cubicBezTo>
                    <a:pt x="3608" y="4521"/>
                    <a:pt x="3229" y="6047"/>
                    <a:pt x="2137" y="6932"/>
                  </a:cubicBezTo>
                  <a:lnTo>
                    <a:pt x="49" y="8537"/>
                  </a:lnTo>
                  <a:cubicBezTo>
                    <a:pt x="25" y="8562"/>
                    <a:pt x="1" y="8610"/>
                    <a:pt x="1" y="8665"/>
                  </a:cubicBezTo>
                  <a:lnTo>
                    <a:pt x="1" y="10930"/>
                  </a:lnTo>
                  <a:lnTo>
                    <a:pt x="458" y="10930"/>
                  </a:lnTo>
                  <a:cubicBezTo>
                    <a:pt x="556" y="10930"/>
                    <a:pt x="635" y="10850"/>
                    <a:pt x="635" y="10747"/>
                  </a:cubicBezTo>
                  <a:lnTo>
                    <a:pt x="635" y="8916"/>
                  </a:lnTo>
                  <a:lnTo>
                    <a:pt x="2668" y="7268"/>
                  </a:lnTo>
                  <a:cubicBezTo>
                    <a:pt x="3760" y="6352"/>
                    <a:pt x="4169" y="4747"/>
                    <a:pt x="4578" y="3374"/>
                  </a:cubicBezTo>
                  <a:lnTo>
                    <a:pt x="5414" y="707"/>
                  </a:lnTo>
                  <a:cubicBezTo>
                    <a:pt x="5494" y="426"/>
                    <a:pt x="5341" y="121"/>
                    <a:pt x="5060" y="41"/>
                  </a:cubicBezTo>
                  <a:cubicBezTo>
                    <a:pt x="5014" y="13"/>
                    <a:pt x="4961" y="1"/>
                    <a:pt x="4909" y="1"/>
                  </a:cubicBezTo>
                  <a:close/>
                </a:path>
              </a:pathLst>
            </a:custGeom>
            <a:solidFill>
              <a:srgbClr val="F7BC9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6" name="Google Shape;5556;p66"/>
            <p:cNvSpPr/>
            <p:nvPr/>
          </p:nvSpPr>
          <p:spPr>
            <a:xfrm>
              <a:off x="4752250" y="1473200"/>
              <a:ext cx="106225" cy="155825"/>
            </a:xfrm>
            <a:custGeom>
              <a:avLst/>
              <a:gdLst/>
              <a:ahLst/>
              <a:cxnLst/>
              <a:rect l="l" t="t" r="r" b="b"/>
              <a:pathLst>
                <a:path w="4249" h="6233" extrusionOk="0">
                  <a:moveTo>
                    <a:pt x="379" y="1"/>
                  </a:moveTo>
                  <a:cubicBezTo>
                    <a:pt x="153" y="50"/>
                    <a:pt x="1" y="330"/>
                    <a:pt x="74" y="562"/>
                  </a:cubicBezTo>
                  <a:lnTo>
                    <a:pt x="281" y="1881"/>
                  </a:lnTo>
                  <a:cubicBezTo>
                    <a:pt x="635" y="3101"/>
                    <a:pt x="1270" y="4224"/>
                    <a:pt x="2289" y="5012"/>
                  </a:cubicBezTo>
                  <a:lnTo>
                    <a:pt x="3766" y="6232"/>
                  </a:lnTo>
                  <a:lnTo>
                    <a:pt x="4248" y="4377"/>
                  </a:lnTo>
                  <a:lnTo>
                    <a:pt x="2796" y="1398"/>
                  </a:lnTo>
                  <a:cubicBezTo>
                    <a:pt x="2546" y="1447"/>
                    <a:pt x="2363" y="1728"/>
                    <a:pt x="2466" y="2009"/>
                  </a:cubicBezTo>
                  <a:lnTo>
                    <a:pt x="1630" y="764"/>
                  </a:lnTo>
                  <a:cubicBezTo>
                    <a:pt x="1374" y="812"/>
                    <a:pt x="1221" y="1093"/>
                    <a:pt x="1294" y="1350"/>
                  </a:cubicBezTo>
                  <a:lnTo>
                    <a:pt x="379" y="1"/>
                  </a:lnTo>
                  <a:close/>
                </a:path>
              </a:pathLst>
            </a:custGeom>
            <a:solidFill>
              <a:srgbClr val="F4B1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7" name="Google Shape;5557;p66"/>
            <p:cNvSpPr/>
            <p:nvPr/>
          </p:nvSpPr>
          <p:spPr>
            <a:xfrm>
              <a:off x="4822125" y="1507475"/>
              <a:ext cx="36350" cy="75150"/>
            </a:xfrm>
            <a:custGeom>
              <a:avLst/>
              <a:gdLst/>
              <a:ahLst/>
              <a:cxnLst/>
              <a:rect l="l" t="t" r="r" b="b"/>
              <a:pathLst>
                <a:path w="1454" h="3006" extrusionOk="0">
                  <a:moveTo>
                    <a:pt x="111" y="0"/>
                  </a:moveTo>
                  <a:cubicBezTo>
                    <a:pt x="93" y="0"/>
                    <a:pt x="74" y="1"/>
                    <a:pt x="56" y="3"/>
                  </a:cubicBezTo>
                  <a:cubicBezTo>
                    <a:pt x="25" y="27"/>
                    <a:pt x="25" y="27"/>
                    <a:pt x="1" y="27"/>
                  </a:cubicBezTo>
                  <a:lnTo>
                    <a:pt x="587" y="2188"/>
                  </a:lnTo>
                  <a:lnTo>
                    <a:pt x="715" y="2597"/>
                  </a:lnTo>
                  <a:lnTo>
                    <a:pt x="1453" y="3006"/>
                  </a:lnTo>
                  <a:lnTo>
                    <a:pt x="562" y="333"/>
                  </a:lnTo>
                  <a:cubicBezTo>
                    <a:pt x="518" y="125"/>
                    <a:pt x="318" y="0"/>
                    <a:pt x="111" y="0"/>
                  </a:cubicBezTo>
                  <a:close/>
                </a:path>
              </a:pathLst>
            </a:custGeom>
            <a:solidFill>
              <a:srgbClr val="EAA6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8" name="Google Shape;5558;p66"/>
            <p:cNvSpPr/>
            <p:nvPr/>
          </p:nvSpPr>
          <p:spPr>
            <a:xfrm>
              <a:off x="4793000" y="1491750"/>
              <a:ext cx="27950" cy="54575"/>
            </a:xfrm>
            <a:custGeom>
              <a:avLst/>
              <a:gdLst/>
              <a:ahLst/>
              <a:cxnLst/>
              <a:rect l="l" t="t" r="r" b="b"/>
              <a:pathLst>
                <a:path w="1118" h="2183" extrusionOk="0">
                  <a:moveTo>
                    <a:pt x="123" y="0"/>
                  </a:moveTo>
                  <a:cubicBezTo>
                    <a:pt x="83" y="0"/>
                    <a:pt x="41" y="7"/>
                    <a:pt x="0" y="22"/>
                  </a:cubicBezTo>
                  <a:lnTo>
                    <a:pt x="482" y="1749"/>
                  </a:lnTo>
                  <a:lnTo>
                    <a:pt x="610" y="2182"/>
                  </a:lnTo>
                  <a:lnTo>
                    <a:pt x="1117" y="2182"/>
                  </a:lnTo>
                  <a:lnTo>
                    <a:pt x="531" y="327"/>
                  </a:lnTo>
                  <a:cubicBezTo>
                    <a:pt x="471" y="137"/>
                    <a:pt x="305" y="0"/>
                    <a:pt x="123" y="0"/>
                  </a:cubicBezTo>
                  <a:close/>
                </a:path>
              </a:pathLst>
            </a:custGeom>
            <a:solidFill>
              <a:srgbClr val="EAA6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9" name="Google Shape;5559;p66"/>
            <p:cNvSpPr/>
            <p:nvPr/>
          </p:nvSpPr>
          <p:spPr>
            <a:xfrm>
              <a:off x="4761700" y="1472525"/>
              <a:ext cx="82725" cy="146275"/>
            </a:xfrm>
            <a:custGeom>
              <a:avLst/>
              <a:gdLst/>
              <a:ahLst/>
              <a:cxnLst/>
              <a:rect l="l" t="t" r="r" b="b"/>
              <a:pathLst>
                <a:path w="3309" h="5851" extrusionOk="0">
                  <a:moveTo>
                    <a:pt x="113" y="0"/>
                  </a:moveTo>
                  <a:cubicBezTo>
                    <a:pt x="94" y="0"/>
                    <a:pt x="75" y="1"/>
                    <a:pt x="56" y="3"/>
                  </a:cubicBezTo>
                  <a:cubicBezTo>
                    <a:pt x="56" y="3"/>
                    <a:pt x="31" y="28"/>
                    <a:pt x="1" y="28"/>
                  </a:cubicBezTo>
                  <a:lnTo>
                    <a:pt x="1197" y="4044"/>
                  </a:lnTo>
                  <a:lnTo>
                    <a:pt x="1911" y="5344"/>
                  </a:lnTo>
                  <a:lnTo>
                    <a:pt x="3309" y="5850"/>
                  </a:lnTo>
                  <a:lnTo>
                    <a:pt x="1325" y="2670"/>
                  </a:lnTo>
                  <a:lnTo>
                    <a:pt x="587" y="333"/>
                  </a:lnTo>
                  <a:cubicBezTo>
                    <a:pt x="520" y="121"/>
                    <a:pt x="320" y="0"/>
                    <a:pt x="113" y="0"/>
                  </a:cubicBezTo>
                  <a:close/>
                </a:path>
              </a:pathLst>
            </a:custGeom>
            <a:solidFill>
              <a:srgbClr val="EAA6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0" name="Google Shape;5560;p66"/>
            <p:cNvSpPr/>
            <p:nvPr/>
          </p:nvSpPr>
          <p:spPr>
            <a:xfrm>
              <a:off x="4722350" y="1465950"/>
              <a:ext cx="190150" cy="273075"/>
            </a:xfrm>
            <a:custGeom>
              <a:avLst/>
              <a:gdLst/>
              <a:ahLst/>
              <a:cxnLst/>
              <a:rect l="l" t="t" r="r" b="b"/>
              <a:pathLst>
                <a:path w="7606" h="10923" extrusionOk="0">
                  <a:moveTo>
                    <a:pt x="631" y="1"/>
                  </a:moveTo>
                  <a:cubicBezTo>
                    <a:pt x="600" y="1"/>
                    <a:pt x="569" y="4"/>
                    <a:pt x="537" y="10"/>
                  </a:cubicBezTo>
                  <a:cubicBezTo>
                    <a:pt x="202" y="59"/>
                    <a:pt x="0" y="364"/>
                    <a:pt x="104" y="700"/>
                  </a:cubicBezTo>
                  <a:lnTo>
                    <a:pt x="940" y="3367"/>
                  </a:lnTo>
                  <a:cubicBezTo>
                    <a:pt x="1349" y="4740"/>
                    <a:pt x="1758" y="6345"/>
                    <a:pt x="2851" y="7261"/>
                  </a:cubicBezTo>
                  <a:lnTo>
                    <a:pt x="4883" y="8909"/>
                  </a:lnTo>
                  <a:lnTo>
                    <a:pt x="4883" y="10740"/>
                  </a:lnTo>
                  <a:cubicBezTo>
                    <a:pt x="4883" y="10843"/>
                    <a:pt x="4962" y="10923"/>
                    <a:pt x="5060" y="10923"/>
                  </a:cubicBezTo>
                  <a:lnTo>
                    <a:pt x="7275" y="10923"/>
                  </a:lnTo>
                  <a:lnTo>
                    <a:pt x="7605" y="10740"/>
                  </a:lnTo>
                  <a:lnTo>
                    <a:pt x="7605" y="8176"/>
                  </a:lnTo>
                  <a:cubicBezTo>
                    <a:pt x="7605" y="8176"/>
                    <a:pt x="7477" y="6956"/>
                    <a:pt x="6818" y="6010"/>
                  </a:cubicBezTo>
                  <a:cubicBezTo>
                    <a:pt x="6128" y="5045"/>
                    <a:pt x="4834" y="4667"/>
                    <a:pt x="4834" y="4667"/>
                  </a:cubicBezTo>
                  <a:lnTo>
                    <a:pt x="3205" y="3141"/>
                  </a:lnTo>
                  <a:lnTo>
                    <a:pt x="2796" y="3086"/>
                  </a:lnTo>
                  <a:lnTo>
                    <a:pt x="2796" y="3086"/>
                  </a:lnTo>
                  <a:cubicBezTo>
                    <a:pt x="2722" y="3239"/>
                    <a:pt x="2747" y="3446"/>
                    <a:pt x="2875" y="3599"/>
                  </a:cubicBezTo>
                  <a:lnTo>
                    <a:pt x="4883" y="6113"/>
                  </a:lnTo>
                  <a:lnTo>
                    <a:pt x="3790" y="5302"/>
                  </a:lnTo>
                  <a:cubicBezTo>
                    <a:pt x="2771" y="4514"/>
                    <a:pt x="2033" y="3446"/>
                    <a:pt x="1679" y="2225"/>
                  </a:cubicBezTo>
                  <a:lnTo>
                    <a:pt x="1117" y="364"/>
                  </a:lnTo>
                  <a:cubicBezTo>
                    <a:pt x="1053" y="145"/>
                    <a:pt x="849" y="1"/>
                    <a:pt x="631" y="1"/>
                  </a:cubicBezTo>
                  <a:close/>
                </a:path>
              </a:pathLst>
            </a:custGeom>
            <a:solidFill>
              <a:srgbClr val="FFC8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1" name="Google Shape;5561;p66"/>
            <p:cNvSpPr/>
            <p:nvPr/>
          </p:nvSpPr>
          <p:spPr>
            <a:xfrm>
              <a:off x="4792225" y="1535425"/>
              <a:ext cx="127900" cy="203600"/>
            </a:xfrm>
            <a:custGeom>
              <a:avLst/>
              <a:gdLst/>
              <a:ahLst/>
              <a:cxnLst/>
              <a:rect l="l" t="t" r="r" b="b"/>
              <a:pathLst>
                <a:path w="5116" h="8144" extrusionOk="0">
                  <a:moveTo>
                    <a:pt x="487" y="0"/>
                  </a:moveTo>
                  <a:cubicBezTo>
                    <a:pt x="348" y="0"/>
                    <a:pt x="208" y="51"/>
                    <a:pt x="104" y="154"/>
                  </a:cubicBezTo>
                  <a:cubicBezTo>
                    <a:pt x="80" y="179"/>
                    <a:pt x="31" y="234"/>
                    <a:pt x="1" y="307"/>
                  </a:cubicBezTo>
                  <a:cubicBezTo>
                    <a:pt x="80" y="307"/>
                    <a:pt x="153" y="362"/>
                    <a:pt x="208" y="411"/>
                  </a:cubicBezTo>
                  <a:lnTo>
                    <a:pt x="2015" y="2162"/>
                  </a:lnTo>
                  <a:cubicBezTo>
                    <a:pt x="2015" y="2162"/>
                    <a:pt x="3028" y="2547"/>
                    <a:pt x="3693" y="3511"/>
                  </a:cubicBezTo>
                  <a:cubicBezTo>
                    <a:pt x="4377" y="4482"/>
                    <a:pt x="4480" y="5672"/>
                    <a:pt x="4480" y="5672"/>
                  </a:cubicBezTo>
                  <a:lnTo>
                    <a:pt x="4480" y="8144"/>
                  </a:lnTo>
                  <a:lnTo>
                    <a:pt x="4938" y="8144"/>
                  </a:lnTo>
                  <a:cubicBezTo>
                    <a:pt x="5036" y="8144"/>
                    <a:pt x="5115" y="8064"/>
                    <a:pt x="5115" y="7961"/>
                  </a:cubicBezTo>
                  <a:lnTo>
                    <a:pt x="5115" y="5397"/>
                  </a:lnTo>
                  <a:cubicBezTo>
                    <a:pt x="5115" y="5397"/>
                    <a:pt x="4987" y="4177"/>
                    <a:pt x="4328" y="3231"/>
                  </a:cubicBezTo>
                  <a:cubicBezTo>
                    <a:pt x="3638" y="2266"/>
                    <a:pt x="2649" y="1888"/>
                    <a:pt x="2649" y="1888"/>
                  </a:cubicBezTo>
                  <a:lnTo>
                    <a:pt x="843" y="130"/>
                  </a:lnTo>
                  <a:cubicBezTo>
                    <a:pt x="745" y="44"/>
                    <a:pt x="617" y="0"/>
                    <a:pt x="487" y="0"/>
                  </a:cubicBezTo>
                  <a:close/>
                </a:path>
              </a:pathLst>
            </a:custGeom>
            <a:solidFill>
              <a:srgbClr val="F7BC9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2" name="Google Shape;5562;p66"/>
            <p:cNvSpPr/>
            <p:nvPr/>
          </p:nvSpPr>
          <p:spPr>
            <a:xfrm>
              <a:off x="4823500" y="1413400"/>
              <a:ext cx="40625" cy="90350"/>
            </a:xfrm>
            <a:custGeom>
              <a:avLst/>
              <a:gdLst/>
              <a:ahLst/>
              <a:cxnLst/>
              <a:rect l="l" t="t" r="r" b="b"/>
              <a:pathLst>
                <a:path w="1625" h="3614" extrusionOk="0">
                  <a:moveTo>
                    <a:pt x="1" y="0"/>
                  </a:moveTo>
                  <a:lnTo>
                    <a:pt x="1" y="305"/>
                  </a:lnTo>
                  <a:cubicBezTo>
                    <a:pt x="1" y="1605"/>
                    <a:pt x="507" y="2747"/>
                    <a:pt x="1319" y="3613"/>
                  </a:cubicBezTo>
                  <a:lnTo>
                    <a:pt x="1624" y="3613"/>
                  </a:lnTo>
                  <a:lnTo>
                    <a:pt x="1624" y="3259"/>
                  </a:lnTo>
                  <a:cubicBezTo>
                    <a:pt x="684" y="2466"/>
                    <a:pt x="98" y="1300"/>
                    <a:pt x="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3" name="Google Shape;5563;p66"/>
            <p:cNvSpPr/>
            <p:nvPr/>
          </p:nvSpPr>
          <p:spPr>
            <a:xfrm>
              <a:off x="5058025" y="1413400"/>
              <a:ext cx="4450" cy="28700"/>
            </a:xfrm>
            <a:custGeom>
              <a:avLst/>
              <a:gdLst/>
              <a:ahLst/>
              <a:cxnLst/>
              <a:rect l="l" t="t" r="r" b="b"/>
              <a:pathLst>
                <a:path w="178" h="1148" extrusionOk="0">
                  <a:moveTo>
                    <a:pt x="178" y="0"/>
                  </a:moveTo>
                  <a:cubicBezTo>
                    <a:pt x="153" y="330"/>
                    <a:pt x="104" y="666"/>
                    <a:pt x="1" y="971"/>
                  </a:cubicBezTo>
                  <a:lnTo>
                    <a:pt x="25" y="1148"/>
                  </a:lnTo>
                  <a:lnTo>
                    <a:pt x="104" y="1123"/>
                  </a:lnTo>
                  <a:cubicBezTo>
                    <a:pt x="153" y="843"/>
                    <a:pt x="178" y="586"/>
                    <a:pt x="178" y="305"/>
                  </a:cubicBezTo>
                  <a:lnTo>
                    <a:pt x="17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4" name="Google Shape;5564;p66"/>
            <p:cNvSpPr/>
            <p:nvPr/>
          </p:nvSpPr>
          <p:spPr>
            <a:xfrm>
              <a:off x="4918100" y="1520800"/>
              <a:ext cx="74500" cy="19875"/>
            </a:xfrm>
            <a:custGeom>
              <a:avLst/>
              <a:gdLst/>
              <a:ahLst/>
              <a:cxnLst/>
              <a:rect l="l" t="t" r="r" b="b"/>
              <a:pathLst>
                <a:path w="2980" h="795" extrusionOk="0">
                  <a:moveTo>
                    <a:pt x="2290" y="1"/>
                  </a:moveTo>
                  <a:cubicBezTo>
                    <a:pt x="1862" y="105"/>
                    <a:pt x="1429" y="154"/>
                    <a:pt x="996" y="154"/>
                  </a:cubicBezTo>
                  <a:cubicBezTo>
                    <a:pt x="715" y="154"/>
                    <a:pt x="459" y="154"/>
                    <a:pt x="208" y="105"/>
                  </a:cubicBezTo>
                  <a:lnTo>
                    <a:pt x="1" y="410"/>
                  </a:lnTo>
                  <a:lnTo>
                    <a:pt x="337" y="739"/>
                  </a:lnTo>
                  <a:cubicBezTo>
                    <a:pt x="538" y="794"/>
                    <a:pt x="764" y="794"/>
                    <a:pt x="996" y="794"/>
                  </a:cubicBezTo>
                  <a:cubicBezTo>
                    <a:pt x="1655" y="794"/>
                    <a:pt x="2290" y="666"/>
                    <a:pt x="2875" y="410"/>
                  </a:cubicBezTo>
                  <a:lnTo>
                    <a:pt x="2979" y="80"/>
                  </a:lnTo>
                  <a:lnTo>
                    <a:pt x="229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5" name="Google Shape;5565;p66"/>
            <p:cNvSpPr/>
            <p:nvPr/>
          </p:nvSpPr>
          <p:spPr>
            <a:xfrm>
              <a:off x="4864100" y="1478150"/>
              <a:ext cx="59225" cy="49275"/>
            </a:xfrm>
            <a:custGeom>
              <a:avLst/>
              <a:gdLst/>
              <a:ahLst/>
              <a:cxnLst/>
              <a:rect l="l" t="t" r="r" b="b"/>
              <a:pathLst>
                <a:path w="2369" h="1971" extrusionOk="0">
                  <a:moveTo>
                    <a:pt x="1301" y="1"/>
                  </a:moveTo>
                  <a:cubicBezTo>
                    <a:pt x="955" y="1"/>
                    <a:pt x="580" y="355"/>
                    <a:pt x="128" y="590"/>
                  </a:cubicBezTo>
                  <a:cubicBezTo>
                    <a:pt x="80" y="614"/>
                    <a:pt x="25" y="639"/>
                    <a:pt x="0" y="669"/>
                  </a:cubicBezTo>
                  <a:cubicBezTo>
                    <a:pt x="0" y="669"/>
                    <a:pt x="104" y="1127"/>
                    <a:pt x="232" y="1200"/>
                  </a:cubicBezTo>
                  <a:cubicBezTo>
                    <a:pt x="690" y="1530"/>
                    <a:pt x="1325" y="1811"/>
                    <a:pt x="1856" y="1963"/>
                  </a:cubicBezTo>
                  <a:cubicBezTo>
                    <a:pt x="1875" y="1969"/>
                    <a:pt x="1897" y="1971"/>
                    <a:pt x="1920" y="1971"/>
                  </a:cubicBezTo>
                  <a:cubicBezTo>
                    <a:pt x="2106" y="1971"/>
                    <a:pt x="2368" y="1811"/>
                    <a:pt x="2368" y="1811"/>
                  </a:cubicBezTo>
                  <a:cubicBezTo>
                    <a:pt x="2240" y="1634"/>
                    <a:pt x="2088" y="1481"/>
                    <a:pt x="1935" y="1377"/>
                  </a:cubicBezTo>
                  <a:cubicBezTo>
                    <a:pt x="1453" y="1072"/>
                    <a:pt x="2039" y="438"/>
                    <a:pt x="1605" y="108"/>
                  </a:cubicBezTo>
                  <a:cubicBezTo>
                    <a:pt x="1506" y="32"/>
                    <a:pt x="1405" y="1"/>
                    <a:pt x="130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6" name="Google Shape;5566;p66"/>
            <p:cNvSpPr/>
            <p:nvPr/>
          </p:nvSpPr>
          <p:spPr>
            <a:xfrm>
              <a:off x="4954825" y="1429200"/>
              <a:ext cx="103225" cy="94425"/>
            </a:xfrm>
            <a:custGeom>
              <a:avLst/>
              <a:gdLst/>
              <a:ahLst/>
              <a:cxnLst/>
              <a:rect l="l" t="t" r="r" b="b"/>
              <a:pathLst>
                <a:path w="4129" h="3777" extrusionOk="0">
                  <a:moveTo>
                    <a:pt x="3315" y="1"/>
                  </a:moveTo>
                  <a:cubicBezTo>
                    <a:pt x="3229" y="1"/>
                    <a:pt x="3136" y="11"/>
                    <a:pt x="3036" y="34"/>
                  </a:cubicBezTo>
                  <a:cubicBezTo>
                    <a:pt x="2340" y="138"/>
                    <a:pt x="1828" y="661"/>
                    <a:pt x="1422" y="661"/>
                  </a:cubicBezTo>
                  <a:cubicBezTo>
                    <a:pt x="1355" y="661"/>
                    <a:pt x="1291" y="646"/>
                    <a:pt x="1229" y="613"/>
                  </a:cubicBezTo>
                  <a:cubicBezTo>
                    <a:pt x="1090" y="548"/>
                    <a:pt x="911" y="507"/>
                    <a:pt x="734" y="507"/>
                  </a:cubicBezTo>
                  <a:cubicBezTo>
                    <a:pt x="362" y="507"/>
                    <a:pt x="0" y="690"/>
                    <a:pt x="33" y="1224"/>
                  </a:cubicBezTo>
                  <a:cubicBezTo>
                    <a:pt x="88" y="1987"/>
                    <a:pt x="1229" y="2170"/>
                    <a:pt x="876" y="2749"/>
                  </a:cubicBezTo>
                  <a:cubicBezTo>
                    <a:pt x="668" y="3055"/>
                    <a:pt x="668" y="3390"/>
                    <a:pt x="821" y="3665"/>
                  </a:cubicBezTo>
                  <a:cubicBezTo>
                    <a:pt x="821" y="3665"/>
                    <a:pt x="1084" y="3776"/>
                    <a:pt x="1321" y="3776"/>
                  </a:cubicBezTo>
                  <a:cubicBezTo>
                    <a:pt x="1388" y="3776"/>
                    <a:pt x="1454" y="3767"/>
                    <a:pt x="1510" y="3744"/>
                  </a:cubicBezTo>
                  <a:cubicBezTo>
                    <a:pt x="2529" y="3262"/>
                    <a:pt x="3543" y="2115"/>
                    <a:pt x="4025" y="1102"/>
                  </a:cubicBezTo>
                  <a:cubicBezTo>
                    <a:pt x="4129" y="870"/>
                    <a:pt x="4129" y="339"/>
                    <a:pt x="4129" y="339"/>
                  </a:cubicBezTo>
                  <a:cubicBezTo>
                    <a:pt x="3983" y="213"/>
                    <a:pt x="3718" y="1"/>
                    <a:pt x="33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7" name="Google Shape;5567;p66"/>
            <p:cNvSpPr/>
            <p:nvPr/>
          </p:nvSpPr>
          <p:spPr>
            <a:xfrm>
              <a:off x="4856475" y="1494875"/>
              <a:ext cx="71875" cy="44425"/>
            </a:xfrm>
            <a:custGeom>
              <a:avLst/>
              <a:gdLst/>
              <a:ahLst/>
              <a:cxnLst/>
              <a:rect l="l" t="t" r="r" b="b"/>
              <a:pathLst>
                <a:path w="2875" h="1777" extrusionOk="0">
                  <a:moveTo>
                    <a:pt x="305" y="0"/>
                  </a:moveTo>
                  <a:cubicBezTo>
                    <a:pt x="177" y="98"/>
                    <a:pt x="79" y="226"/>
                    <a:pt x="0" y="354"/>
                  </a:cubicBezTo>
                  <a:cubicBezTo>
                    <a:pt x="714" y="1117"/>
                    <a:pt x="1703" y="1624"/>
                    <a:pt x="2802" y="1776"/>
                  </a:cubicBezTo>
                  <a:cubicBezTo>
                    <a:pt x="2875" y="1575"/>
                    <a:pt x="2826" y="1343"/>
                    <a:pt x="2673" y="1142"/>
                  </a:cubicBezTo>
                  <a:cubicBezTo>
                    <a:pt x="1758" y="989"/>
                    <a:pt x="940" y="580"/>
                    <a:pt x="30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8" name="Google Shape;5568;p66"/>
            <p:cNvSpPr/>
            <p:nvPr/>
          </p:nvSpPr>
          <p:spPr>
            <a:xfrm>
              <a:off x="4975325" y="1437650"/>
              <a:ext cx="85325" cy="93400"/>
            </a:xfrm>
            <a:custGeom>
              <a:avLst/>
              <a:gdLst/>
              <a:ahLst/>
              <a:cxnLst/>
              <a:rect l="l" t="t" r="r" b="b"/>
              <a:pathLst>
                <a:path w="3413" h="3736" extrusionOk="0">
                  <a:moveTo>
                    <a:pt x="3309" y="1"/>
                  </a:moveTo>
                  <a:cubicBezTo>
                    <a:pt x="2851" y="1600"/>
                    <a:pt x="1606" y="2869"/>
                    <a:pt x="1" y="3327"/>
                  </a:cubicBezTo>
                  <a:cubicBezTo>
                    <a:pt x="104" y="3559"/>
                    <a:pt x="336" y="3736"/>
                    <a:pt x="586" y="3736"/>
                  </a:cubicBezTo>
                  <a:cubicBezTo>
                    <a:pt x="2063" y="3101"/>
                    <a:pt x="3156" y="1752"/>
                    <a:pt x="3412" y="153"/>
                  </a:cubicBezTo>
                  <a:cubicBezTo>
                    <a:pt x="3412" y="123"/>
                    <a:pt x="3388" y="74"/>
                    <a:pt x="330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69" name="Google Shape;5569;p66"/>
          <p:cNvGrpSpPr/>
          <p:nvPr/>
        </p:nvGrpSpPr>
        <p:grpSpPr>
          <a:xfrm>
            <a:off x="3926941" y="946811"/>
            <a:ext cx="440550" cy="314025"/>
            <a:chOff x="3977275" y="1363200"/>
            <a:chExt cx="440550" cy="314025"/>
          </a:xfrm>
        </p:grpSpPr>
        <p:sp>
          <p:nvSpPr>
            <p:cNvPr id="5570" name="Google Shape;5570;p66"/>
            <p:cNvSpPr/>
            <p:nvPr/>
          </p:nvSpPr>
          <p:spPr>
            <a:xfrm>
              <a:off x="4234700" y="1504175"/>
              <a:ext cx="183125" cy="166925"/>
            </a:xfrm>
            <a:custGeom>
              <a:avLst/>
              <a:gdLst/>
              <a:ahLst/>
              <a:cxnLst/>
              <a:rect l="l" t="t" r="r" b="b"/>
              <a:pathLst>
                <a:path w="7325" h="6677" extrusionOk="0">
                  <a:moveTo>
                    <a:pt x="3663" y="1"/>
                  </a:moveTo>
                  <a:cubicBezTo>
                    <a:pt x="2805" y="1"/>
                    <a:pt x="1947" y="324"/>
                    <a:pt x="1300" y="971"/>
                  </a:cubicBezTo>
                  <a:cubicBezTo>
                    <a:pt x="0" y="2271"/>
                    <a:pt x="0" y="4407"/>
                    <a:pt x="1300" y="5701"/>
                  </a:cubicBezTo>
                  <a:cubicBezTo>
                    <a:pt x="1947" y="6351"/>
                    <a:pt x="2805" y="6676"/>
                    <a:pt x="3663" y="6676"/>
                  </a:cubicBezTo>
                  <a:cubicBezTo>
                    <a:pt x="4521" y="6676"/>
                    <a:pt x="5380" y="6351"/>
                    <a:pt x="6030" y="5701"/>
                  </a:cubicBezTo>
                  <a:cubicBezTo>
                    <a:pt x="7324" y="4407"/>
                    <a:pt x="7324" y="2271"/>
                    <a:pt x="6030" y="971"/>
                  </a:cubicBezTo>
                  <a:cubicBezTo>
                    <a:pt x="5380" y="324"/>
                    <a:pt x="4521" y="1"/>
                    <a:pt x="366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1" name="Google Shape;5571;p66"/>
            <p:cNvSpPr/>
            <p:nvPr/>
          </p:nvSpPr>
          <p:spPr>
            <a:xfrm>
              <a:off x="3977275" y="1504175"/>
              <a:ext cx="183750" cy="166925"/>
            </a:xfrm>
            <a:custGeom>
              <a:avLst/>
              <a:gdLst/>
              <a:ahLst/>
              <a:cxnLst/>
              <a:rect l="l" t="t" r="r" b="b"/>
              <a:pathLst>
                <a:path w="7350" h="6677" extrusionOk="0">
                  <a:moveTo>
                    <a:pt x="3677" y="1"/>
                  </a:moveTo>
                  <a:cubicBezTo>
                    <a:pt x="2822" y="1"/>
                    <a:pt x="1969" y="324"/>
                    <a:pt x="1319" y="971"/>
                  </a:cubicBezTo>
                  <a:cubicBezTo>
                    <a:pt x="1" y="2271"/>
                    <a:pt x="1" y="4383"/>
                    <a:pt x="1319" y="5701"/>
                  </a:cubicBezTo>
                  <a:cubicBezTo>
                    <a:pt x="1969" y="6351"/>
                    <a:pt x="2822" y="6676"/>
                    <a:pt x="3677" y="6676"/>
                  </a:cubicBezTo>
                  <a:cubicBezTo>
                    <a:pt x="4533" y="6676"/>
                    <a:pt x="5390" y="6351"/>
                    <a:pt x="6049" y="5701"/>
                  </a:cubicBezTo>
                  <a:cubicBezTo>
                    <a:pt x="7349" y="4383"/>
                    <a:pt x="7349" y="2271"/>
                    <a:pt x="6049" y="971"/>
                  </a:cubicBezTo>
                  <a:cubicBezTo>
                    <a:pt x="5390" y="324"/>
                    <a:pt x="4533" y="1"/>
                    <a:pt x="367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2" name="Google Shape;5572;p66"/>
            <p:cNvSpPr/>
            <p:nvPr/>
          </p:nvSpPr>
          <p:spPr>
            <a:xfrm>
              <a:off x="4242325" y="1580025"/>
              <a:ext cx="167250" cy="90950"/>
            </a:xfrm>
            <a:custGeom>
              <a:avLst/>
              <a:gdLst/>
              <a:ahLst/>
              <a:cxnLst/>
              <a:rect l="l" t="t" r="r" b="b"/>
              <a:pathLst>
                <a:path w="6690" h="3638" extrusionOk="0">
                  <a:moveTo>
                    <a:pt x="25" y="0"/>
                  </a:moveTo>
                  <a:cubicBezTo>
                    <a:pt x="25" y="104"/>
                    <a:pt x="0" y="201"/>
                    <a:pt x="0" y="305"/>
                  </a:cubicBezTo>
                  <a:cubicBezTo>
                    <a:pt x="0" y="2161"/>
                    <a:pt x="1502" y="3638"/>
                    <a:pt x="3357" y="3638"/>
                  </a:cubicBezTo>
                  <a:cubicBezTo>
                    <a:pt x="5213" y="3638"/>
                    <a:pt x="6690" y="2161"/>
                    <a:pt x="6690" y="305"/>
                  </a:cubicBezTo>
                  <a:lnTo>
                    <a:pt x="6690" y="0"/>
                  </a:lnTo>
                  <a:cubicBezTo>
                    <a:pt x="6537" y="1703"/>
                    <a:pt x="5115" y="3027"/>
                    <a:pt x="3357" y="3027"/>
                  </a:cubicBezTo>
                  <a:cubicBezTo>
                    <a:pt x="1606" y="3027"/>
                    <a:pt x="177" y="1703"/>
                    <a:pt x="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3" name="Google Shape;5573;p66"/>
            <p:cNvSpPr/>
            <p:nvPr/>
          </p:nvSpPr>
          <p:spPr>
            <a:xfrm>
              <a:off x="3985525" y="1580025"/>
              <a:ext cx="167250" cy="90950"/>
            </a:xfrm>
            <a:custGeom>
              <a:avLst/>
              <a:gdLst/>
              <a:ahLst/>
              <a:cxnLst/>
              <a:rect l="l" t="t" r="r" b="b"/>
              <a:pathLst>
                <a:path w="6690" h="3638" extrusionOk="0">
                  <a:moveTo>
                    <a:pt x="25" y="0"/>
                  </a:moveTo>
                  <a:cubicBezTo>
                    <a:pt x="25" y="104"/>
                    <a:pt x="1" y="201"/>
                    <a:pt x="1" y="305"/>
                  </a:cubicBezTo>
                  <a:cubicBezTo>
                    <a:pt x="1" y="2161"/>
                    <a:pt x="1502" y="3638"/>
                    <a:pt x="3357" y="3638"/>
                  </a:cubicBezTo>
                  <a:cubicBezTo>
                    <a:pt x="5188" y="3638"/>
                    <a:pt x="6690" y="2161"/>
                    <a:pt x="6690" y="305"/>
                  </a:cubicBezTo>
                  <a:lnTo>
                    <a:pt x="6690" y="0"/>
                  </a:lnTo>
                  <a:cubicBezTo>
                    <a:pt x="6537" y="1703"/>
                    <a:pt x="5085" y="3027"/>
                    <a:pt x="3357" y="3027"/>
                  </a:cubicBezTo>
                  <a:cubicBezTo>
                    <a:pt x="1600" y="3027"/>
                    <a:pt x="178" y="1703"/>
                    <a:pt x="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4" name="Google Shape;5574;p66"/>
            <p:cNvSpPr/>
            <p:nvPr/>
          </p:nvSpPr>
          <p:spPr>
            <a:xfrm>
              <a:off x="3979125" y="1497325"/>
              <a:ext cx="179900" cy="179900"/>
            </a:xfrm>
            <a:custGeom>
              <a:avLst/>
              <a:gdLst/>
              <a:ahLst/>
              <a:cxnLst/>
              <a:rect l="l" t="t" r="r" b="b"/>
              <a:pathLst>
                <a:path w="7196" h="7196" extrusionOk="0">
                  <a:moveTo>
                    <a:pt x="3613" y="513"/>
                  </a:moveTo>
                  <a:cubicBezTo>
                    <a:pt x="5316" y="513"/>
                    <a:pt x="6689" y="1910"/>
                    <a:pt x="6689" y="3613"/>
                  </a:cubicBezTo>
                  <a:cubicBezTo>
                    <a:pt x="6689" y="5316"/>
                    <a:pt x="5316" y="6689"/>
                    <a:pt x="3613" y="6689"/>
                  </a:cubicBezTo>
                  <a:cubicBezTo>
                    <a:pt x="1911" y="6689"/>
                    <a:pt x="513" y="5316"/>
                    <a:pt x="513" y="3613"/>
                  </a:cubicBezTo>
                  <a:cubicBezTo>
                    <a:pt x="513" y="1910"/>
                    <a:pt x="1911" y="513"/>
                    <a:pt x="3613" y="513"/>
                  </a:cubicBezTo>
                  <a:close/>
                  <a:moveTo>
                    <a:pt x="3613" y="0"/>
                  </a:moveTo>
                  <a:cubicBezTo>
                    <a:pt x="1630" y="0"/>
                    <a:pt x="0" y="1630"/>
                    <a:pt x="0" y="3613"/>
                  </a:cubicBezTo>
                  <a:cubicBezTo>
                    <a:pt x="0" y="5597"/>
                    <a:pt x="1630" y="7196"/>
                    <a:pt x="3613" y="7196"/>
                  </a:cubicBezTo>
                  <a:cubicBezTo>
                    <a:pt x="5597" y="7196"/>
                    <a:pt x="7196" y="5597"/>
                    <a:pt x="7196" y="3613"/>
                  </a:cubicBezTo>
                  <a:cubicBezTo>
                    <a:pt x="7196" y="1630"/>
                    <a:pt x="5597" y="0"/>
                    <a:pt x="361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5" name="Google Shape;5575;p66"/>
            <p:cNvSpPr/>
            <p:nvPr/>
          </p:nvSpPr>
          <p:spPr>
            <a:xfrm>
              <a:off x="4236075" y="1497325"/>
              <a:ext cx="180525" cy="179900"/>
            </a:xfrm>
            <a:custGeom>
              <a:avLst/>
              <a:gdLst/>
              <a:ahLst/>
              <a:cxnLst/>
              <a:rect l="l" t="t" r="r" b="b"/>
              <a:pathLst>
                <a:path w="7221" h="7196" extrusionOk="0">
                  <a:moveTo>
                    <a:pt x="3607" y="513"/>
                  </a:moveTo>
                  <a:cubicBezTo>
                    <a:pt x="5310" y="513"/>
                    <a:pt x="6683" y="1910"/>
                    <a:pt x="6683" y="3613"/>
                  </a:cubicBezTo>
                  <a:cubicBezTo>
                    <a:pt x="6683" y="5316"/>
                    <a:pt x="5310" y="6689"/>
                    <a:pt x="3607" y="6689"/>
                  </a:cubicBezTo>
                  <a:cubicBezTo>
                    <a:pt x="1904" y="6689"/>
                    <a:pt x="531" y="5316"/>
                    <a:pt x="531" y="3613"/>
                  </a:cubicBezTo>
                  <a:cubicBezTo>
                    <a:pt x="531" y="1910"/>
                    <a:pt x="1904" y="513"/>
                    <a:pt x="3607" y="513"/>
                  </a:cubicBezTo>
                  <a:close/>
                  <a:moveTo>
                    <a:pt x="3607" y="0"/>
                  </a:moveTo>
                  <a:cubicBezTo>
                    <a:pt x="1624" y="0"/>
                    <a:pt x="0" y="1630"/>
                    <a:pt x="0" y="3613"/>
                  </a:cubicBezTo>
                  <a:cubicBezTo>
                    <a:pt x="0" y="5597"/>
                    <a:pt x="1624" y="7196"/>
                    <a:pt x="3607" y="7196"/>
                  </a:cubicBezTo>
                  <a:cubicBezTo>
                    <a:pt x="5591" y="7196"/>
                    <a:pt x="7220" y="5597"/>
                    <a:pt x="7220" y="3613"/>
                  </a:cubicBezTo>
                  <a:cubicBezTo>
                    <a:pt x="7220" y="1630"/>
                    <a:pt x="5591" y="0"/>
                    <a:pt x="36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6" name="Google Shape;5576;p66"/>
            <p:cNvSpPr/>
            <p:nvPr/>
          </p:nvSpPr>
          <p:spPr>
            <a:xfrm>
              <a:off x="4054800" y="1378450"/>
              <a:ext cx="278475" cy="215625"/>
            </a:xfrm>
            <a:custGeom>
              <a:avLst/>
              <a:gdLst/>
              <a:ahLst/>
              <a:cxnLst/>
              <a:rect l="l" t="t" r="r" b="b"/>
              <a:pathLst>
                <a:path w="11139" h="8625" extrusionOk="0">
                  <a:moveTo>
                    <a:pt x="891" y="1"/>
                  </a:moveTo>
                  <a:cubicBezTo>
                    <a:pt x="409" y="1"/>
                    <a:pt x="0" y="410"/>
                    <a:pt x="0" y="892"/>
                  </a:cubicBezTo>
                  <a:cubicBezTo>
                    <a:pt x="0" y="1374"/>
                    <a:pt x="409" y="1783"/>
                    <a:pt x="891" y="1783"/>
                  </a:cubicBezTo>
                  <a:lnTo>
                    <a:pt x="1606" y="1783"/>
                  </a:lnTo>
                  <a:cubicBezTo>
                    <a:pt x="1758" y="1783"/>
                    <a:pt x="1856" y="1655"/>
                    <a:pt x="1856" y="1526"/>
                  </a:cubicBezTo>
                  <a:cubicBezTo>
                    <a:pt x="1856" y="1374"/>
                    <a:pt x="1758" y="1270"/>
                    <a:pt x="1606" y="1270"/>
                  </a:cubicBezTo>
                  <a:lnTo>
                    <a:pt x="891" y="1270"/>
                  </a:lnTo>
                  <a:cubicBezTo>
                    <a:pt x="690" y="1270"/>
                    <a:pt x="507" y="1093"/>
                    <a:pt x="507" y="892"/>
                  </a:cubicBezTo>
                  <a:cubicBezTo>
                    <a:pt x="507" y="690"/>
                    <a:pt x="690" y="538"/>
                    <a:pt x="891" y="538"/>
                  </a:cubicBezTo>
                  <a:lnTo>
                    <a:pt x="2521" y="538"/>
                  </a:lnTo>
                  <a:lnTo>
                    <a:pt x="434" y="7910"/>
                  </a:lnTo>
                  <a:cubicBezTo>
                    <a:pt x="409" y="8039"/>
                    <a:pt x="483" y="8191"/>
                    <a:pt x="611" y="8240"/>
                  </a:cubicBezTo>
                  <a:lnTo>
                    <a:pt x="690" y="8240"/>
                  </a:lnTo>
                  <a:cubicBezTo>
                    <a:pt x="812" y="8240"/>
                    <a:pt x="916" y="8167"/>
                    <a:pt x="940" y="8063"/>
                  </a:cubicBezTo>
                  <a:lnTo>
                    <a:pt x="2063" y="4017"/>
                  </a:lnTo>
                  <a:cubicBezTo>
                    <a:pt x="2338" y="4096"/>
                    <a:pt x="2796" y="4249"/>
                    <a:pt x="3308" y="4554"/>
                  </a:cubicBezTo>
                  <a:cubicBezTo>
                    <a:pt x="4322" y="5188"/>
                    <a:pt x="4987" y="6208"/>
                    <a:pt x="5237" y="7428"/>
                  </a:cubicBezTo>
                  <a:cubicBezTo>
                    <a:pt x="5268" y="7556"/>
                    <a:pt x="5365" y="7630"/>
                    <a:pt x="5493" y="7630"/>
                  </a:cubicBezTo>
                  <a:lnTo>
                    <a:pt x="5542" y="7630"/>
                  </a:lnTo>
                  <a:cubicBezTo>
                    <a:pt x="5670" y="7605"/>
                    <a:pt x="5774" y="7453"/>
                    <a:pt x="5725" y="7325"/>
                  </a:cubicBezTo>
                  <a:cubicBezTo>
                    <a:pt x="5365" y="5622"/>
                    <a:pt x="4352" y="4602"/>
                    <a:pt x="3559" y="4120"/>
                  </a:cubicBezTo>
                  <a:cubicBezTo>
                    <a:pt x="3028" y="3791"/>
                    <a:pt x="2521" y="3614"/>
                    <a:pt x="2216" y="3534"/>
                  </a:cubicBezTo>
                  <a:lnTo>
                    <a:pt x="2265" y="3309"/>
                  </a:lnTo>
                  <a:lnTo>
                    <a:pt x="8038" y="3309"/>
                  </a:lnTo>
                  <a:lnTo>
                    <a:pt x="5902" y="7556"/>
                  </a:lnTo>
                  <a:cubicBezTo>
                    <a:pt x="5823" y="7679"/>
                    <a:pt x="5878" y="7831"/>
                    <a:pt x="6000" y="7886"/>
                  </a:cubicBezTo>
                  <a:cubicBezTo>
                    <a:pt x="6055" y="7910"/>
                    <a:pt x="6079" y="7910"/>
                    <a:pt x="6128" y="7910"/>
                  </a:cubicBezTo>
                  <a:cubicBezTo>
                    <a:pt x="6232" y="7910"/>
                    <a:pt x="6305" y="7862"/>
                    <a:pt x="6360" y="7782"/>
                  </a:cubicBezTo>
                  <a:lnTo>
                    <a:pt x="8545" y="3461"/>
                  </a:lnTo>
                  <a:lnTo>
                    <a:pt x="10480" y="8112"/>
                  </a:lnTo>
                  <a:lnTo>
                    <a:pt x="6281" y="8112"/>
                  </a:lnTo>
                  <a:cubicBezTo>
                    <a:pt x="6153" y="8112"/>
                    <a:pt x="6030" y="8216"/>
                    <a:pt x="6030" y="8368"/>
                  </a:cubicBezTo>
                  <a:cubicBezTo>
                    <a:pt x="6030" y="8496"/>
                    <a:pt x="6153" y="8625"/>
                    <a:pt x="6281" y="8625"/>
                  </a:cubicBezTo>
                  <a:lnTo>
                    <a:pt x="10858" y="8625"/>
                  </a:lnTo>
                  <a:cubicBezTo>
                    <a:pt x="10883" y="8625"/>
                    <a:pt x="10913" y="8625"/>
                    <a:pt x="10938" y="8594"/>
                  </a:cubicBezTo>
                  <a:cubicBezTo>
                    <a:pt x="11090" y="8545"/>
                    <a:pt x="11139" y="8393"/>
                    <a:pt x="11090" y="8264"/>
                  </a:cubicBezTo>
                  <a:lnTo>
                    <a:pt x="8850" y="2851"/>
                  </a:lnTo>
                  <a:lnTo>
                    <a:pt x="9943" y="690"/>
                  </a:lnTo>
                  <a:cubicBezTo>
                    <a:pt x="9998" y="562"/>
                    <a:pt x="9943" y="410"/>
                    <a:pt x="9815" y="330"/>
                  </a:cubicBezTo>
                  <a:cubicBezTo>
                    <a:pt x="9783" y="318"/>
                    <a:pt x="9750" y="312"/>
                    <a:pt x="9717" y="312"/>
                  </a:cubicBezTo>
                  <a:cubicBezTo>
                    <a:pt x="9621" y="312"/>
                    <a:pt x="9526" y="363"/>
                    <a:pt x="9485" y="458"/>
                  </a:cubicBezTo>
                  <a:lnTo>
                    <a:pt x="8289" y="2796"/>
                  </a:lnTo>
                  <a:lnTo>
                    <a:pt x="2417" y="2796"/>
                  </a:lnTo>
                  <a:lnTo>
                    <a:pt x="3101" y="330"/>
                  </a:lnTo>
                  <a:cubicBezTo>
                    <a:pt x="3156" y="178"/>
                    <a:pt x="3028" y="1"/>
                    <a:pt x="285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7" name="Google Shape;5577;p66"/>
            <p:cNvSpPr/>
            <p:nvPr/>
          </p:nvSpPr>
          <p:spPr>
            <a:xfrm>
              <a:off x="4246750" y="1363200"/>
              <a:ext cx="85925" cy="29325"/>
            </a:xfrm>
            <a:custGeom>
              <a:avLst/>
              <a:gdLst/>
              <a:ahLst/>
              <a:cxnLst/>
              <a:rect l="l" t="t" r="r" b="b"/>
              <a:pathLst>
                <a:path w="3437" h="1173" extrusionOk="0">
                  <a:moveTo>
                    <a:pt x="2666" y="0"/>
                  </a:moveTo>
                  <a:cubicBezTo>
                    <a:pt x="2602" y="0"/>
                    <a:pt x="2537" y="8"/>
                    <a:pt x="2472" y="25"/>
                  </a:cubicBezTo>
                  <a:lnTo>
                    <a:pt x="257" y="562"/>
                  </a:lnTo>
                  <a:cubicBezTo>
                    <a:pt x="153" y="586"/>
                    <a:pt x="80" y="635"/>
                    <a:pt x="0" y="714"/>
                  </a:cubicBezTo>
                  <a:cubicBezTo>
                    <a:pt x="0" y="714"/>
                    <a:pt x="0" y="1172"/>
                    <a:pt x="360" y="1172"/>
                  </a:cubicBezTo>
                  <a:lnTo>
                    <a:pt x="2747" y="1172"/>
                  </a:lnTo>
                  <a:cubicBezTo>
                    <a:pt x="3235" y="1172"/>
                    <a:pt x="3437" y="562"/>
                    <a:pt x="3388" y="458"/>
                  </a:cubicBezTo>
                  <a:cubicBezTo>
                    <a:pt x="3261" y="185"/>
                    <a:pt x="2976" y="0"/>
                    <a:pt x="266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8" name="Google Shape;5578;p66"/>
            <p:cNvSpPr/>
            <p:nvPr/>
          </p:nvSpPr>
          <p:spPr>
            <a:xfrm>
              <a:off x="4244300" y="1374650"/>
              <a:ext cx="88975" cy="26100"/>
            </a:xfrm>
            <a:custGeom>
              <a:avLst/>
              <a:gdLst/>
              <a:ahLst/>
              <a:cxnLst/>
              <a:rect l="l" t="t" r="r" b="b"/>
              <a:pathLst>
                <a:path w="3559" h="1044" extrusionOk="0">
                  <a:moveTo>
                    <a:pt x="3486" y="0"/>
                  </a:moveTo>
                  <a:cubicBezTo>
                    <a:pt x="3382" y="256"/>
                    <a:pt x="3126" y="409"/>
                    <a:pt x="2845" y="409"/>
                  </a:cubicBezTo>
                  <a:lnTo>
                    <a:pt x="458" y="409"/>
                  </a:lnTo>
                  <a:cubicBezTo>
                    <a:pt x="330" y="409"/>
                    <a:pt x="202" y="354"/>
                    <a:pt x="98" y="256"/>
                  </a:cubicBezTo>
                  <a:cubicBezTo>
                    <a:pt x="25" y="330"/>
                    <a:pt x="1" y="433"/>
                    <a:pt x="1" y="562"/>
                  </a:cubicBezTo>
                  <a:cubicBezTo>
                    <a:pt x="1" y="812"/>
                    <a:pt x="202" y="1044"/>
                    <a:pt x="458" y="1044"/>
                  </a:cubicBezTo>
                  <a:lnTo>
                    <a:pt x="2845" y="1044"/>
                  </a:lnTo>
                  <a:cubicBezTo>
                    <a:pt x="3229" y="1044"/>
                    <a:pt x="3559" y="714"/>
                    <a:pt x="3559" y="330"/>
                  </a:cubicBezTo>
                  <a:cubicBezTo>
                    <a:pt x="3559" y="201"/>
                    <a:pt x="3535" y="104"/>
                    <a:pt x="348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9" name="Google Shape;5579;p66"/>
            <p:cNvSpPr/>
            <p:nvPr/>
          </p:nvSpPr>
          <p:spPr>
            <a:xfrm>
              <a:off x="4171825" y="1559725"/>
              <a:ext cx="54650" cy="48225"/>
            </a:xfrm>
            <a:custGeom>
              <a:avLst/>
              <a:gdLst/>
              <a:ahLst/>
              <a:cxnLst/>
              <a:rect l="l" t="t" r="r" b="b"/>
              <a:pathLst>
                <a:path w="2186" h="1929" extrusionOk="0">
                  <a:moveTo>
                    <a:pt x="1093" y="0"/>
                  </a:moveTo>
                  <a:cubicBezTo>
                    <a:pt x="587" y="0"/>
                    <a:pt x="153" y="330"/>
                    <a:pt x="1" y="812"/>
                  </a:cubicBezTo>
                  <a:cubicBezTo>
                    <a:pt x="1" y="812"/>
                    <a:pt x="1" y="1929"/>
                    <a:pt x="1093" y="1929"/>
                  </a:cubicBezTo>
                  <a:cubicBezTo>
                    <a:pt x="2186" y="1929"/>
                    <a:pt x="2186" y="812"/>
                    <a:pt x="2186" y="812"/>
                  </a:cubicBezTo>
                  <a:cubicBezTo>
                    <a:pt x="2033" y="330"/>
                    <a:pt x="1600" y="0"/>
                    <a:pt x="109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0" name="Google Shape;5580;p66"/>
            <p:cNvSpPr/>
            <p:nvPr/>
          </p:nvSpPr>
          <p:spPr>
            <a:xfrm>
              <a:off x="4171225" y="1580025"/>
              <a:ext cx="55875" cy="35575"/>
            </a:xfrm>
            <a:custGeom>
              <a:avLst/>
              <a:gdLst/>
              <a:ahLst/>
              <a:cxnLst/>
              <a:rect l="l" t="t" r="r" b="b"/>
              <a:pathLst>
                <a:path w="2235" h="1423" extrusionOk="0">
                  <a:moveTo>
                    <a:pt x="25" y="0"/>
                  </a:moveTo>
                  <a:cubicBezTo>
                    <a:pt x="0" y="104"/>
                    <a:pt x="0" y="201"/>
                    <a:pt x="0" y="305"/>
                  </a:cubicBezTo>
                  <a:cubicBezTo>
                    <a:pt x="0" y="916"/>
                    <a:pt x="507" y="1422"/>
                    <a:pt x="1117" y="1422"/>
                  </a:cubicBezTo>
                  <a:cubicBezTo>
                    <a:pt x="1752" y="1422"/>
                    <a:pt x="2234" y="916"/>
                    <a:pt x="2234" y="305"/>
                  </a:cubicBezTo>
                  <a:cubicBezTo>
                    <a:pt x="2234" y="201"/>
                    <a:pt x="2234" y="104"/>
                    <a:pt x="2210" y="0"/>
                  </a:cubicBezTo>
                  <a:cubicBezTo>
                    <a:pt x="2057" y="458"/>
                    <a:pt x="1624" y="812"/>
                    <a:pt x="1117" y="812"/>
                  </a:cubicBezTo>
                  <a:cubicBezTo>
                    <a:pt x="611" y="812"/>
                    <a:pt x="177" y="458"/>
                    <a:pt x="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1" name="Google Shape;5581;p66"/>
            <p:cNvSpPr/>
            <p:nvPr/>
          </p:nvSpPr>
          <p:spPr>
            <a:xfrm>
              <a:off x="4176875" y="1581225"/>
              <a:ext cx="45175" cy="67475"/>
            </a:xfrm>
            <a:custGeom>
              <a:avLst/>
              <a:gdLst/>
              <a:ahLst/>
              <a:cxnLst/>
              <a:rect l="l" t="t" r="r" b="b"/>
              <a:pathLst>
                <a:path w="1807" h="2699" extrusionOk="0">
                  <a:moveTo>
                    <a:pt x="891" y="1"/>
                  </a:moveTo>
                  <a:cubicBezTo>
                    <a:pt x="739" y="1"/>
                    <a:pt x="635" y="105"/>
                    <a:pt x="635" y="257"/>
                  </a:cubicBezTo>
                  <a:lnTo>
                    <a:pt x="635" y="2192"/>
                  </a:lnTo>
                  <a:lnTo>
                    <a:pt x="256" y="2192"/>
                  </a:lnTo>
                  <a:cubicBezTo>
                    <a:pt x="104" y="2192"/>
                    <a:pt x="0" y="2314"/>
                    <a:pt x="0" y="2442"/>
                  </a:cubicBezTo>
                  <a:cubicBezTo>
                    <a:pt x="0" y="2595"/>
                    <a:pt x="104" y="2699"/>
                    <a:pt x="256" y="2699"/>
                  </a:cubicBezTo>
                  <a:lnTo>
                    <a:pt x="1526" y="2699"/>
                  </a:lnTo>
                  <a:cubicBezTo>
                    <a:pt x="1678" y="2699"/>
                    <a:pt x="1807" y="2595"/>
                    <a:pt x="1807" y="2442"/>
                  </a:cubicBezTo>
                  <a:cubicBezTo>
                    <a:pt x="1807" y="2314"/>
                    <a:pt x="1678" y="2192"/>
                    <a:pt x="1526" y="2192"/>
                  </a:cubicBezTo>
                  <a:lnTo>
                    <a:pt x="1147" y="2192"/>
                  </a:lnTo>
                  <a:lnTo>
                    <a:pt x="1147" y="257"/>
                  </a:lnTo>
                  <a:cubicBezTo>
                    <a:pt x="1147" y="105"/>
                    <a:pt x="1044" y="1"/>
                    <a:pt x="8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2" name="Google Shape;5582;p66"/>
            <p:cNvSpPr/>
            <p:nvPr/>
          </p:nvSpPr>
          <p:spPr>
            <a:xfrm>
              <a:off x="4308550" y="1568575"/>
              <a:ext cx="35575" cy="30525"/>
            </a:xfrm>
            <a:custGeom>
              <a:avLst/>
              <a:gdLst/>
              <a:ahLst/>
              <a:cxnLst/>
              <a:rect l="l" t="t" r="r" b="b"/>
              <a:pathLst>
                <a:path w="1423" h="1221" extrusionOk="0">
                  <a:moveTo>
                    <a:pt x="708" y="0"/>
                  </a:moveTo>
                  <a:cubicBezTo>
                    <a:pt x="403" y="0"/>
                    <a:pt x="122" y="177"/>
                    <a:pt x="0" y="458"/>
                  </a:cubicBezTo>
                  <a:cubicBezTo>
                    <a:pt x="0" y="458"/>
                    <a:pt x="0" y="1221"/>
                    <a:pt x="708" y="1221"/>
                  </a:cubicBezTo>
                  <a:cubicBezTo>
                    <a:pt x="1422" y="1221"/>
                    <a:pt x="1422" y="458"/>
                    <a:pt x="1422" y="458"/>
                  </a:cubicBezTo>
                  <a:cubicBezTo>
                    <a:pt x="1294" y="177"/>
                    <a:pt x="1013" y="0"/>
                    <a:pt x="70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3" name="Google Shape;5583;p66"/>
            <p:cNvSpPr/>
            <p:nvPr/>
          </p:nvSpPr>
          <p:spPr>
            <a:xfrm>
              <a:off x="4307175" y="1580025"/>
              <a:ext cx="38175" cy="26725"/>
            </a:xfrm>
            <a:custGeom>
              <a:avLst/>
              <a:gdLst/>
              <a:ahLst/>
              <a:cxnLst/>
              <a:rect l="l" t="t" r="r" b="b"/>
              <a:pathLst>
                <a:path w="1527" h="1069" extrusionOk="0">
                  <a:moveTo>
                    <a:pt x="55" y="0"/>
                  </a:moveTo>
                  <a:cubicBezTo>
                    <a:pt x="25" y="104"/>
                    <a:pt x="0" y="201"/>
                    <a:pt x="0" y="305"/>
                  </a:cubicBezTo>
                  <a:cubicBezTo>
                    <a:pt x="0" y="739"/>
                    <a:pt x="330" y="1068"/>
                    <a:pt x="763" y="1068"/>
                  </a:cubicBezTo>
                  <a:cubicBezTo>
                    <a:pt x="1197" y="1068"/>
                    <a:pt x="1526" y="739"/>
                    <a:pt x="1526" y="305"/>
                  </a:cubicBezTo>
                  <a:cubicBezTo>
                    <a:pt x="1526" y="201"/>
                    <a:pt x="1502" y="104"/>
                    <a:pt x="1477" y="0"/>
                  </a:cubicBezTo>
                  <a:cubicBezTo>
                    <a:pt x="1349" y="256"/>
                    <a:pt x="1068" y="458"/>
                    <a:pt x="763" y="458"/>
                  </a:cubicBezTo>
                  <a:cubicBezTo>
                    <a:pt x="458" y="458"/>
                    <a:pt x="177" y="256"/>
                    <a:pt x="5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4" name="Google Shape;5584;p66"/>
            <p:cNvSpPr/>
            <p:nvPr/>
          </p:nvSpPr>
          <p:spPr>
            <a:xfrm>
              <a:off x="4051600" y="1568575"/>
              <a:ext cx="35725" cy="30525"/>
            </a:xfrm>
            <a:custGeom>
              <a:avLst/>
              <a:gdLst/>
              <a:ahLst/>
              <a:cxnLst/>
              <a:rect l="l" t="t" r="r" b="b"/>
              <a:pathLst>
                <a:path w="1429" h="1221" extrusionOk="0">
                  <a:moveTo>
                    <a:pt x="714" y="0"/>
                  </a:moveTo>
                  <a:cubicBezTo>
                    <a:pt x="409" y="0"/>
                    <a:pt x="128" y="177"/>
                    <a:pt x="0" y="458"/>
                  </a:cubicBezTo>
                  <a:cubicBezTo>
                    <a:pt x="0" y="458"/>
                    <a:pt x="0" y="1221"/>
                    <a:pt x="714" y="1221"/>
                  </a:cubicBezTo>
                  <a:cubicBezTo>
                    <a:pt x="1428" y="1221"/>
                    <a:pt x="1428" y="458"/>
                    <a:pt x="1428" y="458"/>
                  </a:cubicBezTo>
                  <a:cubicBezTo>
                    <a:pt x="1300" y="177"/>
                    <a:pt x="1019" y="0"/>
                    <a:pt x="71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5" name="Google Shape;5585;p66"/>
            <p:cNvSpPr/>
            <p:nvPr/>
          </p:nvSpPr>
          <p:spPr>
            <a:xfrm>
              <a:off x="4050375" y="1580025"/>
              <a:ext cx="38175" cy="26725"/>
            </a:xfrm>
            <a:custGeom>
              <a:avLst/>
              <a:gdLst/>
              <a:ahLst/>
              <a:cxnLst/>
              <a:rect l="l" t="t" r="r" b="b"/>
              <a:pathLst>
                <a:path w="1527" h="1069" extrusionOk="0">
                  <a:moveTo>
                    <a:pt x="49" y="0"/>
                  </a:moveTo>
                  <a:cubicBezTo>
                    <a:pt x="25" y="104"/>
                    <a:pt x="0" y="201"/>
                    <a:pt x="0" y="305"/>
                  </a:cubicBezTo>
                  <a:cubicBezTo>
                    <a:pt x="0" y="739"/>
                    <a:pt x="330" y="1068"/>
                    <a:pt x="763" y="1068"/>
                  </a:cubicBezTo>
                  <a:cubicBezTo>
                    <a:pt x="1197" y="1068"/>
                    <a:pt x="1526" y="739"/>
                    <a:pt x="1526" y="305"/>
                  </a:cubicBezTo>
                  <a:cubicBezTo>
                    <a:pt x="1526" y="201"/>
                    <a:pt x="1502" y="104"/>
                    <a:pt x="1477" y="0"/>
                  </a:cubicBezTo>
                  <a:cubicBezTo>
                    <a:pt x="1349" y="256"/>
                    <a:pt x="1068" y="458"/>
                    <a:pt x="763" y="458"/>
                  </a:cubicBezTo>
                  <a:cubicBezTo>
                    <a:pt x="458" y="458"/>
                    <a:pt x="177" y="256"/>
                    <a:pt x="4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86" name="Google Shape;5586;p66"/>
          <p:cNvGrpSpPr/>
          <p:nvPr/>
        </p:nvGrpSpPr>
        <p:grpSpPr>
          <a:xfrm>
            <a:off x="6979216" y="1548636"/>
            <a:ext cx="358575" cy="437325"/>
            <a:chOff x="7029550" y="2269825"/>
            <a:chExt cx="358575" cy="437325"/>
          </a:xfrm>
        </p:grpSpPr>
        <p:sp>
          <p:nvSpPr>
            <p:cNvPr id="5587" name="Google Shape;5587;p66"/>
            <p:cNvSpPr/>
            <p:nvPr/>
          </p:nvSpPr>
          <p:spPr>
            <a:xfrm>
              <a:off x="7222100" y="2312400"/>
              <a:ext cx="34350" cy="38775"/>
            </a:xfrm>
            <a:custGeom>
              <a:avLst/>
              <a:gdLst/>
              <a:ahLst/>
              <a:cxnLst/>
              <a:rect l="l" t="t" r="r" b="b"/>
              <a:pathLst>
                <a:path w="1374" h="1551" extrusionOk="0">
                  <a:moveTo>
                    <a:pt x="306" y="1"/>
                  </a:moveTo>
                  <a:lnTo>
                    <a:pt x="1" y="330"/>
                  </a:lnTo>
                  <a:lnTo>
                    <a:pt x="1" y="1551"/>
                  </a:lnTo>
                  <a:lnTo>
                    <a:pt x="1374" y="1551"/>
                  </a:lnTo>
                  <a:lnTo>
                    <a:pt x="1374" y="330"/>
                  </a:lnTo>
                  <a:lnTo>
                    <a:pt x="106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8" name="Google Shape;5588;p66"/>
            <p:cNvSpPr/>
            <p:nvPr/>
          </p:nvSpPr>
          <p:spPr>
            <a:xfrm>
              <a:off x="7222100" y="2297150"/>
              <a:ext cx="34350" cy="23525"/>
            </a:xfrm>
            <a:custGeom>
              <a:avLst/>
              <a:gdLst/>
              <a:ahLst/>
              <a:cxnLst/>
              <a:rect l="l" t="t" r="r" b="b"/>
              <a:pathLst>
                <a:path w="1374" h="941" extrusionOk="0">
                  <a:moveTo>
                    <a:pt x="1" y="0"/>
                  </a:moveTo>
                  <a:lnTo>
                    <a:pt x="1" y="940"/>
                  </a:lnTo>
                  <a:lnTo>
                    <a:pt x="1374" y="940"/>
                  </a:lnTo>
                  <a:lnTo>
                    <a:pt x="137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9" name="Google Shape;5589;p66"/>
            <p:cNvSpPr/>
            <p:nvPr/>
          </p:nvSpPr>
          <p:spPr>
            <a:xfrm>
              <a:off x="7280700" y="2389925"/>
              <a:ext cx="107425" cy="31150"/>
            </a:xfrm>
            <a:custGeom>
              <a:avLst/>
              <a:gdLst/>
              <a:ahLst/>
              <a:cxnLst/>
              <a:rect l="l" t="t" r="r" b="b"/>
              <a:pathLst>
                <a:path w="4297" h="1246" extrusionOk="0">
                  <a:moveTo>
                    <a:pt x="0" y="0"/>
                  </a:moveTo>
                  <a:lnTo>
                    <a:pt x="0" y="1245"/>
                  </a:lnTo>
                  <a:lnTo>
                    <a:pt x="3992" y="1245"/>
                  </a:lnTo>
                  <a:lnTo>
                    <a:pt x="4297" y="916"/>
                  </a:lnTo>
                  <a:lnTo>
                    <a:pt x="4297" y="177"/>
                  </a:lnTo>
                  <a:cubicBezTo>
                    <a:pt x="4297" y="80"/>
                    <a:pt x="4218" y="0"/>
                    <a:pt x="412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0" name="Google Shape;5590;p66"/>
            <p:cNvSpPr/>
            <p:nvPr/>
          </p:nvSpPr>
          <p:spPr>
            <a:xfrm>
              <a:off x="7280700" y="2412800"/>
              <a:ext cx="107425" cy="15900"/>
            </a:xfrm>
            <a:custGeom>
              <a:avLst/>
              <a:gdLst/>
              <a:ahLst/>
              <a:cxnLst/>
              <a:rect l="l" t="t" r="r" b="b"/>
              <a:pathLst>
                <a:path w="4297" h="636" extrusionOk="0">
                  <a:moveTo>
                    <a:pt x="0" y="1"/>
                  </a:moveTo>
                  <a:lnTo>
                    <a:pt x="0" y="635"/>
                  </a:lnTo>
                  <a:lnTo>
                    <a:pt x="4120" y="635"/>
                  </a:lnTo>
                  <a:cubicBezTo>
                    <a:pt x="4218" y="635"/>
                    <a:pt x="4297" y="562"/>
                    <a:pt x="4297" y="458"/>
                  </a:cubicBezTo>
                  <a:lnTo>
                    <a:pt x="429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1" name="Google Shape;5591;p66"/>
            <p:cNvSpPr/>
            <p:nvPr/>
          </p:nvSpPr>
          <p:spPr>
            <a:xfrm>
              <a:off x="7082950" y="2389925"/>
              <a:ext cx="115075" cy="98575"/>
            </a:xfrm>
            <a:custGeom>
              <a:avLst/>
              <a:gdLst/>
              <a:ahLst/>
              <a:cxnLst/>
              <a:rect l="l" t="t" r="r" b="b"/>
              <a:pathLst>
                <a:path w="4603" h="3943" extrusionOk="0">
                  <a:moveTo>
                    <a:pt x="2698" y="0"/>
                  </a:moveTo>
                  <a:cubicBezTo>
                    <a:pt x="1197" y="0"/>
                    <a:pt x="0" y="1196"/>
                    <a:pt x="0" y="2698"/>
                  </a:cubicBezTo>
                  <a:lnTo>
                    <a:pt x="0" y="3766"/>
                  </a:lnTo>
                  <a:cubicBezTo>
                    <a:pt x="0" y="3870"/>
                    <a:pt x="74" y="3943"/>
                    <a:pt x="177" y="3943"/>
                  </a:cubicBezTo>
                  <a:lnTo>
                    <a:pt x="916" y="3943"/>
                  </a:lnTo>
                  <a:lnTo>
                    <a:pt x="1245" y="3638"/>
                  </a:lnTo>
                  <a:lnTo>
                    <a:pt x="1245" y="2393"/>
                  </a:lnTo>
                  <a:cubicBezTo>
                    <a:pt x="1245" y="1758"/>
                    <a:pt x="2057" y="1245"/>
                    <a:pt x="2698" y="1245"/>
                  </a:cubicBezTo>
                  <a:lnTo>
                    <a:pt x="4602" y="1245"/>
                  </a:lnTo>
                  <a:lnTo>
                    <a:pt x="460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2" name="Google Shape;5592;p66"/>
            <p:cNvSpPr/>
            <p:nvPr/>
          </p:nvSpPr>
          <p:spPr>
            <a:xfrm>
              <a:off x="7105825" y="2412800"/>
              <a:ext cx="92200" cy="75700"/>
            </a:xfrm>
            <a:custGeom>
              <a:avLst/>
              <a:gdLst/>
              <a:ahLst/>
              <a:cxnLst/>
              <a:rect l="l" t="t" r="r" b="b"/>
              <a:pathLst>
                <a:path w="3688" h="3028" extrusionOk="0">
                  <a:moveTo>
                    <a:pt x="1783" y="1"/>
                  </a:moveTo>
                  <a:cubicBezTo>
                    <a:pt x="813" y="1"/>
                    <a:pt x="1" y="819"/>
                    <a:pt x="1" y="1807"/>
                  </a:cubicBezTo>
                  <a:lnTo>
                    <a:pt x="1" y="3028"/>
                  </a:lnTo>
                  <a:lnTo>
                    <a:pt x="459" y="3028"/>
                  </a:lnTo>
                  <a:cubicBezTo>
                    <a:pt x="562" y="3028"/>
                    <a:pt x="636" y="2955"/>
                    <a:pt x="636" y="2851"/>
                  </a:cubicBezTo>
                  <a:lnTo>
                    <a:pt x="636" y="1783"/>
                  </a:lnTo>
                  <a:cubicBezTo>
                    <a:pt x="636" y="1148"/>
                    <a:pt x="1142" y="635"/>
                    <a:pt x="1783" y="635"/>
                  </a:cubicBezTo>
                  <a:lnTo>
                    <a:pt x="3687" y="635"/>
                  </a:lnTo>
                  <a:lnTo>
                    <a:pt x="368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3" name="Google Shape;5593;p66"/>
            <p:cNvSpPr/>
            <p:nvPr/>
          </p:nvSpPr>
          <p:spPr>
            <a:xfrm>
              <a:off x="7189750" y="2343525"/>
              <a:ext cx="98600" cy="111275"/>
            </a:xfrm>
            <a:custGeom>
              <a:avLst/>
              <a:gdLst/>
              <a:ahLst/>
              <a:cxnLst/>
              <a:rect l="l" t="t" r="r" b="b"/>
              <a:pathLst>
                <a:path w="3944" h="4451" extrusionOk="0">
                  <a:moveTo>
                    <a:pt x="1044" y="1"/>
                  </a:moveTo>
                  <a:cubicBezTo>
                    <a:pt x="458" y="1"/>
                    <a:pt x="1" y="459"/>
                    <a:pt x="1" y="1020"/>
                  </a:cubicBezTo>
                  <a:lnTo>
                    <a:pt x="1" y="3437"/>
                  </a:lnTo>
                  <a:cubicBezTo>
                    <a:pt x="1" y="3992"/>
                    <a:pt x="458" y="4450"/>
                    <a:pt x="1044" y="4450"/>
                  </a:cubicBezTo>
                  <a:lnTo>
                    <a:pt x="2924" y="4450"/>
                  </a:lnTo>
                  <a:cubicBezTo>
                    <a:pt x="3486" y="4450"/>
                    <a:pt x="3943" y="3992"/>
                    <a:pt x="3943" y="3437"/>
                  </a:cubicBezTo>
                  <a:lnTo>
                    <a:pt x="3943" y="1020"/>
                  </a:lnTo>
                  <a:cubicBezTo>
                    <a:pt x="3943" y="459"/>
                    <a:pt x="3486" y="1"/>
                    <a:pt x="292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4" name="Google Shape;5594;p66"/>
            <p:cNvSpPr/>
            <p:nvPr/>
          </p:nvSpPr>
          <p:spPr>
            <a:xfrm>
              <a:off x="7189750" y="2426225"/>
              <a:ext cx="98600" cy="41375"/>
            </a:xfrm>
            <a:custGeom>
              <a:avLst/>
              <a:gdLst/>
              <a:ahLst/>
              <a:cxnLst/>
              <a:rect l="l" t="t" r="r" b="b"/>
              <a:pathLst>
                <a:path w="3944" h="1655" extrusionOk="0">
                  <a:moveTo>
                    <a:pt x="1" y="1"/>
                  </a:moveTo>
                  <a:lnTo>
                    <a:pt x="1" y="635"/>
                  </a:lnTo>
                  <a:cubicBezTo>
                    <a:pt x="1" y="1197"/>
                    <a:pt x="458" y="1655"/>
                    <a:pt x="1044" y="1655"/>
                  </a:cubicBezTo>
                  <a:lnTo>
                    <a:pt x="2924" y="1655"/>
                  </a:lnTo>
                  <a:cubicBezTo>
                    <a:pt x="3486" y="1655"/>
                    <a:pt x="3943" y="1197"/>
                    <a:pt x="3943" y="635"/>
                  </a:cubicBezTo>
                  <a:lnTo>
                    <a:pt x="3943" y="1"/>
                  </a:lnTo>
                  <a:cubicBezTo>
                    <a:pt x="3943" y="556"/>
                    <a:pt x="3486" y="1014"/>
                    <a:pt x="2924" y="1014"/>
                  </a:cubicBezTo>
                  <a:lnTo>
                    <a:pt x="1044" y="1014"/>
                  </a:lnTo>
                  <a:cubicBezTo>
                    <a:pt x="458" y="1014"/>
                    <a:pt x="1" y="556"/>
                    <a:pt x="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5" name="Google Shape;5595;p66"/>
            <p:cNvSpPr/>
            <p:nvPr/>
          </p:nvSpPr>
          <p:spPr>
            <a:xfrm>
              <a:off x="7178925" y="2269825"/>
              <a:ext cx="121475" cy="27350"/>
            </a:xfrm>
            <a:custGeom>
              <a:avLst/>
              <a:gdLst/>
              <a:ahLst/>
              <a:cxnLst/>
              <a:rect l="l" t="t" r="r" b="b"/>
              <a:pathLst>
                <a:path w="4859" h="1094" extrusionOk="0">
                  <a:moveTo>
                    <a:pt x="611" y="1"/>
                  </a:moveTo>
                  <a:cubicBezTo>
                    <a:pt x="330" y="1"/>
                    <a:pt x="104" y="153"/>
                    <a:pt x="0" y="379"/>
                  </a:cubicBezTo>
                  <a:cubicBezTo>
                    <a:pt x="0" y="379"/>
                    <a:pt x="0" y="1093"/>
                    <a:pt x="611" y="1093"/>
                  </a:cubicBezTo>
                  <a:lnTo>
                    <a:pt x="4224" y="1093"/>
                  </a:lnTo>
                  <a:cubicBezTo>
                    <a:pt x="4859" y="1093"/>
                    <a:pt x="4834" y="379"/>
                    <a:pt x="4834" y="379"/>
                  </a:cubicBezTo>
                  <a:cubicBezTo>
                    <a:pt x="4730" y="153"/>
                    <a:pt x="4505" y="1"/>
                    <a:pt x="422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6" name="Google Shape;5596;p66"/>
            <p:cNvSpPr/>
            <p:nvPr/>
          </p:nvSpPr>
          <p:spPr>
            <a:xfrm>
              <a:off x="7177100" y="2279300"/>
              <a:ext cx="124525" cy="25500"/>
            </a:xfrm>
            <a:custGeom>
              <a:avLst/>
              <a:gdLst/>
              <a:ahLst/>
              <a:cxnLst/>
              <a:rect l="l" t="t" r="r" b="b"/>
              <a:pathLst>
                <a:path w="4981" h="1020" extrusionOk="0">
                  <a:moveTo>
                    <a:pt x="73" y="0"/>
                  </a:moveTo>
                  <a:cubicBezTo>
                    <a:pt x="24" y="104"/>
                    <a:pt x="0" y="208"/>
                    <a:pt x="0" y="330"/>
                  </a:cubicBezTo>
                  <a:cubicBezTo>
                    <a:pt x="0" y="714"/>
                    <a:pt x="305" y="1020"/>
                    <a:pt x="684" y="1020"/>
                  </a:cubicBezTo>
                  <a:lnTo>
                    <a:pt x="4297" y="1020"/>
                  </a:lnTo>
                  <a:cubicBezTo>
                    <a:pt x="4675" y="1020"/>
                    <a:pt x="4980" y="714"/>
                    <a:pt x="4980" y="330"/>
                  </a:cubicBezTo>
                  <a:cubicBezTo>
                    <a:pt x="4980" y="208"/>
                    <a:pt x="4956" y="104"/>
                    <a:pt x="4907" y="0"/>
                  </a:cubicBezTo>
                  <a:cubicBezTo>
                    <a:pt x="4803" y="232"/>
                    <a:pt x="4578" y="385"/>
                    <a:pt x="4297" y="385"/>
                  </a:cubicBezTo>
                  <a:lnTo>
                    <a:pt x="684" y="385"/>
                  </a:lnTo>
                  <a:cubicBezTo>
                    <a:pt x="403" y="385"/>
                    <a:pt x="177" y="232"/>
                    <a:pt x="7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7" name="Google Shape;5597;p66"/>
            <p:cNvSpPr/>
            <p:nvPr/>
          </p:nvSpPr>
          <p:spPr>
            <a:xfrm>
              <a:off x="7029850" y="2521900"/>
              <a:ext cx="141475" cy="177025"/>
            </a:xfrm>
            <a:custGeom>
              <a:avLst/>
              <a:gdLst/>
              <a:ahLst/>
              <a:cxnLst/>
              <a:rect l="l" t="t" r="r" b="b"/>
              <a:pathLst>
                <a:path w="5659" h="7081" extrusionOk="0">
                  <a:moveTo>
                    <a:pt x="2814" y="1"/>
                  </a:moveTo>
                  <a:cubicBezTo>
                    <a:pt x="2773" y="1"/>
                    <a:pt x="2735" y="13"/>
                    <a:pt x="2710" y="37"/>
                  </a:cubicBezTo>
                  <a:cubicBezTo>
                    <a:pt x="1740" y="928"/>
                    <a:pt x="190" y="2558"/>
                    <a:pt x="13" y="4236"/>
                  </a:cubicBezTo>
                  <a:lnTo>
                    <a:pt x="13" y="4261"/>
                  </a:lnTo>
                  <a:cubicBezTo>
                    <a:pt x="13" y="4260"/>
                    <a:pt x="13" y="4260"/>
                    <a:pt x="13" y="4260"/>
                  </a:cubicBezTo>
                  <a:lnTo>
                    <a:pt x="13" y="4260"/>
                  </a:lnTo>
                  <a:cubicBezTo>
                    <a:pt x="12" y="4261"/>
                    <a:pt x="0" y="7080"/>
                    <a:pt x="2808" y="7080"/>
                  </a:cubicBezTo>
                  <a:cubicBezTo>
                    <a:pt x="5658" y="7080"/>
                    <a:pt x="5634" y="4261"/>
                    <a:pt x="5634" y="4261"/>
                  </a:cubicBezTo>
                  <a:lnTo>
                    <a:pt x="5634" y="4236"/>
                  </a:lnTo>
                  <a:cubicBezTo>
                    <a:pt x="5432" y="2558"/>
                    <a:pt x="3876" y="928"/>
                    <a:pt x="2936" y="37"/>
                  </a:cubicBezTo>
                  <a:cubicBezTo>
                    <a:pt x="2899" y="13"/>
                    <a:pt x="2855" y="1"/>
                    <a:pt x="281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8" name="Google Shape;5598;p66"/>
            <p:cNvSpPr/>
            <p:nvPr/>
          </p:nvSpPr>
          <p:spPr>
            <a:xfrm>
              <a:off x="7029550" y="2627800"/>
              <a:ext cx="141775" cy="79350"/>
            </a:xfrm>
            <a:custGeom>
              <a:avLst/>
              <a:gdLst/>
              <a:ahLst/>
              <a:cxnLst/>
              <a:rect l="l" t="t" r="r" b="b"/>
              <a:pathLst>
                <a:path w="5671" h="3174" extrusionOk="0">
                  <a:moveTo>
                    <a:pt x="25" y="0"/>
                  </a:moveTo>
                  <a:cubicBezTo>
                    <a:pt x="0" y="202"/>
                    <a:pt x="0" y="427"/>
                    <a:pt x="25" y="659"/>
                  </a:cubicBezTo>
                  <a:cubicBezTo>
                    <a:pt x="177" y="1929"/>
                    <a:pt x="1093" y="3174"/>
                    <a:pt x="2820" y="3174"/>
                  </a:cubicBezTo>
                  <a:cubicBezTo>
                    <a:pt x="4578" y="3174"/>
                    <a:pt x="5469" y="1929"/>
                    <a:pt x="5646" y="659"/>
                  </a:cubicBezTo>
                  <a:cubicBezTo>
                    <a:pt x="5670" y="427"/>
                    <a:pt x="5670" y="202"/>
                    <a:pt x="5646" y="0"/>
                  </a:cubicBezTo>
                  <a:lnTo>
                    <a:pt x="5646" y="25"/>
                  </a:lnTo>
                  <a:cubicBezTo>
                    <a:pt x="5469" y="1294"/>
                    <a:pt x="4578" y="2539"/>
                    <a:pt x="2820" y="2539"/>
                  </a:cubicBezTo>
                  <a:cubicBezTo>
                    <a:pt x="1093" y="2539"/>
                    <a:pt x="202" y="1294"/>
                    <a:pt x="25" y="25"/>
                  </a:cubicBezTo>
                  <a:lnTo>
                    <a:pt x="2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99" name="Google Shape;5599;p66"/>
          <p:cNvGrpSpPr/>
          <p:nvPr/>
        </p:nvGrpSpPr>
        <p:grpSpPr>
          <a:xfrm>
            <a:off x="3183716" y="885261"/>
            <a:ext cx="440550" cy="437075"/>
            <a:chOff x="3234050" y="1301650"/>
            <a:chExt cx="440550" cy="437075"/>
          </a:xfrm>
        </p:grpSpPr>
        <p:sp>
          <p:nvSpPr>
            <p:cNvPr id="5600" name="Google Shape;5600;p66"/>
            <p:cNvSpPr/>
            <p:nvPr/>
          </p:nvSpPr>
          <p:spPr>
            <a:xfrm>
              <a:off x="3366350" y="1301650"/>
              <a:ext cx="86375" cy="67350"/>
            </a:xfrm>
            <a:custGeom>
              <a:avLst/>
              <a:gdLst/>
              <a:ahLst/>
              <a:cxnLst/>
              <a:rect l="l" t="t" r="r" b="b"/>
              <a:pathLst>
                <a:path w="3455" h="2694" extrusionOk="0">
                  <a:moveTo>
                    <a:pt x="494" y="1"/>
                  </a:moveTo>
                  <a:cubicBezTo>
                    <a:pt x="225" y="1"/>
                    <a:pt x="49" y="21"/>
                    <a:pt x="49" y="21"/>
                  </a:cubicBezTo>
                  <a:cubicBezTo>
                    <a:pt x="49" y="21"/>
                    <a:pt x="25" y="70"/>
                    <a:pt x="25" y="125"/>
                  </a:cubicBezTo>
                  <a:cubicBezTo>
                    <a:pt x="0" y="479"/>
                    <a:pt x="122" y="1522"/>
                    <a:pt x="916" y="2261"/>
                  </a:cubicBezTo>
                  <a:cubicBezTo>
                    <a:pt x="1289" y="2593"/>
                    <a:pt x="1766" y="2693"/>
                    <a:pt x="2206" y="2693"/>
                  </a:cubicBezTo>
                  <a:cubicBezTo>
                    <a:pt x="2874" y="2693"/>
                    <a:pt x="3455" y="2462"/>
                    <a:pt x="3455" y="2462"/>
                  </a:cubicBezTo>
                  <a:cubicBezTo>
                    <a:pt x="3430" y="1931"/>
                    <a:pt x="3278" y="1168"/>
                    <a:pt x="2716" y="680"/>
                  </a:cubicBezTo>
                  <a:cubicBezTo>
                    <a:pt x="2076" y="94"/>
                    <a:pt x="1071" y="1"/>
                    <a:pt x="49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1" name="Google Shape;5601;p66"/>
            <p:cNvSpPr/>
            <p:nvPr/>
          </p:nvSpPr>
          <p:spPr>
            <a:xfrm>
              <a:off x="3452700" y="1301650"/>
              <a:ext cx="86550" cy="67350"/>
            </a:xfrm>
            <a:custGeom>
              <a:avLst/>
              <a:gdLst/>
              <a:ahLst/>
              <a:cxnLst/>
              <a:rect l="l" t="t" r="r" b="b"/>
              <a:pathLst>
                <a:path w="3462" h="2694" extrusionOk="0">
                  <a:moveTo>
                    <a:pt x="2966" y="1"/>
                  </a:moveTo>
                  <a:cubicBezTo>
                    <a:pt x="2388" y="1"/>
                    <a:pt x="1380" y="94"/>
                    <a:pt x="739" y="680"/>
                  </a:cubicBezTo>
                  <a:cubicBezTo>
                    <a:pt x="178" y="1168"/>
                    <a:pt x="25" y="1931"/>
                    <a:pt x="1" y="2462"/>
                  </a:cubicBezTo>
                  <a:cubicBezTo>
                    <a:pt x="1" y="2462"/>
                    <a:pt x="584" y="2693"/>
                    <a:pt x="1254" y="2693"/>
                  </a:cubicBezTo>
                  <a:cubicBezTo>
                    <a:pt x="1695" y="2693"/>
                    <a:pt x="2173" y="2593"/>
                    <a:pt x="2546" y="2261"/>
                  </a:cubicBezTo>
                  <a:cubicBezTo>
                    <a:pt x="3333" y="1522"/>
                    <a:pt x="3461" y="479"/>
                    <a:pt x="3437" y="125"/>
                  </a:cubicBezTo>
                  <a:cubicBezTo>
                    <a:pt x="3413" y="70"/>
                    <a:pt x="3413" y="21"/>
                    <a:pt x="3413" y="21"/>
                  </a:cubicBezTo>
                  <a:cubicBezTo>
                    <a:pt x="3413" y="21"/>
                    <a:pt x="3236" y="1"/>
                    <a:pt x="296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2" name="Google Shape;5602;p66"/>
            <p:cNvSpPr/>
            <p:nvPr/>
          </p:nvSpPr>
          <p:spPr>
            <a:xfrm>
              <a:off x="3364975" y="1304750"/>
              <a:ext cx="174875" cy="168475"/>
            </a:xfrm>
            <a:custGeom>
              <a:avLst/>
              <a:gdLst/>
              <a:ahLst/>
              <a:cxnLst/>
              <a:rect l="l" t="t" r="r" b="b"/>
              <a:pathLst>
                <a:path w="6995" h="6739" extrusionOk="0">
                  <a:moveTo>
                    <a:pt x="80" y="1"/>
                  </a:moveTo>
                  <a:cubicBezTo>
                    <a:pt x="55" y="355"/>
                    <a:pt x="0" y="1600"/>
                    <a:pt x="818" y="2338"/>
                  </a:cubicBezTo>
                  <a:cubicBezTo>
                    <a:pt x="1526" y="2973"/>
                    <a:pt x="2747" y="2997"/>
                    <a:pt x="3260" y="2997"/>
                  </a:cubicBezTo>
                  <a:lnTo>
                    <a:pt x="3260" y="6482"/>
                  </a:lnTo>
                  <a:cubicBezTo>
                    <a:pt x="3260" y="6635"/>
                    <a:pt x="3357" y="6739"/>
                    <a:pt x="3510" y="6739"/>
                  </a:cubicBezTo>
                  <a:cubicBezTo>
                    <a:pt x="3662" y="6739"/>
                    <a:pt x="3766" y="6635"/>
                    <a:pt x="3766" y="6482"/>
                  </a:cubicBezTo>
                  <a:lnTo>
                    <a:pt x="3766" y="2997"/>
                  </a:lnTo>
                  <a:cubicBezTo>
                    <a:pt x="4273" y="2997"/>
                    <a:pt x="5493" y="2973"/>
                    <a:pt x="6207" y="2338"/>
                  </a:cubicBezTo>
                  <a:cubicBezTo>
                    <a:pt x="6995" y="1600"/>
                    <a:pt x="6970" y="355"/>
                    <a:pt x="6946" y="1"/>
                  </a:cubicBezTo>
                  <a:lnTo>
                    <a:pt x="6946" y="1"/>
                  </a:lnTo>
                  <a:cubicBezTo>
                    <a:pt x="6891" y="532"/>
                    <a:pt x="6738" y="1221"/>
                    <a:pt x="6207" y="1704"/>
                  </a:cubicBezTo>
                  <a:cubicBezTo>
                    <a:pt x="5573" y="2268"/>
                    <a:pt x="4566" y="2360"/>
                    <a:pt x="3979" y="2360"/>
                  </a:cubicBezTo>
                  <a:cubicBezTo>
                    <a:pt x="3696" y="2360"/>
                    <a:pt x="3510" y="2338"/>
                    <a:pt x="3510" y="2338"/>
                  </a:cubicBezTo>
                  <a:cubicBezTo>
                    <a:pt x="3510" y="2338"/>
                    <a:pt x="3325" y="2360"/>
                    <a:pt x="3042" y="2360"/>
                  </a:cubicBezTo>
                  <a:cubicBezTo>
                    <a:pt x="2457" y="2360"/>
                    <a:pt x="1453" y="2268"/>
                    <a:pt x="818" y="1704"/>
                  </a:cubicBezTo>
                  <a:cubicBezTo>
                    <a:pt x="281" y="1221"/>
                    <a:pt x="129" y="532"/>
                    <a:pt x="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3" name="Google Shape;5603;p66"/>
            <p:cNvSpPr/>
            <p:nvPr/>
          </p:nvSpPr>
          <p:spPr>
            <a:xfrm>
              <a:off x="3350325" y="1459175"/>
              <a:ext cx="192725" cy="76300"/>
            </a:xfrm>
            <a:custGeom>
              <a:avLst/>
              <a:gdLst/>
              <a:ahLst/>
              <a:cxnLst/>
              <a:rect l="l" t="t" r="r" b="b"/>
              <a:pathLst>
                <a:path w="7709" h="3052" extrusionOk="0">
                  <a:moveTo>
                    <a:pt x="3791" y="0"/>
                  </a:moveTo>
                  <a:cubicBezTo>
                    <a:pt x="2088" y="232"/>
                    <a:pt x="611" y="2063"/>
                    <a:pt x="80" y="2771"/>
                  </a:cubicBezTo>
                  <a:cubicBezTo>
                    <a:pt x="1" y="2899"/>
                    <a:pt x="80" y="3052"/>
                    <a:pt x="232" y="3052"/>
                  </a:cubicBezTo>
                  <a:lnTo>
                    <a:pt x="7660" y="3052"/>
                  </a:lnTo>
                  <a:lnTo>
                    <a:pt x="7709" y="2802"/>
                  </a:lnTo>
                  <a:cubicBezTo>
                    <a:pt x="7709" y="2802"/>
                    <a:pt x="6745" y="788"/>
                    <a:pt x="4273" y="80"/>
                  </a:cubicBezTo>
                  <a:cubicBezTo>
                    <a:pt x="4151" y="25"/>
                    <a:pt x="3894" y="0"/>
                    <a:pt x="379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4" name="Google Shape;5604;p66"/>
            <p:cNvSpPr/>
            <p:nvPr/>
          </p:nvSpPr>
          <p:spPr>
            <a:xfrm>
              <a:off x="3445075" y="1458550"/>
              <a:ext cx="110050" cy="76925"/>
            </a:xfrm>
            <a:custGeom>
              <a:avLst/>
              <a:gdLst/>
              <a:ahLst/>
              <a:cxnLst/>
              <a:rect l="l" t="t" r="r" b="b"/>
              <a:pathLst>
                <a:path w="4402" h="3077" extrusionOk="0">
                  <a:moveTo>
                    <a:pt x="306" y="1"/>
                  </a:moveTo>
                  <a:cubicBezTo>
                    <a:pt x="208" y="1"/>
                    <a:pt x="104" y="25"/>
                    <a:pt x="1" y="25"/>
                  </a:cubicBezTo>
                  <a:cubicBezTo>
                    <a:pt x="2088" y="306"/>
                    <a:pt x="3870" y="3077"/>
                    <a:pt x="3870" y="3077"/>
                  </a:cubicBezTo>
                  <a:lnTo>
                    <a:pt x="4175" y="3077"/>
                  </a:lnTo>
                  <a:cubicBezTo>
                    <a:pt x="4328" y="3077"/>
                    <a:pt x="4401" y="2924"/>
                    <a:pt x="4328" y="2796"/>
                  </a:cubicBezTo>
                  <a:cubicBezTo>
                    <a:pt x="3766" y="2064"/>
                    <a:pt x="2137" y="1"/>
                    <a:pt x="30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5" name="Google Shape;5605;p66"/>
            <p:cNvSpPr/>
            <p:nvPr/>
          </p:nvSpPr>
          <p:spPr>
            <a:xfrm>
              <a:off x="3389225" y="1561575"/>
              <a:ext cx="245375" cy="141150"/>
            </a:xfrm>
            <a:custGeom>
              <a:avLst/>
              <a:gdLst/>
              <a:ahLst/>
              <a:cxnLst/>
              <a:rect l="l" t="t" r="r" b="b"/>
              <a:pathLst>
                <a:path w="9815" h="5646" extrusionOk="0">
                  <a:moveTo>
                    <a:pt x="5446" y="1"/>
                  </a:moveTo>
                  <a:cubicBezTo>
                    <a:pt x="5338" y="1"/>
                    <a:pt x="5230" y="27"/>
                    <a:pt x="5134" y="79"/>
                  </a:cubicBezTo>
                  <a:lnTo>
                    <a:pt x="1624" y="1934"/>
                  </a:lnTo>
                  <a:lnTo>
                    <a:pt x="1" y="4095"/>
                  </a:lnTo>
                  <a:lnTo>
                    <a:pt x="3760" y="5645"/>
                  </a:lnTo>
                  <a:lnTo>
                    <a:pt x="9357" y="2770"/>
                  </a:lnTo>
                  <a:lnTo>
                    <a:pt x="9559" y="2185"/>
                  </a:lnTo>
                  <a:lnTo>
                    <a:pt x="9815" y="1348"/>
                  </a:lnTo>
                  <a:cubicBezTo>
                    <a:pt x="9815" y="1300"/>
                    <a:pt x="9791" y="1269"/>
                    <a:pt x="9766" y="1220"/>
                  </a:cubicBezTo>
                  <a:cubicBezTo>
                    <a:pt x="9647" y="1053"/>
                    <a:pt x="9456" y="964"/>
                    <a:pt x="9252" y="964"/>
                  </a:cubicBezTo>
                  <a:cubicBezTo>
                    <a:pt x="9143" y="964"/>
                    <a:pt x="9030" y="990"/>
                    <a:pt x="8924" y="1043"/>
                  </a:cubicBezTo>
                  <a:lnTo>
                    <a:pt x="7575" y="1757"/>
                  </a:lnTo>
                  <a:lnTo>
                    <a:pt x="7575" y="1757"/>
                  </a:lnTo>
                  <a:lnTo>
                    <a:pt x="7880" y="964"/>
                  </a:lnTo>
                  <a:cubicBezTo>
                    <a:pt x="7880" y="939"/>
                    <a:pt x="7856" y="891"/>
                    <a:pt x="7831" y="842"/>
                  </a:cubicBezTo>
                  <a:cubicBezTo>
                    <a:pt x="7710" y="649"/>
                    <a:pt x="7490" y="540"/>
                    <a:pt x="7266" y="540"/>
                  </a:cubicBezTo>
                  <a:cubicBezTo>
                    <a:pt x="7163" y="540"/>
                    <a:pt x="7060" y="562"/>
                    <a:pt x="6965" y="610"/>
                  </a:cubicBezTo>
                  <a:lnTo>
                    <a:pt x="5768" y="1269"/>
                  </a:lnTo>
                  <a:lnTo>
                    <a:pt x="6049" y="408"/>
                  </a:lnTo>
                  <a:cubicBezTo>
                    <a:pt x="6049" y="354"/>
                    <a:pt x="6025" y="329"/>
                    <a:pt x="5976" y="280"/>
                  </a:cubicBezTo>
                  <a:cubicBezTo>
                    <a:pt x="5860" y="96"/>
                    <a:pt x="5654" y="1"/>
                    <a:pt x="5446" y="1"/>
                  </a:cubicBezTo>
                  <a:close/>
                </a:path>
              </a:pathLst>
            </a:custGeom>
            <a:solidFill>
              <a:srgbClr val="F7B0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6" name="Google Shape;5606;p66"/>
            <p:cNvSpPr/>
            <p:nvPr/>
          </p:nvSpPr>
          <p:spPr>
            <a:xfrm>
              <a:off x="3526550" y="1585650"/>
              <a:ext cx="62275" cy="42000"/>
            </a:xfrm>
            <a:custGeom>
              <a:avLst/>
              <a:gdLst/>
              <a:ahLst/>
              <a:cxnLst/>
              <a:rect l="l" t="t" r="r" b="b"/>
              <a:pathLst>
                <a:path w="2491" h="1680" extrusionOk="0">
                  <a:moveTo>
                    <a:pt x="2387" y="1"/>
                  </a:moveTo>
                  <a:lnTo>
                    <a:pt x="202" y="1197"/>
                  </a:lnTo>
                  <a:lnTo>
                    <a:pt x="1" y="1453"/>
                  </a:lnTo>
                  <a:lnTo>
                    <a:pt x="379" y="1679"/>
                  </a:lnTo>
                  <a:lnTo>
                    <a:pt x="2082" y="794"/>
                  </a:lnTo>
                  <a:cubicBezTo>
                    <a:pt x="2363" y="642"/>
                    <a:pt x="2491" y="306"/>
                    <a:pt x="2387" y="1"/>
                  </a:cubicBezTo>
                  <a:close/>
                </a:path>
              </a:pathLst>
            </a:custGeom>
            <a:solidFill>
              <a:srgbClr val="DB99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7" name="Google Shape;5607;p66"/>
            <p:cNvSpPr/>
            <p:nvPr/>
          </p:nvSpPr>
          <p:spPr>
            <a:xfrm>
              <a:off x="3391075" y="1595275"/>
              <a:ext cx="247350" cy="80375"/>
            </a:xfrm>
            <a:custGeom>
              <a:avLst/>
              <a:gdLst/>
              <a:ahLst/>
              <a:cxnLst/>
              <a:rect l="l" t="t" r="r" b="b"/>
              <a:pathLst>
                <a:path w="9894" h="3215" extrusionOk="0">
                  <a:moveTo>
                    <a:pt x="9741" y="0"/>
                  </a:moveTo>
                  <a:lnTo>
                    <a:pt x="5597" y="2240"/>
                  </a:lnTo>
                  <a:lnTo>
                    <a:pt x="4047" y="2161"/>
                  </a:lnTo>
                  <a:lnTo>
                    <a:pt x="2924" y="2057"/>
                  </a:lnTo>
                  <a:lnTo>
                    <a:pt x="0" y="2442"/>
                  </a:lnTo>
                  <a:lnTo>
                    <a:pt x="1270" y="3076"/>
                  </a:lnTo>
                  <a:cubicBezTo>
                    <a:pt x="1899" y="3158"/>
                    <a:pt x="2655" y="3214"/>
                    <a:pt x="3438" y="3214"/>
                  </a:cubicBezTo>
                  <a:cubicBezTo>
                    <a:pt x="4872" y="3214"/>
                    <a:pt x="6397" y="3027"/>
                    <a:pt x="7403" y="2466"/>
                  </a:cubicBezTo>
                  <a:lnTo>
                    <a:pt x="9662" y="1142"/>
                  </a:lnTo>
                  <a:lnTo>
                    <a:pt x="9485" y="837"/>
                  </a:lnTo>
                  <a:cubicBezTo>
                    <a:pt x="9790" y="660"/>
                    <a:pt x="9894" y="306"/>
                    <a:pt x="9741" y="0"/>
                  </a:cubicBezTo>
                  <a:close/>
                </a:path>
              </a:pathLst>
            </a:custGeom>
            <a:solidFill>
              <a:srgbClr val="DB99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8" name="Google Shape;5608;p66"/>
            <p:cNvSpPr/>
            <p:nvPr/>
          </p:nvSpPr>
          <p:spPr>
            <a:xfrm>
              <a:off x="3471775" y="1571775"/>
              <a:ext cx="72500" cy="45800"/>
            </a:xfrm>
            <a:custGeom>
              <a:avLst/>
              <a:gdLst/>
              <a:ahLst/>
              <a:cxnLst/>
              <a:rect l="l" t="t" r="r" b="b"/>
              <a:pathLst>
                <a:path w="2900" h="1832" extrusionOk="0">
                  <a:moveTo>
                    <a:pt x="2747" y="0"/>
                  </a:moveTo>
                  <a:lnTo>
                    <a:pt x="1" y="1526"/>
                  </a:lnTo>
                  <a:lnTo>
                    <a:pt x="715" y="1831"/>
                  </a:lnTo>
                  <a:lnTo>
                    <a:pt x="1246" y="1526"/>
                  </a:lnTo>
                  <a:lnTo>
                    <a:pt x="2466" y="861"/>
                  </a:lnTo>
                  <a:cubicBezTo>
                    <a:pt x="2772" y="684"/>
                    <a:pt x="2900" y="306"/>
                    <a:pt x="2747" y="0"/>
                  </a:cubicBezTo>
                  <a:close/>
                </a:path>
              </a:pathLst>
            </a:custGeom>
            <a:solidFill>
              <a:srgbClr val="DB99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9" name="Google Shape;5609;p66"/>
            <p:cNvSpPr/>
            <p:nvPr/>
          </p:nvSpPr>
          <p:spPr>
            <a:xfrm>
              <a:off x="3234050" y="1599600"/>
              <a:ext cx="432900" cy="131475"/>
            </a:xfrm>
            <a:custGeom>
              <a:avLst/>
              <a:gdLst/>
              <a:ahLst/>
              <a:cxnLst/>
              <a:rect l="l" t="t" r="r" b="b"/>
              <a:pathLst>
                <a:path w="17316" h="5259" extrusionOk="0">
                  <a:moveTo>
                    <a:pt x="5764" y="1"/>
                  </a:moveTo>
                  <a:cubicBezTo>
                    <a:pt x="5478" y="1"/>
                    <a:pt x="5174" y="25"/>
                    <a:pt x="4859" y="84"/>
                  </a:cubicBezTo>
                  <a:cubicBezTo>
                    <a:pt x="3229" y="389"/>
                    <a:pt x="1936" y="1506"/>
                    <a:pt x="1936" y="1506"/>
                  </a:cubicBezTo>
                  <a:lnTo>
                    <a:pt x="178" y="1506"/>
                  </a:lnTo>
                  <a:cubicBezTo>
                    <a:pt x="74" y="1506"/>
                    <a:pt x="1" y="1579"/>
                    <a:pt x="1" y="1683"/>
                  </a:cubicBezTo>
                  <a:lnTo>
                    <a:pt x="1" y="4301"/>
                  </a:lnTo>
                  <a:lnTo>
                    <a:pt x="483" y="4710"/>
                  </a:lnTo>
                  <a:lnTo>
                    <a:pt x="1936" y="4710"/>
                  </a:lnTo>
                  <a:lnTo>
                    <a:pt x="7911" y="5241"/>
                  </a:lnTo>
                  <a:cubicBezTo>
                    <a:pt x="8043" y="5253"/>
                    <a:pt x="8174" y="5259"/>
                    <a:pt x="8306" y="5259"/>
                  </a:cubicBezTo>
                  <a:cubicBezTo>
                    <a:pt x="10157" y="5259"/>
                    <a:pt x="11994" y="4109"/>
                    <a:pt x="13629" y="3209"/>
                  </a:cubicBezTo>
                  <a:lnTo>
                    <a:pt x="17291" y="1121"/>
                  </a:lnTo>
                  <a:cubicBezTo>
                    <a:pt x="17291" y="1121"/>
                    <a:pt x="17316" y="487"/>
                    <a:pt x="17291" y="462"/>
                  </a:cubicBezTo>
                  <a:cubicBezTo>
                    <a:pt x="17150" y="301"/>
                    <a:pt x="16955" y="212"/>
                    <a:pt x="16754" y="212"/>
                  </a:cubicBezTo>
                  <a:cubicBezTo>
                    <a:pt x="16635" y="212"/>
                    <a:pt x="16514" y="244"/>
                    <a:pt x="16400" y="310"/>
                  </a:cubicBezTo>
                  <a:lnTo>
                    <a:pt x="14014" y="1634"/>
                  </a:lnTo>
                  <a:cubicBezTo>
                    <a:pt x="12750" y="2335"/>
                    <a:pt x="11316" y="2704"/>
                    <a:pt x="9864" y="2704"/>
                  </a:cubicBezTo>
                  <a:cubicBezTo>
                    <a:pt x="9535" y="2704"/>
                    <a:pt x="9204" y="2685"/>
                    <a:pt x="8875" y="2647"/>
                  </a:cubicBezTo>
                  <a:lnTo>
                    <a:pt x="6995" y="2421"/>
                  </a:lnTo>
                  <a:lnTo>
                    <a:pt x="11469" y="1835"/>
                  </a:lnTo>
                  <a:cubicBezTo>
                    <a:pt x="11823" y="1787"/>
                    <a:pt x="12079" y="1481"/>
                    <a:pt x="12079" y="1121"/>
                  </a:cubicBezTo>
                  <a:cubicBezTo>
                    <a:pt x="12079" y="718"/>
                    <a:pt x="11774" y="413"/>
                    <a:pt x="11365" y="413"/>
                  </a:cubicBezTo>
                  <a:lnTo>
                    <a:pt x="7831" y="413"/>
                  </a:lnTo>
                  <a:cubicBezTo>
                    <a:pt x="7831" y="413"/>
                    <a:pt x="6955" y="1"/>
                    <a:pt x="5764" y="1"/>
                  </a:cubicBezTo>
                  <a:close/>
                </a:path>
              </a:pathLst>
            </a:custGeom>
            <a:solidFill>
              <a:srgbClr val="FFC8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0" name="Google Shape;5610;p66"/>
            <p:cNvSpPr/>
            <p:nvPr/>
          </p:nvSpPr>
          <p:spPr>
            <a:xfrm>
              <a:off x="3234050" y="1611150"/>
              <a:ext cx="440550" cy="127575"/>
            </a:xfrm>
            <a:custGeom>
              <a:avLst/>
              <a:gdLst/>
              <a:ahLst/>
              <a:cxnLst/>
              <a:rect l="l" t="t" r="r" b="b"/>
              <a:pathLst>
                <a:path w="17622" h="5103" extrusionOk="0">
                  <a:moveTo>
                    <a:pt x="17291" y="0"/>
                  </a:moveTo>
                  <a:cubicBezTo>
                    <a:pt x="17243" y="177"/>
                    <a:pt x="17114" y="354"/>
                    <a:pt x="16937" y="433"/>
                  </a:cubicBezTo>
                  <a:lnTo>
                    <a:pt x="13452" y="2338"/>
                  </a:lnTo>
                  <a:cubicBezTo>
                    <a:pt x="11814" y="3245"/>
                    <a:pt x="9973" y="4393"/>
                    <a:pt x="8139" y="4393"/>
                  </a:cubicBezTo>
                  <a:cubicBezTo>
                    <a:pt x="8012" y="4393"/>
                    <a:pt x="7885" y="4388"/>
                    <a:pt x="7758" y="4376"/>
                  </a:cubicBezTo>
                  <a:lnTo>
                    <a:pt x="1752" y="3839"/>
                  </a:lnTo>
                  <a:lnTo>
                    <a:pt x="1" y="3839"/>
                  </a:lnTo>
                  <a:lnTo>
                    <a:pt x="1" y="4376"/>
                  </a:lnTo>
                  <a:cubicBezTo>
                    <a:pt x="1" y="4474"/>
                    <a:pt x="74" y="4553"/>
                    <a:pt x="178" y="4553"/>
                  </a:cubicBezTo>
                  <a:lnTo>
                    <a:pt x="1936" y="4553"/>
                  </a:lnTo>
                  <a:lnTo>
                    <a:pt x="7911" y="5084"/>
                  </a:lnTo>
                  <a:cubicBezTo>
                    <a:pt x="8043" y="5096"/>
                    <a:pt x="8174" y="5102"/>
                    <a:pt x="8306" y="5102"/>
                  </a:cubicBezTo>
                  <a:cubicBezTo>
                    <a:pt x="10157" y="5102"/>
                    <a:pt x="11994" y="3952"/>
                    <a:pt x="13629" y="3052"/>
                  </a:cubicBezTo>
                  <a:lnTo>
                    <a:pt x="17090" y="1172"/>
                  </a:lnTo>
                  <a:cubicBezTo>
                    <a:pt x="17499" y="940"/>
                    <a:pt x="17621" y="409"/>
                    <a:pt x="17346" y="49"/>
                  </a:cubicBezTo>
                  <a:cubicBezTo>
                    <a:pt x="17316" y="25"/>
                    <a:pt x="17291" y="25"/>
                    <a:pt x="17291" y="0"/>
                  </a:cubicBezTo>
                  <a:close/>
                </a:path>
              </a:pathLst>
            </a:custGeom>
            <a:solidFill>
              <a:srgbClr val="F7B0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11" name="Google Shape;5611;p66"/>
          <p:cNvGrpSpPr/>
          <p:nvPr/>
        </p:nvGrpSpPr>
        <p:grpSpPr>
          <a:xfrm>
            <a:off x="2437891" y="885161"/>
            <a:ext cx="438700" cy="437475"/>
            <a:chOff x="2488225" y="1301550"/>
            <a:chExt cx="438700" cy="437475"/>
          </a:xfrm>
        </p:grpSpPr>
        <p:sp>
          <p:nvSpPr>
            <p:cNvPr id="5612" name="Google Shape;5612;p66"/>
            <p:cNvSpPr/>
            <p:nvPr/>
          </p:nvSpPr>
          <p:spPr>
            <a:xfrm>
              <a:off x="2488225" y="1301550"/>
              <a:ext cx="438700" cy="437475"/>
            </a:xfrm>
            <a:custGeom>
              <a:avLst/>
              <a:gdLst/>
              <a:ahLst/>
              <a:cxnLst/>
              <a:rect l="l" t="t" r="r" b="b"/>
              <a:pathLst>
                <a:path w="17548" h="17499" extrusionOk="0">
                  <a:moveTo>
                    <a:pt x="6135" y="1"/>
                  </a:moveTo>
                  <a:lnTo>
                    <a:pt x="2015" y="1728"/>
                  </a:lnTo>
                  <a:cubicBezTo>
                    <a:pt x="1960" y="1752"/>
                    <a:pt x="1911" y="1807"/>
                    <a:pt x="1911" y="1856"/>
                  </a:cubicBezTo>
                  <a:lnTo>
                    <a:pt x="56" y="7245"/>
                  </a:lnTo>
                  <a:cubicBezTo>
                    <a:pt x="1" y="7349"/>
                    <a:pt x="80" y="7453"/>
                    <a:pt x="184" y="7477"/>
                  </a:cubicBezTo>
                  <a:lnTo>
                    <a:pt x="2418" y="8087"/>
                  </a:lnTo>
                  <a:lnTo>
                    <a:pt x="2723" y="7855"/>
                  </a:lnTo>
                  <a:lnTo>
                    <a:pt x="3053" y="8240"/>
                  </a:lnTo>
                  <a:lnTo>
                    <a:pt x="3053" y="17316"/>
                  </a:lnTo>
                  <a:cubicBezTo>
                    <a:pt x="3053" y="17419"/>
                    <a:pt x="3132" y="17499"/>
                    <a:pt x="3236" y="17499"/>
                  </a:cubicBezTo>
                  <a:lnTo>
                    <a:pt x="14319" y="17499"/>
                  </a:lnTo>
                  <a:cubicBezTo>
                    <a:pt x="14423" y="17499"/>
                    <a:pt x="14496" y="17419"/>
                    <a:pt x="14496" y="17316"/>
                  </a:cubicBezTo>
                  <a:lnTo>
                    <a:pt x="14496" y="8240"/>
                  </a:lnTo>
                  <a:lnTo>
                    <a:pt x="14832" y="7855"/>
                  </a:lnTo>
                  <a:lnTo>
                    <a:pt x="15137" y="8087"/>
                  </a:lnTo>
                  <a:lnTo>
                    <a:pt x="17395" y="7477"/>
                  </a:lnTo>
                  <a:cubicBezTo>
                    <a:pt x="17475" y="7453"/>
                    <a:pt x="17548" y="7349"/>
                    <a:pt x="17499" y="7245"/>
                  </a:cubicBezTo>
                  <a:lnTo>
                    <a:pt x="15644" y="1856"/>
                  </a:lnTo>
                  <a:cubicBezTo>
                    <a:pt x="15644" y="1807"/>
                    <a:pt x="15595" y="1752"/>
                    <a:pt x="15540" y="1728"/>
                  </a:cubicBezTo>
                  <a:lnTo>
                    <a:pt x="11420" y="1"/>
                  </a:lnTo>
                  <a:lnTo>
                    <a:pt x="8777" y="940"/>
                  </a:lnTo>
                  <a:lnTo>
                    <a:pt x="613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3" name="Google Shape;5613;p66"/>
            <p:cNvSpPr/>
            <p:nvPr/>
          </p:nvSpPr>
          <p:spPr>
            <a:xfrm>
              <a:off x="2743800" y="1520175"/>
              <a:ext cx="61075" cy="57275"/>
            </a:xfrm>
            <a:custGeom>
              <a:avLst/>
              <a:gdLst/>
              <a:ahLst/>
              <a:cxnLst/>
              <a:rect l="l" t="t" r="r" b="b"/>
              <a:pathLst>
                <a:path w="2443" h="2291" extrusionOk="0">
                  <a:moveTo>
                    <a:pt x="1201" y="1"/>
                  </a:moveTo>
                  <a:cubicBezTo>
                    <a:pt x="1176" y="1"/>
                    <a:pt x="1149" y="9"/>
                    <a:pt x="1124" y="26"/>
                  </a:cubicBezTo>
                  <a:lnTo>
                    <a:pt x="80" y="636"/>
                  </a:lnTo>
                  <a:cubicBezTo>
                    <a:pt x="31" y="667"/>
                    <a:pt x="1" y="764"/>
                    <a:pt x="31" y="844"/>
                  </a:cubicBezTo>
                  <a:lnTo>
                    <a:pt x="715" y="1961"/>
                  </a:lnTo>
                  <a:lnTo>
                    <a:pt x="1405" y="2290"/>
                  </a:lnTo>
                  <a:lnTo>
                    <a:pt x="2088" y="2290"/>
                  </a:lnTo>
                  <a:lnTo>
                    <a:pt x="2442" y="1961"/>
                  </a:lnTo>
                  <a:lnTo>
                    <a:pt x="1325" y="81"/>
                  </a:lnTo>
                  <a:cubicBezTo>
                    <a:pt x="1294" y="29"/>
                    <a:pt x="1249" y="1"/>
                    <a:pt x="120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4" name="Google Shape;5614;p66"/>
            <p:cNvSpPr/>
            <p:nvPr/>
          </p:nvSpPr>
          <p:spPr>
            <a:xfrm>
              <a:off x="2635175" y="1585050"/>
              <a:ext cx="64875" cy="36950"/>
            </a:xfrm>
            <a:custGeom>
              <a:avLst/>
              <a:gdLst/>
              <a:ahLst/>
              <a:cxnLst/>
              <a:rect l="l" t="t" r="r" b="b"/>
              <a:pathLst>
                <a:path w="2595" h="1478" extrusionOk="0">
                  <a:moveTo>
                    <a:pt x="989" y="0"/>
                  </a:moveTo>
                  <a:lnTo>
                    <a:pt x="507" y="281"/>
                  </a:lnTo>
                  <a:lnTo>
                    <a:pt x="0" y="1123"/>
                  </a:lnTo>
                  <a:lnTo>
                    <a:pt x="129" y="1477"/>
                  </a:lnTo>
                  <a:lnTo>
                    <a:pt x="2442" y="1477"/>
                  </a:lnTo>
                  <a:cubicBezTo>
                    <a:pt x="2515" y="1477"/>
                    <a:pt x="2594" y="1429"/>
                    <a:pt x="2594" y="1349"/>
                  </a:cubicBezTo>
                  <a:lnTo>
                    <a:pt x="2594" y="153"/>
                  </a:lnTo>
                  <a:cubicBezTo>
                    <a:pt x="2594" y="80"/>
                    <a:pt x="2515" y="0"/>
                    <a:pt x="244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5" name="Google Shape;5615;p66"/>
            <p:cNvSpPr/>
            <p:nvPr/>
          </p:nvSpPr>
          <p:spPr>
            <a:xfrm>
              <a:off x="2647825" y="1454125"/>
              <a:ext cx="51000" cy="70150"/>
            </a:xfrm>
            <a:custGeom>
              <a:avLst/>
              <a:gdLst/>
              <a:ahLst/>
              <a:cxnLst/>
              <a:rect l="l" t="t" r="r" b="b"/>
              <a:pathLst>
                <a:path w="2040" h="2806" extrusionOk="0">
                  <a:moveTo>
                    <a:pt x="1197" y="1"/>
                  </a:moveTo>
                  <a:lnTo>
                    <a:pt x="56" y="2009"/>
                  </a:lnTo>
                  <a:cubicBezTo>
                    <a:pt x="1" y="2058"/>
                    <a:pt x="25" y="2161"/>
                    <a:pt x="105" y="2186"/>
                  </a:cubicBezTo>
                  <a:lnTo>
                    <a:pt x="1148" y="2796"/>
                  </a:lnTo>
                  <a:cubicBezTo>
                    <a:pt x="1161" y="2803"/>
                    <a:pt x="1178" y="2806"/>
                    <a:pt x="1197" y="2806"/>
                  </a:cubicBezTo>
                  <a:cubicBezTo>
                    <a:pt x="1249" y="2806"/>
                    <a:pt x="1314" y="2783"/>
                    <a:pt x="1350" y="2747"/>
                  </a:cubicBezTo>
                  <a:lnTo>
                    <a:pt x="2039" y="1502"/>
                  </a:lnTo>
                  <a:lnTo>
                    <a:pt x="2039" y="1118"/>
                  </a:lnTo>
                  <a:lnTo>
                    <a:pt x="1502" y="202"/>
                  </a:lnTo>
                  <a:lnTo>
                    <a:pt x="119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6" name="Google Shape;5616;p66"/>
            <p:cNvSpPr/>
            <p:nvPr/>
          </p:nvSpPr>
          <p:spPr>
            <a:xfrm>
              <a:off x="2761675" y="1569175"/>
              <a:ext cx="52800" cy="23525"/>
            </a:xfrm>
            <a:custGeom>
              <a:avLst/>
              <a:gdLst/>
              <a:ahLst/>
              <a:cxnLst/>
              <a:rect l="l" t="t" r="r" b="b"/>
              <a:pathLst>
                <a:path w="2112" h="941" extrusionOk="0">
                  <a:moveTo>
                    <a:pt x="0" y="1"/>
                  </a:moveTo>
                  <a:lnTo>
                    <a:pt x="385" y="635"/>
                  </a:lnTo>
                  <a:lnTo>
                    <a:pt x="1196" y="941"/>
                  </a:lnTo>
                  <a:lnTo>
                    <a:pt x="2112" y="635"/>
                  </a:lnTo>
                  <a:lnTo>
                    <a:pt x="172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7" name="Google Shape;5617;p66"/>
            <p:cNvSpPr/>
            <p:nvPr/>
          </p:nvSpPr>
          <p:spPr>
            <a:xfrm>
              <a:off x="2622500" y="1585050"/>
              <a:ext cx="37425" cy="36950"/>
            </a:xfrm>
            <a:custGeom>
              <a:avLst/>
              <a:gdLst/>
              <a:ahLst/>
              <a:cxnLst/>
              <a:rect l="l" t="t" r="r" b="b"/>
              <a:pathLst>
                <a:path w="1497" h="1478" extrusionOk="0">
                  <a:moveTo>
                    <a:pt x="861" y="0"/>
                  </a:moveTo>
                  <a:lnTo>
                    <a:pt x="98" y="763"/>
                  </a:lnTo>
                  <a:lnTo>
                    <a:pt x="1" y="1477"/>
                  </a:lnTo>
                  <a:lnTo>
                    <a:pt x="636" y="1477"/>
                  </a:lnTo>
                  <a:lnTo>
                    <a:pt x="149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8" name="Google Shape;5618;p66"/>
            <p:cNvSpPr/>
            <p:nvPr/>
          </p:nvSpPr>
          <p:spPr>
            <a:xfrm>
              <a:off x="2601450" y="1533475"/>
              <a:ext cx="62000" cy="88525"/>
            </a:xfrm>
            <a:custGeom>
              <a:avLst/>
              <a:gdLst/>
              <a:ahLst/>
              <a:cxnLst/>
              <a:rect l="l" t="t" r="r" b="b"/>
              <a:pathLst>
                <a:path w="2480" h="3541" extrusionOk="0">
                  <a:moveTo>
                    <a:pt x="2000" y="0"/>
                  </a:moveTo>
                  <a:cubicBezTo>
                    <a:pt x="1987" y="0"/>
                    <a:pt x="1973" y="2"/>
                    <a:pt x="1960" y="7"/>
                  </a:cubicBezTo>
                  <a:lnTo>
                    <a:pt x="995" y="184"/>
                  </a:lnTo>
                  <a:cubicBezTo>
                    <a:pt x="867" y="208"/>
                    <a:pt x="812" y="385"/>
                    <a:pt x="940" y="464"/>
                  </a:cubicBezTo>
                  <a:lnTo>
                    <a:pt x="25" y="1990"/>
                  </a:lnTo>
                  <a:cubicBezTo>
                    <a:pt x="1" y="2039"/>
                    <a:pt x="1" y="2088"/>
                    <a:pt x="25" y="2143"/>
                  </a:cubicBezTo>
                  <a:lnTo>
                    <a:pt x="843" y="3540"/>
                  </a:lnTo>
                  <a:lnTo>
                    <a:pt x="2240" y="1203"/>
                  </a:lnTo>
                  <a:cubicBezTo>
                    <a:pt x="2263" y="1220"/>
                    <a:pt x="2288" y="1227"/>
                    <a:pt x="2314" y="1227"/>
                  </a:cubicBezTo>
                  <a:cubicBezTo>
                    <a:pt x="2398" y="1227"/>
                    <a:pt x="2479" y="1144"/>
                    <a:pt x="2442" y="1050"/>
                  </a:cubicBezTo>
                  <a:lnTo>
                    <a:pt x="2137" y="80"/>
                  </a:lnTo>
                  <a:cubicBezTo>
                    <a:pt x="2117" y="40"/>
                    <a:pt x="2060" y="0"/>
                    <a:pt x="200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9" name="Google Shape;5619;p66"/>
            <p:cNvSpPr/>
            <p:nvPr/>
          </p:nvSpPr>
          <p:spPr>
            <a:xfrm>
              <a:off x="2677750" y="1440100"/>
              <a:ext cx="29325" cy="51600"/>
            </a:xfrm>
            <a:custGeom>
              <a:avLst/>
              <a:gdLst/>
              <a:ahLst/>
              <a:cxnLst/>
              <a:rect l="l" t="t" r="r" b="b"/>
              <a:pathLst>
                <a:path w="1173" h="2064" extrusionOk="0">
                  <a:moveTo>
                    <a:pt x="305" y="0"/>
                  </a:moveTo>
                  <a:lnTo>
                    <a:pt x="0" y="562"/>
                  </a:lnTo>
                  <a:lnTo>
                    <a:pt x="842" y="2063"/>
                  </a:lnTo>
                  <a:lnTo>
                    <a:pt x="1172" y="1502"/>
                  </a:lnTo>
                  <a:lnTo>
                    <a:pt x="1068" y="818"/>
                  </a:lnTo>
                  <a:lnTo>
                    <a:pt x="30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0" name="Google Shape;5620;p66"/>
            <p:cNvSpPr/>
            <p:nvPr/>
          </p:nvSpPr>
          <p:spPr>
            <a:xfrm>
              <a:off x="2850625" y="1446500"/>
              <a:ext cx="16050" cy="61050"/>
            </a:xfrm>
            <a:custGeom>
              <a:avLst/>
              <a:gdLst/>
              <a:ahLst/>
              <a:cxnLst/>
              <a:rect l="l" t="t" r="r" b="b"/>
              <a:pathLst>
                <a:path w="642" h="2442" extrusionOk="0">
                  <a:moveTo>
                    <a:pt x="0" y="1"/>
                  </a:moveTo>
                  <a:lnTo>
                    <a:pt x="0" y="2442"/>
                  </a:lnTo>
                  <a:lnTo>
                    <a:pt x="641" y="2289"/>
                  </a:lnTo>
                  <a:lnTo>
                    <a:pt x="641" y="635"/>
                  </a:lnTo>
                  <a:cubicBezTo>
                    <a:pt x="641" y="281"/>
                    <a:pt x="360" y="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1" name="Google Shape;5621;p66"/>
            <p:cNvSpPr/>
            <p:nvPr/>
          </p:nvSpPr>
          <p:spPr>
            <a:xfrm>
              <a:off x="2548650" y="1446500"/>
              <a:ext cx="15900" cy="61050"/>
            </a:xfrm>
            <a:custGeom>
              <a:avLst/>
              <a:gdLst/>
              <a:ahLst/>
              <a:cxnLst/>
              <a:rect l="l" t="t" r="r" b="b"/>
              <a:pathLst>
                <a:path w="636" h="2442" extrusionOk="0">
                  <a:moveTo>
                    <a:pt x="636" y="1"/>
                  </a:moveTo>
                  <a:cubicBezTo>
                    <a:pt x="282" y="1"/>
                    <a:pt x="1" y="281"/>
                    <a:pt x="1" y="635"/>
                  </a:cubicBezTo>
                  <a:lnTo>
                    <a:pt x="1" y="2289"/>
                  </a:lnTo>
                  <a:lnTo>
                    <a:pt x="636" y="2442"/>
                  </a:lnTo>
                  <a:lnTo>
                    <a:pt x="63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2" name="Google Shape;5622;p66"/>
            <p:cNvSpPr/>
            <p:nvPr/>
          </p:nvSpPr>
          <p:spPr>
            <a:xfrm>
              <a:off x="2644625" y="1301550"/>
              <a:ext cx="125925" cy="50825"/>
            </a:xfrm>
            <a:custGeom>
              <a:avLst/>
              <a:gdLst/>
              <a:ahLst/>
              <a:cxnLst/>
              <a:rect l="l" t="t" r="r" b="b"/>
              <a:pathLst>
                <a:path w="5037" h="2033" extrusionOk="0">
                  <a:moveTo>
                    <a:pt x="1" y="1"/>
                  </a:moveTo>
                  <a:cubicBezTo>
                    <a:pt x="1" y="1"/>
                    <a:pt x="1" y="2033"/>
                    <a:pt x="2521" y="2033"/>
                  </a:cubicBezTo>
                  <a:cubicBezTo>
                    <a:pt x="5036" y="2033"/>
                    <a:pt x="5036" y="1"/>
                    <a:pt x="50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3" name="Google Shape;5623;p66"/>
            <p:cNvSpPr/>
            <p:nvPr/>
          </p:nvSpPr>
          <p:spPr>
            <a:xfrm>
              <a:off x="2641575" y="1301550"/>
              <a:ext cx="132175" cy="59075"/>
            </a:xfrm>
            <a:custGeom>
              <a:avLst/>
              <a:gdLst/>
              <a:ahLst/>
              <a:cxnLst/>
              <a:rect l="l" t="t" r="r" b="b"/>
              <a:pathLst>
                <a:path w="5287" h="2363" extrusionOk="0">
                  <a:moveTo>
                    <a:pt x="1" y="1"/>
                  </a:moveTo>
                  <a:cubicBezTo>
                    <a:pt x="1" y="1"/>
                    <a:pt x="153" y="2363"/>
                    <a:pt x="2643" y="2363"/>
                  </a:cubicBezTo>
                  <a:cubicBezTo>
                    <a:pt x="5134" y="2363"/>
                    <a:pt x="5286" y="1"/>
                    <a:pt x="5286" y="1"/>
                  </a:cubicBezTo>
                  <a:lnTo>
                    <a:pt x="5158" y="1"/>
                  </a:lnTo>
                  <a:cubicBezTo>
                    <a:pt x="4908" y="715"/>
                    <a:pt x="4273" y="1728"/>
                    <a:pt x="2643" y="1728"/>
                  </a:cubicBezTo>
                  <a:cubicBezTo>
                    <a:pt x="1014" y="1728"/>
                    <a:pt x="379" y="715"/>
                    <a:pt x="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4" name="Google Shape;5624;p66"/>
            <p:cNvSpPr/>
            <p:nvPr/>
          </p:nvSpPr>
          <p:spPr>
            <a:xfrm>
              <a:off x="2685375" y="1440100"/>
              <a:ext cx="72825" cy="71425"/>
            </a:xfrm>
            <a:custGeom>
              <a:avLst/>
              <a:gdLst/>
              <a:ahLst/>
              <a:cxnLst/>
              <a:rect l="l" t="t" r="r" b="b"/>
              <a:pathLst>
                <a:path w="2913" h="2857" extrusionOk="0">
                  <a:moveTo>
                    <a:pt x="0" y="0"/>
                  </a:moveTo>
                  <a:lnTo>
                    <a:pt x="1374" y="2368"/>
                  </a:lnTo>
                  <a:cubicBezTo>
                    <a:pt x="1245" y="2442"/>
                    <a:pt x="1270" y="2619"/>
                    <a:pt x="1398" y="2649"/>
                  </a:cubicBezTo>
                  <a:lnTo>
                    <a:pt x="2393" y="2851"/>
                  </a:lnTo>
                  <a:cubicBezTo>
                    <a:pt x="2406" y="2855"/>
                    <a:pt x="2418" y="2857"/>
                    <a:pt x="2430" y="2857"/>
                  </a:cubicBezTo>
                  <a:cubicBezTo>
                    <a:pt x="2484" y="2857"/>
                    <a:pt x="2525" y="2812"/>
                    <a:pt x="2545" y="2747"/>
                  </a:cubicBezTo>
                  <a:lnTo>
                    <a:pt x="2875" y="1807"/>
                  </a:lnTo>
                  <a:cubicBezTo>
                    <a:pt x="2912" y="1709"/>
                    <a:pt x="2832" y="1629"/>
                    <a:pt x="2749" y="1629"/>
                  </a:cubicBezTo>
                  <a:cubicBezTo>
                    <a:pt x="2723" y="1629"/>
                    <a:pt x="2697" y="1637"/>
                    <a:pt x="2674" y="1654"/>
                  </a:cubicBezTo>
                  <a:lnTo>
                    <a:pt x="1783" y="80"/>
                  </a:lnTo>
                  <a:cubicBezTo>
                    <a:pt x="1758" y="55"/>
                    <a:pt x="1703" y="25"/>
                    <a:pt x="1654" y="25"/>
                  </a:cubicBez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5" name="Google Shape;5625;p66"/>
            <p:cNvSpPr/>
            <p:nvPr/>
          </p:nvSpPr>
          <p:spPr>
            <a:xfrm>
              <a:off x="2721675" y="1581650"/>
              <a:ext cx="92800" cy="44225"/>
            </a:xfrm>
            <a:custGeom>
              <a:avLst/>
              <a:gdLst/>
              <a:ahLst/>
              <a:cxnLst/>
              <a:rect l="l" t="t" r="r" b="b"/>
              <a:pathLst>
                <a:path w="3712" h="1769" extrusionOk="0">
                  <a:moveTo>
                    <a:pt x="820" y="0"/>
                  </a:moveTo>
                  <a:cubicBezTo>
                    <a:pt x="783" y="0"/>
                    <a:pt x="743" y="13"/>
                    <a:pt x="709" y="39"/>
                  </a:cubicBezTo>
                  <a:lnTo>
                    <a:pt x="50" y="802"/>
                  </a:lnTo>
                  <a:cubicBezTo>
                    <a:pt x="1" y="851"/>
                    <a:pt x="1" y="924"/>
                    <a:pt x="50" y="979"/>
                  </a:cubicBezTo>
                  <a:lnTo>
                    <a:pt x="709" y="1717"/>
                  </a:lnTo>
                  <a:cubicBezTo>
                    <a:pt x="747" y="1753"/>
                    <a:pt x="791" y="1769"/>
                    <a:pt x="832" y="1769"/>
                  </a:cubicBezTo>
                  <a:cubicBezTo>
                    <a:pt x="903" y="1769"/>
                    <a:pt x="965" y="1719"/>
                    <a:pt x="965" y="1638"/>
                  </a:cubicBezTo>
                  <a:lnTo>
                    <a:pt x="2772" y="1638"/>
                  </a:lnTo>
                  <a:cubicBezTo>
                    <a:pt x="2821" y="1638"/>
                    <a:pt x="2870" y="1613"/>
                    <a:pt x="2900" y="1565"/>
                  </a:cubicBezTo>
                  <a:lnTo>
                    <a:pt x="3712" y="136"/>
                  </a:lnTo>
                  <a:lnTo>
                    <a:pt x="965" y="136"/>
                  </a:lnTo>
                  <a:cubicBezTo>
                    <a:pt x="965" y="51"/>
                    <a:pt x="897" y="0"/>
                    <a:pt x="82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26" name="Google Shape;5626;p66"/>
          <p:cNvGrpSpPr/>
          <p:nvPr/>
        </p:nvGrpSpPr>
        <p:grpSpPr>
          <a:xfrm>
            <a:off x="1693441" y="885161"/>
            <a:ext cx="437500" cy="437475"/>
            <a:chOff x="1743775" y="1301550"/>
            <a:chExt cx="437500" cy="437475"/>
          </a:xfrm>
        </p:grpSpPr>
        <p:sp>
          <p:nvSpPr>
            <p:cNvPr id="5627" name="Google Shape;5627;p66"/>
            <p:cNvSpPr/>
            <p:nvPr/>
          </p:nvSpPr>
          <p:spPr>
            <a:xfrm>
              <a:off x="1939700" y="1595275"/>
              <a:ext cx="45800" cy="124675"/>
            </a:xfrm>
            <a:custGeom>
              <a:avLst/>
              <a:gdLst/>
              <a:ahLst/>
              <a:cxnLst/>
              <a:rect l="l" t="t" r="r" b="b"/>
              <a:pathLst>
                <a:path w="1832" h="4987" extrusionOk="0">
                  <a:moveTo>
                    <a:pt x="306" y="0"/>
                  </a:moveTo>
                  <a:lnTo>
                    <a:pt x="1" y="330"/>
                  </a:lnTo>
                  <a:lnTo>
                    <a:pt x="1" y="4987"/>
                  </a:lnTo>
                  <a:lnTo>
                    <a:pt x="1832" y="4987"/>
                  </a:lnTo>
                  <a:lnTo>
                    <a:pt x="1832" y="330"/>
                  </a:lnTo>
                  <a:lnTo>
                    <a:pt x="152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8" name="Google Shape;5628;p66"/>
            <p:cNvSpPr/>
            <p:nvPr/>
          </p:nvSpPr>
          <p:spPr>
            <a:xfrm>
              <a:off x="1939700" y="1580025"/>
              <a:ext cx="45800" cy="23500"/>
            </a:xfrm>
            <a:custGeom>
              <a:avLst/>
              <a:gdLst/>
              <a:ahLst/>
              <a:cxnLst/>
              <a:rect l="l" t="t" r="r" b="b"/>
              <a:pathLst>
                <a:path w="1832" h="940" extrusionOk="0">
                  <a:moveTo>
                    <a:pt x="1" y="0"/>
                  </a:moveTo>
                  <a:lnTo>
                    <a:pt x="1" y="940"/>
                  </a:lnTo>
                  <a:lnTo>
                    <a:pt x="1832" y="940"/>
                  </a:lnTo>
                  <a:lnTo>
                    <a:pt x="183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9" name="Google Shape;5629;p66"/>
            <p:cNvSpPr/>
            <p:nvPr/>
          </p:nvSpPr>
          <p:spPr>
            <a:xfrm>
              <a:off x="1743775" y="1301550"/>
              <a:ext cx="437500" cy="244775"/>
            </a:xfrm>
            <a:custGeom>
              <a:avLst/>
              <a:gdLst/>
              <a:ahLst/>
              <a:cxnLst/>
              <a:rect l="l" t="t" r="r" b="b"/>
              <a:pathLst>
                <a:path w="17500" h="9791" extrusionOk="0">
                  <a:moveTo>
                    <a:pt x="2497" y="1"/>
                  </a:moveTo>
                  <a:cubicBezTo>
                    <a:pt x="2162" y="1"/>
                    <a:pt x="1856" y="257"/>
                    <a:pt x="1808" y="587"/>
                  </a:cubicBezTo>
                  <a:lnTo>
                    <a:pt x="1527" y="2057"/>
                  </a:lnTo>
                  <a:lnTo>
                    <a:pt x="1783" y="2314"/>
                  </a:lnTo>
                  <a:lnTo>
                    <a:pt x="1429" y="2594"/>
                  </a:lnTo>
                  <a:lnTo>
                    <a:pt x="1020" y="4627"/>
                  </a:lnTo>
                  <a:lnTo>
                    <a:pt x="1277" y="4908"/>
                  </a:lnTo>
                  <a:lnTo>
                    <a:pt x="916" y="5164"/>
                  </a:lnTo>
                  <a:lnTo>
                    <a:pt x="514" y="7221"/>
                  </a:lnTo>
                  <a:lnTo>
                    <a:pt x="764" y="7502"/>
                  </a:lnTo>
                  <a:lnTo>
                    <a:pt x="410" y="7733"/>
                  </a:lnTo>
                  <a:lnTo>
                    <a:pt x="1" y="9790"/>
                  </a:lnTo>
                  <a:lnTo>
                    <a:pt x="17499" y="9790"/>
                  </a:lnTo>
                  <a:lnTo>
                    <a:pt x="17090" y="7733"/>
                  </a:lnTo>
                  <a:lnTo>
                    <a:pt x="16736" y="7453"/>
                  </a:lnTo>
                  <a:lnTo>
                    <a:pt x="16993" y="7221"/>
                  </a:lnTo>
                  <a:lnTo>
                    <a:pt x="16584" y="5164"/>
                  </a:lnTo>
                  <a:lnTo>
                    <a:pt x="16230" y="4908"/>
                  </a:lnTo>
                  <a:lnTo>
                    <a:pt x="16480" y="4627"/>
                  </a:lnTo>
                  <a:lnTo>
                    <a:pt x="16101" y="2594"/>
                  </a:lnTo>
                  <a:lnTo>
                    <a:pt x="15717" y="2314"/>
                  </a:lnTo>
                  <a:lnTo>
                    <a:pt x="15998" y="2057"/>
                  </a:lnTo>
                  <a:lnTo>
                    <a:pt x="15693" y="587"/>
                  </a:lnTo>
                  <a:cubicBezTo>
                    <a:pt x="15644" y="257"/>
                    <a:pt x="15339" y="1"/>
                    <a:pt x="15009" y="1"/>
                  </a:cubicBezTo>
                  <a:lnTo>
                    <a:pt x="13099" y="1"/>
                  </a:lnTo>
                  <a:lnTo>
                    <a:pt x="12842" y="330"/>
                  </a:lnTo>
                  <a:lnTo>
                    <a:pt x="12568" y="1"/>
                  </a:lnTo>
                  <a:lnTo>
                    <a:pt x="10352" y="1"/>
                  </a:lnTo>
                  <a:lnTo>
                    <a:pt x="10096" y="330"/>
                  </a:lnTo>
                  <a:lnTo>
                    <a:pt x="9821" y="1"/>
                  </a:lnTo>
                  <a:lnTo>
                    <a:pt x="7685" y="1"/>
                  </a:lnTo>
                  <a:lnTo>
                    <a:pt x="7453" y="330"/>
                  </a:lnTo>
                  <a:lnTo>
                    <a:pt x="7148" y="1"/>
                  </a:lnTo>
                  <a:lnTo>
                    <a:pt x="4939" y="1"/>
                  </a:lnTo>
                  <a:lnTo>
                    <a:pt x="4682" y="330"/>
                  </a:lnTo>
                  <a:lnTo>
                    <a:pt x="440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0" name="Google Shape;5630;p66"/>
            <p:cNvSpPr/>
            <p:nvPr/>
          </p:nvSpPr>
          <p:spPr>
            <a:xfrm>
              <a:off x="1743775" y="1301550"/>
              <a:ext cx="437500" cy="275900"/>
            </a:xfrm>
            <a:custGeom>
              <a:avLst/>
              <a:gdLst/>
              <a:ahLst/>
              <a:cxnLst/>
              <a:rect l="l" t="t" r="r" b="b"/>
              <a:pathLst>
                <a:path w="17500" h="11036" extrusionOk="0">
                  <a:moveTo>
                    <a:pt x="7020" y="2594"/>
                  </a:moveTo>
                  <a:lnTo>
                    <a:pt x="6922" y="4627"/>
                  </a:lnTo>
                  <a:lnTo>
                    <a:pt x="4249" y="4627"/>
                  </a:lnTo>
                  <a:lnTo>
                    <a:pt x="4554" y="2594"/>
                  </a:lnTo>
                  <a:close/>
                  <a:moveTo>
                    <a:pt x="9943" y="2594"/>
                  </a:moveTo>
                  <a:lnTo>
                    <a:pt x="10071" y="4627"/>
                  </a:lnTo>
                  <a:lnTo>
                    <a:pt x="7453" y="4627"/>
                  </a:lnTo>
                  <a:lnTo>
                    <a:pt x="7557" y="2594"/>
                  </a:lnTo>
                  <a:close/>
                  <a:moveTo>
                    <a:pt x="12946" y="2594"/>
                  </a:moveTo>
                  <a:lnTo>
                    <a:pt x="13251" y="4627"/>
                  </a:lnTo>
                  <a:lnTo>
                    <a:pt x="10584" y="4627"/>
                  </a:lnTo>
                  <a:lnTo>
                    <a:pt x="10480" y="2594"/>
                  </a:lnTo>
                  <a:close/>
                  <a:moveTo>
                    <a:pt x="6892" y="5164"/>
                  </a:moveTo>
                  <a:lnTo>
                    <a:pt x="6770" y="7221"/>
                  </a:lnTo>
                  <a:lnTo>
                    <a:pt x="3870" y="7221"/>
                  </a:lnTo>
                  <a:lnTo>
                    <a:pt x="4176" y="5164"/>
                  </a:lnTo>
                  <a:close/>
                  <a:moveTo>
                    <a:pt x="10096" y="5164"/>
                  </a:moveTo>
                  <a:lnTo>
                    <a:pt x="10200" y="7221"/>
                  </a:lnTo>
                  <a:lnTo>
                    <a:pt x="7300" y="7221"/>
                  </a:lnTo>
                  <a:lnTo>
                    <a:pt x="7404" y="5164"/>
                  </a:lnTo>
                  <a:close/>
                  <a:moveTo>
                    <a:pt x="13331" y="5164"/>
                  </a:moveTo>
                  <a:lnTo>
                    <a:pt x="13636" y="7221"/>
                  </a:lnTo>
                  <a:lnTo>
                    <a:pt x="10737" y="7221"/>
                  </a:lnTo>
                  <a:lnTo>
                    <a:pt x="10633" y="5164"/>
                  </a:lnTo>
                  <a:close/>
                  <a:moveTo>
                    <a:pt x="6739" y="7733"/>
                  </a:moveTo>
                  <a:lnTo>
                    <a:pt x="6641" y="9790"/>
                  </a:lnTo>
                  <a:lnTo>
                    <a:pt x="3486" y="9790"/>
                  </a:lnTo>
                  <a:lnTo>
                    <a:pt x="3791" y="7733"/>
                  </a:lnTo>
                  <a:close/>
                  <a:moveTo>
                    <a:pt x="10224" y="7733"/>
                  </a:moveTo>
                  <a:lnTo>
                    <a:pt x="10328" y="9790"/>
                  </a:lnTo>
                  <a:lnTo>
                    <a:pt x="7172" y="9790"/>
                  </a:lnTo>
                  <a:lnTo>
                    <a:pt x="7276" y="7733"/>
                  </a:lnTo>
                  <a:close/>
                  <a:moveTo>
                    <a:pt x="13709" y="7733"/>
                  </a:moveTo>
                  <a:lnTo>
                    <a:pt x="14014" y="9790"/>
                  </a:lnTo>
                  <a:lnTo>
                    <a:pt x="10859" y="9790"/>
                  </a:lnTo>
                  <a:lnTo>
                    <a:pt x="10761" y="7733"/>
                  </a:lnTo>
                  <a:close/>
                  <a:moveTo>
                    <a:pt x="4401" y="1"/>
                  </a:moveTo>
                  <a:lnTo>
                    <a:pt x="4096" y="2057"/>
                  </a:lnTo>
                  <a:lnTo>
                    <a:pt x="1527" y="2057"/>
                  </a:lnTo>
                  <a:lnTo>
                    <a:pt x="1429" y="2594"/>
                  </a:lnTo>
                  <a:lnTo>
                    <a:pt x="4023" y="2594"/>
                  </a:lnTo>
                  <a:lnTo>
                    <a:pt x="3718" y="4627"/>
                  </a:lnTo>
                  <a:lnTo>
                    <a:pt x="1020" y="4627"/>
                  </a:lnTo>
                  <a:lnTo>
                    <a:pt x="916" y="5164"/>
                  </a:lnTo>
                  <a:lnTo>
                    <a:pt x="3639" y="5164"/>
                  </a:lnTo>
                  <a:lnTo>
                    <a:pt x="3333" y="7221"/>
                  </a:lnTo>
                  <a:lnTo>
                    <a:pt x="514" y="7221"/>
                  </a:lnTo>
                  <a:lnTo>
                    <a:pt x="410" y="7733"/>
                  </a:lnTo>
                  <a:lnTo>
                    <a:pt x="3260" y="7733"/>
                  </a:lnTo>
                  <a:lnTo>
                    <a:pt x="2955" y="9790"/>
                  </a:lnTo>
                  <a:lnTo>
                    <a:pt x="1" y="9790"/>
                  </a:lnTo>
                  <a:lnTo>
                    <a:pt x="1" y="10327"/>
                  </a:lnTo>
                  <a:cubicBezTo>
                    <a:pt x="1" y="10730"/>
                    <a:pt x="331" y="11035"/>
                    <a:pt x="715" y="11035"/>
                  </a:cubicBezTo>
                  <a:lnTo>
                    <a:pt x="16785" y="11035"/>
                  </a:lnTo>
                  <a:cubicBezTo>
                    <a:pt x="17170" y="11035"/>
                    <a:pt x="17499" y="10730"/>
                    <a:pt x="17499" y="10327"/>
                  </a:cubicBezTo>
                  <a:lnTo>
                    <a:pt x="17499" y="9790"/>
                  </a:lnTo>
                  <a:lnTo>
                    <a:pt x="14551" y="9790"/>
                  </a:lnTo>
                  <a:lnTo>
                    <a:pt x="14246" y="7733"/>
                  </a:lnTo>
                  <a:lnTo>
                    <a:pt x="17090" y="7733"/>
                  </a:lnTo>
                  <a:lnTo>
                    <a:pt x="16993" y="7221"/>
                  </a:lnTo>
                  <a:lnTo>
                    <a:pt x="14167" y="7221"/>
                  </a:lnTo>
                  <a:lnTo>
                    <a:pt x="13862" y="5164"/>
                  </a:lnTo>
                  <a:lnTo>
                    <a:pt x="16584" y="5164"/>
                  </a:lnTo>
                  <a:lnTo>
                    <a:pt x="16480" y="4627"/>
                  </a:lnTo>
                  <a:lnTo>
                    <a:pt x="13788" y="4627"/>
                  </a:lnTo>
                  <a:lnTo>
                    <a:pt x="13483" y="2594"/>
                  </a:lnTo>
                  <a:lnTo>
                    <a:pt x="16101" y="2594"/>
                  </a:lnTo>
                  <a:lnTo>
                    <a:pt x="15998" y="2057"/>
                  </a:lnTo>
                  <a:lnTo>
                    <a:pt x="13404" y="2057"/>
                  </a:lnTo>
                  <a:lnTo>
                    <a:pt x="13099" y="1"/>
                  </a:lnTo>
                  <a:lnTo>
                    <a:pt x="12568" y="1"/>
                  </a:lnTo>
                  <a:lnTo>
                    <a:pt x="12873" y="2057"/>
                  </a:lnTo>
                  <a:lnTo>
                    <a:pt x="10456" y="2057"/>
                  </a:lnTo>
                  <a:lnTo>
                    <a:pt x="10352" y="1"/>
                  </a:lnTo>
                  <a:lnTo>
                    <a:pt x="9821" y="1"/>
                  </a:lnTo>
                  <a:lnTo>
                    <a:pt x="9919" y="2057"/>
                  </a:lnTo>
                  <a:lnTo>
                    <a:pt x="7581" y="2057"/>
                  </a:lnTo>
                  <a:lnTo>
                    <a:pt x="7685" y="1"/>
                  </a:lnTo>
                  <a:lnTo>
                    <a:pt x="7148" y="1"/>
                  </a:lnTo>
                  <a:lnTo>
                    <a:pt x="7044" y="2057"/>
                  </a:lnTo>
                  <a:lnTo>
                    <a:pt x="4633" y="2057"/>
                  </a:lnTo>
                  <a:lnTo>
                    <a:pt x="493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1" name="Google Shape;5631;p66"/>
            <p:cNvSpPr/>
            <p:nvPr/>
          </p:nvSpPr>
          <p:spPr>
            <a:xfrm>
              <a:off x="1743775" y="1553925"/>
              <a:ext cx="437500" cy="33750"/>
            </a:xfrm>
            <a:custGeom>
              <a:avLst/>
              <a:gdLst/>
              <a:ahLst/>
              <a:cxnLst/>
              <a:rect l="l" t="t" r="r" b="b"/>
              <a:pathLst>
                <a:path w="17500" h="1350" extrusionOk="0">
                  <a:moveTo>
                    <a:pt x="1" y="0"/>
                  </a:moveTo>
                  <a:lnTo>
                    <a:pt x="1" y="635"/>
                  </a:lnTo>
                  <a:cubicBezTo>
                    <a:pt x="1" y="1020"/>
                    <a:pt x="331" y="1349"/>
                    <a:pt x="715" y="1349"/>
                  </a:cubicBezTo>
                  <a:lnTo>
                    <a:pt x="16785" y="1349"/>
                  </a:lnTo>
                  <a:cubicBezTo>
                    <a:pt x="17170" y="1349"/>
                    <a:pt x="17499" y="1020"/>
                    <a:pt x="17499" y="635"/>
                  </a:cubicBezTo>
                  <a:lnTo>
                    <a:pt x="17499" y="0"/>
                  </a:lnTo>
                  <a:cubicBezTo>
                    <a:pt x="17499" y="409"/>
                    <a:pt x="17170" y="714"/>
                    <a:pt x="16785" y="714"/>
                  </a:cubicBezTo>
                  <a:lnTo>
                    <a:pt x="715" y="714"/>
                  </a:lnTo>
                  <a:cubicBezTo>
                    <a:pt x="331" y="714"/>
                    <a:pt x="1" y="409"/>
                    <a:pt x="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2" name="Google Shape;5632;p66"/>
            <p:cNvSpPr/>
            <p:nvPr/>
          </p:nvSpPr>
          <p:spPr>
            <a:xfrm>
              <a:off x="1841125" y="1711550"/>
              <a:ext cx="243550" cy="19850"/>
            </a:xfrm>
            <a:custGeom>
              <a:avLst/>
              <a:gdLst/>
              <a:ahLst/>
              <a:cxnLst/>
              <a:rect l="l" t="t" r="r" b="b"/>
              <a:pathLst>
                <a:path w="9742" h="794" extrusionOk="0">
                  <a:moveTo>
                    <a:pt x="459" y="0"/>
                  </a:moveTo>
                  <a:cubicBezTo>
                    <a:pt x="251" y="0"/>
                    <a:pt x="99" y="128"/>
                    <a:pt x="1" y="281"/>
                  </a:cubicBezTo>
                  <a:cubicBezTo>
                    <a:pt x="1" y="281"/>
                    <a:pt x="1" y="793"/>
                    <a:pt x="459" y="793"/>
                  </a:cubicBezTo>
                  <a:lnTo>
                    <a:pt x="9253" y="793"/>
                  </a:lnTo>
                  <a:cubicBezTo>
                    <a:pt x="9742" y="793"/>
                    <a:pt x="9711" y="281"/>
                    <a:pt x="9711" y="281"/>
                  </a:cubicBezTo>
                  <a:cubicBezTo>
                    <a:pt x="9638" y="128"/>
                    <a:pt x="9461" y="0"/>
                    <a:pt x="925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3" name="Google Shape;5633;p66"/>
            <p:cNvSpPr/>
            <p:nvPr/>
          </p:nvSpPr>
          <p:spPr>
            <a:xfrm>
              <a:off x="1839150" y="1718550"/>
              <a:ext cx="246750" cy="20475"/>
            </a:xfrm>
            <a:custGeom>
              <a:avLst/>
              <a:gdLst/>
              <a:ahLst/>
              <a:cxnLst/>
              <a:rect l="l" t="t" r="r" b="b"/>
              <a:pathLst>
                <a:path w="9870" h="819" extrusionOk="0">
                  <a:moveTo>
                    <a:pt x="80" y="1"/>
                  </a:moveTo>
                  <a:cubicBezTo>
                    <a:pt x="25" y="80"/>
                    <a:pt x="1" y="178"/>
                    <a:pt x="1" y="282"/>
                  </a:cubicBezTo>
                  <a:cubicBezTo>
                    <a:pt x="1" y="562"/>
                    <a:pt x="257" y="819"/>
                    <a:pt x="538" y="819"/>
                  </a:cubicBezTo>
                  <a:lnTo>
                    <a:pt x="9332" y="819"/>
                  </a:lnTo>
                  <a:cubicBezTo>
                    <a:pt x="9638" y="819"/>
                    <a:pt x="9870" y="562"/>
                    <a:pt x="9870" y="282"/>
                  </a:cubicBezTo>
                  <a:cubicBezTo>
                    <a:pt x="9870" y="178"/>
                    <a:pt x="9845" y="80"/>
                    <a:pt x="9790" y="1"/>
                  </a:cubicBezTo>
                  <a:cubicBezTo>
                    <a:pt x="9717" y="153"/>
                    <a:pt x="9540" y="282"/>
                    <a:pt x="9332" y="282"/>
                  </a:cubicBezTo>
                  <a:lnTo>
                    <a:pt x="538" y="282"/>
                  </a:lnTo>
                  <a:cubicBezTo>
                    <a:pt x="330" y="282"/>
                    <a:pt x="178" y="153"/>
                    <a:pt x="8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68" name="Google Shape;5668;p66"/>
          <p:cNvGrpSpPr/>
          <p:nvPr/>
        </p:nvGrpSpPr>
        <p:grpSpPr>
          <a:xfrm>
            <a:off x="4760966" y="3558111"/>
            <a:ext cx="312200" cy="436775"/>
            <a:chOff x="4811300" y="5193700"/>
            <a:chExt cx="312200" cy="436775"/>
          </a:xfrm>
        </p:grpSpPr>
        <p:sp>
          <p:nvSpPr>
            <p:cNvPr id="5669" name="Google Shape;5669;p66"/>
            <p:cNvSpPr/>
            <p:nvPr/>
          </p:nvSpPr>
          <p:spPr>
            <a:xfrm>
              <a:off x="4812075" y="5331975"/>
              <a:ext cx="311425" cy="290875"/>
            </a:xfrm>
            <a:custGeom>
              <a:avLst/>
              <a:gdLst/>
              <a:ahLst/>
              <a:cxnLst/>
              <a:rect l="l" t="t" r="r" b="b"/>
              <a:pathLst>
                <a:path w="12457" h="11635" extrusionOk="0">
                  <a:moveTo>
                    <a:pt x="8590" y="1"/>
                  </a:moveTo>
                  <a:cubicBezTo>
                    <a:pt x="7096" y="1"/>
                    <a:pt x="1166" y="2046"/>
                    <a:pt x="1166" y="2046"/>
                  </a:cubicBezTo>
                  <a:cubicBezTo>
                    <a:pt x="482" y="2986"/>
                    <a:pt x="49" y="4158"/>
                    <a:pt x="0" y="5403"/>
                  </a:cubicBezTo>
                  <a:cubicBezTo>
                    <a:pt x="0" y="5403"/>
                    <a:pt x="0" y="11634"/>
                    <a:pt x="6225" y="11634"/>
                  </a:cubicBezTo>
                  <a:cubicBezTo>
                    <a:pt x="12457" y="11634"/>
                    <a:pt x="12457" y="5403"/>
                    <a:pt x="12457" y="5403"/>
                  </a:cubicBezTo>
                  <a:cubicBezTo>
                    <a:pt x="12329" y="3010"/>
                    <a:pt x="10882" y="1002"/>
                    <a:pt x="8850" y="38"/>
                  </a:cubicBezTo>
                  <a:cubicBezTo>
                    <a:pt x="8792" y="13"/>
                    <a:pt x="8704" y="1"/>
                    <a:pt x="859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0" name="Google Shape;5670;p66"/>
            <p:cNvSpPr/>
            <p:nvPr/>
          </p:nvSpPr>
          <p:spPr>
            <a:xfrm>
              <a:off x="4881950" y="5193700"/>
              <a:ext cx="85150" cy="67900"/>
            </a:xfrm>
            <a:custGeom>
              <a:avLst/>
              <a:gdLst/>
              <a:ahLst/>
              <a:cxnLst/>
              <a:rect l="l" t="t" r="r" b="b"/>
              <a:pathLst>
                <a:path w="3406" h="2716" extrusionOk="0">
                  <a:moveTo>
                    <a:pt x="482" y="0"/>
                  </a:moveTo>
                  <a:cubicBezTo>
                    <a:pt x="206" y="0"/>
                    <a:pt x="25" y="21"/>
                    <a:pt x="25" y="21"/>
                  </a:cubicBezTo>
                  <a:cubicBezTo>
                    <a:pt x="25" y="21"/>
                    <a:pt x="0" y="52"/>
                    <a:pt x="0" y="125"/>
                  </a:cubicBezTo>
                  <a:cubicBezTo>
                    <a:pt x="0" y="125"/>
                    <a:pt x="0" y="1803"/>
                    <a:pt x="1044" y="2438"/>
                  </a:cubicBezTo>
                  <a:cubicBezTo>
                    <a:pt x="1374" y="2647"/>
                    <a:pt x="1755" y="2716"/>
                    <a:pt x="2114" y="2716"/>
                  </a:cubicBezTo>
                  <a:cubicBezTo>
                    <a:pt x="2802" y="2716"/>
                    <a:pt x="3406" y="2462"/>
                    <a:pt x="3406" y="2462"/>
                  </a:cubicBezTo>
                  <a:cubicBezTo>
                    <a:pt x="3382" y="1931"/>
                    <a:pt x="3229" y="1169"/>
                    <a:pt x="2698" y="662"/>
                  </a:cubicBezTo>
                  <a:cubicBezTo>
                    <a:pt x="2058" y="92"/>
                    <a:pt x="1061" y="0"/>
                    <a:pt x="48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1" name="Google Shape;5671;p66"/>
            <p:cNvSpPr/>
            <p:nvPr/>
          </p:nvSpPr>
          <p:spPr>
            <a:xfrm>
              <a:off x="4967700" y="5193700"/>
              <a:ext cx="85925" cy="67900"/>
            </a:xfrm>
            <a:custGeom>
              <a:avLst/>
              <a:gdLst/>
              <a:ahLst/>
              <a:cxnLst/>
              <a:rect l="l" t="t" r="r" b="b"/>
              <a:pathLst>
                <a:path w="3437" h="2716" extrusionOk="0">
                  <a:moveTo>
                    <a:pt x="2948" y="0"/>
                  </a:moveTo>
                  <a:cubicBezTo>
                    <a:pt x="2363" y="0"/>
                    <a:pt x="1358" y="92"/>
                    <a:pt x="739" y="662"/>
                  </a:cubicBezTo>
                  <a:cubicBezTo>
                    <a:pt x="184" y="1169"/>
                    <a:pt x="31" y="1931"/>
                    <a:pt x="0" y="2462"/>
                  </a:cubicBezTo>
                  <a:cubicBezTo>
                    <a:pt x="0" y="2462"/>
                    <a:pt x="607" y="2716"/>
                    <a:pt x="1304" y="2716"/>
                  </a:cubicBezTo>
                  <a:cubicBezTo>
                    <a:pt x="1667" y="2716"/>
                    <a:pt x="2054" y="2647"/>
                    <a:pt x="2393" y="2438"/>
                  </a:cubicBezTo>
                  <a:cubicBezTo>
                    <a:pt x="3437" y="1803"/>
                    <a:pt x="3412" y="125"/>
                    <a:pt x="3412" y="125"/>
                  </a:cubicBezTo>
                  <a:lnTo>
                    <a:pt x="3412" y="21"/>
                  </a:lnTo>
                  <a:cubicBezTo>
                    <a:pt x="3412" y="21"/>
                    <a:pt x="3228" y="0"/>
                    <a:pt x="29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2" name="Google Shape;5672;p66"/>
            <p:cNvSpPr/>
            <p:nvPr/>
          </p:nvSpPr>
          <p:spPr>
            <a:xfrm>
              <a:off x="4879975" y="5196800"/>
              <a:ext cx="174875" cy="143775"/>
            </a:xfrm>
            <a:custGeom>
              <a:avLst/>
              <a:gdLst/>
              <a:ahLst/>
              <a:cxnLst/>
              <a:rect l="l" t="t" r="r" b="b"/>
              <a:pathLst>
                <a:path w="6995" h="5751" extrusionOk="0">
                  <a:moveTo>
                    <a:pt x="79" y="1"/>
                  </a:moveTo>
                  <a:lnTo>
                    <a:pt x="79" y="1"/>
                  </a:lnTo>
                  <a:cubicBezTo>
                    <a:pt x="55" y="355"/>
                    <a:pt x="0" y="1606"/>
                    <a:pt x="818" y="2314"/>
                  </a:cubicBezTo>
                  <a:cubicBezTo>
                    <a:pt x="1429" y="2888"/>
                    <a:pt x="2404" y="2985"/>
                    <a:pt x="2989" y="2985"/>
                  </a:cubicBezTo>
                  <a:cubicBezTo>
                    <a:pt x="3082" y="2985"/>
                    <a:pt x="3165" y="2983"/>
                    <a:pt x="3235" y="2979"/>
                  </a:cubicBezTo>
                  <a:lnTo>
                    <a:pt x="3235" y="5494"/>
                  </a:lnTo>
                  <a:cubicBezTo>
                    <a:pt x="3235" y="5646"/>
                    <a:pt x="3357" y="5750"/>
                    <a:pt x="3509" y="5750"/>
                  </a:cubicBezTo>
                  <a:cubicBezTo>
                    <a:pt x="3638" y="5750"/>
                    <a:pt x="3766" y="5646"/>
                    <a:pt x="3766" y="5494"/>
                  </a:cubicBezTo>
                  <a:lnTo>
                    <a:pt x="3766" y="2979"/>
                  </a:lnTo>
                  <a:cubicBezTo>
                    <a:pt x="3835" y="2983"/>
                    <a:pt x="3917" y="2985"/>
                    <a:pt x="4009" y="2985"/>
                  </a:cubicBezTo>
                  <a:cubicBezTo>
                    <a:pt x="4591" y="2985"/>
                    <a:pt x="5570" y="2888"/>
                    <a:pt x="6207" y="2314"/>
                  </a:cubicBezTo>
                  <a:cubicBezTo>
                    <a:pt x="6994" y="1606"/>
                    <a:pt x="6946" y="355"/>
                    <a:pt x="6921" y="1"/>
                  </a:cubicBezTo>
                  <a:lnTo>
                    <a:pt x="6921" y="1"/>
                  </a:lnTo>
                  <a:cubicBezTo>
                    <a:pt x="6866" y="507"/>
                    <a:pt x="6714" y="1221"/>
                    <a:pt x="6207" y="1679"/>
                  </a:cubicBezTo>
                  <a:cubicBezTo>
                    <a:pt x="5577" y="2243"/>
                    <a:pt x="4581" y="2337"/>
                    <a:pt x="3991" y="2337"/>
                  </a:cubicBezTo>
                  <a:cubicBezTo>
                    <a:pt x="3701" y="2337"/>
                    <a:pt x="3509" y="2314"/>
                    <a:pt x="3509" y="2314"/>
                  </a:cubicBezTo>
                  <a:cubicBezTo>
                    <a:pt x="3501" y="2314"/>
                    <a:pt x="3305" y="2337"/>
                    <a:pt x="3013" y="2337"/>
                  </a:cubicBezTo>
                  <a:cubicBezTo>
                    <a:pt x="2420" y="2337"/>
                    <a:pt x="1431" y="2243"/>
                    <a:pt x="818" y="1679"/>
                  </a:cubicBezTo>
                  <a:cubicBezTo>
                    <a:pt x="281" y="1221"/>
                    <a:pt x="128" y="507"/>
                    <a:pt x="7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3" name="Google Shape;5673;p66"/>
            <p:cNvSpPr/>
            <p:nvPr/>
          </p:nvSpPr>
          <p:spPr>
            <a:xfrm>
              <a:off x="4841200" y="5318875"/>
              <a:ext cx="200375" cy="193125"/>
            </a:xfrm>
            <a:custGeom>
              <a:avLst/>
              <a:gdLst/>
              <a:ahLst/>
              <a:cxnLst/>
              <a:rect l="l" t="t" r="r" b="b"/>
              <a:pathLst>
                <a:path w="8015" h="7725" extrusionOk="0">
                  <a:moveTo>
                    <a:pt x="5060" y="0"/>
                  </a:moveTo>
                  <a:cubicBezTo>
                    <a:pt x="2979" y="0"/>
                    <a:pt x="1148" y="1020"/>
                    <a:pt x="1" y="2570"/>
                  </a:cubicBezTo>
                  <a:cubicBezTo>
                    <a:pt x="233" y="3077"/>
                    <a:pt x="538" y="3589"/>
                    <a:pt x="941" y="4016"/>
                  </a:cubicBezTo>
                  <a:cubicBezTo>
                    <a:pt x="1832" y="4907"/>
                    <a:pt x="1606" y="6915"/>
                    <a:pt x="1887" y="7349"/>
                  </a:cubicBezTo>
                  <a:cubicBezTo>
                    <a:pt x="2055" y="7607"/>
                    <a:pt x="2292" y="7725"/>
                    <a:pt x="2536" y="7725"/>
                  </a:cubicBezTo>
                  <a:cubicBezTo>
                    <a:pt x="2989" y="7725"/>
                    <a:pt x="3466" y="7316"/>
                    <a:pt x="3565" y="6641"/>
                  </a:cubicBezTo>
                  <a:cubicBezTo>
                    <a:pt x="3742" y="5597"/>
                    <a:pt x="4529" y="5188"/>
                    <a:pt x="5268" y="4224"/>
                  </a:cubicBezTo>
                  <a:cubicBezTo>
                    <a:pt x="5976" y="3253"/>
                    <a:pt x="4554" y="2723"/>
                    <a:pt x="5060" y="2442"/>
                  </a:cubicBezTo>
                  <a:cubicBezTo>
                    <a:pt x="5105" y="2417"/>
                    <a:pt x="5160" y="2406"/>
                    <a:pt x="5222" y="2406"/>
                  </a:cubicBezTo>
                  <a:cubicBezTo>
                    <a:pt x="5749" y="2406"/>
                    <a:pt x="6845" y="3186"/>
                    <a:pt x="7396" y="3186"/>
                  </a:cubicBezTo>
                  <a:cubicBezTo>
                    <a:pt x="7529" y="3186"/>
                    <a:pt x="7631" y="3140"/>
                    <a:pt x="7685" y="3028"/>
                  </a:cubicBezTo>
                  <a:cubicBezTo>
                    <a:pt x="8014" y="2240"/>
                    <a:pt x="5549" y="1630"/>
                    <a:pt x="5573" y="1197"/>
                  </a:cubicBezTo>
                  <a:cubicBezTo>
                    <a:pt x="5598" y="739"/>
                    <a:pt x="7630" y="562"/>
                    <a:pt x="7685" y="562"/>
                  </a:cubicBezTo>
                  <a:cubicBezTo>
                    <a:pt x="6867" y="202"/>
                    <a:pt x="5976" y="0"/>
                    <a:pt x="506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4" name="Google Shape;5674;p66"/>
            <p:cNvSpPr/>
            <p:nvPr/>
          </p:nvSpPr>
          <p:spPr>
            <a:xfrm>
              <a:off x="4811300" y="5467025"/>
              <a:ext cx="50375" cy="115075"/>
            </a:xfrm>
            <a:custGeom>
              <a:avLst/>
              <a:gdLst/>
              <a:ahLst/>
              <a:cxnLst/>
              <a:rect l="l" t="t" r="r" b="b"/>
              <a:pathLst>
                <a:path w="2015" h="4603" extrusionOk="0">
                  <a:moveTo>
                    <a:pt x="31" y="1"/>
                  </a:moveTo>
                  <a:cubicBezTo>
                    <a:pt x="1" y="104"/>
                    <a:pt x="1" y="202"/>
                    <a:pt x="1" y="306"/>
                  </a:cubicBezTo>
                  <a:cubicBezTo>
                    <a:pt x="1" y="1984"/>
                    <a:pt x="666" y="3486"/>
                    <a:pt x="1734" y="4603"/>
                  </a:cubicBezTo>
                  <a:lnTo>
                    <a:pt x="2015" y="4578"/>
                  </a:lnTo>
                  <a:lnTo>
                    <a:pt x="2015" y="4249"/>
                  </a:lnTo>
                  <a:cubicBezTo>
                    <a:pt x="843" y="3181"/>
                    <a:pt x="104" y="1679"/>
                    <a:pt x="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5" name="Google Shape;5675;p66"/>
            <p:cNvSpPr/>
            <p:nvPr/>
          </p:nvSpPr>
          <p:spPr>
            <a:xfrm>
              <a:off x="5118450" y="5467025"/>
              <a:ext cx="5050" cy="34350"/>
            </a:xfrm>
            <a:custGeom>
              <a:avLst/>
              <a:gdLst/>
              <a:ahLst/>
              <a:cxnLst/>
              <a:rect l="l" t="t" r="r" b="b"/>
              <a:pathLst>
                <a:path w="202" h="1374" extrusionOk="0">
                  <a:moveTo>
                    <a:pt x="202" y="1"/>
                  </a:moveTo>
                  <a:cubicBezTo>
                    <a:pt x="177" y="410"/>
                    <a:pt x="104" y="812"/>
                    <a:pt x="0" y="1221"/>
                  </a:cubicBezTo>
                  <a:lnTo>
                    <a:pt x="49" y="1374"/>
                  </a:lnTo>
                  <a:lnTo>
                    <a:pt x="129" y="1350"/>
                  </a:lnTo>
                  <a:cubicBezTo>
                    <a:pt x="177" y="1020"/>
                    <a:pt x="202" y="660"/>
                    <a:pt x="202" y="306"/>
                  </a:cubicBezTo>
                  <a:lnTo>
                    <a:pt x="2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6" name="Google Shape;5676;p66"/>
            <p:cNvSpPr/>
            <p:nvPr/>
          </p:nvSpPr>
          <p:spPr>
            <a:xfrm>
              <a:off x="4935950" y="5608175"/>
              <a:ext cx="93575" cy="22300"/>
            </a:xfrm>
            <a:custGeom>
              <a:avLst/>
              <a:gdLst/>
              <a:ahLst/>
              <a:cxnLst/>
              <a:rect l="l" t="t" r="r" b="b"/>
              <a:pathLst>
                <a:path w="3743" h="892" extrusionOk="0">
                  <a:moveTo>
                    <a:pt x="3053" y="0"/>
                  </a:moveTo>
                  <a:cubicBezTo>
                    <a:pt x="2467" y="177"/>
                    <a:pt x="1881" y="257"/>
                    <a:pt x="1270" y="257"/>
                  </a:cubicBezTo>
                  <a:cubicBezTo>
                    <a:pt x="965" y="257"/>
                    <a:pt x="660" y="257"/>
                    <a:pt x="355" y="202"/>
                  </a:cubicBezTo>
                  <a:lnTo>
                    <a:pt x="1" y="507"/>
                  </a:lnTo>
                  <a:lnTo>
                    <a:pt x="385" y="836"/>
                  </a:lnTo>
                  <a:cubicBezTo>
                    <a:pt x="691" y="891"/>
                    <a:pt x="965" y="891"/>
                    <a:pt x="1270" y="891"/>
                  </a:cubicBezTo>
                  <a:cubicBezTo>
                    <a:pt x="2137" y="891"/>
                    <a:pt x="2979" y="714"/>
                    <a:pt x="3712" y="409"/>
                  </a:cubicBezTo>
                  <a:lnTo>
                    <a:pt x="3742" y="49"/>
                  </a:lnTo>
                  <a:lnTo>
                    <a:pt x="30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7" name="Google Shape;5677;p66"/>
            <p:cNvSpPr/>
            <p:nvPr/>
          </p:nvSpPr>
          <p:spPr>
            <a:xfrm>
              <a:off x="4861650" y="5549225"/>
              <a:ext cx="83175" cy="69350"/>
            </a:xfrm>
            <a:custGeom>
              <a:avLst/>
              <a:gdLst/>
              <a:ahLst/>
              <a:cxnLst/>
              <a:rect l="l" t="t" r="r" b="b"/>
              <a:pathLst>
                <a:path w="3327" h="2774" extrusionOk="0">
                  <a:moveTo>
                    <a:pt x="1809" y="1"/>
                  </a:moveTo>
                  <a:cubicBezTo>
                    <a:pt x="1365" y="1"/>
                    <a:pt x="882" y="445"/>
                    <a:pt x="275" y="753"/>
                  </a:cubicBezTo>
                  <a:cubicBezTo>
                    <a:pt x="178" y="808"/>
                    <a:pt x="74" y="881"/>
                    <a:pt x="1" y="961"/>
                  </a:cubicBezTo>
                  <a:cubicBezTo>
                    <a:pt x="1" y="961"/>
                    <a:pt x="178" y="1516"/>
                    <a:pt x="275" y="1595"/>
                  </a:cubicBezTo>
                  <a:cubicBezTo>
                    <a:pt x="941" y="2126"/>
                    <a:pt x="1703" y="2511"/>
                    <a:pt x="2540" y="2767"/>
                  </a:cubicBezTo>
                  <a:cubicBezTo>
                    <a:pt x="2562" y="2771"/>
                    <a:pt x="2586" y="2773"/>
                    <a:pt x="2612" y="2773"/>
                  </a:cubicBezTo>
                  <a:cubicBezTo>
                    <a:pt x="2884" y="2773"/>
                    <a:pt x="3327" y="2560"/>
                    <a:pt x="3327" y="2560"/>
                  </a:cubicBezTo>
                  <a:cubicBezTo>
                    <a:pt x="3205" y="2254"/>
                    <a:pt x="2900" y="1974"/>
                    <a:pt x="2643" y="1797"/>
                  </a:cubicBezTo>
                  <a:cubicBezTo>
                    <a:pt x="2033" y="1363"/>
                    <a:pt x="2796" y="576"/>
                    <a:pt x="2210" y="143"/>
                  </a:cubicBezTo>
                  <a:cubicBezTo>
                    <a:pt x="2078" y="42"/>
                    <a:pt x="1945" y="1"/>
                    <a:pt x="180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8" name="Google Shape;5678;p66"/>
            <p:cNvSpPr/>
            <p:nvPr/>
          </p:nvSpPr>
          <p:spPr>
            <a:xfrm>
              <a:off x="4982800" y="5484850"/>
              <a:ext cx="135675" cy="124325"/>
            </a:xfrm>
            <a:custGeom>
              <a:avLst/>
              <a:gdLst/>
              <a:ahLst/>
              <a:cxnLst/>
              <a:rect l="l" t="t" r="r" b="b"/>
              <a:pathLst>
                <a:path w="5427" h="4973" extrusionOk="0">
                  <a:moveTo>
                    <a:pt x="4277" y="0"/>
                  </a:moveTo>
                  <a:cubicBezTo>
                    <a:pt x="4181" y="0"/>
                    <a:pt x="4080" y="8"/>
                    <a:pt x="3974" y="26"/>
                  </a:cubicBezTo>
                  <a:cubicBezTo>
                    <a:pt x="3052" y="200"/>
                    <a:pt x="2399" y="869"/>
                    <a:pt x="1876" y="869"/>
                  </a:cubicBezTo>
                  <a:cubicBezTo>
                    <a:pt x="1793" y="869"/>
                    <a:pt x="1713" y="852"/>
                    <a:pt x="1636" y="814"/>
                  </a:cubicBezTo>
                  <a:cubicBezTo>
                    <a:pt x="1447" y="731"/>
                    <a:pt x="1207" y="677"/>
                    <a:pt x="971" y="677"/>
                  </a:cubicBezTo>
                  <a:cubicBezTo>
                    <a:pt x="477" y="677"/>
                    <a:pt x="0" y="911"/>
                    <a:pt x="37" y="1601"/>
                  </a:cubicBezTo>
                  <a:cubicBezTo>
                    <a:pt x="110" y="2596"/>
                    <a:pt x="1636" y="2822"/>
                    <a:pt x="1130" y="3584"/>
                  </a:cubicBezTo>
                  <a:cubicBezTo>
                    <a:pt x="825" y="4042"/>
                    <a:pt x="898" y="4579"/>
                    <a:pt x="1179" y="4933"/>
                  </a:cubicBezTo>
                  <a:cubicBezTo>
                    <a:pt x="1179" y="4933"/>
                    <a:pt x="1451" y="4973"/>
                    <a:pt x="1726" y="4973"/>
                  </a:cubicBezTo>
                  <a:cubicBezTo>
                    <a:pt x="1896" y="4973"/>
                    <a:pt x="2066" y="4958"/>
                    <a:pt x="2173" y="4909"/>
                  </a:cubicBezTo>
                  <a:cubicBezTo>
                    <a:pt x="3595" y="4219"/>
                    <a:pt x="4712" y="2773"/>
                    <a:pt x="5323" y="1296"/>
                  </a:cubicBezTo>
                  <a:cubicBezTo>
                    <a:pt x="5426" y="1039"/>
                    <a:pt x="5426" y="508"/>
                    <a:pt x="5426" y="508"/>
                  </a:cubicBezTo>
                  <a:cubicBezTo>
                    <a:pt x="5274" y="309"/>
                    <a:pt x="4873" y="0"/>
                    <a:pt x="427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9" name="Google Shape;5679;p66"/>
            <p:cNvSpPr/>
            <p:nvPr/>
          </p:nvSpPr>
          <p:spPr>
            <a:xfrm>
              <a:off x="4854625" y="5573225"/>
              <a:ext cx="93425" cy="55875"/>
            </a:xfrm>
            <a:custGeom>
              <a:avLst/>
              <a:gdLst/>
              <a:ahLst/>
              <a:cxnLst/>
              <a:rect l="l" t="t" r="r" b="b"/>
              <a:pathLst>
                <a:path w="3737" h="2235" extrusionOk="0">
                  <a:moveTo>
                    <a:pt x="282" y="1"/>
                  </a:moveTo>
                  <a:cubicBezTo>
                    <a:pt x="178" y="98"/>
                    <a:pt x="74" y="226"/>
                    <a:pt x="1" y="355"/>
                  </a:cubicBezTo>
                  <a:cubicBezTo>
                    <a:pt x="941" y="1349"/>
                    <a:pt x="2210" y="2033"/>
                    <a:pt x="3638" y="2234"/>
                  </a:cubicBezTo>
                  <a:cubicBezTo>
                    <a:pt x="3736" y="2033"/>
                    <a:pt x="3712" y="1807"/>
                    <a:pt x="3608" y="1600"/>
                  </a:cubicBezTo>
                  <a:cubicBezTo>
                    <a:pt x="2338" y="1423"/>
                    <a:pt x="1197" y="837"/>
                    <a:pt x="28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0" name="Google Shape;5680;p66"/>
            <p:cNvSpPr/>
            <p:nvPr/>
          </p:nvSpPr>
          <p:spPr>
            <a:xfrm>
              <a:off x="5012250" y="5497550"/>
              <a:ext cx="109425" cy="120875"/>
            </a:xfrm>
            <a:custGeom>
              <a:avLst/>
              <a:gdLst/>
              <a:ahLst/>
              <a:cxnLst/>
              <a:rect l="l" t="t" r="r" b="b"/>
              <a:pathLst>
                <a:path w="4377" h="4835" extrusionOk="0">
                  <a:moveTo>
                    <a:pt x="4248" y="0"/>
                  </a:moveTo>
                  <a:cubicBezTo>
                    <a:pt x="3711" y="2112"/>
                    <a:pt x="2088" y="3815"/>
                    <a:pt x="1" y="4425"/>
                  </a:cubicBezTo>
                  <a:cubicBezTo>
                    <a:pt x="153" y="4651"/>
                    <a:pt x="409" y="4804"/>
                    <a:pt x="660" y="4834"/>
                  </a:cubicBezTo>
                  <a:cubicBezTo>
                    <a:pt x="2594" y="3992"/>
                    <a:pt x="4017" y="2240"/>
                    <a:pt x="4377" y="129"/>
                  </a:cubicBezTo>
                  <a:cubicBezTo>
                    <a:pt x="4352" y="129"/>
                    <a:pt x="4322" y="74"/>
                    <a:pt x="424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81" name="Google Shape;5681;p66"/>
          <p:cNvGrpSpPr/>
          <p:nvPr/>
        </p:nvGrpSpPr>
        <p:grpSpPr>
          <a:xfrm>
            <a:off x="949016" y="885161"/>
            <a:ext cx="436850" cy="437475"/>
            <a:chOff x="999350" y="1301550"/>
            <a:chExt cx="436850" cy="437475"/>
          </a:xfrm>
        </p:grpSpPr>
        <p:sp>
          <p:nvSpPr>
            <p:cNvPr id="5682" name="Google Shape;5682;p66"/>
            <p:cNvSpPr/>
            <p:nvPr/>
          </p:nvSpPr>
          <p:spPr>
            <a:xfrm>
              <a:off x="999350" y="1301550"/>
              <a:ext cx="436850" cy="106225"/>
            </a:xfrm>
            <a:custGeom>
              <a:avLst/>
              <a:gdLst/>
              <a:ahLst/>
              <a:cxnLst/>
              <a:rect l="l" t="t" r="r" b="b"/>
              <a:pathLst>
                <a:path w="17474" h="4249" extrusionOk="0">
                  <a:moveTo>
                    <a:pt x="2008" y="1"/>
                  </a:moveTo>
                  <a:cubicBezTo>
                    <a:pt x="1935" y="1"/>
                    <a:pt x="1880" y="49"/>
                    <a:pt x="1831" y="104"/>
                  </a:cubicBezTo>
                  <a:lnTo>
                    <a:pt x="0" y="3638"/>
                  </a:lnTo>
                  <a:lnTo>
                    <a:pt x="891" y="4248"/>
                  </a:lnTo>
                  <a:lnTo>
                    <a:pt x="16406" y="4248"/>
                  </a:lnTo>
                  <a:lnTo>
                    <a:pt x="17474" y="3638"/>
                  </a:lnTo>
                  <a:lnTo>
                    <a:pt x="15612" y="104"/>
                  </a:lnTo>
                  <a:cubicBezTo>
                    <a:pt x="15588" y="49"/>
                    <a:pt x="15515" y="1"/>
                    <a:pt x="15460" y="1"/>
                  </a:cubicBezTo>
                  <a:lnTo>
                    <a:pt x="9692" y="1"/>
                  </a:lnTo>
                  <a:lnTo>
                    <a:pt x="8722" y="635"/>
                  </a:lnTo>
                  <a:lnTo>
                    <a:pt x="778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3" name="Google Shape;5683;p66"/>
            <p:cNvSpPr/>
            <p:nvPr/>
          </p:nvSpPr>
          <p:spPr>
            <a:xfrm>
              <a:off x="999350" y="1392500"/>
              <a:ext cx="436850" cy="338900"/>
            </a:xfrm>
            <a:custGeom>
              <a:avLst/>
              <a:gdLst/>
              <a:ahLst/>
              <a:cxnLst/>
              <a:rect l="l" t="t" r="r" b="b"/>
              <a:pathLst>
                <a:path w="17474" h="13556" extrusionOk="0">
                  <a:moveTo>
                    <a:pt x="0" y="0"/>
                  </a:moveTo>
                  <a:lnTo>
                    <a:pt x="0" y="13220"/>
                  </a:lnTo>
                  <a:lnTo>
                    <a:pt x="610" y="13555"/>
                  </a:lnTo>
                  <a:lnTo>
                    <a:pt x="16863" y="13555"/>
                  </a:lnTo>
                  <a:lnTo>
                    <a:pt x="17474" y="13220"/>
                  </a:lnTo>
                  <a:lnTo>
                    <a:pt x="1747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4" name="Google Shape;5684;p66"/>
            <p:cNvSpPr/>
            <p:nvPr/>
          </p:nvSpPr>
          <p:spPr>
            <a:xfrm>
              <a:off x="999350" y="1722975"/>
              <a:ext cx="436850" cy="16050"/>
            </a:xfrm>
            <a:custGeom>
              <a:avLst/>
              <a:gdLst/>
              <a:ahLst/>
              <a:cxnLst/>
              <a:rect l="l" t="t" r="r" b="b"/>
              <a:pathLst>
                <a:path w="17474" h="642" extrusionOk="0">
                  <a:moveTo>
                    <a:pt x="0" y="1"/>
                  </a:moveTo>
                  <a:lnTo>
                    <a:pt x="0" y="459"/>
                  </a:lnTo>
                  <a:cubicBezTo>
                    <a:pt x="0" y="562"/>
                    <a:pt x="79" y="642"/>
                    <a:pt x="153" y="642"/>
                  </a:cubicBezTo>
                  <a:lnTo>
                    <a:pt x="17291" y="642"/>
                  </a:lnTo>
                  <a:cubicBezTo>
                    <a:pt x="17394" y="642"/>
                    <a:pt x="17474" y="562"/>
                    <a:pt x="17474" y="459"/>
                  </a:cubicBezTo>
                  <a:lnTo>
                    <a:pt x="1747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5" name="Google Shape;5685;p66"/>
            <p:cNvSpPr/>
            <p:nvPr/>
          </p:nvSpPr>
          <p:spPr>
            <a:xfrm>
              <a:off x="1253075" y="1582525"/>
              <a:ext cx="61075" cy="57325"/>
            </a:xfrm>
            <a:custGeom>
              <a:avLst/>
              <a:gdLst/>
              <a:ahLst/>
              <a:cxnLst/>
              <a:rect l="l" t="t" r="r" b="b"/>
              <a:pathLst>
                <a:path w="2443" h="2293" extrusionOk="0">
                  <a:moveTo>
                    <a:pt x="1202" y="0"/>
                  </a:moveTo>
                  <a:cubicBezTo>
                    <a:pt x="1173" y="0"/>
                    <a:pt x="1143" y="9"/>
                    <a:pt x="1118" y="28"/>
                  </a:cubicBezTo>
                  <a:lnTo>
                    <a:pt x="98" y="639"/>
                  </a:lnTo>
                  <a:cubicBezTo>
                    <a:pt x="25" y="663"/>
                    <a:pt x="1" y="767"/>
                    <a:pt x="50" y="816"/>
                  </a:cubicBezTo>
                  <a:lnTo>
                    <a:pt x="709" y="1957"/>
                  </a:lnTo>
                  <a:lnTo>
                    <a:pt x="1398" y="2293"/>
                  </a:lnTo>
                  <a:lnTo>
                    <a:pt x="1905" y="2293"/>
                  </a:lnTo>
                  <a:lnTo>
                    <a:pt x="2442" y="1957"/>
                  </a:lnTo>
                  <a:lnTo>
                    <a:pt x="1319" y="77"/>
                  </a:lnTo>
                  <a:cubicBezTo>
                    <a:pt x="1303" y="30"/>
                    <a:pt x="1254" y="0"/>
                    <a:pt x="120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6" name="Google Shape;5686;p66"/>
            <p:cNvSpPr/>
            <p:nvPr/>
          </p:nvSpPr>
          <p:spPr>
            <a:xfrm>
              <a:off x="1270775" y="1631425"/>
              <a:ext cx="52825" cy="23675"/>
            </a:xfrm>
            <a:custGeom>
              <a:avLst/>
              <a:gdLst/>
              <a:ahLst/>
              <a:cxnLst/>
              <a:rect l="l" t="t" r="r" b="b"/>
              <a:pathLst>
                <a:path w="2113" h="947" extrusionOk="0">
                  <a:moveTo>
                    <a:pt x="1" y="1"/>
                  </a:moveTo>
                  <a:lnTo>
                    <a:pt x="385" y="642"/>
                  </a:lnTo>
                  <a:lnTo>
                    <a:pt x="1221" y="947"/>
                  </a:lnTo>
                  <a:lnTo>
                    <a:pt x="2112" y="642"/>
                  </a:lnTo>
                  <a:lnTo>
                    <a:pt x="173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7" name="Google Shape;5687;p66"/>
            <p:cNvSpPr/>
            <p:nvPr/>
          </p:nvSpPr>
          <p:spPr>
            <a:xfrm>
              <a:off x="1145500" y="1647450"/>
              <a:ext cx="64275" cy="36800"/>
            </a:xfrm>
            <a:custGeom>
              <a:avLst/>
              <a:gdLst/>
              <a:ahLst/>
              <a:cxnLst/>
              <a:rect l="l" t="t" r="r" b="b"/>
              <a:pathLst>
                <a:path w="2571" h="1472" extrusionOk="0">
                  <a:moveTo>
                    <a:pt x="996" y="1"/>
                  </a:moveTo>
                  <a:lnTo>
                    <a:pt x="459" y="355"/>
                  </a:lnTo>
                  <a:lnTo>
                    <a:pt x="1" y="1118"/>
                  </a:lnTo>
                  <a:lnTo>
                    <a:pt x="129" y="1472"/>
                  </a:lnTo>
                  <a:lnTo>
                    <a:pt x="2418" y="1472"/>
                  </a:lnTo>
                  <a:cubicBezTo>
                    <a:pt x="2497" y="1472"/>
                    <a:pt x="2570" y="1423"/>
                    <a:pt x="2570" y="1343"/>
                  </a:cubicBezTo>
                  <a:lnTo>
                    <a:pt x="2570" y="153"/>
                  </a:lnTo>
                  <a:cubicBezTo>
                    <a:pt x="2570" y="74"/>
                    <a:pt x="2497" y="1"/>
                    <a:pt x="241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8" name="Google Shape;5688;p66"/>
            <p:cNvSpPr/>
            <p:nvPr/>
          </p:nvSpPr>
          <p:spPr>
            <a:xfrm>
              <a:off x="1158325" y="1516375"/>
              <a:ext cx="50850" cy="70025"/>
            </a:xfrm>
            <a:custGeom>
              <a:avLst/>
              <a:gdLst/>
              <a:ahLst/>
              <a:cxnLst/>
              <a:rect l="l" t="t" r="r" b="b"/>
              <a:pathLst>
                <a:path w="2034" h="2801" extrusionOk="0">
                  <a:moveTo>
                    <a:pt x="1166" y="1"/>
                  </a:moveTo>
                  <a:lnTo>
                    <a:pt x="49" y="1960"/>
                  </a:lnTo>
                  <a:cubicBezTo>
                    <a:pt x="1" y="2064"/>
                    <a:pt x="25" y="2162"/>
                    <a:pt x="98" y="2216"/>
                  </a:cubicBezTo>
                  <a:lnTo>
                    <a:pt x="1093" y="2772"/>
                  </a:lnTo>
                  <a:cubicBezTo>
                    <a:pt x="1118" y="2791"/>
                    <a:pt x="1150" y="2800"/>
                    <a:pt x="1184" y="2800"/>
                  </a:cubicBezTo>
                  <a:cubicBezTo>
                    <a:pt x="1246" y="2800"/>
                    <a:pt x="1314" y="2766"/>
                    <a:pt x="1349" y="2699"/>
                  </a:cubicBezTo>
                  <a:lnTo>
                    <a:pt x="2033" y="1502"/>
                  </a:lnTo>
                  <a:lnTo>
                    <a:pt x="2033" y="941"/>
                  </a:lnTo>
                  <a:lnTo>
                    <a:pt x="1502" y="56"/>
                  </a:lnTo>
                  <a:lnTo>
                    <a:pt x="116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9" name="Google Shape;5689;p66"/>
            <p:cNvSpPr/>
            <p:nvPr/>
          </p:nvSpPr>
          <p:spPr>
            <a:xfrm>
              <a:off x="1132850" y="1647450"/>
              <a:ext cx="37550" cy="37400"/>
            </a:xfrm>
            <a:custGeom>
              <a:avLst/>
              <a:gdLst/>
              <a:ahLst/>
              <a:cxnLst/>
              <a:rect l="l" t="t" r="r" b="b"/>
              <a:pathLst>
                <a:path w="1502" h="1496" extrusionOk="0">
                  <a:moveTo>
                    <a:pt x="867" y="1"/>
                  </a:moveTo>
                  <a:lnTo>
                    <a:pt x="129" y="733"/>
                  </a:lnTo>
                  <a:lnTo>
                    <a:pt x="0" y="1496"/>
                  </a:lnTo>
                  <a:lnTo>
                    <a:pt x="635" y="1472"/>
                  </a:lnTo>
                  <a:lnTo>
                    <a:pt x="150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0" name="Google Shape;5690;p66"/>
            <p:cNvSpPr/>
            <p:nvPr/>
          </p:nvSpPr>
          <p:spPr>
            <a:xfrm>
              <a:off x="1187475" y="1502500"/>
              <a:ext cx="29325" cy="51450"/>
            </a:xfrm>
            <a:custGeom>
              <a:avLst/>
              <a:gdLst/>
              <a:ahLst/>
              <a:cxnLst/>
              <a:rect l="l" t="t" r="r" b="b"/>
              <a:pathLst>
                <a:path w="1173" h="2058" extrusionOk="0">
                  <a:moveTo>
                    <a:pt x="336" y="1"/>
                  </a:moveTo>
                  <a:lnTo>
                    <a:pt x="0" y="556"/>
                  </a:lnTo>
                  <a:lnTo>
                    <a:pt x="867" y="2057"/>
                  </a:lnTo>
                  <a:lnTo>
                    <a:pt x="1172" y="1496"/>
                  </a:lnTo>
                  <a:lnTo>
                    <a:pt x="1099" y="837"/>
                  </a:lnTo>
                  <a:lnTo>
                    <a:pt x="33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1" name="Google Shape;5691;p66"/>
            <p:cNvSpPr/>
            <p:nvPr/>
          </p:nvSpPr>
          <p:spPr>
            <a:xfrm>
              <a:off x="1175425" y="1301550"/>
              <a:ext cx="83950" cy="106225"/>
            </a:xfrm>
            <a:custGeom>
              <a:avLst/>
              <a:gdLst/>
              <a:ahLst/>
              <a:cxnLst/>
              <a:rect l="l" t="t" r="r" b="b"/>
              <a:pathLst>
                <a:path w="3358" h="4249" extrusionOk="0">
                  <a:moveTo>
                    <a:pt x="739" y="1"/>
                  </a:moveTo>
                  <a:lnTo>
                    <a:pt x="0" y="3638"/>
                  </a:lnTo>
                  <a:lnTo>
                    <a:pt x="763" y="4248"/>
                  </a:lnTo>
                  <a:lnTo>
                    <a:pt x="2594" y="4248"/>
                  </a:lnTo>
                  <a:lnTo>
                    <a:pt x="3357" y="3638"/>
                  </a:lnTo>
                  <a:lnTo>
                    <a:pt x="264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2" name="Google Shape;5692;p66"/>
            <p:cNvSpPr/>
            <p:nvPr/>
          </p:nvSpPr>
          <p:spPr>
            <a:xfrm>
              <a:off x="1175425" y="1392500"/>
              <a:ext cx="83950" cy="51425"/>
            </a:xfrm>
            <a:custGeom>
              <a:avLst/>
              <a:gdLst/>
              <a:ahLst/>
              <a:cxnLst/>
              <a:rect l="l" t="t" r="r" b="b"/>
              <a:pathLst>
                <a:path w="3358" h="2057" extrusionOk="0">
                  <a:moveTo>
                    <a:pt x="0" y="0"/>
                  </a:moveTo>
                  <a:lnTo>
                    <a:pt x="0" y="2033"/>
                  </a:lnTo>
                  <a:lnTo>
                    <a:pt x="586" y="2033"/>
                  </a:lnTo>
                  <a:lnTo>
                    <a:pt x="1654" y="1422"/>
                  </a:lnTo>
                  <a:lnTo>
                    <a:pt x="2802" y="2057"/>
                  </a:lnTo>
                  <a:lnTo>
                    <a:pt x="3357" y="2033"/>
                  </a:lnTo>
                  <a:lnTo>
                    <a:pt x="335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3" name="Google Shape;5693;p66"/>
            <p:cNvSpPr/>
            <p:nvPr/>
          </p:nvSpPr>
          <p:spPr>
            <a:xfrm>
              <a:off x="1175425" y="1420575"/>
              <a:ext cx="83950" cy="36200"/>
            </a:xfrm>
            <a:custGeom>
              <a:avLst/>
              <a:gdLst/>
              <a:ahLst/>
              <a:cxnLst/>
              <a:rect l="l" t="t" r="r" b="b"/>
              <a:pathLst>
                <a:path w="3358" h="1448" extrusionOk="0">
                  <a:moveTo>
                    <a:pt x="1655" y="0"/>
                  </a:moveTo>
                  <a:cubicBezTo>
                    <a:pt x="1630" y="0"/>
                    <a:pt x="1605" y="6"/>
                    <a:pt x="1581" y="18"/>
                  </a:cubicBezTo>
                  <a:lnTo>
                    <a:pt x="0" y="910"/>
                  </a:lnTo>
                  <a:lnTo>
                    <a:pt x="0" y="1294"/>
                  </a:lnTo>
                  <a:cubicBezTo>
                    <a:pt x="0" y="1384"/>
                    <a:pt x="70" y="1437"/>
                    <a:pt x="138" y="1437"/>
                  </a:cubicBezTo>
                  <a:cubicBezTo>
                    <a:pt x="163" y="1437"/>
                    <a:pt x="187" y="1431"/>
                    <a:pt x="208" y="1416"/>
                  </a:cubicBezTo>
                  <a:lnTo>
                    <a:pt x="1654" y="604"/>
                  </a:lnTo>
                  <a:lnTo>
                    <a:pt x="3156" y="1416"/>
                  </a:lnTo>
                  <a:cubicBezTo>
                    <a:pt x="3184" y="1438"/>
                    <a:pt x="3213" y="1448"/>
                    <a:pt x="3239" y="1448"/>
                  </a:cubicBezTo>
                  <a:cubicBezTo>
                    <a:pt x="3306" y="1448"/>
                    <a:pt x="3357" y="1382"/>
                    <a:pt x="3357" y="1294"/>
                  </a:cubicBezTo>
                  <a:lnTo>
                    <a:pt x="3357" y="910"/>
                  </a:lnTo>
                  <a:lnTo>
                    <a:pt x="1734" y="18"/>
                  </a:lnTo>
                  <a:cubicBezTo>
                    <a:pt x="1706" y="6"/>
                    <a:pt x="1680" y="0"/>
                    <a:pt x="165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4" name="Google Shape;5694;p66"/>
            <p:cNvSpPr/>
            <p:nvPr/>
          </p:nvSpPr>
          <p:spPr>
            <a:xfrm>
              <a:off x="1111950" y="1595725"/>
              <a:ext cx="61325" cy="89125"/>
            </a:xfrm>
            <a:custGeom>
              <a:avLst/>
              <a:gdLst/>
              <a:ahLst/>
              <a:cxnLst/>
              <a:rect l="l" t="t" r="r" b="b"/>
              <a:pathLst>
                <a:path w="2453" h="3565" extrusionOk="0">
                  <a:moveTo>
                    <a:pt x="1996" y="0"/>
                  </a:moveTo>
                  <a:cubicBezTo>
                    <a:pt x="1982" y="0"/>
                    <a:pt x="1968" y="2"/>
                    <a:pt x="1953" y="7"/>
                  </a:cubicBezTo>
                  <a:lnTo>
                    <a:pt x="989" y="184"/>
                  </a:lnTo>
                  <a:cubicBezTo>
                    <a:pt x="861" y="208"/>
                    <a:pt x="812" y="391"/>
                    <a:pt x="940" y="465"/>
                  </a:cubicBezTo>
                  <a:lnTo>
                    <a:pt x="25" y="1990"/>
                  </a:lnTo>
                  <a:cubicBezTo>
                    <a:pt x="0" y="2039"/>
                    <a:pt x="0" y="2094"/>
                    <a:pt x="25" y="2143"/>
                  </a:cubicBezTo>
                  <a:lnTo>
                    <a:pt x="836" y="3565"/>
                  </a:lnTo>
                  <a:lnTo>
                    <a:pt x="2210" y="1203"/>
                  </a:lnTo>
                  <a:cubicBezTo>
                    <a:pt x="2240" y="1220"/>
                    <a:pt x="2270" y="1228"/>
                    <a:pt x="2298" y="1228"/>
                  </a:cubicBezTo>
                  <a:cubicBezTo>
                    <a:pt x="2388" y="1228"/>
                    <a:pt x="2453" y="1148"/>
                    <a:pt x="2411" y="1050"/>
                  </a:cubicBezTo>
                  <a:lnTo>
                    <a:pt x="2136" y="86"/>
                  </a:lnTo>
                  <a:cubicBezTo>
                    <a:pt x="2111" y="41"/>
                    <a:pt x="2058" y="0"/>
                    <a:pt x="199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5" name="Google Shape;5695;p66"/>
            <p:cNvSpPr/>
            <p:nvPr/>
          </p:nvSpPr>
          <p:spPr>
            <a:xfrm>
              <a:off x="1231425" y="1643950"/>
              <a:ext cx="92175" cy="44250"/>
            </a:xfrm>
            <a:custGeom>
              <a:avLst/>
              <a:gdLst/>
              <a:ahLst/>
              <a:cxnLst/>
              <a:rect l="l" t="t" r="r" b="b"/>
              <a:pathLst>
                <a:path w="3687" h="1770" extrusionOk="0">
                  <a:moveTo>
                    <a:pt x="807" y="0"/>
                  </a:moveTo>
                  <a:cubicBezTo>
                    <a:pt x="771" y="0"/>
                    <a:pt x="738" y="12"/>
                    <a:pt x="714" y="37"/>
                  </a:cubicBezTo>
                  <a:lnTo>
                    <a:pt x="49" y="800"/>
                  </a:lnTo>
                  <a:cubicBezTo>
                    <a:pt x="0" y="849"/>
                    <a:pt x="0" y="928"/>
                    <a:pt x="49" y="977"/>
                  </a:cubicBezTo>
                  <a:lnTo>
                    <a:pt x="714" y="1715"/>
                  </a:lnTo>
                  <a:cubicBezTo>
                    <a:pt x="741" y="1753"/>
                    <a:pt x="781" y="1770"/>
                    <a:pt x="821" y="1770"/>
                  </a:cubicBezTo>
                  <a:cubicBezTo>
                    <a:pt x="892" y="1770"/>
                    <a:pt x="964" y="1718"/>
                    <a:pt x="964" y="1636"/>
                  </a:cubicBezTo>
                  <a:lnTo>
                    <a:pt x="2850" y="1636"/>
                  </a:lnTo>
                  <a:lnTo>
                    <a:pt x="3686" y="141"/>
                  </a:lnTo>
                  <a:lnTo>
                    <a:pt x="964" y="141"/>
                  </a:lnTo>
                  <a:cubicBezTo>
                    <a:pt x="964" y="53"/>
                    <a:pt x="882" y="0"/>
                    <a:pt x="80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6" name="Google Shape;5696;p66"/>
            <p:cNvSpPr/>
            <p:nvPr/>
          </p:nvSpPr>
          <p:spPr>
            <a:xfrm>
              <a:off x="1195875" y="1502500"/>
              <a:ext cx="71625" cy="71300"/>
            </a:xfrm>
            <a:custGeom>
              <a:avLst/>
              <a:gdLst/>
              <a:ahLst/>
              <a:cxnLst/>
              <a:rect l="l" t="t" r="r" b="b"/>
              <a:pathLst>
                <a:path w="2865" h="2852" extrusionOk="0">
                  <a:moveTo>
                    <a:pt x="0" y="1"/>
                  </a:moveTo>
                  <a:lnTo>
                    <a:pt x="1343" y="2363"/>
                  </a:lnTo>
                  <a:cubicBezTo>
                    <a:pt x="1221" y="2442"/>
                    <a:pt x="1245" y="2619"/>
                    <a:pt x="1373" y="2643"/>
                  </a:cubicBezTo>
                  <a:lnTo>
                    <a:pt x="2338" y="2845"/>
                  </a:lnTo>
                  <a:cubicBezTo>
                    <a:pt x="2351" y="2849"/>
                    <a:pt x="2364" y="2851"/>
                    <a:pt x="2377" y="2851"/>
                  </a:cubicBezTo>
                  <a:cubicBezTo>
                    <a:pt x="2437" y="2851"/>
                    <a:pt x="2495" y="2807"/>
                    <a:pt x="2515" y="2747"/>
                  </a:cubicBezTo>
                  <a:lnTo>
                    <a:pt x="2844" y="1801"/>
                  </a:lnTo>
                  <a:cubicBezTo>
                    <a:pt x="2864" y="1700"/>
                    <a:pt x="2784" y="1612"/>
                    <a:pt x="2684" y="1612"/>
                  </a:cubicBezTo>
                  <a:cubicBezTo>
                    <a:pt x="2663" y="1612"/>
                    <a:pt x="2641" y="1616"/>
                    <a:pt x="2618" y="1624"/>
                  </a:cubicBezTo>
                  <a:lnTo>
                    <a:pt x="1752" y="74"/>
                  </a:lnTo>
                  <a:cubicBezTo>
                    <a:pt x="1703" y="25"/>
                    <a:pt x="1678" y="1"/>
                    <a:pt x="162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 name="Google Shape;4811;p65">
            <a:extLst>
              <a:ext uri="{FF2B5EF4-FFF2-40B4-BE49-F238E27FC236}">
                <a16:creationId xmlns:a16="http://schemas.microsoft.com/office/drawing/2014/main" id="{CB70FA51-16C3-4B57-3EFA-15D79DC4D653}"/>
              </a:ext>
            </a:extLst>
          </p:cNvPr>
          <p:cNvSpPr txBox="1">
            <a:spLocks noGrp="1"/>
          </p:cNvSpPr>
          <p:nvPr>
            <p:ph type="title"/>
          </p:nvPr>
        </p:nvSpPr>
        <p:spPr>
          <a:xfrm>
            <a:off x="2296591" y="1781831"/>
            <a:ext cx="4448100" cy="1058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9600" dirty="0"/>
              <a:t>Thanks!</a:t>
            </a:r>
            <a:endParaRPr sz="96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Upcycling Workshop by Slidesgo">
  <a:themeElements>
    <a:clrScheme name="Simple Light">
      <a:dk1>
        <a:srgbClr val="13304E"/>
      </a:dk1>
      <a:lt1>
        <a:srgbClr val="38516A"/>
      </a:lt1>
      <a:dk2>
        <a:srgbClr val="F4FCDE"/>
      </a:dk2>
      <a:lt2>
        <a:srgbClr val="DBEBB7"/>
      </a:lt2>
      <a:accent1>
        <a:srgbClr val="A4CD49"/>
      </a:accent1>
      <a:accent2>
        <a:srgbClr val="6EA843"/>
      </a:accent2>
      <a:accent3>
        <a:srgbClr val="5F8343"/>
      </a:accent3>
      <a:accent4>
        <a:srgbClr val="FFDE25"/>
      </a:accent4>
      <a:accent5>
        <a:srgbClr val="FBB62D"/>
      </a:accent5>
      <a:accent6>
        <a:srgbClr val="FB7E2D"/>
      </a:accent6>
      <a:hlink>
        <a:srgbClr val="13304E"/>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628</TotalTime>
  <Words>1279</Words>
  <Application>Microsoft Office PowerPoint</Application>
  <PresentationFormat>On-screen Show (16:9)</PresentationFormat>
  <Paragraphs>222</Paragraphs>
  <Slides>26</Slides>
  <Notes>16</Notes>
  <HiddenSlides>1</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26</vt:i4>
      </vt:variant>
    </vt:vector>
  </HeadingPairs>
  <TitlesOfParts>
    <vt:vector size="35" baseType="lpstr">
      <vt:lpstr>Anek Devanagari</vt:lpstr>
      <vt:lpstr>Anek Devanagari SemiBold</vt:lpstr>
      <vt:lpstr>Open Sans</vt:lpstr>
      <vt:lpstr>Calibri</vt:lpstr>
      <vt:lpstr>Catamaran</vt:lpstr>
      <vt:lpstr>Söhne</vt:lpstr>
      <vt:lpstr>Arial</vt:lpstr>
      <vt:lpstr>Times New Roman</vt:lpstr>
      <vt:lpstr>Upcycling Workshop by Slidesgo</vt:lpstr>
      <vt:lpstr>Let it Grow</vt:lpstr>
      <vt:lpstr>01</vt:lpstr>
      <vt:lpstr>Idea</vt:lpstr>
      <vt:lpstr>Problem Statement</vt:lpstr>
      <vt:lpstr>PowerPoint Presentation</vt:lpstr>
      <vt:lpstr>PowerPoint Presentation</vt:lpstr>
      <vt:lpstr>Idea</vt:lpstr>
      <vt:lpstr>Project Idea</vt:lpstr>
      <vt:lpstr>Methodology</vt:lpstr>
      <vt:lpstr>Smart Irrigation System Components</vt:lpstr>
      <vt:lpstr>Smart Irrigation System Components</vt:lpstr>
      <vt:lpstr>Smart Irrigation System Components</vt:lpstr>
      <vt:lpstr>Hardware Schematic</vt:lpstr>
      <vt:lpstr>Methodology</vt:lpstr>
      <vt:lpstr>PowerPoint Presentation</vt:lpstr>
      <vt:lpstr>Workflow</vt:lpstr>
      <vt:lpstr>Block diagram of Communication</vt:lpstr>
      <vt:lpstr>Flowchart</vt:lpstr>
      <vt:lpstr>Results</vt:lpstr>
      <vt:lpstr>PowerPoint Presentation</vt:lpstr>
      <vt:lpstr>Adafruit</vt:lpstr>
      <vt:lpstr>Blynk Application</vt:lpstr>
      <vt:lpstr>Cost</vt:lpstr>
      <vt:lpstr>Basic Financial plan</vt:lpstr>
      <vt:lpstr>comparison between our project  and the similar products in the market</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Irrigation IoT System </dc:title>
  <cp:lastModifiedBy>Salma Amr Mostafa AlWardany</cp:lastModifiedBy>
  <cp:revision>8</cp:revision>
  <dcterms:modified xsi:type="dcterms:W3CDTF">2024-01-24T08:57:54Z</dcterms:modified>
</cp:coreProperties>
</file>